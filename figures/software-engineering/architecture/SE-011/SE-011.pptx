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8adce6f81c4a8d" /><Relationship Type="http://schemas.openxmlformats.org/officeDocument/2006/relationships/extended-properties" Target="/docProps/app.xml" Id="R0bdb8409ce2c415c" /><Relationship Type="http://schemas.openxmlformats.org/officeDocument/2006/relationships/officeDocument" Target="/ppt/presentation.xml" Id="Re9bb3cae43dd41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39bc7e3f994afb"/>
  </p:sldMasterIdLst>
  <p:notesMasterIdLst>
    <p:notesMasterId xmlns:r="http://schemas.openxmlformats.org/officeDocument/2006/relationships" r:id="R229cf4b89bf849a2"/>
  </p:notesMasterIdLst>
  <p:sldIdLst>
    <p:sldId xmlns:r="http://schemas.openxmlformats.org/officeDocument/2006/relationships" id="256" r:id="Re7f50de8f8054e3b"/>
  </p:sldIdLst>
  <p:sldSz cx="11572875" cy="58007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ac4916c040499f" /><Relationship Type="http://schemas.openxmlformats.org/officeDocument/2006/relationships/slideMaster" Target="/ppt/slideMasters/slideMaster1.xml" Id="R1739bc7e3f994afb" /><Relationship Type="http://schemas.openxmlformats.org/officeDocument/2006/relationships/notesMaster" Target="/ppt/notesMasters/notesMaster1.xml" Id="R229cf4b89bf849a2" /><Relationship Type="http://schemas.openxmlformats.org/officeDocument/2006/relationships/presProps" Target="/ppt/presProps.xml" Id="R3467585c26404ab8" /><Relationship Type="http://schemas.openxmlformats.org/officeDocument/2006/relationships/tableStyles" Target="/ppt/tableStyles.xml" Id="R2e60519e0bd34bfe" /><Relationship Type="http://schemas.openxmlformats.org/officeDocument/2006/relationships/slide" Target="/ppt/slides/slide1.xml" Id="Re7f50de8f8054e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9425821af44f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b2172234ba4978" /><Relationship Type="http://schemas.openxmlformats.org/officeDocument/2006/relationships/notesMaster" Target="/ppt/notesMasters/notesMaster1.xml" Id="R89a9e98d3330428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素材ID：SE-011</ns1:t>
            </ns1:r>
          </ns1:p>
          <ns1:p>
            <ns1:r>
              <ns1:t>论文：ProxyWar: Dynamic Assessment of LLM Code Generation in Game Arenas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借鉴点：五层嵌套布局将代码生成、游戏环境、Agent、测试和锦标赛连成环；游戏网格、奖杯、状态/动作让复杂系统具象。</ns1:t>
            </ns1:r>
          </ns1:p>
          <ns1:p>
            <ns1:r>
              <ns1:t>论文URL：https://arxiv.org/pdf/2602.04296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29b14b62b40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055171e40e4078" /><Relationship Type="http://schemas.openxmlformats.org/officeDocument/2006/relationships/slideLayout" Target="/ppt/slideLayouts/slideLayout1.xml" Id="Rfdb836d8d91549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b836d8d91549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a2e27cd564acb" /><Relationship Type="http://schemas.openxmlformats.org/officeDocument/2006/relationships/image" Target="/ppt/media/image.png" Id="Rb3e779f1363e4fc9" /><Relationship Type="http://schemas.openxmlformats.org/officeDocument/2006/relationships/image" Target="/ppt/media/image2.png" Id="R85a530170e05423a" /><Relationship Type="http://schemas.openxmlformats.org/officeDocument/2006/relationships/image" Target="/ppt/media/image3.png" Id="R6f4bea5c20e94655" /><Relationship Type="http://schemas.openxmlformats.org/officeDocument/2006/relationships/image" Target="/ppt/media/image4.png" Id="Re31b623c5c514613" /><Relationship Type="http://schemas.openxmlformats.org/officeDocument/2006/relationships/image" Target="/ppt/media/image5.png" Id="R57a7ee88a9c84a81" /><Relationship Type="http://schemas.openxmlformats.org/officeDocument/2006/relationships/image" Target="/ppt/media/image6.png" Id="Ra04e4227796d47bd" /><Relationship Type="http://schemas.openxmlformats.org/officeDocument/2006/relationships/image" Target="/ppt/media/image7.png" Id="R8fff71231d264018" /><Relationship Type="http://schemas.openxmlformats.org/officeDocument/2006/relationships/image" Target="/ppt/media/image8.png" Id="Rd11ad11f5fdb4f83" /><Relationship Type="http://schemas.openxmlformats.org/officeDocument/2006/relationships/image" Target="/ppt/media/image9.png" Id="R13640b5f57c04d09" /><Relationship Type="http://schemas.openxmlformats.org/officeDocument/2006/relationships/image" Target="/ppt/media/image10.png" Id="Rd5c8a78f3ba34533" /><Relationship Type="http://schemas.openxmlformats.org/officeDocument/2006/relationships/image" Target="/ppt/media/image11.png" Id="R61b726ae3be944d1" /><Relationship Type="http://schemas.openxmlformats.org/officeDocument/2006/relationships/image" Target="/ppt/media/image12.png" Id="R60d754bd9c8341e2" /><Relationship Type="http://schemas.openxmlformats.org/officeDocument/2006/relationships/image" Target="/ppt/media/image13.png" Id="R54bdbfc4a4b4463d" /><Relationship Type="http://schemas.openxmlformats.org/officeDocument/2006/relationships/image" Target="/ppt/media/image14.png" Id="R9847526338fb4a50" /><Relationship Type="http://schemas.openxmlformats.org/officeDocument/2006/relationships/image" Target="/ppt/media/image15.png" Id="R47bb68c9d2dc42cc" /><Relationship Type="http://schemas.openxmlformats.org/officeDocument/2006/relationships/image" Target="/ppt/media/image16.png" Id="R683b430858ed4703" /><Relationship Type="http://schemas.openxmlformats.org/officeDocument/2006/relationships/image" Target="/ppt/media/image17.png" Id="R748d0eda36ef4439" /><Relationship Type="http://schemas.openxmlformats.org/officeDocument/2006/relationships/image" Target="/ppt/media/image18.png" Id="R9f61e733e6f741e1" /><Relationship Type="http://schemas.openxmlformats.org/officeDocument/2006/relationships/image" Target="/ppt/media/image19.png" Id="R84aced960f60437a" /><Relationship Type="http://schemas.openxmlformats.org/officeDocument/2006/relationships/image" Target="/ppt/media/image20.png" Id="R8aab89d12e2049ed" /><Relationship Type="http://schemas.openxmlformats.org/officeDocument/2006/relationships/image" Target="/ppt/media/image21.png" Id="R55c34b5337374b3c" /><Relationship Type="http://schemas.openxmlformats.org/officeDocument/2006/relationships/image" Target="/ppt/media/image22.png" Id="R42c4b82a6d3942a1" /><Relationship Type="http://schemas.openxmlformats.org/officeDocument/2006/relationships/image" Target="/ppt/media/image23.png" Id="R244898d4d27e49b0" /><Relationship Type="http://schemas.openxmlformats.org/officeDocument/2006/relationships/image" Target="/ppt/media/image24.png" Id="R6900c6cc550d449b" /><Relationship Type="http://schemas.openxmlformats.org/officeDocument/2006/relationships/image" Target="/ppt/media/image25.png" Id="R56e5e11786c2429b" /><Relationship Type="http://schemas.openxmlformats.org/officeDocument/2006/relationships/image" Target="/ppt/media/image26.png" Id="R5ae982dd7eb54b68" /><Relationship Type="http://schemas.openxmlformats.org/officeDocument/2006/relationships/image" Target="/ppt/media/image27.png" Id="Re854562b5f0f4375" /><Relationship Type="http://schemas.openxmlformats.org/officeDocument/2006/relationships/image" Target="/ppt/media/image28.png" Id="Rfbfe4140693f470c" /><Relationship Type="http://schemas.openxmlformats.org/officeDocument/2006/relationships/image" Target="/ppt/media/image29.png" Id="R3589d99f45d5446a" /><Relationship Type="http://schemas.openxmlformats.org/officeDocument/2006/relationships/image" Target="/ppt/media/image30.png" Id="R00123625f84d4e08" /><Relationship Type="http://schemas.openxmlformats.org/officeDocument/2006/relationships/image" Target="/ppt/media/image31.png" Id="Reb878cafe0374d34" /><Relationship Type="http://schemas.openxmlformats.org/officeDocument/2006/relationships/image" Target="/ppt/media/image32.png" Id="Rfe6dd31293d844f7" /><Relationship Type="http://schemas.openxmlformats.org/officeDocument/2006/relationships/notesSlide" Target="/ppt/notesSlides/notesSlide1.xml" Id="R3187640a6b744a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A39CF-75FD-401A-8CF9-9820D49B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" y="48151"/>
            <a:ext cx="11530994" cy="5752574"/>
          </a:xfrm>
          <a:custGeom xmlns:a="http://schemas.openxmlformats.org/drawingml/2006/main">
            <a:pathLst>
              <a:path w="11530994" h="5752574">
                <a:moveTo>
                  <a:pt x="0" y="0"/>
                </a:moveTo>
                <a:lnTo>
                  <a:pt x="11530994" y="0"/>
                </a:lnTo>
                <a:lnTo>
                  <a:pt x="11530994" y="5752574"/>
                </a:lnTo>
                <a:lnTo>
                  <a:pt x="0" y="57525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F5D07-291F-4E5B-B813-808DB1A5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011" y="385504"/>
            <a:ext cx="4356717" cy="2320494"/>
          </a:xfrm>
          <a:custGeom xmlns:a="http://schemas.openxmlformats.org/drawingml/2006/main">
            <a:pathLst>
              <a:path w="4356717" h="2320494">
                <a:moveTo>
                  <a:pt x="0" y="160411"/>
                </a:moveTo>
                <a:cubicBezTo>
                  <a:pt x="0" y="71708"/>
                  <a:pt x="71708" y="0"/>
                  <a:pt x="160179" y="0"/>
                </a:cubicBezTo>
                <a:lnTo>
                  <a:pt x="4196306" y="0"/>
                </a:lnTo>
                <a:cubicBezTo>
                  <a:pt x="4284776" y="0"/>
                  <a:pt x="4356717" y="71708"/>
                  <a:pt x="4356717" y="160411"/>
                </a:cubicBezTo>
                <a:lnTo>
                  <a:pt x="4356717" y="2160082"/>
                </a:lnTo>
                <a:cubicBezTo>
                  <a:pt x="4356717" y="2248786"/>
                  <a:pt x="4284776" y="2320494"/>
                  <a:pt x="4196306" y="2320494"/>
                </a:cubicBezTo>
                <a:lnTo>
                  <a:pt x="160179" y="2320494"/>
                </a:lnTo>
                <a:cubicBezTo>
                  <a:pt x="71708" y="2320494"/>
                  <a:pt x="0" y="2248786"/>
                  <a:pt x="0" y="2160082"/>
                </a:cubicBezTo>
                <a:lnTo>
                  <a:pt x="0" y="160411"/>
                </a:lnTo>
                <a:close/>
              </a:path>
            </a:pathLst>
          </a:custGeom>
          <a:solidFill xmlns:a="http://schemas.openxmlformats.org/drawingml/2006/main">
            <a:srgbClr val="FBFB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739A8-5EEB-4BEF-B34A-371AB806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011" y="385504"/>
            <a:ext cx="4356717" cy="2320494"/>
          </a:xfrm>
          <a:custGeom xmlns:a="http://schemas.openxmlformats.org/drawingml/2006/main">
            <a:pathLst>
              <a:path w="4356717" h="2320494" fill="none">
                <a:moveTo>
                  <a:pt x="0" y="160411"/>
                </a:moveTo>
                <a:cubicBezTo>
                  <a:pt x="0" y="71708"/>
                  <a:pt x="71708" y="0"/>
                  <a:pt x="160179" y="0"/>
                </a:cubicBezTo>
                <a:lnTo>
                  <a:pt x="4196306" y="0"/>
                </a:lnTo>
                <a:cubicBezTo>
                  <a:pt x="4284776" y="0"/>
                  <a:pt x="4356717" y="71708"/>
                  <a:pt x="4356717" y="160411"/>
                </a:cubicBezTo>
                <a:lnTo>
                  <a:pt x="4356717" y="2160082"/>
                </a:lnTo>
                <a:cubicBezTo>
                  <a:pt x="4356717" y="2248786"/>
                  <a:pt x="4284776" y="2320494"/>
                  <a:pt x="4196306" y="2320494"/>
                </a:cubicBezTo>
                <a:lnTo>
                  <a:pt x="160179" y="2320494"/>
                </a:lnTo>
                <a:cubicBezTo>
                  <a:pt x="71708" y="2320494"/>
                  <a:pt x="0" y="2248786"/>
                  <a:pt x="0" y="2160082"/>
                </a:cubicBezTo>
                <a:lnTo>
                  <a:pt x="0" y="160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0000"/>
            </a:solidFill>
            <a:miter/>
          </a:ln>
        </p:spPr>
      </p:sp>
      <p:sp>
        <p:nvSpPr>
          <p:cNvPr id="4" name="Text GameEnvironmentLayer">
            <a:extLst xmlns:a="http://schemas.openxmlformats.org/drawingml/2006/main">
              <a:ext uri="{FF2B5EF4-FFF2-40B4-BE49-F238E27FC236}">
                <a16:creationId xmlns:a16="http://schemas.microsoft.com/office/drawing/2014/main" id="{7DEC904E-5411-4904-B923-6E2C4BCC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462" y="102007"/>
            <a:ext cx="2904380" cy="217372"/>
          </a:xfrm>
          <a:custGeom xmlns:a="http://schemas.openxmlformats.org/drawingml/2006/main">
            <a:pathLst>
              <a:path w="2904380" h="217372">
                <a:moveTo>
                  <a:pt x="1195027" y="32251"/>
                </a:moveTo>
                <a:lnTo>
                  <a:pt x="1195723" y="32178"/>
                </a:lnTo>
                <a:lnTo>
                  <a:pt x="1196404" y="32090"/>
                </a:lnTo>
                <a:lnTo>
                  <a:pt x="1197069" y="31985"/>
                </a:lnTo>
                <a:lnTo>
                  <a:pt x="1197720" y="31864"/>
                </a:lnTo>
                <a:lnTo>
                  <a:pt x="1198356" y="31727"/>
                </a:lnTo>
                <a:lnTo>
                  <a:pt x="1198976" y="31574"/>
                </a:lnTo>
                <a:lnTo>
                  <a:pt x="1199582" y="31404"/>
                </a:lnTo>
                <a:lnTo>
                  <a:pt x="1200173" y="31219"/>
                </a:lnTo>
                <a:lnTo>
                  <a:pt x="1200748" y="31017"/>
                </a:lnTo>
                <a:lnTo>
                  <a:pt x="1201309" y="30800"/>
                </a:lnTo>
                <a:lnTo>
                  <a:pt x="1201854" y="30566"/>
                </a:lnTo>
                <a:lnTo>
                  <a:pt x="1202385" y="30316"/>
                </a:lnTo>
                <a:lnTo>
                  <a:pt x="1202900" y="30050"/>
                </a:lnTo>
                <a:lnTo>
                  <a:pt x="1203400" y="29768"/>
                </a:lnTo>
                <a:lnTo>
                  <a:pt x="1203886" y="29470"/>
                </a:lnTo>
                <a:lnTo>
                  <a:pt x="1204356" y="29155"/>
                </a:lnTo>
                <a:lnTo>
                  <a:pt x="1204811" y="28825"/>
                </a:lnTo>
                <a:lnTo>
                  <a:pt x="1205252" y="28478"/>
                </a:lnTo>
                <a:lnTo>
                  <a:pt x="1205677" y="28115"/>
                </a:lnTo>
                <a:lnTo>
                  <a:pt x="1206087" y="27736"/>
                </a:lnTo>
                <a:lnTo>
                  <a:pt x="1206481" y="27345"/>
                </a:lnTo>
                <a:lnTo>
                  <a:pt x="1206859" y="26947"/>
                </a:lnTo>
                <a:lnTo>
                  <a:pt x="1207219" y="26540"/>
                </a:lnTo>
                <a:lnTo>
                  <a:pt x="1207563" y="26126"/>
                </a:lnTo>
                <a:lnTo>
                  <a:pt x="1207891" y="25703"/>
                </a:lnTo>
                <a:lnTo>
                  <a:pt x="1208201" y="25273"/>
                </a:lnTo>
                <a:lnTo>
                  <a:pt x="1208495" y="24835"/>
                </a:lnTo>
                <a:lnTo>
                  <a:pt x="1208771" y="24389"/>
                </a:lnTo>
                <a:lnTo>
                  <a:pt x="1209031" y="23936"/>
                </a:lnTo>
                <a:lnTo>
                  <a:pt x="1209275" y="23474"/>
                </a:lnTo>
                <a:lnTo>
                  <a:pt x="1209501" y="23005"/>
                </a:lnTo>
                <a:lnTo>
                  <a:pt x="1209711" y="22528"/>
                </a:lnTo>
                <a:lnTo>
                  <a:pt x="1209904" y="22043"/>
                </a:lnTo>
                <a:lnTo>
                  <a:pt x="1210080" y="21550"/>
                </a:lnTo>
                <a:lnTo>
                  <a:pt x="1210239" y="21049"/>
                </a:lnTo>
                <a:lnTo>
                  <a:pt x="1210382" y="20541"/>
                </a:lnTo>
                <a:lnTo>
                  <a:pt x="1210508" y="20024"/>
                </a:lnTo>
                <a:lnTo>
                  <a:pt x="1210617" y="19500"/>
                </a:lnTo>
                <a:lnTo>
                  <a:pt x="1210709" y="18968"/>
                </a:lnTo>
                <a:lnTo>
                  <a:pt x="1210785" y="18428"/>
                </a:lnTo>
                <a:lnTo>
                  <a:pt x="1210843" y="17880"/>
                </a:lnTo>
                <a:lnTo>
                  <a:pt x="1210885" y="17325"/>
                </a:lnTo>
                <a:lnTo>
                  <a:pt x="1210910" y="16761"/>
                </a:lnTo>
                <a:lnTo>
                  <a:pt x="1210919" y="16190"/>
                </a:lnTo>
                <a:lnTo>
                  <a:pt x="1210910" y="15608"/>
                </a:lnTo>
                <a:lnTo>
                  <a:pt x="1210885" y="15036"/>
                </a:lnTo>
                <a:lnTo>
                  <a:pt x="1210843" y="14471"/>
                </a:lnTo>
                <a:lnTo>
                  <a:pt x="1210785" y="13915"/>
                </a:lnTo>
                <a:lnTo>
                  <a:pt x="1210709" y="13368"/>
                </a:lnTo>
                <a:lnTo>
                  <a:pt x="1210617" y="12829"/>
                </a:lnTo>
                <a:lnTo>
                  <a:pt x="1210508" y="12298"/>
                </a:lnTo>
                <a:lnTo>
                  <a:pt x="1210382" y="11776"/>
                </a:lnTo>
                <a:lnTo>
                  <a:pt x="1210239" y="11263"/>
                </a:lnTo>
                <a:lnTo>
                  <a:pt x="1210080" y="10758"/>
                </a:lnTo>
                <a:lnTo>
                  <a:pt x="1209904" y="10262"/>
                </a:lnTo>
                <a:lnTo>
                  <a:pt x="1209711" y="9774"/>
                </a:lnTo>
                <a:lnTo>
                  <a:pt x="1209501" y="9294"/>
                </a:lnTo>
                <a:lnTo>
                  <a:pt x="1209275" y="8823"/>
                </a:lnTo>
                <a:lnTo>
                  <a:pt x="1209031" y="8361"/>
                </a:lnTo>
                <a:lnTo>
                  <a:pt x="1208771" y="7907"/>
                </a:lnTo>
                <a:lnTo>
                  <a:pt x="1208495" y="7461"/>
                </a:lnTo>
                <a:lnTo>
                  <a:pt x="1208201" y="7024"/>
                </a:lnTo>
                <a:lnTo>
                  <a:pt x="1207891" y="6596"/>
                </a:lnTo>
                <a:lnTo>
                  <a:pt x="1207563" y="6176"/>
                </a:lnTo>
                <a:lnTo>
                  <a:pt x="1207219" y="5764"/>
                </a:lnTo>
                <a:lnTo>
                  <a:pt x="1206859" y="5361"/>
                </a:lnTo>
                <a:lnTo>
                  <a:pt x="1206481" y="4967"/>
                </a:lnTo>
                <a:lnTo>
                  <a:pt x="1206087" y="4581"/>
                </a:lnTo>
                <a:lnTo>
                  <a:pt x="1205677" y="4207"/>
                </a:lnTo>
                <a:lnTo>
                  <a:pt x="1205252" y="3849"/>
                </a:lnTo>
                <a:lnTo>
                  <a:pt x="1204811" y="3507"/>
                </a:lnTo>
                <a:lnTo>
                  <a:pt x="1204356" y="3181"/>
                </a:lnTo>
                <a:lnTo>
                  <a:pt x="1203886" y="2871"/>
                </a:lnTo>
                <a:lnTo>
                  <a:pt x="1203400" y="2577"/>
                </a:lnTo>
                <a:lnTo>
                  <a:pt x="1202900" y="2298"/>
                </a:lnTo>
                <a:lnTo>
                  <a:pt x="1202385" y="2036"/>
                </a:lnTo>
                <a:lnTo>
                  <a:pt x="1201854" y="1789"/>
                </a:lnTo>
                <a:lnTo>
                  <a:pt x="1201309" y="1559"/>
                </a:lnTo>
                <a:lnTo>
                  <a:pt x="1200748" y="1344"/>
                </a:lnTo>
                <a:lnTo>
                  <a:pt x="1200173" y="1145"/>
                </a:lnTo>
                <a:lnTo>
                  <a:pt x="1199582" y="962"/>
                </a:lnTo>
                <a:lnTo>
                  <a:pt x="1198976" y="795"/>
                </a:lnTo>
                <a:lnTo>
                  <a:pt x="1198356" y="644"/>
                </a:lnTo>
                <a:lnTo>
                  <a:pt x="1197720" y="509"/>
                </a:lnTo>
                <a:lnTo>
                  <a:pt x="1197069" y="390"/>
                </a:lnTo>
                <a:lnTo>
                  <a:pt x="1196404" y="286"/>
                </a:lnTo>
                <a:lnTo>
                  <a:pt x="1195723" y="199"/>
                </a:lnTo>
                <a:lnTo>
                  <a:pt x="1195027" y="127"/>
                </a:lnTo>
                <a:lnTo>
                  <a:pt x="1194316" y="72"/>
                </a:lnTo>
                <a:lnTo>
                  <a:pt x="1193590" y="32"/>
                </a:lnTo>
                <a:lnTo>
                  <a:pt x="1192849" y="8"/>
                </a:lnTo>
                <a:lnTo>
                  <a:pt x="1192093" y="0"/>
                </a:lnTo>
                <a:lnTo>
                  <a:pt x="1191337" y="8"/>
                </a:lnTo>
                <a:lnTo>
                  <a:pt x="1190596" y="32"/>
                </a:lnTo>
                <a:lnTo>
                  <a:pt x="1189871" y="72"/>
                </a:lnTo>
                <a:lnTo>
                  <a:pt x="1189160" y="127"/>
                </a:lnTo>
                <a:lnTo>
                  <a:pt x="1188464" y="199"/>
                </a:lnTo>
                <a:lnTo>
                  <a:pt x="1187783" y="286"/>
                </a:lnTo>
                <a:lnTo>
                  <a:pt x="1187117" y="390"/>
                </a:lnTo>
                <a:lnTo>
                  <a:pt x="1186467" y="509"/>
                </a:lnTo>
                <a:lnTo>
                  <a:pt x="1185831" y="644"/>
                </a:lnTo>
                <a:lnTo>
                  <a:pt x="1185210" y="795"/>
                </a:lnTo>
                <a:lnTo>
                  <a:pt x="1184605" y="962"/>
                </a:lnTo>
                <a:lnTo>
                  <a:pt x="1184014" y="1145"/>
                </a:lnTo>
                <a:lnTo>
                  <a:pt x="1183439" y="1344"/>
                </a:lnTo>
                <a:lnTo>
                  <a:pt x="1182878" y="1559"/>
                </a:lnTo>
                <a:lnTo>
                  <a:pt x="1182333" y="1789"/>
                </a:lnTo>
                <a:lnTo>
                  <a:pt x="1181802" y="2036"/>
                </a:lnTo>
                <a:lnTo>
                  <a:pt x="1181287" y="2298"/>
                </a:lnTo>
                <a:lnTo>
                  <a:pt x="1180786" y="2577"/>
                </a:lnTo>
                <a:lnTo>
                  <a:pt x="1180301" y="2871"/>
                </a:lnTo>
                <a:lnTo>
                  <a:pt x="1179831" y="3181"/>
                </a:lnTo>
                <a:lnTo>
                  <a:pt x="1179375" y="3507"/>
                </a:lnTo>
                <a:lnTo>
                  <a:pt x="1178935" y="3849"/>
                </a:lnTo>
                <a:lnTo>
                  <a:pt x="1178510" y="4207"/>
                </a:lnTo>
                <a:lnTo>
                  <a:pt x="1178100" y="4581"/>
                </a:lnTo>
                <a:lnTo>
                  <a:pt x="1177705" y="4967"/>
                </a:lnTo>
                <a:lnTo>
                  <a:pt x="1177328" y="5361"/>
                </a:lnTo>
                <a:lnTo>
                  <a:pt x="1176967" y="5764"/>
                </a:lnTo>
                <a:lnTo>
                  <a:pt x="1176623" y="6176"/>
                </a:lnTo>
                <a:lnTo>
                  <a:pt x="1176296" y="6596"/>
                </a:lnTo>
                <a:lnTo>
                  <a:pt x="1175986" y="7024"/>
                </a:lnTo>
                <a:lnTo>
                  <a:pt x="1175692" y="7461"/>
                </a:lnTo>
                <a:lnTo>
                  <a:pt x="1175415" y="7907"/>
                </a:lnTo>
                <a:lnTo>
                  <a:pt x="1175155" y="8361"/>
                </a:lnTo>
                <a:lnTo>
                  <a:pt x="1174912" y="8823"/>
                </a:lnTo>
                <a:lnTo>
                  <a:pt x="1174686" y="9294"/>
                </a:lnTo>
                <a:lnTo>
                  <a:pt x="1174476" y="9774"/>
                </a:lnTo>
                <a:lnTo>
                  <a:pt x="1174283" y="10262"/>
                </a:lnTo>
                <a:lnTo>
                  <a:pt x="1174107" y="10758"/>
                </a:lnTo>
                <a:lnTo>
                  <a:pt x="1173947" y="11263"/>
                </a:lnTo>
                <a:lnTo>
                  <a:pt x="1173805" y="11776"/>
                </a:lnTo>
                <a:lnTo>
                  <a:pt x="1173679" y="12298"/>
                </a:lnTo>
                <a:lnTo>
                  <a:pt x="1173570" y="12829"/>
                </a:lnTo>
                <a:lnTo>
                  <a:pt x="1173478" y="13368"/>
                </a:lnTo>
                <a:lnTo>
                  <a:pt x="1173402" y="13915"/>
                </a:lnTo>
                <a:lnTo>
                  <a:pt x="1173343" y="14471"/>
                </a:lnTo>
                <a:lnTo>
                  <a:pt x="1173301" y="15036"/>
                </a:lnTo>
                <a:lnTo>
                  <a:pt x="1173276" y="15608"/>
                </a:lnTo>
                <a:lnTo>
                  <a:pt x="1173268" y="16190"/>
                </a:lnTo>
                <a:lnTo>
                  <a:pt x="1173276" y="16761"/>
                </a:lnTo>
                <a:lnTo>
                  <a:pt x="1173301" y="17325"/>
                </a:lnTo>
                <a:lnTo>
                  <a:pt x="1173343" y="17880"/>
                </a:lnTo>
                <a:lnTo>
                  <a:pt x="1173402" y="18428"/>
                </a:lnTo>
                <a:lnTo>
                  <a:pt x="1173478" y="18968"/>
                </a:lnTo>
                <a:lnTo>
                  <a:pt x="1173570" y="19500"/>
                </a:lnTo>
                <a:lnTo>
                  <a:pt x="1173679" y="20024"/>
                </a:lnTo>
                <a:lnTo>
                  <a:pt x="1173805" y="20541"/>
                </a:lnTo>
                <a:lnTo>
                  <a:pt x="1173947" y="21049"/>
                </a:lnTo>
                <a:lnTo>
                  <a:pt x="1174107" y="21550"/>
                </a:lnTo>
                <a:lnTo>
                  <a:pt x="1174283" y="22043"/>
                </a:lnTo>
                <a:lnTo>
                  <a:pt x="1174476" y="22528"/>
                </a:lnTo>
                <a:lnTo>
                  <a:pt x="1174686" y="23005"/>
                </a:lnTo>
                <a:lnTo>
                  <a:pt x="1174912" y="23474"/>
                </a:lnTo>
                <a:lnTo>
                  <a:pt x="1175155" y="23936"/>
                </a:lnTo>
                <a:lnTo>
                  <a:pt x="1175415" y="24389"/>
                </a:lnTo>
                <a:lnTo>
                  <a:pt x="1175692" y="24835"/>
                </a:lnTo>
                <a:lnTo>
                  <a:pt x="1175986" y="25273"/>
                </a:lnTo>
                <a:lnTo>
                  <a:pt x="1176296" y="25703"/>
                </a:lnTo>
                <a:lnTo>
                  <a:pt x="1176623" y="26126"/>
                </a:lnTo>
                <a:lnTo>
                  <a:pt x="1176967" y="26540"/>
                </a:lnTo>
                <a:lnTo>
                  <a:pt x="1177328" y="26947"/>
                </a:lnTo>
                <a:lnTo>
                  <a:pt x="1177705" y="27345"/>
                </a:lnTo>
                <a:lnTo>
                  <a:pt x="1178100" y="27736"/>
                </a:lnTo>
                <a:lnTo>
                  <a:pt x="1178510" y="28115"/>
                </a:lnTo>
                <a:lnTo>
                  <a:pt x="1178935" y="28478"/>
                </a:lnTo>
                <a:lnTo>
                  <a:pt x="1179375" y="28825"/>
                </a:lnTo>
                <a:lnTo>
                  <a:pt x="1179831" y="29155"/>
                </a:lnTo>
                <a:lnTo>
                  <a:pt x="1180301" y="29470"/>
                </a:lnTo>
                <a:lnTo>
                  <a:pt x="1180786" y="29768"/>
                </a:lnTo>
                <a:lnTo>
                  <a:pt x="1181287" y="30050"/>
                </a:lnTo>
                <a:lnTo>
                  <a:pt x="1181802" y="30316"/>
                </a:lnTo>
                <a:lnTo>
                  <a:pt x="1182333" y="30566"/>
                </a:lnTo>
                <a:lnTo>
                  <a:pt x="1182878" y="30800"/>
                </a:lnTo>
                <a:lnTo>
                  <a:pt x="1183439" y="31017"/>
                </a:lnTo>
                <a:lnTo>
                  <a:pt x="1184014" y="31219"/>
                </a:lnTo>
                <a:lnTo>
                  <a:pt x="1184605" y="31404"/>
                </a:lnTo>
                <a:lnTo>
                  <a:pt x="1185210" y="31574"/>
                </a:lnTo>
                <a:lnTo>
                  <a:pt x="1185831" y="31727"/>
                </a:lnTo>
                <a:lnTo>
                  <a:pt x="1186467" y="31864"/>
                </a:lnTo>
                <a:lnTo>
                  <a:pt x="1187117" y="31985"/>
                </a:lnTo>
                <a:lnTo>
                  <a:pt x="1187783" y="32090"/>
                </a:lnTo>
                <a:lnTo>
                  <a:pt x="1188464" y="32178"/>
                </a:lnTo>
                <a:lnTo>
                  <a:pt x="1189160" y="32251"/>
                </a:lnTo>
                <a:lnTo>
                  <a:pt x="1189871" y="32307"/>
                </a:lnTo>
                <a:lnTo>
                  <a:pt x="1190596" y="32348"/>
                </a:lnTo>
                <a:lnTo>
                  <a:pt x="1191337" y="32372"/>
                </a:lnTo>
                <a:lnTo>
                  <a:pt x="1192093" y="32380"/>
                </a:lnTo>
                <a:lnTo>
                  <a:pt x="1192849" y="32372"/>
                </a:lnTo>
                <a:lnTo>
                  <a:pt x="1193590" y="32348"/>
                </a:lnTo>
                <a:lnTo>
                  <a:pt x="1194316" y="32307"/>
                </a:lnTo>
                <a:lnTo>
                  <a:pt x="1195027" y="32251"/>
                </a:lnTo>
                <a:close/>
                <a:moveTo>
                  <a:pt x="862305" y="100152"/>
                </a:moveTo>
                <a:lnTo>
                  <a:pt x="862305" y="71913"/>
                </a:lnTo>
                <a:lnTo>
                  <a:pt x="791521" y="71913"/>
                </a:lnTo>
                <a:lnTo>
                  <a:pt x="791521" y="32756"/>
                </a:lnTo>
                <a:lnTo>
                  <a:pt x="869584" y="32756"/>
                </a:lnTo>
                <a:lnTo>
                  <a:pt x="869584" y="3514"/>
                </a:lnTo>
                <a:lnTo>
                  <a:pt x="756255" y="3514"/>
                </a:lnTo>
                <a:lnTo>
                  <a:pt x="756255" y="172441"/>
                </a:lnTo>
                <a:lnTo>
                  <a:pt x="869584" y="172441"/>
                </a:lnTo>
                <a:lnTo>
                  <a:pt x="869584" y="143199"/>
                </a:lnTo>
                <a:lnTo>
                  <a:pt x="791521" y="143199"/>
                </a:lnTo>
                <a:lnTo>
                  <a:pt x="791521" y="100152"/>
                </a:lnTo>
                <a:lnTo>
                  <a:pt x="862305" y="100152"/>
                </a:lnTo>
                <a:close/>
                <a:moveTo>
                  <a:pt x="91072" y="174439"/>
                </a:moveTo>
                <a:lnTo>
                  <a:pt x="93003" y="174292"/>
                </a:lnTo>
                <a:lnTo>
                  <a:pt x="94908" y="174112"/>
                </a:lnTo>
                <a:lnTo>
                  <a:pt x="96786" y="173900"/>
                </a:lnTo>
                <a:lnTo>
                  <a:pt x="98639" y="173655"/>
                </a:lnTo>
                <a:lnTo>
                  <a:pt x="100464" y="173377"/>
                </a:lnTo>
                <a:lnTo>
                  <a:pt x="102264" y="173066"/>
                </a:lnTo>
                <a:lnTo>
                  <a:pt x="104037" y="172723"/>
                </a:lnTo>
                <a:lnTo>
                  <a:pt x="105784" y="172347"/>
                </a:lnTo>
                <a:lnTo>
                  <a:pt x="107504" y="171939"/>
                </a:lnTo>
                <a:lnTo>
                  <a:pt x="109198" y="171498"/>
                </a:lnTo>
                <a:lnTo>
                  <a:pt x="110865" y="171024"/>
                </a:lnTo>
                <a:lnTo>
                  <a:pt x="112507" y="170517"/>
                </a:lnTo>
                <a:lnTo>
                  <a:pt x="114122" y="169978"/>
                </a:lnTo>
                <a:lnTo>
                  <a:pt x="115710" y="169406"/>
                </a:lnTo>
                <a:lnTo>
                  <a:pt x="117272" y="168801"/>
                </a:lnTo>
                <a:lnTo>
                  <a:pt x="118808" y="168164"/>
                </a:lnTo>
                <a:lnTo>
                  <a:pt x="120317" y="167494"/>
                </a:lnTo>
                <a:lnTo>
                  <a:pt x="121800" y="166791"/>
                </a:lnTo>
                <a:lnTo>
                  <a:pt x="123257" y="166056"/>
                </a:lnTo>
                <a:lnTo>
                  <a:pt x="124688" y="165288"/>
                </a:lnTo>
                <a:lnTo>
                  <a:pt x="126090" y="164491"/>
                </a:lnTo>
                <a:lnTo>
                  <a:pt x="127465" y="163668"/>
                </a:lnTo>
                <a:lnTo>
                  <a:pt x="128811" y="162821"/>
                </a:lnTo>
                <a:lnTo>
                  <a:pt x="130129" y="161948"/>
                </a:lnTo>
                <a:lnTo>
                  <a:pt x="131419" y="161050"/>
                </a:lnTo>
                <a:lnTo>
                  <a:pt x="132680" y="160126"/>
                </a:lnTo>
                <a:lnTo>
                  <a:pt x="133914" y="159178"/>
                </a:lnTo>
                <a:lnTo>
                  <a:pt x="135118" y="158204"/>
                </a:lnTo>
                <a:lnTo>
                  <a:pt x="136295" y="157205"/>
                </a:lnTo>
                <a:lnTo>
                  <a:pt x="137443" y="156180"/>
                </a:lnTo>
                <a:lnTo>
                  <a:pt x="138562" y="155130"/>
                </a:lnTo>
                <a:lnTo>
                  <a:pt x="139654" y="154055"/>
                </a:lnTo>
                <a:lnTo>
                  <a:pt x="140717" y="152955"/>
                </a:lnTo>
                <a:lnTo>
                  <a:pt x="141752" y="151829"/>
                </a:lnTo>
                <a:lnTo>
                  <a:pt x="142758" y="150678"/>
                </a:lnTo>
                <a:lnTo>
                  <a:pt x="143736" y="149502"/>
                </a:lnTo>
                <a:lnTo>
                  <a:pt x="144686" y="148301"/>
                </a:lnTo>
                <a:lnTo>
                  <a:pt x="145607" y="147074"/>
                </a:lnTo>
                <a:lnTo>
                  <a:pt x="146500" y="145822"/>
                </a:lnTo>
                <a:lnTo>
                  <a:pt x="147365" y="144545"/>
                </a:lnTo>
                <a:lnTo>
                  <a:pt x="148202" y="143242"/>
                </a:lnTo>
                <a:lnTo>
                  <a:pt x="149010" y="141915"/>
                </a:lnTo>
                <a:lnTo>
                  <a:pt x="149790" y="140561"/>
                </a:lnTo>
                <a:lnTo>
                  <a:pt x="150541" y="139183"/>
                </a:lnTo>
                <a:lnTo>
                  <a:pt x="151263" y="137783"/>
                </a:lnTo>
                <a:lnTo>
                  <a:pt x="151954" y="136365"/>
                </a:lnTo>
                <a:lnTo>
                  <a:pt x="152615" y="134928"/>
                </a:lnTo>
                <a:lnTo>
                  <a:pt x="153245" y="133473"/>
                </a:lnTo>
                <a:lnTo>
                  <a:pt x="153844" y="131999"/>
                </a:lnTo>
                <a:lnTo>
                  <a:pt x="154412" y="130508"/>
                </a:lnTo>
                <a:lnTo>
                  <a:pt x="154950" y="128998"/>
                </a:lnTo>
                <a:lnTo>
                  <a:pt x="155457" y="127469"/>
                </a:lnTo>
                <a:lnTo>
                  <a:pt x="155933" y="125923"/>
                </a:lnTo>
                <a:lnTo>
                  <a:pt x="156378" y="124358"/>
                </a:lnTo>
                <a:lnTo>
                  <a:pt x="156793" y="122775"/>
                </a:lnTo>
                <a:lnTo>
                  <a:pt x="157177" y="121173"/>
                </a:lnTo>
                <a:lnTo>
                  <a:pt x="157530" y="119554"/>
                </a:lnTo>
                <a:lnTo>
                  <a:pt x="157853" y="117916"/>
                </a:lnTo>
                <a:lnTo>
                  <a:pt x="158145" y="116259"/>
                </a:lnTo>
                <a:lnTo>
                  <a:pt x="158406" y="114584"/>
                </a:lnTo>
                <a:lnTo>
                  <a:pt x="158636" y="112892"/>
                </a:lnTo>
                <a:lnTo>
                  <a:pt x="158836" y="111180"/>
                </a:lnTo>
                <a:lnTo>
                  <a:pt x="159005" y="109451"/>
                </a:lnTo>
                <a:lnTo>
                  <a:pt x="159143" y="107703"/>
                </a:lnTo>
                <a:lnTo>
                  <a:pt x="159251" y="105937"/>
                </a:lnTo>
                <a:lnTo>
                  <a:pt x="159328" y="104152"/>
                </a:lnTo>
                <a:lnTo>
                  <a:pt x="159374" y="102349"/>
                </a:lnTo>
                <a:lnTo>
                  <a:pt x="159389" y="100528"/>
                </a:lnTo>
                <a:lnTo>
                  <a:pt x="159389" y="83334"/>
                </a:lnTo>
                <a:lnTo>
                  <a:pt x="83962" y="83334"/>
                </a:lnTo>
                <a:lnTo>
                  <a:pt x="83962" y="111447"/>
                </a:lnTo>
                <a:lnTo>
                  <a:pt x="123997" y="111447"/>
                </a:lnTo>
                <a:lnTo>
                  <a:pt x="123927" y="112279"/>
                </a:lnTo>
                <a:lnTo>
                  <a:pt x="123843" y="113104"/>
                </a:lnTo>
                <a:lnTo>
                  <a:pt x="123743" y="113920"/>
                </a:lnTo>
                <a:lnTo>
                  <a:pt x="123629" y="114727"/>
                </a:lnTo>
                <a:lnTo>
                  <a:pt x="123501" y="115527"/>
                </a:lnTo>
                <a:lnTo>
                  <a:pt x="123358" y="116318"/>
                </a:lnTo>
                <a:lnTo>
                  <a:pt x="123200" y="117101"/>
                </a:lnTo>
                <a:lnTo>
                  <a:pt x="123028" y="117875"/>
                </a:lnTo>
                <a:lnTo>
                  <a:pt x="122841" y="118642"/>
                </a:lnTo>
                <a:lnTo>
                  <a:pt x="122640" y="119400"/>
                </a:lnTo>
                <a:lnTo>
                  <a:pt x="122424" y="120150"/>
                </a:lnTo>
                <a:lnTo>
                  <a:pt x="122193" y="120891"/>
                </a:lnTo>
                <a:lnTo>
                  <a:pt x="121948" y="121624"/>
                </a:lnTo>
                <a:lnTo>
                  <a:pt x="121688" y="122349"/>
                </a:lnTo>
                <a:lnTo>
                  <a:pt x="121414" y="123066"/>
                </a:lnTo>
                <a:lnTo>
                  <a:pt x="121125" y="123774"/>
                </a:lnTo>
                <a:lnTo>
                  <a:pt x="120821" y="124474"/>
                </a:lnTo>
                <a:lnTo>
                  <a:pt x="120503" y="125166"/>
                </a:lnTo>
                <a:lnTo>
                  <a:pt x="120170" y="125849"/>
                </a:lnTo>
                <a:lnTo>
                  <a:pt x="119823" y="126525"/>
                </a:lnTo>
                <a:lnTo>
                  <a:pt x="119460" y="127192"/>
                </a:lnTo>
                <a:lnTo>
                  <a:pt x="119084" y="127850"/>
                </a:lnTo>
                <a:lnTo>
                  <a:pt x="118693" y="128501"/>
                </a:lnTo>
                <a:lnTo>
                  <a:pt x="118287" y="129143"/>
                </a:lnTo>
                <a:lnTo>
                  <a:pt x="117867" y="129775"/>
                </a:lnTo>
                <a:lnTo>
                  <a:pt x="117434" y="130396"/>
                </a:lnTo>
                <a:lnTo>
                  <a:pt x="116987" y="131005"/>
                </a:lnTo>
                <a:lnTo>
                  <a:pt x="116526" y="131602"/>
                </a:lnTo>
                <a:lnTo>
                  <a:pt x="116052" y="132188"/>
                </a:lnTo>
                <a:lnTo>
                  <a:pt x="115565" y="132763"/>
                </a:lnTo>
                <a:lnTo>
                  <a:pt x="115064" y="133326"/>
                </a:lnTo>
                <a:lnTo>
                  <a:pt x="114550" y="133877"/>
                </a:lnTo>
                <a:lnTo>
                  <a:pt x="114022" y="134417"/>
                </a:lnTo>
                <a:lnTo>
                  <a:pt x="113480" y="134945"/>
                </a:lnTo>
                <a:lnTo>
                  <a:pt x="112925" y="135462"/>
                </a:lnTo>
                <a:lnTo>
                  <a:pt x="112357" y="135967"/>
                </a:lnTo>
                <a:lnTo>
                  <a:pt x="111775" y="136461"/>
                </a:lnTo>
                <a:lnTo>
                  <a:pt x="111179" y="136943"/>
                </a:lnTo>
                <a:lnTo>
                  <a:pt x="110570" y="137413"/>
                </a:lnTo>
                <a:lnTo>
                  <a:pt x="109948" y="137872"/>
                </a:lnTo>
                <a:lnTo>
                  <a:pt x="109312" y="138320"/>
                </a:lnTo>
                <a:lnTo>
                  <a:pt x="108662" y="138756"/>
                </a:lnTo>
                <a:lnTo>
                  <a:pt x="107999" y="139180"/>
                </a:lnTo>
                <a:lnTo>
                  <a:pt x="107323" y="139593"/>
                </a:lnTo>
                <a:lnTo>
                  <a:pt x="106633" y="139994"/>
                </a:lnTo>
                <a:lnTo>
                  <a:pt x="105929" y="140384"/>
                </a:lnTo>
                <a:lnTo>
                  <a:pt x="105212" y="140762"/>
                </a:lnTo>
                <a:lnTo>
                  <a:pt x="104481" y="141128"/>
                </a:lnTo>
                <a:lnTo>
                  <a:pt x="103738" y="141482"/>
                </a:lnTo>
                <a:lnTo>
                  <a:pt x="102981" y="141820"/>
                </a:lnTo>
                <a:lnTo>
                  <a:pt x="102212" y="142143"/>
                </a:lnTo>
                <a:lnTo>
                  <a:pt x="101429" y="142451"/>
                </a:lnTo>
                <a:lnTo>
                  <a:pt x="100634" y="142745"/>
                </a:lnTo>
                <a:lnTo>
                  <a:pt x="99826" y="143023"/>
                </a:lnTo>
                <a:lnTo>
                  <a:pt x="99005" y="143286"/>
                </a:lnTo>
                <a:lnTo>
                  <a:pt x="98171" y="143534"/>
                </a:lnTo>
                <a:lnTo>
                  <a:pt x="97325" y="143767"/>
                </a:lnTo>
                <a:lnTo>
                  <a:pt x="96465" y="143985"/>
                </a:lnTo>
                <a:lnTo>
                  <a:pt x="95593" y="144188"/>
                </a:lnTo>
                <a:lnTo>
                  <a:pt x="94708" y="144376"/>
                </a:lnTo>
                <a:lnTo>
                  <a:pt x="93810" y="144549"/>
                </a:lnTo>
                <a:lnTo>
                  <a:pt x="92899" y="144707"/>
                </a:lnTo>
                <a:lnTo>
                  <a:pt x="91975" y="144849"/>
                </a:lnTo>
                <a:lnTo>
                  <a:pt x="91039" y="144977"/>
                </a:lnTo>
                <a:lnTo>
                  <a:pt x="90089" y="145090"/>
                </a:lnTo>
                <a:lnTo>
                  <a:pt x="89127" y="145188"/>
                </a:lnTo>
                <a:lnTo>
                  <a:pt x="88152" y="145270"/>
                </a:lnTo>
                <a:lnTo>
                  <a:pt x="87164" y="145338"/>
                </a:lnTo>
                <a:lnTo>
                  <a:pt x="86163" y="145391"/>
                </a:lnTo>
                <a:lnTo>
                  <a:pt x="85149" y="145428"/>
                </a:lnTo>
                <a:lnTo>
                  <a:pt x="84123" y="145451"/>
                </a:lnTo>
                <a:lnTo>
                  <a:pt x="83083" y="145458"/>
                </a:lnTo>
                <a:lnTo>
                  <a:pt x="81683" y="145445"/>
                </a:lnTo>
                <a:lnTo>
                  <a:pt x="80306" y="145403"/>
                </a:lnTo>
                <a:lnTo>
                  <a:pt x="78951" y="145335"/>
                </a:lnTo>
                <a:lnTo>
                  <a:pt x="77620" y="145239"/>
                </a:lnTo>
                <a:lnTo>
                  <a:pt x="76312" y="145115"/>
                </a:lnTo>
                <a:lnTo>
                  <a:pt x="75027" y="144964"/>
                </a:lnTo>
                <a:lnTo>
                  <a:pt x="73766" y="144786"/>
                </a:lnTo>
                <a:lnTo>
                  <a:pt x="72527" y="144580"/>
                </a:lnTo>
                <a:lnTo>
                  <a:pt x="71311" y="144346"/>
                </a:lnTo>
                <a:lnTo>
                  <a:pt x="70119" y="144086"/>
                </a:lnTo>
                <a:lnTo>
                  <a:pt x="68949" y="143797"/>
                </a:lnTo>
                <a:lnTo>
                  <a:pt x="67803" y="143482"/>
                </a:lnTo>
                <a:lnTo>
                  <a:pt x="66680" y="143138"/>
                </a:lnTo>
                <a:lnTo>
                  <a:pt x="65580" y="142768"/>
                </a:lnTo>
                <a:lnTo>
                  <a:pt x="64503" y="142370"/>
                </a:lnTo>
                <a:lnTo>
                  <a:pt x="63449" y="141944"/>
                </a:lnTo>
                <a:lnTo>
                  <a:pt x="62418" y="141491"/>
                </a:lnTo>
                <a:lnTo>
                  <a:pt x="61410" y="141011"/>
                </a:lnTo>
                <a:lnTo>
                  <a:pt x="60426" y="140503"/>
                </a:lnTo>
                <a:lnTo>
                  <a:pt x="59464" y="139968"/>
                </a:lnTo>
                <a:lnTo>
                  <a:pt x="58526" y="139405"/>
                </a:lnTo>
                <a:lnTo>
                  <a:pt x="57610" y="138814"/>
                </a:lnTo>
                <a:lnTo>
                  <a:pt x="56718" y="138197"/>
                </a:lnTo>
                <a:lnTo>
                  <a:pt x="55849" y="137552"/>
                </a:lnTo>
                <a:lnTo>
                  <a:pt x="55001" y="136884"/>
                </a:lnTo>
                <a:lnTo>
                  <a:pt x="54173" y="136198"/>
                </a:lnTo>
                <a:lnTo>
                  <a:pt x="53363" y="135495"/>
                </a:lnTo>
                <a:lnTo>
                  <a:pt x="52574" y="134773"/>
                </a:lnTo>
                <a:lnTo>
                  <a:pt x="51803" y="134034"/>
                </a:lnTo>
                <a:lnTo>
                  <a:pt x="51052" y="133277"/>
                </a:lnTo>
                <a:lnTo>
                  <a:pt x="50321" y="132502"/>
                </a:lnTo>
                <a:lnTo>
                  <a:pt x="49609" y="131709"/>
                </a:lnTo>
                <a:lnTo>
                  <a:pt x="48916" y="130898"/>
                </a:lnTo>
                <a:lnTo>
                  <a:pt x="48242" y="130069"/>
                </a:lnTo>
                <a:lnTo>
                  <a:pt x="47589" y="129223"/>
                </a:lnTo>
                <a:lnTo>
                  <a:pt x="46954" y="128358"/>
                </a:lnTo>
                <a:lnTo>
                  <a:pt x="46339" y="127476"/>
                </a:lnTo>
                <a:lnTo>
                  <a:pt x="45743" y="126576"/>
                </a:lnTo>
                <a:lnTo>
                  <a:pt x="45166" y="125658"/>
                </a:lnTo>
                <a:lnTo>
                  <a:pt x="44609" y="124722"/>
                </a:lnTo>
                <a:lnTo>
                  <a:pt x="44072" y="123769"/>
                </a:lnTo>
                <a:lnTo>
                  <a:pt x="43554" y="122797"/>
                </a:lnTo>
                <a:lnTo>
                  <a:pt x="43055" y="121808"/>
                </a:lnTo>
                <a:lnTo>
                  <a:pt x="42575" y="120800"/>
                </a:lnTo>
                <a:lnTo>
                  <a:pt x="42115" y="119775"/>
                </a:lnTo>
                <a:lnTo>
                  <a:pt x="41674" y="118732"/>
                </a:lnTo>
                <a:lnTo>
                  <a:pt x="41253" y="117671"/>
                </a:lnTo>
                <a:lnTo>
                  <a:pt x="40851" y="116593"/>
                </a:lnTo>
                <a:lnTo>
                  <a:pt x="40467" y="115501"/>
                </a:lnTo>
                <a:lnTo>
                  <a:pt x="40100" y="114401"/>
                </a:lnTo>
                <a:lnTo>
                  <a:pt x="39748" y="113292"/>
                </a:lnTo>
                <a:lnTo>
                  <a:pt x="39413" y="112176"/>
                </a:lnTo>
                <a:lnTo>
                  <a:pt x="39095" y="111051"/>
                </a:lnTo>
                <a:lnTo>
                  <a:pt x="38792" y="109917"/>
                </a:lnTo>
                <a:lnTo>
                  <a:pt x="38506" y="108776"/>
                </a:lnTo>
                <a:lnTo>
                  <a:pt x="38237" y="107626"/>
                </a:lnTo>
                <a:lnTo>
                  <a:pt x="37983" y="106468"/>
                </a:lnTo>
                <a:lnTo>
                  <a:pt x="37746" y="105302"/>
                </a:lnTo>
                <a:lnTo>
                  <a:pt x="37526" y="104127"/>
                </a:lnTo>
                <a:lnTo>
                  <a:pt x="37322" y="102944"/>
                </a:lnTo>
                <a:lnTo>
                  <a:pt x="37134" y="101753"/>
                </a:lnTo>
                <a:lnTo>
                  <a:pt x="36962" y="100553"/>
                </a:lnTo>
                <a:lnTo>
                  <a:pt x="36807" y="99346"/>
                </a:lnTo>
                <a:lnTo>
                  <a:pt x="36668" y="98130"/>
                </a:lnTo>
                <a:lnTo>
                  <a:pt x="36545" y="96905"/>
                </a:lnTo>
                <a:lnTo>
                  <a:pt x="36439" y="95673"/>
                </a:lnTo>
                <a:lnTo>
                  <a:pt x="36349" y="94432"/>
                </a:lnTo>
                <a:lnTo>
                  <a:pt x="36276" y="93183"/>
                </a:lnTo>
                <a:lnTo>
                  <a:pt x="36218" y="91925"/>
                </a:lnTo>
                <a:lnTo>
                  <a:pt x="36178" y="90660"/>
                </a:lnTo>
                <a:lnTo>
                  <a:pt x="36153" y="89386"/>
                </a:lnTo>
                <a:lnTo>
                  <a:pt x="36145" y="88103"/>
                </a:lnTo>
                <a:lnTo>
                  <a:pt x="36153" y="86811"/>
                </a:lnTo>
                <a:lnTo>
                  <a:pt x="36177" y="85527"/>
                </a:lnTo>
                <a:lnTo>
                  <a:pt x="36217" y="84253"/>
                </a:lnTo>
                <a:lnTo>
                  <a:pt x="36274" y="82987"/>
                </a:lnTo>
                <a:lnTo>
                  <a:pt x="36346" y="81731"/>
                </a:lnTo>
                <a:lnTo>
                  <a:pt x="36435" y="80483"/>
                </a:lnTo>
                <a:lnTo>
                  <a:pt x="36540" y="79244"/>
                </a:lnTo>
                <a:lnTo>
                  <a:pt x="36661" y="78014"/>
                </a:lnTo>
                <a:lnTo>
                  <a:pt x="36798" y="76793"/>
                </a:lnTo>
                <a:lnTo>
                  <a:pt x="36951" y="75581"/>
                </a:lnTo>
                <a:lnTo>
                  <a:pt x="37120" y="74378"/>
                </a:lnTo>
                <a:lnTo>
                  <a:pt x="37306" y="73184"/>
                </a:lnTo>
                <a:lnTo>
                  <a:pt x="37507" y="71999"/>
                </a:lnTo>
                <a:lnTo>
                  <a:pt x="37725" y="70823"/>
                </a:lnTo>
                <a:lnTo>
                  <a:pt x="37959" y="69655"/>
                </a:lnTo>
                <a:lnTo>
                  <a:pt x="38209" y="68497"/>
                </a:lnTo>
                <a:lnTo>
                  <a:pt x="38475" y="67347"/>
                </a:lnTo>
                <a:lnTo>
                  <a:pt x="38757" y="66207"/>
                </a:lnTo>
                <a:lnTo>
                  <a:pt x="39055" y="65075"/>
                </a:lnTo>
                <a:lnTo>
                  <a:pt x="39370" y="63953"/>
                </a:lnTo>
                <a:lnTo>
                  <a:pt x="39700" y="62839"/>
                </a:lnTo>
                <a:lnTo>
                  <a:pt x="40047" y="61734"/>
                </a:lnTo>
                <a:lnTo>
                  <a:pt x="40410" y="60638"/>
                </a:lnTo>
                <a:lnTo>
                  <a:pt x="40789" y="59551"/>
                </a:lnTo>
                <a:lnTo>
                  <a:pt x="41185" y="58478"/>
                </a:lnTo>
                <a:lnTo>
                  <a:pt x="41601" y="57421"/>
                </a:lnTo>
                <a:lnTo>
                  <a:pt x="42036" y="56382"/>
                </a:lnTo>
                <a:lnTo>
                  <a:pt x="42490" y="55361"/>
                </a:lnTo>
                <a:lnTo>
                  <a:pt x="42963" y="54357"/>
                </a:lnTo>
                <a:lnTo>
                  <a:pt x="43456" y="53370"/>
                </a:lnTo>
                <a:lnTo>
                  <a:pt x="43967" y="52401"/>
                </a:lnTo>
                <a:lnTo>
                  <a:pt x="44498" y="51449"/>
                </a:lnTo>
                <a:lnTo>
                  <a:pt x="45048" y="50515"/>
                </a:lnTo>
                <a:lnTo>
                  <a:pt x="45617" y="49598"/>
                </a:lnTo>
                <a:lnTo>
                  <a:pt x="46205" y="48699"/>
                </a:lnTo>
                <a:lnTo>
                  <a:pt x="46813" y="47817"/>
                </a:lnTo>
                <a:lnTo>
                  <a:pt x="47439" y="46952"/>
                </a:lnTo>
                <a:lnTo>
                  <a:pt x="48085" y="46105"/>
                </a:lnTo>
                <a:lnTo>
                  <a:pt x="48750" y="45275"/>
                </a:lnTo>
                <a:lnTo>
                  <a:pt x="49434" y="44463"/>
                </a:lnTo>
                <a:lnTo>
                  <a:pt x="50138" y="43668"/>
                </a:lnTo>
                <a:lnTo>
                  <a:pt x="50860" y="42891"/>
                </a:lnTo>
                <a:lnTo>
                  <a:pt x="51602" y="42131"/>
                </a:lnTo>
                <a:lnTo>
                  <a:pt x="52363" y="41388"/>
                </a:lnTo>
                <a:lnTo>
                  <a:pt x="53143" y="40663"/>
                </a:lnTo>
                <a:lnTo>
                  <a:pt x="53942" y="39955"/>
                </a:lnTo>
                <a:lnTo>
                  <a:pt x="54760" y="39265"/>
                </a:lnTo>
                <a:lnTo>
                  <a:pt x="55598" y="38592"/>
                </a:lnTo>
                <a:lnTo>
                  <a:pt x="56456" y="37942"/>
                </a:lnTo>
                <a:lnTo>
                  <a:pt x="57337" y="37319"/>
                </a:lnTo>
                <a:lnTo>
                  <a:pt x="58239" y="36724"/>
                </a:lnTo>
                <a:lnTo>
                  <a:pt x="59164" y="36157"/>
                </a:lnTo>
                <a:lnTo>
                  <a:pt x="60111" y="35618"/>
                </a:lnTo>
                <a:lnTo>
                  <a:pt x="61081" y="35106"/>
                </a:lnTo>
                <a:lnTo>
                  <a:pt x="62072" y="34621"/>
                </a:lnTo>
                <a:lnTo>
                  <a:pt x="63086" y="34165"/>
                </a:lnTo>
                <a:lnTo>
                  <a:pt x="64122" y="33736"/>
                </a:lnTo>
                <a:lnTo>
                  <a:pt x="65181" y="33335"/>
                </a:lnTo>
                <a:lnTo>
                  <a:pt x="66261" y="32961"/>
                </a:lnTo>
                <a:lnTo>
                  <a:pt x="67364" y="32615"/>
                </a:lnTo>
                <a:lnTo>
                  <a:pt x="68489" y="32297"/>
                </a:lnTo>
                <a:lnTo>
                  <a:pt x="69636" y="32006"/>
                </a:lnTo>
                <a:lnTo>
                  <a:pt x="70805" y="31744"/>
                </a:lnTo>
                <a:lnTo>
                  <a:pt x="71997" y="31508"/>
                </a:lnTo>
                <a:lnTo>
                  <a:pt x="73211" y="31301"/>
                </a:lnTo>
                <a:lnTo>
                  <a:pt x="74447" y="31121"/>
                </a:lnTo>
                <a:lnTo>
                  <a:pt x="75705" y="30969"/>
                </a:lnTo>
                <a:lnTo>
                  <a:pt x="76986" y="30844"/>
                </a:lnTo>
                <a:lnTo>
                  <a:pt x="78289" y="30747"/>
                </a:lnTo>
                <a:lnTo>
                  <a:pt x="79614" y="30678"/>
                </a:lnTo>
                <a:lnTo>
                  <a:pt x="80961" y="30637"/>
                </a:lnTo>
                <a:lnTo>
                  <a:pt x="82330" y="30623"/>
                </a:lnTo>
                <a:lnTo>
                  <a:pt x="83287" y="30629"/>
                </a:lnTo>
                <a:lnTo>
                  <a:pt x="84232" y="30648"/>
                </a:lnTo>
                <a:lnTo>
                  <a:pt x="85166" y="30680"/>
                </a:lnTo>
                <a:lnTo>
                  <a:pt x="86088" y="30724"/>
                </a:lnTo>
                <a:lnTo>
                  <a:pt x="86999" y="30781"/>
                </a:lnTo>
                <a:lnTo>
                  <a:pt x="87899" y="30850"/>
                </a:lnTo>
                <a:lnTo>
                  <a:pt x="88788" y="30932"/>
                </a:lnTo>
                <a:lnTo>
                  <a:pt x="89665" y="31027"/>
                </a:lnTo>
                <a:lnTo>
                  <a:pt x="90531" y="31135"/>
                </a:lnTo>
                <a:lnTo>
                  <a:pt x="91386" y="31255"/>
                </a:lnTo>
                <a:lnTo>
                  <a:pt x="92229" y="31387"/>
                </a:lnTo>
                <a:lnTo>
                  <a:pt x="93061" y="31533"/>
                </a:lnTo>
                <a:lnTo>
                  <a:pt x="93881" y="31691"/>
                </a:lnTo>
                <a:lnTo>
                  <a:pt x="94690" y="31861"/>
                </a:lnTo>
                <a:lnTo>
                  <a:pt x="95488" y="32045"/>
                </a:lnTo>
                <a:lnTo>
                  <a:pt x="96275" y="32240"/>
                </a:lnTo>
                <a:lnTo>
                  <a:pt x="97050" y="32449"/>
                </a:lnTo>
                <a:lnTo>
                  <a:pt x="97814" y="32670"/>
                </a:lnTo>
                <a:lnTo>
                  <a:pt x="98567" y="32904"/>
                </a:lnTo>
                <a:lnTo>
                  <a:pt x="99308" y="33150"/>
                </a:lnTo>
                <a:lnTo>
                  <a:pt x="100038" y="33409"/>
                </a:lnTo>
                <a:lnTo>
                  <a:pt x="100756" y="33681"/>
                </a:lnTo>
                <a:lnTo>
                  <a:pt x="101464" y="33965"/>
                </a:lnTo>
                <a:lnTo>
                  <a:pt x="102160" y="34262"/>
                </a:lnTo>
                <a:lnTo>
                  <a:pt x="102844" y="34570"/>
                </a:lnTo>
                <a:lnTo>
                  <a:pt x="103516" y="34888"/>
                </a:lnTo>
                <a:lnTo>
                  <a:pt x="104176" y="35215"/>
                </a:lnTo>
                <a:lnTo>
                  <a:pt x="104823" y="35552"/>
                </a:lnTo>
                <a:lnTo>
                  <a:pt x="105458" y="35899"/>
                </a:lnTo>
                <a:lnTo>
                  <a:pt x="106082" y="36255"/>
                </a:lnTo>
                <a:lnTo>
                  <a:pt x="106693" y="36620"/>
                </a:lnTo>
                <a:lnTo>
                  <a:pt x="107291" y="36996"/>
                </a:lnTo>
                <a:lnTo>
                  <a:pt x="107878" y="37380"/>
                </a:lnTo>
                <a:lnTo>
                  <a:pt x="108452" y="37775"/>
                </a:lnTo>
                <a:lnTo>
                  <a:pt x="109014" y="38179"/>
                </a:lnTo>
                <a:lnTo>
                  <a:pt x="109564" y="38592"/>
                </a:lnTo>
                <a:lnTo>
                  <a:pt x="110102" y="39015"/>
                </a:lnTo>
                <a:lnTo>
                  <a:pt x="110628" y="39448"/>
                </a:lnTo>
                <a:lnTo>
                  <a:pt x="111141" y="39890"/>
                </a:lnTo>
                <a:lnTo>
                  <a:pt x="111642" y="40342"/>
                </a:lnTo>
                <a:lnTo>
                  <a:pt x="112131" y="40804"/>
                </a:lnTo>
                <a:lnTo>
                  <a:pt x="112608" y="41275"/>
                </a:lnTo>
                <a:lnTo>
                  <a:pt x="113072" y="41756"/>
                </a:lnTo>
                <a:lnTo>
                  <a:pt x="113525" y="42246"/>
                </a:lnTo>
                <a:lnTo>
                  <a:pt x="113965" y="42746"/>
                </a:lnTo>
                <a:lnTo>
                  <a:pt x="114393" y="43255"/>
                </a:lnTo>
                <a:lnTo>
                  <a:pt x="114808" y="43774"/>
                </a:lnTo>
                <a:lnTo>
                  <a:pt x="115212" y="44303"/>
                </a:lnTo>
                <a:lnTo>
                  <a:pt x="115603" y="44839"/>
                </a:lnTo>
                <a:lnTo>
                  <a:pt x="115981" y="45383"/>
                </a:lnTo>
                <a:lnTo>
                  <a:pt x="116345" y="45932"/>
                </a:lnTo>
                <a:lnTo>
                  <a:pt x="116697" y="46489"/>
                </a:lnTo>
                <a:lnTo>
                  <a:pt x="117036" y="47051"/>
                </a:lnTo>
                <a:lnTo>
                  <a:pt x="117361" y="47621"/>
                </a:lnTo>
                <a:lnTo>
                  <a:pt x="117674" y="48197"/>
                </a:lnTo>
                <a:lnTo>
                  <a:pt x="117973" y="48779"/>
                </a:lnTo>
                <a:lnTo>
                  <a:pt x="118259" y="49368"/>
                </a:lnTo>
                <a:lnTo>
                  <a:pt x="118533" y="49963"/>
                </a:lnTo>
                <a:lnTo>
                  <a:pt x="118793" y="50565"/>
                </a:lnTo>
                <a:lnTo>
                  <a:pt x="119040" y="51174"/>
                </a:lnTo>
                <a:lnTo>
                  <a:pt x="119274" y="51789"/>
                </a:lnTo>
                <a:lnTo>
                  <a:pt x="119495" y="52411"/>
                </a:lnTo>
                <a:lnTo>
                  <a:pt x="119703" y="53039"/>
                </a:lnTo>
                <a:lnTo>
                  <a:pt x="119897" y="53674"/>
                </a:lnTo>
                <a:lnTo>
                  <a:pt x="120079" y="54315"/>
                </a:lnTo>
                <a:lnTo>
                  <a:pt x="120248" y="54963"/>
                </a:lnTo>
                <a:lnTo>
                  <a:pt x="120403" y="55617"/>
                </a:lnTo>
                <a:lnTo>
                  <a:pt x="120546" y="56278"/>
                </a:lnTo>
                <a:lnTo>
                  <a:pt x="120675" y="56945"/>
                </a:lnTo>
                <a:lnTo>
                  <a:pt x="120792" y="57619"/>
                </a:lnTo>
                <a:lnTo>
                  <a:pt x="120895" y="58300"/>
                </a:lnTo>
                <a:lnTo>
                  <a:pt x="120985" y="58987"/>
                </a:lnTo>
                <a:lnTo>
                  <a:pt x="157005" y="58987"/>
                </a:lnTo>
                <a:lnTo>
                  <a:pt x="156880" y="57749"/>
                </a:lnTo>
                <a:lnTo>
                  <a:pt x="156737" y="56525"/>
                </a:lnTo>
                <a:lnTo>
                  <a:pt x="156575" y="55316"/>
                </a:lnTo>
                <a:lnTo>
                  <a:pt x="156395" y="54120"/>
                </a:lnTo>
                <a:lnTo>
                  <a:pt x="156195" y="52938"/>
                </a:lnTo>
                <a:lnTo>
                  <a:pt x="155977" y="51770"/>
                </a:lnTo>
                <a:lnTo>
                  <a:pt x="155740" y="50616"/>
                </a:lnTo>
                <a:lnTo>
                  <a:pt x="155485" y="49476"/>
                </a:lnTo>
                <a:lnTo>
                  <a:pt x="155210" y="48350"/>
                </a:lnTo>
                <a:lnTo>
                  <a:pt x="154917" y="47238"/>
                </a:lnTo>
                <a:lnTo>
                  <a:pt x="154605" y="46140"/>
                </a:lnTo>
                <a:lnTo>
                  <a:pt x="154275" y="45056"/>
                </a:lnTo>
                <a:lnTo>
                  <a:pt x="153926" y="43985"/>
                </a:lnTo>
                <a:lnTo>
                  <a:pt x="153558" y="42929"/>
                </a:lnTo>
                <a:lnTo>
                  <a:pt x="153171" y="41887"/>
                </a:lnTo>
                <a:lnTo>
                  <a:pt x="152765" y="40858"/>
                </a:lnTo>
                <a:lnTo>
                  <a:pt x="152341" y="39844"/>
                </a:lnTo>
                <a:lnTo>
                  <a:pt x="151898" y="38843"/>
                </a:lnTo>
                <a:lnTo>
                  <a:pt x="151436" y="37857"/>
                </a:lnTo>
                <a:lnTo>
                  <a:pt x="150956" y="36884"/>
                </a:lnTo>
                <a:lnTo>
                  <a:pt x="150457" y="35925"/>
                </a:lnTo>
                <a:lnTo>
                  <a:pt x="149939" y="34981"/>
                </a:lnTo>
                <a:lnTo>
                  <a:pt x="149402" y="34050"/>
                </a:lnTo>
                <a:lnTo>
                  <a:pt x="148847" y="33133"/>
                </a:lnTo>
                <a:lnTo>
                  <a:pt x="148276" y="32230"/>
                </a:lnTo>
                <a:lnTo>
                  <a:pt x="147692" y="31340"/>
                </a:lnTo>
                <a:lnTo>
                  <a:pt x="147096" y="30463"/>
                </a:lnTo>
                <a:lnTo>
                  <a:pt x="146487" y="29600"/>
                </a:lnTo>
                <a:lnTo>
                  <a:pt x="145865" y="28750"/>
                </a:lnTo>
                <a:lnTo>
                  <a:pt x="145231" y="27913"/>
                </a:lnTo>
                <a:lnTo>
                  <a:pt x="144584" y="27089"/>
                </a:lnTo>
                <a:lnTo>
                  <a:pt x="143924" y="26279"/>
                </a:lnTo>
                <a:lnTo>
                  <a:pt x="143252" y="25482"/>
                </a:lnTo>
                <a:lnTo>
                  <a:pt x="142567" y="24698"/>
                </a:lnTo>
                <a:lnTo>
                  <a:pt x="141870" y="23928"/>
                </a:lnTo>
                <a:lnTo>
                  <a:pt x="141160" y="23171"/>
                </a:lnTo>
                <a:lnTo>
                  <a:pt x="140437" y="22427"/>
                </a:lnTo>
                <a:lnTo>
                  <a:pt x="139702" y="21697"/>
                </a:lnTo>
                <a:lnTo>
                  <a:pt x="138954" y="20980"/>
                </a:lnTo>
                <a:lnTo>
                  <a:pt x="138193" y="20276"/>
                </a:lnTo>
                <a:lnTo>
                  <a:pt x="137420" y="19585"/>
                </a:lnTo>
                <a:lnTo>
                  <a:pt x="136634" y="18908"/>
                </a:lnTo>
                <a:lnTo>
                  <a:pt x="135835" y="18244"/>
                </a:lnTo>
                <a:lnTo>
                  <a:pt x="135024" y="17593"/>
                </a:lnTo>
                <a:lnTo>
                  <a:pt x="134200" y="16956"/>
                </a:lnTo>
                <a:lnTo>
                  <a:pt x="133364" y="16332"/>
                </a:lnTo>
                <a:lnTo>
                  <a:pt x="132515" y="15721"/>
                </a:lnTo>
                <a:lnTo>
                  <a:pt x="131653" y="15123"/>
                </a:lnTo>
                <a:lnTo>
                  <a:pt x="130781" y="14539"/>
                </a:lnTo>
                <a:lnTo>
                  <a:pt x="129902" y="13967"/>
                </a:lnTo>
                <a:lnTo>
                  <a:pt x="129015" y="13408"/>
                </a:lnTo>
                <a:lnTo>
                  <a:pt x="128121" y="12862"/>
                </a:lnTo>
                <a:lnTo>
                  <a:pt x="127220" y="12329"/>
                </a:lnTo>
                <a:lnTo>
                  <a:pt x="126311" y="11809"/>
                </a:lnTo>
                <a:lnTo>
                  <a:pt x="125395" y="11302"/>
                </a:lnTo>
                <a:lnTo>
                  <a:pt x="124471" y="10807"/>
                </a:lnTo>
                <a:lnTo>
                  <a:pt x="123540" y="10326"/>
                </a:lnTo>
                <a:lnTo>
                  <a:pt x="122602" y="9857"/>
                </a:lnTo>
                <a:lnTo>
                  <a:pt x="121656" y="9401"/>
                </a:lnTo>
                <a:lnTo>
                  <a:pt x="120703" y="8958"/>
                </a:lnTo>
                <a:lnTo>
                  <a:pt x="119742" y="8528"/>
                </a:lnTo>
                <a:lnTo>
                  <a:pt x="118774" y="8110"/>
                </a:lnTo>
                <a:lnTo>
                  <a:pt x="117799" y="7706"/>
                </a:lnTo>
                <a:lnTo>
                  <a:pt x="116816" y="7314"/>
                </a:lnTo>
                <a:lnTo>
                  <a:pt x="115825" y="6935"/>
                </a:lnTo>
                <a:lnTo>
                  <a:pt x="114828" y="6569"/>
                </a:lnTo>
                <a:lnTo>
                  <a:pt x="113823" y="6216"/>
                </a:lnTo>
                <a:lnTo>
                  <a:pt x="112810" y="5876"/>
                </a:lnTo>
                <a:lnTo>
                  <a:pt x="111790" y="5549"/>
                </a:lnTo>
                <a:lnTo>
                  <a:pt x="110763" y="5234"/>
                </a:lnTo>
                <a:lnTo>
                  <a:pt x="109728" y="4932"/>
                </a:lnTo>
                <a:lnTo>
                  <a:pt x="108686" y="4644"/>
                </a:lnTo>
                <a:lnTo>
                  <a:pt x="107639" y="4367"/>
                </a:lnTo>
                <a:lnTo>
                  <a:pt x="106591" y="4102"/>
                </a:lnTo>
                <a:lnTo>
                  <a:pt x="105540" y="3849"/>
                </a:lnTo>
                <a:lnTo>
                  <a:pt x="104488" y="3608"/>
                </a:lnTo>
                <a:lnTo>
                  <a:pt x="103435" y="3379"/>
                </a:lnTo>
                <a:lnTo>
                  <a:pt x="102379" y="3161"/>
                </a:lnTo>
                <a:lnTo>
                  <a:pt x="101322" y="2955"/>
                </a:lnTo>
                <a:lnTo>
                  <a:pt x="100263" y="2761"/>
                </a:lnTo>
                <a:lnTo>
                  <a:pt x="99202" y="2579"/>
                </a:lnTo>
                <a:lnTo>
                  <a:pt x="98140" y="2408"/>
                </a:lnTo>
                <a:lnTo>
                  <a:pt x="97076" y="2249"/>
                </a:lnTo>
                <a:lnTo>
                  <a:pt x="96010" y="2102"/>
                </a:lnTo>
                <a:lnTo>
                  <a:pt x="94942" y="1967"/>
                </a:lnTo>
                <a:lnTo>
                  <a:pt x="93873" y="1843"/>
                </a:lnTo>
                <a:lnTo>
                  <a:pt x="92802" y="1732"/>
                </a:lnTo>
                <a:lnTo>
                  <a:pt x="91729" y="1632"/>
                </a:lnTo>
                <a:lnTo>
                  <a:pt x="90654" y="1543"/>
                </a:lnTo>
                <a:lnTo>
                  <a:pt x="89578" y="1467"/>
                </a:lnTo>
                <a:lnTo>
                  <a:pt x="88500" y="1402"/>
                </a:lnTo>
                <a:lnTo>
                  <a:pt x="87420" y="1349"/>
                </a:lnTo>
                <a:lnTo>
                  <a:pt x="86338" y="1308"/>
                </a:lnTo>
                <a:lnTo>
                  <a:pt x="85255" y="1279"/>
                </a:lnTo>
                <a:lnTo>
                  <a:pt x="84170" y="1261"/>
                </a:lnTo>
                <a:lnTo>
                  <a:pt x="83083" y="1255"/>
                </a:lnTo>
                <a:lnTo>
                  <a:pt x="80931" y="1274"/>
                </a:lnTo>
                <a:lnTo>
                  <a:pt x="78805" y="1330"/>
                </a:lnTo>
                <a:lnTo>
                  <a:pt x="76704" y="1423"/>
                </a:lnTo>
                <a:lnTo>
                  <a:pt x="74629" y="1553"/>
                </a:lnTo>
                <a:lnTo>
                  <a:pt x="72580" y="1721"/>
                </a:lnTo>
                <a:lnTo>
                  <a:pt x="70556" y="1926"/>
                </a:lnTo>
                <a:lnTo>
                  <a:pt x="68559" y="2168"/>
                </a:lnTo>
                <a:lnTo>
                  <a:pt x="66586" y="2447"/>
                </a:lnTo>
                <a:lnTo>
                  <a:pt x="64640" y="2764"/>
                </a:lnTo>
                <a:lnTo>
                  <a:pt x="62719" y="3118"/>
                </a:lnTo>
                <a:lnTo>
                  <a:pt x="60824" y="3509"/>
                </a:lnTo>
                <a:lnTo>
                  <a:pt x="58955" y="3938"/>
                </a:lnTo>
                <a:lnTo>
                  <a:pt x="57112" y="4403"/>
                </a:lnTo>
                <a:lnTo>
                  <a:pt x="55294" y="4906"/>
                </a:lnTo>
                <a:lnTo>
                  <a:pt x="53502" y="5447"/>
                </a:lnTo>
                <a:lnTo>
                  <a:pt x="51735" y="6024"/>
                </a:lnTo>
                <a:lnTo>
                  <a:pt x="49995" y="6639"/>
                </a:lnTo>
                <a:lnTo>
                  <a:pt x="48280" y="7291"/>
                </a:lnTo>
                <a:lnTo>
                  <a:pt x="46590" y="7980"/>
                </a:lnTo>
                <a:lnTo>
                  <a:pt x="44927" y="8707"/>
                </a:lnTo>
                <a:lnTo>
                  <a:pt x="43289" y="9471"/>
                </a:lnTo>
                <a:lnTo>
                  <a:pt x="41677" y="10272"/>
                </a:lnTo>
                <a:lnTo>
                  <a:pt x="40090" y="11110"/>
                </a:lnTo>
                <a:lnTo>
                  <a:pt x="38530" y="11986"/>
                </a:lnTo>
                <a:lnTo>
                  <a:pt x="36997" y="12895"/>
                </a:lnTo>
                <a:lnTo>
                  <a:pt x="35493" y="13835"/>
                </a:lnTo>
                <a:lnTo>
                  <a:pt x="34020" y="14805"/>
                </a:lnTo>
                <a:lnTo>
                  <a:pt x="32577" y="15806"/>
                </a:lnTo>
                <a:lnTo>
                  <a:pt x="31163" y="16838"/>
                </a:lnTo>
                <a:lnTo>
                  <a:pt x="29780" y="17900"/>
                </a:lnTo>
                <a:lnTo>
                  <a:pt x="28426" y="18992"/>
                </a:lnTo>
                <a:lnTo>
                  <a:pt x="27102" y="20115"/>
                </a:lnTo>
                <a:lnTo>
                  <a:pt x="25808" y="21269"/>
                </a:lnTo>
                <a:lnTo>
                  <a:pt x="24543" y="22453"/>
                </a:lnTo>
                <a:lnTo>
                  <a:pt x="23309" y="23667"/>
                </a:lnTo>
                <a:lnTo>
                  <a:pt x="22104" y="24912"/>
                </a:lnTo>
                <a:lnTo>
                  <a:pt x="20930" y="26188"/>
                </a:lnTo>
                <a:lnTo>
                  <a:pt x="19785" y="27494"/>
                </a:lnTo>
                <a:lnTo>
                  <a:pt x="18670" y="28830"/>
                </a:lnTo>
                <a:lnTo>
                  <a:pt x="17584" y="30197"/>
                </a:lnTo>
                <a:lnTo>
                  <a:pt x="16529" y="31595"/>
                </a:lnTo>
                <a:lnTo>
                  <a:pt x="15504" y="33023"/>
                </a:lnTo>
                <a:lnTo>
                  <a:pt x="14508" y="34482"/>
                </a:lnTo>
                <a:lnTo>
                  <a:pt x="13542" y="35971"/>
                </a:lnTo>
                <a:lnTo>
                  <a:pt x="12606" y="37490"/>
                </a:lnTo>
                <a:lnTo>
                  <a:pt x="11700" y="39040"/>
                </a:lnTo>
                <a:lnTo>
                  <a:pt x="10824" y="40621"/>
                </a:lnTo>
                <a:lnTo>
                  <a:pt x="9978" y="42232"/>
                </a:lnTo>
                <a:lnTo>
                  <a:pt x="9163" y="43870"/>
                </a:lnTo>
                <a:lnTo>
                  <a:pt x="8384" y="45532"/>
                </a:lnTo>
                <a:lnTo>
                  <a:pt x="7639" y="47218"/>
                </a:lnTo>
                <a:lnTo>
                  <a:pt x="6929" y="48927"/>
                </a:lnTo>
                <a:lnTo>
                  <a:pt x="6253" y="50660"/>
                </a:lnTo>
                <a:lnTo>
                  <a:pt x="5612" y="52417"/>
                </a:lnTo>
                <a:lnTo>
                  <a:pt x="5006" y="54198"/>
                </a:lnTo>
                <a:lnTo>
                  <a:pt x="4434" y="56002"/>
                </a:lnTo>
                <a:lnTo>
                  <a:pt x="3897" y="57831"/>
                </a:lnTo>
                <a:lnTo>
                  <a:pt x="3395" y="59682"/>
                </a:lnTo>
                <a:lnTo>
                  <a:pt x="2927" y="61558"/>
                </a:lnTo>
                <a:lnTo>
                  <a:pt x="2494" y="63458"/>
                </a:lnTo>
                <a:lnTo>
                  <a:pt x="2096" y="65381"/>
                </a:lnTo>
                <a:lnTo>
                  <a:pt x="1732" y="67328"/>
                </a:lnTo>
                <a:lnTo>
                  <a:pt x="1403" y="69298"/>
                </a:lnTo>
                <a:lnTo>
                  <a:pt x="1109" y="71293"/>
                </a:lnTo>
                <a:lnTo>
                  <a:pt x="849" y="73311"/>
                </a:lnTo>
                <a:lnTo>
                  <a:pt x="624" y="75353"/>
                </a:lnTo>
                <a:lnTo>
                  <a:pt x="433" y="77419"/>
                </a:lnTo>
                <a:lnTo>
                  <a:pt x="277" y="79508"/>
                </a:lnTo>
                <a:lnTo>
                  <a:pt x="156" y="81621"/>
                </a:lnTo>
                <a:lnTo>
                  <a:pt x="69" y="83758"/>
                </a:lnTo>
                <a:lnTo>
                  <a:pt x="17" y="85919"/>
                </a:lnTo>
                <a:lnTo>
                  <a:pt x="0" y="88103"/>
                </a:lnTo>
                <a:lnTo>
                  <a:pt x="17" y="90277"/>
                </a:lnTo>
                <a:lnTo>
                  <a:pt x="69" y="92428"/>
                </a:lnTo>
                <a:lnTo>
                  <a:pt x="156" y="94555"/>
                </a:lnTo>
                <a:lnTo>
                  <a:pt x="277" y="96658"/>
                </a:lnTo>
                <a:lnTo>
                  <a:pt x="433" y="98738"/>
                </a:lnTo>
                <a:lnTo>
                  <a:pt x="624" y="100795"/>
                </a:lnTo>
                <a:lnTo>
                  <a:pt x="849" y="102828"/>
                </a:lnTo>
                <a:lnTo>
                  <a:pt x="1109" y="104837"/>
                </a:lnTo>
                <a:lnTo>
                  <a:pt x="1403" y="106823"/>
                </a:lnTo>
                <a:lnTo>
                  <a:pt x="1732" y="108785"/>
                </a:lnTo>
                <a:lnTo>
                  <a:pt x="2096" y="110724"/>
                </a:lnTo>
                <a:lnTo>
                  <a:pt x="2494" y="112639"/>
                </a:lnTo>
                <a:lnTo>
                  <a:pt x="2927" y="114531"/>
                </a:lnTo>
                <a:lnTo>
                  <a:pt x="3395" y="116399"/>
                </a:lnTo>
                <a:lnTo>
                  <a:pt x="3897" y="118244"/>
                </a:lnTo>
                <a:lnTo>
                  <a:pt x="4434" y="120065"/>
                </a:lnTo>
                <a:lnTo>
                  <a:pt x="5006" y="121862"/>
                </a:lnTo>
                <a:lnTo>
                  <a:pt x="5612" y="123636"/>
                </a:lnTo>
                <a:lnTo>
                  <a:pt x="6253" y="125387"/>
                </a:lnTo>
                <a:lnTo>
                  <a:pt x="6929" y="127114"/>
                </a:lnTo>
                <a:lnTo>
                  <a:pt x="7639" y="128817"/>
                </a:lnTo>
                <a:lnTo>
                  <a:pt x="8384" y="130497"/>
                </a:lnTo>
                <a:lnTo>
                  <a:pt x="9163" y="132154"/>
                </a:lnTo>
                <a:lnTo>
                  <a:pt x="9978" y="133786"/>
                </a:lnTo>
                <a:lnTo>
                  <a:pt x="10824" y="135392"/>
                </a:lnTo>
                <a:lnTo>
                  <a:pt x="11700" y="136968"/>
                </a:lnTo>
                <a:lnTo>
                  <a:pt x="12606" y="138513"/>
                </a:lnTo>
                <a:lnTo>
                  <a:pt x="13542" y="140029"/>
                </a:lnTo>
                <a:lnTo>
                  <a:pt x="14508" y="141513"/>
                </a:lnTo>
                <a:lnTo>
                  <a:pt x="15504" y="142968"/>
                </a:lnTo>
                <a:lnTo>
                  <a:pt x="16529" y="144392"/>
                </a:lnTo>
                <a:lnTo>
                  <a:pt x="17584" y="145786"/>
                </a:lnTo>
                <a:lnTo>
                  <a:pt x="18670" y="147150"/>
                </a:lnTo>
                <a:lnTo>
                  <a:pt x="19785" y="148483"/>
                </a:lnTo>
                <a:lnTo>
                  <a:pt x="20930" y="149786"/>
                </a:lnTo>
                <a:lnTo>
                  <a:pt x="22104" y="151059"/>
                </a:lnTo>
                <a:lnTo>
                  <a:pt x="23309" y="152301"/>
                </a:lnTo>
                <a:lnTo>
                  <a:pt x="24543" y="153514"/>
                </a:lnTo>
                <a:lnTo>
                  <a:pt x="25808" y="154696"/>
                </a:lnTo>
                <a:lnTo>
                  <a:pt x="27102" y="155847"/>
                </a:lnTo>
                <a:lnTo>
                  <a:pt x="28426" y="156969"/>
                </a:lnTo>
                <a:lnTo>
                  <a:pt x="29780" y="158060"/>
                </a:lnTo>
                <a:lnTo>
                  <a:pt x="31163" y="159120"/>
                </a:lnTo>
                <a:lnTo>
                  <a:pt x="32577" y="160151"/>
                </a:lnTo>
                <a:lnTo>
                  <a:pt x="34020" y="161151"/>
                </a:lnTo>
                <a:lnTo>
                  <a:pt x="35493" y="162121"/>
                </a:lnTo>
                <a:lnTo>
                  <a:pt x="36997" y="163061"/>
                </a:lnTo>
                <a:lnTo>
                  <a:pt x="38530" y="163970"/>
                </a:lnTo>
                <a:lnTo>
                  <a:pt x="40090" y="164846"/>
                </a:lnTo>
                <a:lnTo>
                  <a:pt x="41677" y="165684"/>
                </a:lnTo>
                <a:lnTo>
                  <a:pt x="43289" y="166485"/>
                </a:lnTo>
                <a:lnTo>
                  <a:pt x="44927" y="167249"/>
                </a:lnTo>
                <a:lnTo>
                  <a:pt x="46590" y="167975"/>
                </a:lnTo>
                <a:lnTo>
                  <a:pt x="48280" y="168665"/>
                </a:lnTo>
                <a:lnTo>
                  <a:pt x="49995" y="169317"/>
                </a:lnTo>
                <a:lnTo>
                  <a:pt x="51735" y="169931"/>
                </a:lnTo>
                <a:lnTo>
                  <a:pt x="53502" y="170509"/>
                </a:lnTo>
                <a:lnTo>
                  <a:pt x="55294" y="171049"/>
                </a:lnTo>
                <a:lnTo>
                  <a:pt x="57112" y="171552"/>
                </a:lnTo>
                <a:lnTo>
                  <a:pt x="58955" y="172018"/>
                </a:lnTo>
                <a:lnTo>
                  <a:pt x="60824" y="172446"/>
                </a:lnTo>
                <a:lnTo>
                  <a:pt x="62719" y="172838"/>
                </a:lnTo>
                <a:lnTo>
                  <a:pt x="64640" y="173192"/>
                </a:lnTo>
                <a:lnTo>
                  <a:pt x="66586" y="173508"/>
                </a:lnTo>
                <a:lnTo>
                  <a:pt x="68559" y="173788"/>
                </a:lnTo>
                <a:lnTo>
                  <a:pt x="70556" y="174030"/>
                </a:lnTo>
                <a:lnTo>
                  <a:pt x="72580" y="174235"/>
                </a:lnTo>
                <a:lnTo>
                  <a:pt x="74629" y="174402"/>
                </a:lnTo>
                <a:lnTo>
                  <a:pt x="76704" y="174533"/>
                </a:lnTo>
                <a:lnTo>
                  <a:pt x="78805" y="174626"/>
                </a:lnTo>
                <a:lnTo>
                  <a:pt x="80931" y="174682"/>
                </a:lnTo>
                <a:lnTo>
                  <a:pt x="83083" y="174701"/>
                </a:lnTo>
                <a:lnTo>
                  <a:pt x="85120" y="174684"/>
                </a:lnTo>
                <a:lnTo>
                  <a:pt x="87130" y="174635"/>
                </a:lnTo>
                <a:lnTo>
                  <a:pt x="89114" y="174553"/>
                </a:lnTo>
                <a:lnTo>
                  <a:pt x="91072" y="174439"/>
                </a:lnTo>
                <a:close/>
                <a:moveTo>
                  <a:pt x="438565" y="62518"/>
                </a:moveTo>
                <a:lnTo>
                  <a:pt x="437864" y="61418"/>
                </a:lnTo>
                <a:lnTo>
                  <a:pt x="437128" y="60352"/>
                </a:lnTo>
                <a:lnTo>
                  <a:pt x="436358" y="59321"/>
                </a:lnTo>
                <a:lnTo>
                  <a:pt x="435554" y="58324"/>
                </a:lnTo>
                <a:lnTo>
                  <a:pt x="434719" y="57364"/>
                </a:lnTo>
                <a:lnTo>
                  <a:pt x="433853" y="56445"/>
                </a:lnTo>
                <a:lnTo>
                  <a:pt x="432957" y="55567"/>
                </a:lnTo>
                <a:lnTo>
                  <a:pt x="432032" y="54730"/>
                </a:lnTo>
                <a:lnTo>
                  <a:pt x="431076" y="53933"/>
                </a:lnTo>
                <a:lnTo>
                  <a:pt x="430091" y="53178"/>
                </a:lnTo>
                <a:lnTo>
                  <a:pt x="429076" y="52463"/>
                </a:lnTo>
                <a:lnTo>
                  <a:pt x="428031" y="51789"/>
                </a:lnTo>
                <a:lnTo>
                  <a:pt x="426957" y="51156"/>
                </a:lnTo>
                <a:lnTo>
                  <a:pt x="425852" y="50564"/>
                </a:lnTo>
                <a:lnTo>
                  <a:pt x="424717" y="50013"/>
                </a:lnTo>
                <a:lnTo>
                  <a:pt x="423553" y="49502"/>
                </a:lnTo>
                <a:lnTo>
                  <a:pt x="422359" y="49033"/>
                </a:lnTo>
                <a:lnTo>
                  <a:pt x="421135" y="48604"/>
                </a:lnTo>
                <a:lnTo>
                  <a:pt x="419881" y="48216"/>
                </a:lnTo>
                <a:lnTo>
                  <a:pt x="418598" y="47869"/>
                </a:lnTo>
                <a:lnTo>
                  <a:pt x="417284" y="47562"/>
                </a:lnTo>
                <a:lnTo>
                  <a:pt x="415941" y="47297"/>
                </a:lnTo>
                <a:lnTo>
                  <a:pt x="414567" y="47072"/>
                </a:lnTo>
                <a:lnTo>
                  <a:pt x="413164" y="46888"/>
                </a:lnTo>
                <a:lnTo>
                  <a:pt x="411731" y="46745"/>
                </a:lnTo>
                <a:lnTo>
                  <a:pt x="410269" y="46643"/>
                </a:lnTo>
                <a:lnTo>
                  <a:pt x="408776" y="46582"/>
                </a:lnTo>
                <a:lnTo>
                  <a:pt x="407253" y="46562"/>
                </a:lnTo>
                <a:lnTo>
                  <a:pt x="405965" y="46572"/>
                </a:lnTo>
                <a:lnTo>
                  <a:pt x="404694" y="46604"/>
                </a:lnTo>
                <a:lnTo>
                  <a:pt x="403440" y="46657"/>
                </a:lnTo>
                <a:lnTo>
                  <a:pt x="402204" y="46731"/>
                </a:lnTo>
                <a:lnTo>
                  <a:pt x="400984" y="46826"/>
                </a:lnTo>
                <a:lnTo>
                  <a:pt x="399782" y="46942"/>
                </a:lnTo>
                <a:lnTo>
                  <a:pt x="398597" y="47080"/>
                </a:lnTo>
                <a:lnTo>
                  <a:pt x="397429" y="47238"/>
                </a:lnTo>
                <a:lnTo>
                  <a:pt x="396279" y="47418"/>
                </a:lnTo>
                <a:lnTo>
                  <a:pt x="395145" y="47618"/>
                </a:lnTo>
                <a:lnTo>
                  <a:pt x="394029" y="47840"/>
                </a:lnTo>
                <a:lnTo>
                  <a:pt x="392930" y="48083"/>
                </a:lnTo>
                <a:lnTo>
                  <a:pt x="391849" y="48348"/>
                </a:lnTo>
                <a:lnTo>
                  <a:pt x="390784" y="48633"/>
                </a:lnTo>
                <a:lnTo>
                  <a:pt x="389737" y="48939"/>
                </a:lnTo>
                <a:lnTo>
                  <a:pt x="388707" y="49267"/>
                </a:lnTo>
                <a:lnTo>
                  <a:pt x="387694" y="49616"/>
                </a:lnTo>
                <a:lnTo>
                  <a:pt x="386698" y="49986"/>
                </a:lnTo>
                <a:lnTo>
                  <a:pt x="385720" y="50377"/>
                </a:lnTo>
                <a:lnTo>
                  <a:pt x="384759" y="50789"/>
                </a:lnTo>
                <a:lnTo>
                  <a:pt x="383815" y="51222"/>
                </a:lnTo>
                <a:lnTo>
                  <a:pt x="382888" y="51676"/>
                </a:lnTo>
                <a:lnTo>
                  <a:pt x="381978" y="52152"/>
                </a:lnTo>
                <a:lnTo>
                  <a:pt x="381086" y="52649"/>
                </a:lnTo>
                <a:lnTo>
                  <a:pt x="380210" y="53159"/>
                </a:lnTo>
                <a:lnTo>
                  <a:pt x="379350" y="53676"/>
                </a:lnTo>
                <a:lnTo>
                  <a:pt x="378506" y="54199"/>
                </a:lnTo>
                <a:lnTo>
                  <a:pt x="377678" y="54728"/>
                </a:lnTo>
                <a:lnTo>
                  <a:pt x="376866" y="55264"/>
                </a:lnTo>
                <a:lnTo>
                  <a:pt x="376070" y="55806"/>
                </a:lnTo>
                <a:lnTo>
                  <a:pt x="375289" y="56354"/>
                </a:lnTo>
                <a:lnTo>
                  <a:pt x="374525" y="56909"/>
                </a:lnTo>
                <a:lnTo>
                  <a:pt x="373776" y="57470"/>
                </a:lnTo>
                <a:lnTo>
                  <a:pt x="373044" y="58037"/>
                </a:lnTo>
                <a:lnTo>
                  <a:pt x="372327" y="58611"/>
                </a:lnTo>
                <a:lnTo>
                  <a:pt x="371626" y="59190"/>
                </a:lnTo>
                <a:lnTo>
                  <a:pt x="370941" y="59777"/>
                </a:lnTo>
                <a:lnTo>
                  <a:pt x="370272" y="60369"/>
                </a:lnTo>
                <a:lnTo>
                  <a:pt x="369619" y="60968"/>
                </a:lnTo>
                <a:lnTo>
                  <a:pt x="368982" y="61573"/>
                </a:lnTo>
                <a:lnTo>
                  <a:pt x="368361" y="62185"/>
                </a:lnTo>
                <a:lnTo>
                  <a:pt x="367755" y="62803"/>
                </a:lnTo>
                <a:lnTo>
                  <a:pt x="367166" y="63427"/>
                </a:lnTo>
                <a:lnTo>
                  <a:pt x="366592" y="64057"/>
                </a:lnTo>
                <a:lnTo>
                  <a:pt x="366034" y="64694"/>
                </a:lnTo>
                <a:lnTo>
                  <a:pt x="365493" y="65337"/>
                </a:lnTo>
                <a:lnTo>
                  <a:pt x="364967" y="65987"/>
                </a:lnTo>
                <a:lnTo>
                  <a:pt x="364457" y="66642"/>
                </a:lnTo>
                <a:lnTo>
                  <a:pt x="363829" y="48444"/>
                </a:lnTo>
                <a:lnTo>
                  <a:pt x="331826" y="48444"/>
                </a:lnTo>
                <a:lnTo>
                  <a:pt x="331826" y="172441"/>
                </a:lnTo>
                <a:lnTo>
                  <a:pt x="365084" y="172441"/>
                </a:lnTo>
                <a:lnTo>
                  <a:pt x="365084" y="89374"/>
                </a:lnTo>
                <a:lnTo>
                  <a:pt x="365526" y="88814"/>
                </a:lnTo>
                <a:lnTo>
                  <a:pt x="365974" y="88261"/>
                </a:lnTo>
                <a:lnTo>
                  <a:pt x="366428" y="87716"/>
                </a:lnTo>
                <a:lnTo>
                  <a:pt x="366887" y="87177"/>
                </a:lnTo>
                <a:lnTo>
                  <a:pt x="367351" y="86645"/>
                </a:lnTo>
                <a:lnTo>
                  <a:pt x="367822" y="86121"/>
                </a:lnTo>
                <a:lnTo>
                  <a:pt x="368298" y="85603"/>
                </a:lnTo>
                <a:lnTo>
                  <a:pt x="368780" y="85093"/>
                </a:lnTo>
                <a:lnTo>
                  <a:pt x="369267" y="84590"/>
                </a:lnTo>
                <a:lnTo>
                  <a:pt x="369760" y="84094"/>
                </a:lnTo>
                <a:lnTo>
                  <a:pt x="370259" y="83604"/>
                </a:lnTo>
                <a:lnTo>
                  <a:pt x="370763" y="83122"/>
                </a:lnTo>
                <a:lnTo>
                  <a:pt x="371273" y="82647"/>
                </a:lnTo>
                <a:lnTo>
                  <a:pt x="371789" y="82180"/>
                </a:lnTo>
                <a:lnTo>
                  <a:pt x="372311" y="81719"/>
                </a:lnTo>
                <a:lnTo>
                  <a:pt x="372838" y="81265"/>
                </a:lnTo>
                <a:lnTo>
                  <a:pt x="373370" y="80818"/>
                </a:lnTo>
                <a:lnTo>
                  <a:pt x="373909" y="80379"/>
                </a:lnTo>
                <a:lnTo>
                  <a:pt x="374453" y="79947"/>
                </a:lnTo>
                <a:lnTo>
                  <a:pt x="375003" y="79521"/>
                </a:lnTo>
                <a:lnTo>
                  <a:pt x="375558" y="79103"/>
                </a:lnTo>
                <a:lnTo>
                  <a:pt x="376119" y="78692"/>
                </a:lnTo>
                <a:lnTo>
                  <a:pt x="376686" y="78288"/>
                </a:lnTo>
                <a:lnTo>
                  <a:pt x="377258" y="77890"/>
                </a:lnTo>
                <a:lnTo>
                  <a:pt x="377838" y="77505"/>
                </a:lnTo>
                <a:lnTo>
                  <a:pt x="378428" y="77136"/>
                </a:lnTo>
                <a:lnTo>
                  <a:pt x="379027" y="76784"/>
                </a:lnTo>
                <a:lnTo>
                  <a:pt x="379636" y="76448"/>
                </a:lnTo>
                <a:lnTo>
                  <a:pt x="380254" y="76128"/>
                </a:lnTo>
                <a:lnTo>
                  <a:pt x="380882" y="75825"/>
                </a:lnTo>
                <a:lnTo>
                  <a:pt x="381520" y="75538"/>
                </a:lnTo>
                <a:lnTo>
                  <a:pt x="382167" y="75267"/>
                </a:lnTo>
                <a:lnTo>
                  <a:pt x="382823" y="75013"/>
                </a:lnTo>
                <a:lnTo>
                  <a:pt x="383490" y="74775"/>
                </a:lnTo>
                <a:lnTo>
                  <a:pt x="384166" y="74554"/>
                </a:lnTo>
                <a:lnTo>
                  <a:pt x="384851" y="74349"/>
                </a:lnTo>
                <a:lnTo>
                  <a:pt x="385546" y="74160"/>
                </a:lnTo>
                <a:lnTo>
                  <a:pt x="386251" y="73988"/>
                </a:lnTo>
                <a:lnTo>
                  <a:pt x="386965" y="73832"/>
                </a:lnTo>
                <a:lnTo>
                  <a:pt x="387689" y="73693"/>
                </a:lnTo>
                <a:lnTo>
                  <a:pt x="388422" y="73570"/>
                </a:lnTo>
                <a:lnTo>
                  <a:pt x="389165" y="73464"/>
                </a:lnTo>
                <a:lnTo>
                  <a:pt x="389918" y="73373"/>
                </a:lnTo>
                <a:lnTo>
                  <a:pt x="390680" y="73300"/>
                </a:lnTo>
                <a:lnTo>
                  <a:pt x="391452" y="73242"/>
                </a:lnTo>
                <a:lnTo>
                  <a:pt x="392233" y="73201"/>
                </a:lnTo>
                <a:lnTo>
                  <a:pt x="393024" y="73177"/>
                </a:lnTo>
                <a:lnTo>
                  <a:pt x="393825" y="73168"/>
                </a:lnTo>
                <a:lnTo>
                  <a:pt x="394364" y="73173"/>
                </a:lnTo>
                <a:lnTo>
                  <a:pt x="394895" y="73188"/>
                </a:lnTo>
                <a:lnTo>
                  <a:pt x="395418" y="73212"/>
                </a:lnTo>
                <a:lnTo>
                  <a:pt x="395932" y="73246"/>
                </a:lnTo>
                <a:lnTo>
                  <a:pt x="396438" y="73290"/>
                </a:lnTo>
                <a:lnTo>
                  <a:pt x="396935" y="73344"/>
                </a:lnTo>
                <a:lnTo>
                  <a:pt x="397423" y="73407"/>
                </a:lnTo>
                <a:lnTo>
                  <a:pt x="397903" y="73480"/>
                </a:lnTo>
                <a:lnTo>
                  <a:pt x="398375" y="73563"/>
                </a:lnTo>
                <a:lnTo>
                  <a:pt x="398838" y="73656"/>
                </a:lnTo>
                <a:lnTo>
                  <a:pt x="399293" y="73758"/>
                </a:lnTo>
                <a:lnTo>
                  <a:pt x="399739" y="73870"/>
                </a:lnTo>
                <a:lnTo>
                  <a:pt x="400177" y="73992"/>
                </a:lnTo>
                <a:lnTo>
                  <a:pt x="400606" y="74124"/>
                </a:lnTo>
                <a:lnTo>
                  <a:pt x="401026" y="74265"/>
                </a:lnTo>
                <a:lnTo>
                  <a:pt x="401438" y="74416"/>
                </a:lnTo>
                <a:lnTo>
                  <a:pt x="401842" y="74577"/>
                </a:lnTo>
                <a:lnTo>
                  <a:pt x="402237" y="74748"/>
                </a:lnTo>
                <a:lnTo>
                  <a:pt x="402624" y="74928"/>
                </a:lnTo>
                <a:lnTo>
                  <a:pt x="403002" y="75119"/>
                </a:lnTo>
                <a:lnTo>
                  <a:pt x="403372" y="75318"/>
                </a:lnTo>
                <a:lnTo>
                  <a:pt x="403733" y="75528"/>
                </a:lnTo>
                <a:lnTo>
                  <a:pt x="404086" y="75747"/>
                </a:lnTo>
                <a:lnTo>
                  <a:pt x="404430" y="75977"/>
                </a:lnTo>
                <a:lnTo>
                  <a:pt x="404766" y="76215"/>
                </a:lnTo>
                <a:lnTo>
                  <a:pt x="405094" y="76461"/>
                </a:lnTo>
                <a:lnTo>
                  <a:pt x="405414" y="76714"/>
                </a:lnTo>
                <a:lnTo>
                  <a:pt x="405727" y="76976"/>
                </a:lnTo>
                <a:lnTo>
                  <a:pt x="406031" y="77246"/>
                </a:lnTo>
                <a:lnTo>
                  <a:pt x="406328" y="77524"/>
                </a:lnTo>
                <a:lnTo>
                  <a:pt x="406617" y="77810"/>
                </a:lnTo>
                <a:lnTo>
                  <a:pt x="406898" y="78104"/>
                </a:lnTo>
                <a:lnTo>
                  <a:pt x="407171" y="78405"/>
                </a:lnTo>
                <a:lnTo>
                  <a:pt x="407437" y="78715"/>
                </a:lnTo>
                <a:lnTo>
                  <a:pt x="407694" y="79033"/>
                </a:lnTo>
                <a:lnTo>
                  <a:pt x="407944" y="79358"/>
                </a:lnTo>
                <a:lnTo>
                  <a:pt x="408186" y="79692"/>
                </a:lnTo>
                <a:lnTo>
                  <a:pt x="408420" y="80033"/>
                </a:lnTo>
                <a:lnTo>
                  <a:pt x="408646" y="80383"/>
                </a:lnTo>
                <a:lnTo>
                  <a:pt x="408864" y="80740"/>
                </a:lnTo>
                <a:lnTo>
                  <a:pt x="409075" y="81106"/>
                </a:lnTo>
                <a:lnTo>
                  <a:pt x="409277" y="81479"/>
                </a:lnTo>
                <a:lnTo>
                  <a:pt x="409472" y="81861"/>
                </a:lnTo>
                <a:lnTo>
                  <a:pt x="409659" y="82250"/>
                </a:lnTo>
                <a:lnTo>
                  <a:pt x="409838" y="82647"/>
                </a:lnTo>
                <a:lnTo>
                  <a:pt x="410009" y="83053"/>
                </a:lnTo>
                <a:lnTo>
                  <a:pt x="410173" y="83466"/>
                </a:lnTo>
                <a:lnTo>
                  <a:pt x="410328" y="83887"/>
                </a:lnTo>
                <a:lnTo>
                  <a:pt x="410477" y="84315"/>
                </a:lnTo>
                <a:lnTo>
                  <a:pt x="410619" y="84749"/>
                </a:lnTo>
                <a:lnTo>
                  <a:pt x="410755" y="85189"/>
                </a:lnTo>
                <a:lnTo>
                  <a:pt x="410884" y="85634"/>
                </a:lnTo>
                <a:lnTo>
                  <a:pt x="411008" y="86085"/>
                </a:lnTo>
                <a:lnTo>
                  <a:pt x="411124" y="86542"/>
                </a:lnTo>
                <a:lnTo>
                  <a:pt x="411235" y="87005"/>
                </a:lnTo>
                <a:lnTo>
                  <a:pt x="411339" y="87474"/>
                </a:lnTo>
                <a:lnTo>
                  <a:pt x="411437" y="87948"/>
                </a:lnTo>
                <a:lnTo>
                  <a:pt x="411529" y="88428"/>
                </a:lnTo>
                <a:lnTo>
                  <a:pt x="411614" y="88914"/>
                </a:lnTo>
                <a:lnTo>
                  <a:pt x="411693" y="89405"/>
                </a:lnTo>
                <a:lnTo>
                  <a:pt x="411766" y="89903"/>
                </a:lnTo>
                <a:lnTo>
                  <a:pt x="411832" y="90406"/>
                </a:lnTo>
                <a:lnTo>
                  <a:pt x="411892" y="90915"/>
                </a:lnTo>
                <a:lnTo>
                  <a:pt x="411946" y="91430"/>
                </a:lnTo>
                <a:lnTo>
                  <a:pt x="411993" y="91950"/>
                </a:lnTo>
                <a:lnTo>
                  <a:pt x="412034" y="92476"/>
                </a:lnTo>
                <a:lnTo>
                  <a:pt x="412069" y="93008"/>
                </a:lnTo>
                <a:lnTo>
                  <a:pt x="412098" y="93546"/>
                </a:lnTo>
                <a:lnTo>
                  <a:pt x="412120" y="94090"/>
                </a:lnTo>
                <a:lnTo>
                  <a:pt x="412135" y="94639"/>
                </a:lnTo>
                <a:lnTo>
                  <a:pt x="412145" y="95194"/>
                </a:lnTo>
                <a:lnTo>
                  <a:pt x="412148" y="95755"/>
                </a:lnTo>
                <a:lnTo>
                  <a:pt x="412148" y="172441"/>
                </a:lnTo>
                <a:lnTo>
                  <a:pt x="445406" y="172441"/>
                </a:lnTo>
                <a:lnTo>
                  <a:pt x="445406" y="91700"/>
                </a:lnTo>
                <a:lnTo>
                  <a:pt x="445389" y="89916"/>
                </a:lnTo>
                <a:lnTo>
                  <a:pt x="445338" y="88166"/>
                </a:lnTo>
                <a:lnTo>
                  <a:pt x="445325" y="87909"/>
                </a:lnTo>
                <a:lnTo>
                  <a:pt x="445618" y="87574"/>
                </a:lnTo>
                <a:lnTo>
                  <a:pt x="446086" y="87051"/>
                </a:lnTo>
                <a:lnTo>
                  <a:pt x="446559" y="86536"/>
                </a:lnTo>
                <a:lnTo>
                  <a:pt x="447036" y="86029"/>
                </a:lnTo>
                <a:lnTo>
                  <a:pt x="447519" y="85529"/>
                </a:lnTo>
                <a:lnTo>
                  <a:pt x="448007" y="85036"/>
                </a:lnTo>
                <a:lnTo>
                  <a:pt x="448499" y="84551"/>
                </a:lnTo>
                <a:lnTo>
                  <a:pt x="448997" y="84073"/>
                </a:lnTo>
                <a:lnTo>
                  <a:pt x="449500" y="83603"/>
                </a:lnTo>
                <a:lnTo>
                  <a:pt x="450008" y="83140"/>
                </a:lnTo>
                <a:lnTo>
                  <a:pt x="450521" y="82684"/>
                </a:lnTo>
                <a:lnTo>
                  <a:pt x="451038" y="82236"/>
                </a:lnTo>
                <a:lnTo>
                  <a:pt x="451561" y="81795"/>
                </a:lnTo>
                <a:lnTo>
                  <a:pt x="452089" y="81362"/>
                </a:lnTo>
                <a:lnTo>
                  <a:pt x="452622" y="80936"/>
                </a:lnTo>
                <a:lnTo>
                  <a:pt x="453160" y="80517"/>
                </a:lnTo>
                <a:lnTo>
                  <a:pt x="453703" y="80106"/>
                </a:lnTo>
                <a:lnTo>
                  <a:pt x="454251" y="79702"/>
                </a:lnTo>
                <a:lnTo>
                  <a:pt x="454803" y="79306"/>
                </a:lnTo>
                <a:lnTo>
                  <a:pt x="455361" y="78917"/>
                </a:lnTo>
                <a:lnTo>
                  <a:pt x="455924" y="78536"/>
                </a:lnTo>
                <a:lnTo>
                  <a:pt x="456492" y="78162"/>
                </a:lnTo>
                <a:lnTo>
                  <a:pt x="457065" y="77795"/>
                </a:lnTo>
                <a:lnTo>
                  <a:pt x="457643" y="77436"/>
                </a:lnTo>
                <a:lnTo>
                  <a:pt x="458228" y="77087"/>
                </a:lnTo>
                <a:lnTo>
                  <a:pt x="458823" y="76754"/>
                </a:lnTo>
                <a:lnTo>
                  <a:pt x="459427" y="76435"/>
                </a:lnTo>
                <a:lnTo>
                  <a:pt x="460040" y="76132"/>
                </a:lnTo>
                <a:lnTo>
                  <a:pt x="460662" y="75843"/>
                </a:lnTo>
                <a:lnTo>
                  <a:pt x="461294" y="75569"/>
                </a:lnTo>
                <a:lnTo>
                  <a:pt x="461936" y="75309"/>
                </a:lnTo>
                <a:lnTo>
                  <a:pt x="462586" y="75065"/>
                </a:lnTo>
                <a:lnTo>
                  <a:pt x="463247" y="74835"/>
                </a:lnTo>
                <a:lnTo>
                  <a:pt x="463916" y="74620"/>
                </a:lnTo>
                <a:lnTo>
                  <a:pt x="464595" y="74420"/>
                </a:lnTo>
                <a:lnTo>
                  <a:pt x="465283" y="74235"/>
                </a:lnTo>
                <a:lnTo>
                  <a:pt x="465981" y="74065"/>
                </a:lnTo>
                <a:lnTo>
                  <a:pt x="466688" y="73909"/>
                </a:lnTo>
                <a:lnTo>
                  <a:pt x="467404" y="73768"/>
                </a:lnTo>
                <a:lnTo>
                  <a:pt x="468130" y="73643"/>
                </a:lnTo>
                <a:lnTo>
                  <a:pt x="468865" y="73531"/>
                </a:lnTo>
                <a:lnTo>
                  <a:pt x="469609" y="73435"/>
                </a:lnTo>
                <a:lnTo>
                  <a:pt x="470363" y="73354"/>
                </a:lnTo>
                <a:lnTo>
                  <a:pt x="471126" y="73287"/>
                </a:lnTo>
                <a:lnTo>
                  <a:pt x="471898" y="73235"/>
                </a:lnTo>
                <a:lnTo>
                  <a:pt x="472680" y="73198"/>
                </a:lnTo>
                <a:lnTo>
                  <a:pt x="473472" y="73176"/>
                </a:lnTo>
                <a:lnTo>
                  <a:pt x="474272" y="73168"/>
                </a:lnTo>
                <a:lnTo>
                  <a:pt x="474812" y="73173"/>
                </a:lnTo>
                <a:lnTo>
                  <a:pt x="475343" y="73188"/>
                </a:lnTo>
                <a:lnTo>
                  <a:pt x="475866" y="73212"/>
                </a:lnTo>
                <a:lnTo>
                  <a:pt x="476380" y="73246"/>
                </a:lnTo>
                <a:lnTo>
                  <a:pt x="476885" y="73290"/>
                </a:lnTo>
                <a:lnTo>
                  <a:pt x="477382" y="73344"/>
                </a:lnTo>
                <a:lnTo>
                  <a:pt x="477871" y="73407"/>
                </a:lnTo>
                <a:lnTo>
                  <a:pt x="478351" y="73480"/>
                </a:lnTo>
                <a:lnTo>
                  <a:pt x="478823" y="73563"/>
                </a:lnTo>
                <a:lnTo>
                  <a:pt x="479286" y="73656"/>
                </a:lnTo>
                <a:lnTo>
                  <a:pt x="479740" y="73758"/>
                </a:lnTo>
                <a:lnTo>
                  <a:pt x="480187" y="73870"/>
                </a:lnTo>
                <a:lnTo>
                  <a:pt x="480624" y="73992"/>
                </a:lnTo>
                <a:lnTo>
                  <a:pt x="481053" y="74124"/>
                </a:lnTo>
                <a:lnTo>
                  <a:pt x="481474" y="74265"/>
                </a:lnTo>
                <a:lnTo>
                  <a:pt x="481886" y="74416"/>
                </a:lnTo>
                <a:lnTo>
                  <a:pt x="482290" y="74577"/>
                </a:lnTo>
                <a:lnTo>
                  <a:pt x="482685" y="74748"/>
                </a:lnTo>
                <a:lnTo>
                  <a:pt x="483072" y="74928"/>
                </a:lnTo>
                <a:lnTo>
                  <a:pt x="483450" y="75119"/>
                </a:lnTo>
                <a:lnTo>
                  <a:pt x="483819" y="75318"/>
                </a:lnTo>
                <a:lnTo>
                  <a:pt x="484180" y="75528"/>
                </a:lnTo>
                <a:lnTo>
                  <a:pt x="484533" y="75747"/>
                </a:lnTo>
                <a:lnTo>
                  <a:pt x="484877" y="75977"/>
                </a:lnTo>
                <a:lnTo>
                  <a:pt x="485213" y="76215"/>
                </a:lnTo>
                <a:lnTo>
                  <a:pt x="485541" y="76461"/>
                </a:lnTo>
                <a:lnTo>
                  <a:pt x="485862" y="76714"/>
                </a:lnTo>
                <a:lnTo>
                  <a:pt x="486174" y="76976"/>
                </a:lnTo>
                <a:lnTo>
                  <a:pt x="486479" y="77246"/>
                </a:lnTo>
                <a:lnTo>
                  <a:pt x="486775" y="77524"/>
                </a:lnTo>
                <a:lnTo>
                  <a:pt x="487064" y="77810"/>
                </a:lnTo>
                <a:lnTo>
                  <a:pt x="487345" y="78104"/>
                </a:lnTo>
                <a:lnTo>
                  <a:pt x="487619" y="78405"/>
                </a:lnTo>
                <a:lnTo>
                  <a:pt x="487884" y="78715"/>
                </a:lnTo>
                <a:lnTo>
                  <a:pt x="488142" y="79033"/>
                </a:lnTo>
                <a:lnTo>
                  <a:pt x="488391" y="79358"/>
                </a:lnTo>
                <a:lnTo>
                  <a:pt x="488633" y="79692"/>
                </a:lnTo>
                <a:lnTo>
                  <a:pt x="488867" y="80033"/>
                </a:lnTo>
                <a:lnTo>
                  <a:pt x="489093" y="80383"/>
                </a:lnTo>
                <a:lnTo>
                  <a:pt x="489312" y="80740"/>
                </a:lnTo>
                <a:lnTo>
                  <a:pt x="489522" y="81106"/>
                </a:lnTo>
                <a:lnTo>
                  <a:pt x="489725" y="81479"/>
                </a:lnTo>
                <a:lnTo>
                  <a:pt x="489920" y="81861"/>
                </a:lnTo>
                <a:lnTo>
                  <a:pt x="490107" y="82250"/>
                </a:lnTo>
                <a:lnTo>
                  <a:pt x="490286" y="82647"/>
                </a:lnTo>
                <a:lnTo>
                  <a:pt x="490457" y="83053"/>
                </a:lnTo>
                <a:lnTo>
                  <a:pt x="490620" y="83466"/>
                </a:lnTo>
                <a:lnTo>
                  <a:pt x="490776" y="83887"/>
                </a:lnTo>
                <a:lnTo>
                  <a:pt x="490924" y="84315"/>
                </a:lnTo>
                <a:lnTo>
                  <a:pt x="491067" y="84749"/>
                </a:lnTo>
                <a:lnTo>
                  <a:pt x="491202" y="85189"/>
                </a:lnTo>
                <a:lnTo>
                  <a:pt x="491332" y="85634"/>
                </a:lnTo>
                <a:lnTo>
                  <a:pt x="491455" y="86085"/>
                </a:lnTo>
                <a:lnTo>
                  <a:pt x="491572" y="86542"/>
                </a:lnTo>
                <a:lnTo>
                  <a:pt x="491683" y="87005"/>
                </a:lnTo>
                <a:lnTo>
                  <a:pt x="491787" y="87474"/>
                </a:lnTo>
                <a:lnTo>
                  <a:pt x="491885" y="87948"/>
                </a:lnTo>
                <a:lnTo>
                  <a:pt x="491976" y="88428"/>
                </a:lnTo>
                <a:lnTo>
                  <a:pt x="492062" y="88914"/>
                </a:lnTo>
                <a:lnTo>
                  <a:pt x="492141" y="89405"/>
                </a:lnTo>
                <a:lnTo>
                  <a:pt x="492213" y="89903"/>
                </a:lnTo>
                <a:lnTo>
                  <a:pt x="492280" y="90406"/>
                </a:lnTo>
                <a:lnTo>
                  <a:pt x="492340" y="90915"/>
                </a:lnTo>
                <a:lnTo>
                  <a:pt x="492393" y="91430"/>
                </a:lnTo>
                <a:lnTo>
                  <a:pt x="492441" y="91950"/>
                </a:lnTo>
                <a:lnTo>
                  <a:pt x="492482" y="92476"/>
                </a:lnTo>
                <a:lnTo>
                  <a:pt x="492517" y="93008"/>
                </a:lnTo>
                <a:lnTo>
                  <a:pt x="492545" y="93546"/>
                </a:lnTo>
                <a:lnTo>
                  <a:pt x="492567" y="94090"/>
                </a:lnTo>
                <a:lnTo>
                  <a:pt x="492583" y="94639"/>
                </a:lnTo>
                <a:lnTo>
                  <a:pt x="492593" y="95194"/>
                </a:lnTo>
                <a:lnTo>
                  <a:pt x="492596" y="95755"/>
                </a:lnTo>
                <a:lnTo>
                  <a:pt x="492596" y="172441"/>
                </a:lnTo>
                <a:lnTo>
                  <a:pt x="525854" y="172441"/>
                </a:lnTo>
                <a:lnTo>
                  <a:pt x="525854" y="91700"/>
                </a:lnTo>
                <a:lnTo>
                  <a:pt x="525837" y="89916"/>
                </a:lnTo>
                <a:lnTo>
                  <a:pt x="525785" y="88166"/>
                </a:lnTo>
                <a:lnTo>
                  <a:pt x="525698" y="86450"/>
                </a:lnTo>
                <a:lnTo>
                  <a:pt x="525577" y="84769"/>
                </a:lnTo>
                <a:lnTo>
                  <a:pt x="525421" y="83122"/>
                </a:lnTo>
                <a:lnTo>
                  <a:pt x="525230" y="81508"/>
                </a:lnTo>
                <a:lnTo>
                  <a:pt x="525005" y="79930"/>
                </a:lnTo>
                <a:lnTo>
                  <a:pt x="524745" y="78385"/>
                </a:lnTo>
                <a:lnTo>
                  <a:pt x="524451" y="76875"/>
                </a:lnTo>
                <a:lnTo>
                  <a:pt x="524122" y="75398"/>
                </a:lnTo>
                <a:lnTo>
                  <a:pt x="523758" y="73957"/>
                </a:lnTo>
                <a:lnTo>
                  <a:pt x="523360" y="72549"/>
                </a:lnTo>
                <a:lnTo>
                  <a:pt x="522927" y="71175"/>
                </a:lnTo>
                <a:lnTo>
                  <a:pt x="522459" y="69836"/>
                </a:lnTo>
                <a:lnTo>
                  <a:pt x="521957" y="68531"/>
                </a:lnTo>
                <a:lnTo>
                  <a:pt x="521420" y="67260"/>
                </a:lnTo>
                <a:lnTo>
                  <a:pt x="520848" y="66023"/>
                </a:lnTo>
                <a:lnTo>
                  <a:pt x="520242" y="64820"/>
                </a:lnTo>
                <a:lnTo>
                  <a:pt x="519601" y="63652"/>
                </a:lnTo>
                <a:lnTo>
                  <a:pt x="518925" y="62518"/>
                </a:lnTo>
                <a:lnTo>
                  <a:pt x="518215" y="61418"/>
                </a:lnTo>
                <a:lnTo>
                  <a:pt x="517470" y="60352"/>
                </a:lnTo>
                <a:lnTo>
                  <a:pt x="516691" y="59321"/>
                </a:lnTo>
                <a:lnTo>
                  <a:pt x="515877" y="58324"/>
                </a:lnTo>
                <a:lnTo>
                  <a:pt x="515031" y="57364"/>
                </a:lnTo>
                <a:lnTo>
                  <a:pt x="514156" y="56445"/>
                </a:lnTo>
                <a:lnTo>
                  <a:pt x="513252" y="55567"/>
                </a:lnTo>
                <a:lnTo>
                  <a:pt x="512319" y="54730"/>
                </a:lnTo>
                <a:lnTo>
                  <a:pt x="511357" y="53933"/>
                </a:lnTo>
                <a:lnTo>
                  <a:pt x="510366" y="53178"/>
                </a:lnTo>
                <a:lnTo>
                  <a:pt x="509346" y="52463"/>
                </a:lnTo>
                <a:lnTo>
                  <a:pt x="508298" y="51789"/>
                </a:lnTo>
                <a:lnTo>
                  <a:pt x="507220" y="51156"/>
                </a:lnTo>
                <a:lnTo>
                  <a:pt x="506113" y="50564"/>
                </a:lnTo>
                <a:lnTo>
                  <a:pt x="504977" y="50013"/>
                </a:lnTo>
                <a:lnTo>
                  <a:pt x="503813" y="49502"/>
                </a:lnTo>
                <a:lnTo>
                  <a:pt x="502619" y="49033"/>
                </a:lnTo>
                <a:lnTo>
                  <a:pt x="501396" y="48604"/>
                </a:lnTo>
                <a:lnTo>
                  <a:pt x="500145" y="48216"/>
                </a:lnTo>
                <a:lnTo>
                  <a:pt x="498864" y="47869"/>
                </a:lnTo>
                <a:lnTo>
                  <a:pt x="497554" y="47562"/>
                </a:lnTo>
                <a:lnTo>
                  <a:pt x="496216" y="47297"/>
                </a:lnTo>
                <a:lnTo>
                  <a:pt x="494848" y="47072"/>
                </a:lnTo>
                <a:lnTo>
                  <a:pt x="493452" y="46888"/>
                </a:lnTo>
                <a:lnTo>
                  <a:pt x="492026" y="46745"/>
                </a:lnTo>
                <a:lnTo>
                  <a:pt x="490572" y="46643"/>
                </a:lnTo>
                <a:lnTo>
                  <a:pt x="489088" y="46582"/>
                </a:lnTo>
                <a:lnTo>
                  <a:pt x="487576" y="46562"/>
                </a:lnTo>
                <a:lnTo>
                  <a:pt x="486286" y="46573"/>
                </a:lnTo>
                <a:lnTo>
                  <a:pt x="485010" y="46605"/>
                </a:lnTo>
                <a:lnTo>
                  <a:pt x="483749" y="46660"/>
                </a:lnTo>
                <a:lnTo>
                  <a:pt x="482501" y="46736"/>
                </a:lnTo>
                <a:lnTo>
                  <a:pt x="481268" y="46834"/>
                </a:lnTo>
                <a:lnTo>
                  <a:pt x="480049" y="46954"/>
                </a:lnTo>
                <a:lnTo>
                  <a:pt x="478844" y="47096"/>
                </a:lnTo>
                <a:lnTo>
                  <a:pt x="477654" y="47259"/>
                </a:lnTo>
                <a:lnTo>
                  <a:pt x="476477" y="47444"/>
                </a:lnTo>
                <a:lnTo>
                  <a:pt x="475315" y="47651"/>
                </a:lnTo>
                <a:lnTo>
                  <a:pt x="474167" y="47880"/>
                </a:lnTo>
                <a:lnTo>
                  <a:pt x="473033" y="48131"/>
                </a:lnTo>
                <a:lnTo>
                  <a:pt x="471913" y="48403"/>
                </a:lnTo>
                <a:lnTo>
                  <a:pt x="470807" y="48697"/>
                </a:lnTo>
                <a:lnTo>
                  <a:pt x="469716" y="49013"/>
                </a:lnTo>
                <a:lnTo>
                  <a:pt x="468639" y="49351"/>
                </a:lnTo>
                <a:lnTo>
                  <a:pt x="467575" y="49710"/>
                </a:lnTo>
                <a:lnTo>
                  <a:pt x="466526" y="50091"/>
                </a:lnTo>
                <a:lnTo>
                  <a:pt x="465491" y="50495"/>
                </a:lnTo>
                <a:lnTo>
                  <a:pt x="464471" y="50919"/>
                </a:lnTo>
                <a:lnTo>
                  <a:pt x="463464" y="51366"/>
                </a:lnTo>
                <a:lnTo>
                  <a:pt x="462472" y="51835"/>
                </a:lnTo>
                <a:lnTo>
                  <a:pt x="461494" y="52325"/>
                </a:lnTo>
                <a:lnTo>
                  <a:pt x="460530" y="52837"/>
                </a:lnTo>
                <a:lnTo>
                  <a:pt x="459579" y="53364"/>
                </a:lnTo>
                <a:lnTo>
                  <a:pt x="458641" y="53898"/>
                </a:lnTo>
                <a:lnTo>
                  <a:pt x="457715" y="54439"/>
                </a:lnTo>
                <a:lnTo>
                  <a:pt x="456801" y="54988"/>
                </a:lnTo>
                <a:lnTo>
                  <a:pt x="455900" y="55544"/>
                </a:lnTo>
                <a:lnTo>
                  <a:pt x="455011" y="56108"/>
                </a:lnTo>
                <a:lnTo>
                  <a:pt x="454135" y="56679"/>
                </a:lnTo>
                <a:lnTo>
                  <a:pt x="453271" y="57257"/>
                </a:lnTo>
                <a:lnTo>
                  <a:pt x="452420" y="57843"/>
                </a:lnTo>
                <a:lnTo>
                  <a:pt x="451581" y="58437"/>
                </a:lnTo>
                <a:lnTo>
                  <a:pt x="450754" y="59037"/>
                </a:lnTo>
                <a:lnTo>
                  <a:pt x="449940" y="59645"/>
                </a:lnTo>
                <a:lnTo>
                  <a:pt x="449139" y="60261"/>
                </a:lnTo>
                <a:lnTo>
                  <a:pt x="448349" y="60884"/>
                </a:lnTo>
                <a:lnTo>
                  <a:pt x="447572" y="61514"/>
                </a:lnTo>
                <a:lnTo>
                  <a:pt x="446808" y="62152"/>
                </a:lnTo>
                <a:lnTo>
                  <a:pt x="446056" y="62797"/>
                </a:lnTo>
                <a:lnTo>
                  <a:pt x="445316" y="63450"/>
                </a:lnTo>
                <a:lnTo>
                  <a:pt x="444589" y="64110"/>
                </a:lnTo>
                <a:lnTo>
                  <a:pt x="443874" y="64777"/>
                </a:lnTo>
                <a:lnTo>
                  <a:pt x="443172" y="65452"/>
                </a:lnTo>
                <a:lnTo>
                  <a:pt x="442482" y="66134"/>
                </a:lnTo>
                <a:lnTo>
                  <a:pt x="441804" y="66824"/>
                </a:lnTo>
                <a:lnTo>
                  <a:pt x="441139" y="67521"/>
                </a:lnTo>
                <a:lnTo>
                  <a:pt x="441142" y="67533"/>
                </a:lnTo>
                <a:lnTo>
                  <a:pt x="441028" y="67260"/>
                </a:lnTo>
                <a:lnTo>
                  <a:pt x="440463" y="66023"/>
                </a:lnTo>
                <a:lnTo>
                  <a:pt x="439865" y="64820"/>
                </a:lnTo>
                <a:lnTo>
                  <a:pt x="439232" y="63652"/>
                </a:lnTo>
                <a:lnTo>
                  <a:pt x="438565" y="62518"/>
                </a:lnTo>
                <a:close/>
                <a:moveTo>
                  <a:pt x="935813" y="88261"/>
                </a:moveTo>
                <a:lnTo>
                  <a:pt x="936268" y="87716"/>
                </a:lnTo>
                <a:lnTo>
                  <a:pt x="936729" y="87177"/>
                </a:lnTo>
                <a:lnTo>
                  <a:pt x="937197" y="86645"/>
                </a:lnTo>
                <a:lnTo>
                  <a:pt x="937671" y="86121"/>
                </a:lnTo>
                <a:lnTo>
                  <a:pt x="938152" y="85603"/>
                </a:lnTo>
                <a:lnTo>
                  <a:pt x="938638" y="85093"/>
                </a:lnTo>
                <a:lnTo>
                  <a:pt x="939131" y="84590"/>
                </a:lnTo>
                <a:lnTo>
                  <a:pt x="939630" y="84094"/>
                </a:lnTo>
                <a:lnTo>
                  <a:pt x="940136" y="83604"/>
                </a:lnTo>
                <a:lnTo>
                  <a:pt x="940648" y="83122"/>
                </a:lnTo>
                <a:lnTo>
                  <a:pt x="941166" y="82647"/>
                </a:lnTo>
                <a:lnTo>
                  <a:pt x="941691" y="82180"/>
                </a:lnTo>
                <a:lnTo>
                  <a:pt x="942222" y="81719"/>
                </a:lnTo>
                <a:lnTo>
                  <a:pt x="942759" y="81265"/>
                </a:lnTo>
                <a:lnTo>
                  <a:pt x="943302" y="80818"/>
                </a:lnTo>
                <a:lnTo>
                  <a:pt x="943852" y="80379"/>
                </a:lnTo>
                <a:lnTo>
                  <a:pt x="944408" y="79947"/>
                </a:lnTo>
                <a:lnTo>
                  <a:pt x="944971" y="79521"/>
                </a:lnTo>
                <a:lnTo>
                  <a:pt x="945540" y="79103"/>
                </a:lnTo>
                <a:lnTo>
                  <a:pt x="946115" y="78692"/>
                </a:lnTo>
                <a:lnTo>
                  <a:pt x="946696" y="78288"/>
                </a:lnTo>
                <a:lnTo>
                  <a:pt x="947284" y="77890"/>
                </a:lnTo>
                <a:lnTo>
                  <a:pt x="947880" y="77505"/>
                </a:lnTo>
                <a:lnTo>
                  <a:pt x="948485" y="77136"/>
                </a:lnTo>
                <a:lnTo>
                  <a:pt x="949101" y="76784"/>
                </a:lnTo>
                <a:lnTo>
                  <a:pt x="949726" y="76448"/>
                </a:lnTo>
                <a:lnTo>
                  <a:pt x="950361" y="76128"/>
                </a:lnTo>
                <a:lnTo>
                  <a:pt x="951006" y="75825"/>
                </a:lnTo>
                <a:lnTo>
                  <a:pt x="951661" y="75538"/>
                </a:lnTo>
                <a:lnTo>
                  <a:pt x="952325" y="75267"/>
                </a:lnTo>
                <a:lnTo>
                  <a:pt x="952999" y="75013"/>
                </a:lnTo>
                <a:lnTo>
                  <a:pt x="953683" y="74775"/>
                </a:lnTo>
                <a:lnTo>
                  <a:pt x="954377" y="74554"/>
                </a:lnTo>
                <a:lnTo>
                  <a:pt x="955081" y="74349"/>
                </a:lnTo>
                <a:lnTo>
                  <a:pt x="955794" y="74160"/>
                </a:lnTo>
                <a:lnTo>
                  <a:pt x="956518" y="73988"/>
                </a:lnTo>
                <a:lnTo>
                  <a:pt x="957251" y="73832"/>
                </a:lnTo>
                <a:lnTo>
                  <a:pt x="957994" y="73693"/>
                </a:lnTo>
                <a:lnTo>
                  <a:pt x="958746" y="73570"/>
                </a:lnTo>
                <a:lnTo>
                  <a:pt x="959509" y="73464"/>
                </a:lnTo>
                <a:lnTo>
                  <a:pt x="960281" y="73373"/>
                </a:lnTo>
                <a:lnTo>
                  <a:pt x="961063" y="73300"/>
                </a:lnTo>
                <a:lnTo>
                  <a:pt x="961855" y="73242"/>
                </a:lnTo>
                <a:lnTo>
                  <a:pt x="962657" y="73201"/>
                </a:lnTo>
                <a:lnTo>
                  <a:pt x="963468" y="73177"/>
                </a:lnTo>
                <a:lnTo>
                  <a:pt x="964290" y="73168"/>
                </a:lnTo>
                <a:lnTo>
                  <a:pt x="964839" y="73173"/>
                </a:lnTo>
                <a:lnTo>
                  <a:pt x="965380" y="73188"/>
                </a:lnTo>
                <a:lnTo>
                  <a:pt x="965912" y="73212"/>
                </a:lnTo>
                <a:lnTo>
                  <a:pt x="966435" y="73246"/>
                </a:lnTo>
                <a:lnTo>
                  <a:pt x="966950" y="73290"/>
                </a:lnTo>
                <a:lnTo>
                  <a:pt x="967455" y="73344"/>
                </a:lnTo>
                <a:lnTo>
                  <a:pt x="967951" y="73407"/>
                </a:lnTo>
                <a:lnTo>
                  <a:pt x="968438" y="73480"/>
                </a:lnTo>
                <a:lnTo>
                  <a:pt x="968917" y="73563"/>
                </a:lnTo>
                <a:lnTo>
                  <a:pt x="969386" y="73656"/>
                </a:lnTo>
                <a:lnTo>
                  <a:pt x="969847" y="73758"/>
                </a:lnTo>
                <a:lnTo>
                  <a:pt x="970298" y="73870"/>
                </a:lnTo>
                <a:lnTo>
                  <a:pt x="970741" y="73992"/>
                </a:lnTo>
                <a:lnTo>
                  <a:pt x="971174" y="74124"/>
                </a:lnTo>
                <a:lnTo>
                  <a:pt x="971599" y="74265"/>
                </a:lnTo>
                <a:lnTo>
                  <a:pt x="972015" y="74416"/>
                </a:lnTo>
                <a:lnTo>
                  <a:pt x="972422" y="74577"/>
                </a:lnTo>
                <a:lnTo>
                  <a:pt x="972820" y="74748"/>
                </a:lnTo>
                <a:lnTo>
                  <a:pt x="973209" y="74928"/>
                </a:lnTo>
                <a:lnTo>
                  <a:pt x="973589" y="75119"/>
                </a:lnTo>
                <a:lnTo>
                  <a:pt x="973960" y="75318"/>
                </a:lnTo>
                <a:lnTo>
                  <a:pt x="974323" y="75528"/>
                </a:lnTo>
                <a:lnTo>
                  <a:pt x="974676" y="75747"/>
                </a:lnTo>
                <a:lnTo>
                  <a:pt x="975020" y="75977"/>
                </a:lnTo>
                <a:lnTo>
                  <a:pt x="975356" y="76215"/>
                </a:lnTo>
                <a:lnTo>
                  <a:pt x="975685" y="76461"/>
                </a:lnTo>
                <a:lnTo>
                  <a:pt x="976006" y="76714"/>
                </a:lnTo>
                <a:lnTo>
                  <a:pt x="976319" y="76976"/>
                </a:lnTo>
                <a:lnTo>
                  <a:pt x="976624" y="77246"/>
                </a:lnTo>
                <a:lnTo>
                  <a:pt x="976922" y="77524"/>
                </a:lnTo>
                <a:lnTo>
                  <a:pt x="977213" y="77810"/>
                </a:lnTo>
                <a:lnTo>
                  <a:pt x="977495" y="78104"/>
                </a:lnTo>
                <a:lnTo>
                  <a:pt x="977770" y="78405"/>
                </a:lnTo>
                <a:lnTo>
                  <a:pt x="978038" y="78715"/>
                </a:lnTo>
                <a:lnTo>
                  <a:pt x="978298" y="79033"/>
                </a:lnTo>
                <a:lnTo>
                  <a:pt x="978550" y="79358"/>
                </a:lnTo>
                <a:lnTo>
                  <a:pt x="978795" y="79692"/>
                </a:lnTo>
                <a:lnTo>
                  <a:pt x="979031" y="80033"/>
                </a:lnTo>
                <a:lnTo>
                  <a:pt x="979261" y="80383"/>
                </a:lnTo>
                <a:lnTo>
                  <a:pt x="979483" y="80740"/>
                </a:lnTo>
                <a:lnTo>
                  <a:pt x="979697" y="81106"/>
                </a:lnTo>
                <a:lnTo>
                  <a:pt x="979903" y="81479"/>
                </a:lnTo>
                <a:lnTo>
                  <a:pt x="980102" y="81861"/>
                </a:lnTo>
                <a:lnTo>
                  <a:pt x="980293" y="82250"/>
                </a:lnTo>
                <a:lnTo>
                  <a:pt x="980477" y="82647"/>
                </a:lnTo>
                <a:lnTo>
                  <a:pt x="980653" y="83053"/>
                </a:lnTo>
                <a:lnTo>
                  <a:pt x="980821" y="83466"/>
                </a:lnTo>
                <a:lnTo>
                  <a:pt x="980982" y="83887"/>
                </a:lnTo>
                <a:lnTo>
                  <a:pt x="981135" y="84315"/>
                </a:lnTo>
                <a:lnTo>
                  <a:pt x="981282" y="84749"/>
                </a:lnTo>
                <a:lnTo>
                  <a:pt x="981423" y="85189"/>
                </a:lnTo>
                <a:lnTo>
                  <a:pt x="981557" y="85634"/>
                </a:lnTo>
                <a:lnTo>
                  <a:pt x="981684" y="86085"/>
                </a:lnTo>
                <a:lnTo>
                  <a:pt x="981805" y="86542"/>
                </a:lnTo>
                <a:lnTo>
                  <a:pt x="981920" y="87005"/>
                </a:lnTo>
                <a:lnTo>
                  <a:pt x="982027" y="87474"/>
                </a:lnTo>
                <a:lnTo>
                  <a:pt x="982129" y="87948"/>
                </a:lnTo>
                <a:lnTo>
                  <a:pt x="982224" y="88428"/>
                </a:lnTo>
                <a:lnTo>
                  <a:pt x="982312" y="88914"/>
                </a:lnTo>
                <a:lnTo>
                  <a:pt x="982393" y="89405"/>
                </a:lnTo>
                <a:lnTo>
                  <a:pt x="982469" y="89903"/>
                </a:lnTo>
                <a:lnTo>
                  <a:pt x="982537" y="90406"/>
                </a:lnTo>
                <a:lnTo>
                  <a:pt x="982599" y="90915"/>
                </a:lnTo>
                <a:lnTo>
                  <a:pt x="982655" y="91430"/>
                </a:lnTo>
                <a:lnTo>
                  <a:pt x="982704" y="91950"/>
                </a:lnTo>
                <a:lnTo>
                  <a:pt x="982746" y="92476"/>
                </a:lnTo>
                <a:lnTo>
                  <a:pt x="982782" y="93008"/>
                </a:lnTo>
                <a:lnTo>
                  <a:pt x="982812" y="93546"/>
                </a:lnTo>
                <a:lnTo>
                  <a:pt x="982835" y="94090"/>
                </a:lnTo>
                <a:lnTo>
                  <a:pt x="982851" y="94639"/>
                </a:lnTo>
                <a:lnTo>
                  <a:pt x="982861" y="95194"/>
                </a:lnTo>
                <a:lnTo>
                  <a:pt x="982864" y="95755"/>
                </a:lnTo>
                <a:lnTo>
                  <a:pt x="982864" y="172441"/>
                </a:lnTo>
                <a:lnTo>
                  <a:pt x="1015871" y="172441"/>
                </a:lnTo>
                <a:lnTo>
                  <a:pt x="1015871" y="91700"/>
                </a:lnTo>
                <a:lnTo>
                  <a:pt x="1015854" y="89875"/>
                </a:lnTo>
                <a:lnTo>
                  <a:pt x="1015800" y="88086"/>
                </a:lnTo>
                <a:lnTo>
                  <a:pt x="1015711" y="86335"/>
                </a:lnTo>
                <a:lnTo>
                  <a:pt x="1015586" y="84620"/>
                </a:lnTo>
                <a:lnTo>
                  <a:pt x="1015425" y="82942"/>
                </a:lnTo>
                <a:lnTo>
                  <a:pt x="1015228" y="81301"/>
                </a:lnTo>
                <a:lnTo>
                  <a:pt x="1014996" y="79697"/>
                </a:lnTo>
                <a:lnTo>
                  <a:pt x="1014728" y="78130"/>
                </a:lnTo>
                <a:lnTo>
                  <a:pt x="1014424" y="76600"/>
                </a:lnTo>
                <a:lnTo>
                  <a:pt x="1014085" y="75106"/>
                </a:lnTo>
                <a:lnTo>
                  <a:pt x="1013710" y="73650"/>
                </a:lnTo>
                <a:lnTo>
                  <a:pt x="1013299" y="72230"/>
                </a:lnTo>
                <a:lnTo>
                  <a:pt x="1012852" y="70847"/>
                </a:lnTo>
                <a:lnTo>
                  <a:pt x="1012370" y="69501"/>
                </a:lnTo>
                <a:lnTo>
                  <a:pt x="1011851" y="68192"/>
                </a:lnTo>
                <a:lnTo>
                  <a:pt x="1011298" y="66920"/>
                </a:lnTo>
                <a:lnTo>
                  <a:pt x="1010708" y="65684"/>
                </a:lnTo>
                <a:lnTo>
                  <a:pt x="1010083" y="64486"/>
                </a:lnTo>
                <a:lnTo>
                  <a:pt x="1009422" y="63324"/>
                </a:lnTo>
                <a:lnTo>
                  <a:pt x="1008725" y="62199"/>
                </a:lnTo>
                <a:lnTo>
                  <a:pt x="1007992" y="61111"/>
                </a:lnTo>
                <a:lnTo>
                  <a:pt x="1007224" y="60060"/>
                </a:lnTo>
                <a:lnTo>
                  <a:pt x="1006420" y="59046"/>
                </a:lnTo>
                <a:lnTo>
                  <a:pt x="1005580" y="58069"/>
                </a:lnTo>
                <a:lnTo>
                  <a:pt x="1004708" y="57130"/>
                </a:lnTo>
                <a:lnTo>
                  <a:pt x="1003807" y="56231"/>
                </a:lnTo>
                <a:lnTo>
                  <a:pt x="1002876" y="55372"/>
                </a:lnTo>
                <a:lnTo>
                  <a:pt x="1001916" y="54553"/>
                </a:lnTo>
                <a:lnTo>
                  <a:pt x="1000927" y="53774"/>
                </a:lnTo>
                <a:lnTo>
                  <a:pt x="999909" y="53034"/>
                </a:lnTo>
                <a:lnTo>
                  <a:pt x="998862" y="52335"/>
                </a:lnTo>
                <a:lnTo>
                  <a:pt x="997785" y="51676"/>
                </a:lnTo>
                <a:lnTo>
                  <a:pt x="996679" y="51057"/>
                </a:lnTo>
                <a:lnTo>
                  <a:pt x="995544" y="50477"/>
                </a:lnTo>
                <a:lnTo>
                  <a:pt x="994380" y="49938"/>
                </a:lnTo>
                <a:lnTo>
                  <a:pt x="993187" y="49438"/>
                </a:lnTo>
                <a:lnTo>
                  <a:pt x="991964" y="48979"/>
                </a:lnTo>
                <a:lnTo>
                  <a:pt x="990712" y="48559"/>
                </a:lnTo>
                <a:lnTo>
                  <a:pt x="989431" y="48180"/>
                </a:lnTo>
                <a:lnTo>
                  <a:pt x="988121" y="47840"/>
                </a:lnTo>
                <a:lnTo>
                  <a:pt x="986782" y="47541"/>
                </a:lnTo>
                <a:lnTo>
                  <a:pt x="985413" y="47281"/>
                </a:lnTo>
                <a:lnTo>
                  <a:pt x="984016" y="47061"/>
                </a:lnTo>
                <a:lnTo>
                  <a:pt x="982589" y="46881"/>
                </a:lnTo>
                <a:lnTo>
                  <a:pt x="981133" y="46742"/>
                </a:lnTo>
                <a:lnTo>
                  <a:pt x="979647" y="46642"/>
                </a:lnTo>
                <a:lnTo>
                  <a:pt x="978133" y="46582"/>
                </a:lnTo>
                <a:lnTo>
                  <a:pt x="976589" y="46562"/>
                </a:lnTo>
                <a:lnTo>
                  <a:pt x="975261" y="46572"/>
                </a:lnTo>
                <a:lnTo>
                  <a:pt x="973953" y="46604"/>
                </a:lnTo>
                <a:lnTo>
                  <a:pt x="972667" y="46657"/>
                </a:lnTo>
                <a:lnTo>
                  <a:pt x="971402" y="46731"/>
                </a:lnTo>
                <a:lnTo>
                  <a:pt x="970157" y="46826"/>
                </a:lnTo>
                <a:lnTo>
                  <a:pt x="968933" y="46942"/>
                </a:lnTo>
                <a:lnTo>
                  <a:pt x="967731" y="47080"/>
                </a:lnTo>
                <a:lnTo>
                  <a:pt x="966549" y="47238"/>
                </a:lnTo>
                <a:lnTo>
                  <a:pt x="965388" y="47418"/>
                </a:lnTo>
                <a:lnTo>
                  <a:pt x="964248" y="47618"/>
                </a:lnTo>
                <a:lnTo>
                  <a:pt x="963129" y="47840"/>
                </a:lnTo>
                <a:lnTo>
                  <a:pt x="962031" y="48083"/>
                </a:lnTo>
                <a:lnTo>
                  <a:pt x="960953" y="48348"/>
                </a:lnTo>
                <a:lnTo>
                  <a:pt x="959897" y="48633"/>
                </a:lnTo>
                <a:lnTo>
                  <a:pt x="958862" y="48939"/>
                </a:lnTo>
                <a:lnTo>
                  <a:pt x="957847" y="49267"/>
                </a:lnTo>
                <a:lnTo>
                  <a:pt x="956854" y="49616"/>
                </a:lnTo>
                <a:lnTo>
                  <a:pt x="955881" y="49986"/>
                </a:lnTo>
                <a:lnTo>
                  <a:pt x="954929" y="50377"/>
                </a:lnTo>
                <a:lnTo>
                  <a:pt x="953998" y="50789"/>
                </a:lnTo>
                <a:lnTo>
                  <a:pt x="953088" y="51222"/>
                </a:lnTo>
                <a:lnTo>
                  <a:pt x="952200" y="51676"/>
                </a:lnTo>
                <a:lnTo>
                  <a:pt x="951331" y="52152"/>
                </a:lnTo>
                <a:lnTo>
                  <a:pt x="950484" y="52649"/>
                </a:lnTo>
                <a:lnTo>
                  <a:pt x="949654" y="53159"/>
                </a:lnTo>
                <a:lnTo>
                  <a:pt x="948838" y="53676"/>
                </a:lnTo>
                <a:lnTo>
                  <a:pt x="948035" y="54199"/>
                </a:lnTo>
                <a:lnTo>
                  <a:pt x="947246" y="54728"/>
                </a:lnTo>
                <a:lnTo>
                  <a:pt x="946470" y="55264"/>
                </a:lnTo>
                <a:lnTo>
                  <a:pt x="945707" y="55806"/>
                </a:lnTo>
                <a:lnTo>
                  <a:pt x="944958" y="56354"/>
                </a:lnTo>
                <a:lnTo>
                  <a:pt x="944223" y="56909"/>
                </a:lnTo>
                <a:lnTo>
                  <a:pt x="943501" y="57470"/>
                </a:lnTo>
                <a:lnTo>
                  <a:pt x="942793" y="58037"/>
                </a:lnTo>
                <a:lnTo>
                  <a:pt x="942098" y="58611"/>
                </a:lnTo>
                <a:lnTo>
                  <a:pt x="941417" y="59190"/>
                </a:lnTo>
                <a:lnTo>
                  <a:pt x="940749" y="59777"/>
                </a:lnTo>
                <a:lnTo>
                  <a:pt x="940095" y="60369"/>
                </a:lnTo>
                <a:lnTo>
                  <a:pt x="939454" y="60968"/>
                </a:lnTo>
                <a:lnTo>
                  <a:pt x="938826" y="61573"/>
                </a:lnTo>
                <a:lnTo>
                  <a:pt x="938213" y="62185"/>
                </a:lnTo>
                <a:lnTo>
                  <a:pt x="937612" y="62803"/>
                </a:lnTo>
                <a:lnTo>
                  <a:pt x="937026" y="63427"/>
                </a:lnTo>
                <a:lnTo>
                  <a:pt x="936452" y="64057"/>
                </a:lnTo>
                <a:lnTo>
                  <a:pt x="935893" y="64694"/>
                </a:lnTo>
                <a:lnTo>
                  <a:pt x="935346" y="65337"/>
                </a:lnTo>
                <a:lnTo>
                  <a:pt x="934814" y="65987"/>
                </a:lnTo>
                <a:lnTo>
                  <a:pt x="934294" y="66642"/>
                </a:lnTo>
                <a:lnTo>
                  <a:pt x="933667" y="48444"/>
                </a:lnTo>
                <a:lnTo>
                  <a:pt x="901664" y="48444"/>
                </a:lnTo>
                <a:lnTo>
                  <a:pt x="901664" y="172441"/>
                </a:lnTo>
                <a:lnTo>
                  <a:pt x="934922" y="172441"/>
                </a:lnTo>
                <a:lnTo>
                  <a:pt x="934922" y="89374"/>
                </a:lnTo>
                <a:lnTo>
                  <a:pt x="935364" y="88814"/>
                </a:lnTo>
                <a:lnTo>
                  <a:pt x="935813" y="88261"/>
                </a:lnTo>
                <a:close/>
                <a:moveTo>
                  <a:pt x="1279343" y="88101"/>
                </a:moveTo>
                <a:lnTo>
                  <a:pt x="1279696" y="87652"/>
                </a:lnTo>
                <a:lnTo>
                  <a:pt x="1280054" y="87212"/>
                </a:lnTo>
                <a:lnTo>
                  <a:pt x="1280418" y="86780"/>
                </a:lnTo>
                <a:lnTo>
                  <a:pt x="1280786" y="86357"/>
                </a:lnTo>
                <a:lnTo>
                  <a:pt x="1281160" y="85943"/>
                </a:lnTo>
                <a:lnTo>
                  <a:pt x="1281539" y="85538"/>
                </a:lnTo>
                <a:lnTo>
                  <a:pt x="1281924" y="85141"/>
                </a:lnTo>
                <a:lnTo>
                  <a:pt x="1282313" y="84752"/>
                </a:lnTo>
                <a:lnTo>
                  <a:pt x="1282708" y="84373"/>
                </a:lnTo>
                <a:lnTo>
                  <a:pt x="1283108" y="84001"/>
                </a:lnTo>
                <a:lnTo>
                  <a:pt x="1283513" y="83639"/>
                </a:lnTo>
                <a:lnTo>
                  <a:pt x="1283924" y="83285"/>
                </a:lnTo>
                <a:lnTo>
                  <a:pt x="1284340" y="82940"/>
                </a:lnTo>
                <a:lnTo>
                  <a:pt x="1284760" y="82604"/>
                </a:lnTo>
                <a:lnTo>
                  <a:pt x="1285187" y="82276"/>
                </a:lnTo>
                <a:lnTo>
                  <a:pt x="1285618" y="81957"/>
                </a:lnTo>
                <a:lnTo>
                  <a:pt x="1286055" y="81646"/>
                </a:lnTo>
                <a:lnTo>
                  <a:pt x="1286497" y="81344"/>
                </a:lnTo>
                <a:lnTo>
                  <a:pt x="1286944" y="81051"/>
                </a:lnTo>
                <a:lnTo>
                  <a:pt x="1287396" y="80767"/>
                </a:lnTo>
                <a:lnTo>
                  <a:pt x="1287854" y="80491"/>
                </a:lnTo>
                <a:lnTo>
                  <a:pt x="1288316" y="80222"/>
                </a:lnTo>
                <a:lnTo>
                  <a:pt x="1288783" y="79961"/>
                </a:lnTo>
                <a:lnTo>
                  <a:pt x="1289254" y="79706"/>
                </a:lnTo>
                <a:lnTo>
                  <a:pt x="1289729" y="79458"/>
                </a:lnTo>
                <a:lnTo>
                  <a:pt x="1290209" y="79216"/>
                </a:lnTo>
                <a:lnTo>
                  <a:pt x="1290693" y="78981"/>
                </a:lnTo>
                <a:lnTo>
                  <a:pt x="1291182" y="78753"/>
                </a:lnTo>
                <a:lnTo>
                  <a:pt x="1291675" y="78531"/>
                </a:lnTo>
                <a:lnTo>
                  <a:pt x="1292172" y="78316"/>
                </a:lnTo>
                <a:lnTo>
                  <a:pt x="1292673" y="78108"/>
                </a:lnTo>
                <a:lnTo>
                  <a:pt x="1293179" y="77906"/>
                </a:lnTo>
                <a:lnTo>
                  <a:pt x="1293690" y="77711"/>
                </a:lnTo>
                <a:lnTo>
                  <a:pt x="1294204" y="77523"/>
                </a:lnTo>
                <a:lnTo>
                  <a:pt x="1294723" y="77341"/>
                </a:lnTo>
                <a:lnTo>
                  <a:pt x="1295247" y="77166"/>
                </a:lnTo>
                <a:lnTo>
                  <a:pt x="1295774" y="76998"/>
                </a:lnTo>
                <a:lnTo>
                  <a:pt x="1296306" y="76836"/>
                </a:lnTo>
                <a:lnTo>
                  <a:pt x="1296843" y="76681"/>
                </a:lnTo>
                <a:lnTo>
                  <a:pt x="1297384" y="76532"/>
                </a:lnTo>
                <a:lnTo>
                  <a:pt x="1297929" y="76391"/>
                </a:lnTo>
                <a:lnTo>
                  <a:pt x="1298478" y="76256"/>
                </a:lnTo>
                <a:lnTo>
                  <a:pt x="1299032" y="76127"/>
                </a:lnTo>
                <a:lnTo>
                  <a:pt x="1299590" y="76005"/>
                </a:lnTo>
                <a:lnTo>
                  <a:pt x="1300153" y="75890"/>
                </a:lnTo>
                <a:lnTo>
                  <a:pt x="1300719" y="75781"/>
                </a:lnTo>
                <a:lnTo>
                  <a:pt x="1301287" y="75676"/>
                </a:lnTo>
                <a:lnTo>
                  <a:pt x="1301857" y="75576"/>
                </a:lnTo>
                <a:lnTo>
                  <a:pt x="1302429" y="75480"/>
                </a:lnTo>
                <a:lnTo>
                  <a:pt x="1303004" y="75390"/>
                </a:lnTo>
                <a:lnTo>
                  <a:pt x="1303581" y="75303"/>
                </a:lnTo>
                <a:lnTo>
                  <a:pt x="1304160" y="75222"/>
                </a:lnTo>
                <a:lnTo>
                  <a:pt x="1304741" y="75145"/>
                </a:lnTo>
                <a:lnTo>
                  <a:pt x="1305324" y="75073"/>
                </a:lnTo>
                <a:lnTo>
                  <a:pt x="1305910" y="75005"/>
                </a:lnTo>
                <a:lnTo>
                  <a:pt x="1306497" y="74942"/>
                </a:lnTo>
                <a:lnTo>
                  <a:pt x="1307087" y="74884"/>
                </a:lnTo>
                <a:lnTo>
                  <a:pt x="1307679" y="74831"/>
                </a:lnTo>
                <a:lnTo>
                  <a:pt x="1308273" y="74782"/>
                </a:lnTo>
                <a:lnTo>
                  <a:pt x="1308870" y="74738"/>
                </a:lnTo>
                <a:lnTo>
                  <a:pt x="1309468" y="74698"/>
                </a:lnTo>
                <a:lnTo>
                  <a:pt x="1310069" y="74663"/>
                </a:lnTo>
                <a:lnTo>
                  <a:pt x="1310672" y="74633"/>
                </a:lnTo>
                <a:lnTo>
                  <a:pt x="1311277" y="74607"/>
                </a:lnTo>
                <a:lnTo>
                  <a:pt x="1311884" y="74586"/>
                </a:lnTo>
                <a:lnTo>
                  <a:pt x="1312493" y="74570"/>
                </a:lnTo>
                <a:lnTo>
                  <a:pt x="1313105" y="74558"/>
                </a:lnTo>
                <a:lnTo>
                  <a:pt x="1313719" y="74551"/>
                </a:lnTo>
                <a:lnTo>
                  <a:pt x="1314335" y="74549"/>
                </a:lnTo>
                <a:lnTo>
                  <a:pt x="1317472" y="74549"/>
                </a:lnTo>
                <a:lnTo>
                  <a:pt x="1317472" y="46562"/>
                </a:lnTo>
                <a:lnTo>
                  <a:pt x="1314962" y="46562"/>
                </a:lnTo>
                <a:lnTo>
                  <a:pt x="1313840" y="46572"/>
                </a:lnTo>
                <a:lnTo>
                  <a:pt x="1312731" y="46603"/>
                </a:lnTo>
                <a:lnTo>
                  <a:pt x="1311636" y="46654"/>
                </a:lnTo>
                <a:lnTo>
                  <a:pt x="1310556" y="46726"/>
                </a:lnTo>
                <a:lnTo>
                  <a:pt x="1309489" y="46818"/>
                </a:lnTo>
                <a:lnTo>
                  <a:pt x="1308436" y="46930"/>
                </a:lnTo>
                <a:lnTo>
                  <a:pt x="1307397" y="47064"/>
                </a:lnTo>
                <a:lnTo>
                  <a:pt x="1306372" y="47217"/>
                </a:lnTo>
                <a:lnTo>
                  <a:pt x="1305361" y="47391"/>
                </a:lnTo>
                <a:lnTo>
                  <a:pt x="1304364" y="47586"/>
                </a:lnTo>
                <a:lnTo>
                  <a:pt x="1303381" y="47801"/>
                </a:lnTo>
                <a:lnTo>
                  <a:pt x="1302412" y="48036"/>
                </a:lnTo>
                <a:lnTo>
                  <a:pt x="1301457" y="48292"/>
                </a:lnTo>
                <a:lnTo>
                  <a:pt x="1300516" y="48569"/>
                </a:lnTo>
                <a:lnTo>
                  <a:pt x="1299588" y="48866"/>
                </a:lnTo>
                <a:lnTo>
                  <a:pt x="1298675" y="49183"/>
                </a:lnTo>
                <a:lnTo>
                  <a:pt x="1297775" y="49521"/>
                </a:lnTo>
                <a:lnTo>
                  <a:pt x="1296890" y="49880"/>
                </a:lnTo>
                <a:lnTo>
                  <a:pt x="1296018" y="50259"/>
                </a:lnTo>
                <a:lnTo>
                  <a:pt x="1295161" y="50658"/>
                </a:lnTo>
                <a:lnTo>
                  <a:pt x="1294317" y="51078"/>
                </a:lnTo>
                <a:lnTo>
                  <a:pt x="1293487" y="51518"/>
                </a:lnTo>
                <a:lnTo>
                  <a:pt x="1292672" y="51979"/>
                </a:lnTo>
                <a:lnTo>
                  <a:pt x="1291870" y="52460"/>
                </a:lnTo>
                <a:lnTo>
                  <a:pt x="1291083" y="52961"/>
                </a:lnTo>
                <a:lnTo>
                  <a:pt x="1290313" y="53479"/>
                </a:lnTo>
                <a:lnTo>
                  <a:pt x="1289560" y="54015"/>
                </a:lnTo>
                <a:lnTo>
                  <a:pt x="1288823" y="54570"/>
                </a:lnTo>
                <a:lnTo>
                  <a:pt x="1288102" y="55141"/>
                </a:lnTo>
                <a:lnTo>
                  <a:pt x="1287399" y="55731"/>
                </a:lnTo>
                <a:lnTo>
                  <a:pt x="1286711" y="56339"/>
                </a:lnTo>
                <a:lnTo>
                  <a:pt x="1286041" y="56965"/>
                </a:lnTo>
                <a:lnTo>
                  <a:pt x="1285387" y="57608"/>
                </a:lnTo>
                <a:lnTo>
                  <a:pt x="1284749" y="58269"/>
                </a:lnTo>
                <a:lnTo>
                  <a:pt x="1284128" y="58948"/>
                </a:lnTo>
                <a:lnTo>
                  <a:pt x="1283524" y="59645"/>
                </a:lnTo>
                <a:lnTo>
                  <a:pt x="1282936" y="60360"/>
                </a:lnTo>
                <a:lnTo>
                  <a:pt x="1282365" y="61093"/>
                </a:lnTo>
                <a:lnTo>
                  <a:pt x="1281810" y="61844"/>
                </a:lnTo>
                <a:lnTo>
                  <a:pt x="1281272" y="62612"/>
                </a:lnTo>
                <a:lnTo>
                  <a:pt x="1280750" y="63399"/>
                </a:lnTo>
                <a:lnTo>
                  <a:pt x="1280245" y="64203"/>
                </a:lnTo>
                <a:lnTo>
                  <a:pt x="1279756" y="65025"/>
                </a:lnTo>
                <a:lnTo>
                  <a:pt x="1279285" y="65865"/>
                </a:lnTo>
                <a:lnTo>
                  <a:pt x="1278829" y="66723"/>
                </a:lnTo>
                <a:lnTo>
                  <a:pt x="1278390" y="67598"/>
                </a:lnTo>
                <a:lnTo>
                  <a:pt x="1277968" y="68492"/>
                </a:lnTo>
                <a:lnTo>
                  <a:pt x="1277562" y="69403"/>
                </a:lnTo>
                <a:lnTo>
                  <a:pt x="1276935" y="48444"/>
                </a:lnTo>
                <a:lnTo>
                  <a:pt x="1245057" y="48444"/>
                </a:lnTo>
                <a:lnTo>
                  <a:pt x="1245057" y="172441"/>
                </a:lnTo>
                <a:lnTo>
                  <a:pt x="1278315" y="172441"/>
                </a:lnTo>
                <a:lnTo>
                  <a:pt x="1278315" y="89500"/>
                </a:lnTo>
                <a:lnTo>
                  <a:pt x="1278653" y="89025"/>
                </a:lnTo>
                <a:lnTo>
                  <a:pt x="1278995" y="88559"/>
                </a:lnTo>
                <a:lnTo>
                  <a:pt x="1279343" y="88101"/>
                </a:lnTo>
                <a:close/>
                <a:moveTo>
                  <a:pt x="1067302" y="48444"/>
                </a:moveTo>
                <a:lnTo>
                  <a:pt x="1032663" y="48444"/>
                </a:lnTo>
                <a:lnTo>
                  <a:pt x="1077217" y="172441"/>
                </a:lnTo>
                <a:lnTo>
                  <a:pt x="1115119" y="172441"/>
                </a:lnTo>
                <a:lnTo>
                  <a:pt x="1159547" y="48444"/>
                </a:lnTo>
                <a:lnTo>
                  <a:pt x="1125912" y="48444"/>
                </a:lnTo>
                <a:lnTo>
                  <a:pt x="1096168" y="141062"/>
                </a:lnTo>
                <a:lnTo>
                  <a:pt x="1067302" y="48444"/>
                </a:lnTo>
                <a:close/>
                <a:moveTo>
                  <a:pt x="1175401" y="172441"/>
                </a:moveTo>
                <a:lnTo>
                  <a:pt x="1208660" y="172441"/>
                </a:lnTo>
                <a:lnTo>
                  <a:pt x="1208660" y="48444"/>
                </a:lnTo>
                <a:lnTo>
                  <a:pt x="1175401" y="48444"/>
                </a:lnTo>
                <a:lnTo>
                  <a:pt x="1175401" y="172441"/>
                </a:lnTo>
                <a:close/>
                <a:moveTo>
                  <a:pt x="228788" y="174502"/>
                </a:moveTo>
                <a:lnTo>
                  <a:pt x="229847" y="174414"/>
                </a:lnTo>
                <a:lnTo>
                  <a:pt x="230895" y="174311"/>
                </a:lnTo>
                <a:lnTo>
                  <a:pt x="231932" y="174192"/>
                </a:lnTo>
                <a:lnTo>
                  <a:pt x="232959" y="174056"/>
                </a:lnTo>
                <a:lnTo>
                  <a:pt x="233974" y="173905"/>
                </a:lnTo>
                <a:lnTo>
                  <a:pt x="234979" y="173738"/>
                </a:lnTo>
                <a:lnTo>
                  <a:pt x="235973" y="173555"/>
                </a:lnTo>
                <a:lnTo>
                  <a:pt x="236956" y="173357"/>
                </a:lnTo>
                <a:lnTo>
                  <a:pt x="237928" y="173142"/>
                </a:lnTo>
                <a:lnTo>
                  <a:pt x="238889" y="172911"/>
                </a:lnTo>
                <a:lnTo>
                  <a:pt x="239839" y="172665"/>
                </a:lnTo>
                <a:lnTo>
                  <a:pt x="240778" y="172402"/>
                </a:lnTo>
                <a:lnTo>
                  <a:pt x="241707" y="172124"/>
                </a:lnTo>
                <a:lnTo>
                  <a:pt x="242624" y="171830"/>
                </a:lnTo>
                <a:lnTo>
                  <a:pt x="243531" y="171519"/>
                </a:lnTo>
                <a:lnTo>
                  <a:pt x="244427" y="171193"/>
                </a:lnTo>
                <a:lnTo>
                  <a:pt x="245312" y="170851"/>
                </a:lnTo>
                <a:lnTo>
                  <a:pt x="246185" y="170493"/>
                </a:lnTo>
                <a:lnTo>
                  <a:pt x="247049" y="170120"/>
                </a:lnTo>
                <a:lnTo>
                  <a:pt x="247902" y="169730"/>
                </a:lnTo>
                <a:lnTo>
                  <a:pt x="248746" y="169326"/>
                </a:lnTo>
                <a:lnTo>
                  <a:pt x="249582" y="168907"/>
                </a:lnTo>
                <a:lnTo>
                  <a:pt x="250409" y="168472"/>
                </a:lnTo>
                <a:lnTo>
                  <a:pt x="251228" y="168023"/>
                </a:lnTo>
                <a:lnTo>
                  <a:pt x="252037" y="167559"/>
                </a:lnTo>
                <a:lnTo>
                  <a:pt x="252838" y="167079"/>
                </a:lnTo>
                <a:lnTo>
                  <a:pt x="253631" y="166585"/>
                </a:lnTo>
                <a:lnTo>
                  <a:pt x="254414" y="166075"/>
                </a:lnTo>
                <a:lnTo>
                  <a:pt x="255189" y="165551"/>
                </a:lnTo>
                <a:lnTo>
                  <a:pt x="255955" y="165011"/>
                </a:lnTo>
                <a:lnTo>
                  <a:pt x="256712" y="164456"/>
                </a:lnTo>
                <a:lnTo>
                  <a:pt x="257461" y="163887"/>
                </a:lnTo>
                <a:lnTo>
                  <a:pt x="258201" y="163302"/>
                </a:lnTo>
                <a:lnTo>
                  <a:pt x="258932" y="162702"/>
                </a:lnTo>
                <a:lnTo>
                  <a:pt x="259655" y="162087"/>
                </a:lnTo>
                <a:lnTo>
                  <a:pt x="260368" y="161458"/>
                </a:lnTo>
                <a:lnTo>
                  <a:pt x="261074" y="160813"/>
                </a:lnTo>
                <a:lnTo>
                  <a:pt x="261770" y="160153"/>
                </a:lnTo>
                <a:lnTo>
                  <a:pt x="262458" y="159478"/>
                </a:lnTo>
                <a:lnTo>
                  <a:pt x="263137" y="158788"/>
                </a:lnTo>
                <a:lnTo>
                  <a:pt x="263807" y="158083"/>
                </a:lnTo>
                <a:lnTo>
                  <a:pt x="264468" y="157363"/>
                </a:lnTo>
                <a:lnTo>
                  <a:pt x="265121" y="156628"/>
                </a:lnTo>
                <a:lnTo>
                  <a:pt x="266125" y="172441"/>
                </a:lnTo>
                <a:lnTo>
                  <a:pt x="297250" y="172441"/>
                </a:lnTo>
                <a:lnTo>
                  <a:pt x="297250" y="89241"/>
                </a:lnTo>
                <a:lnTo>
                  <a:pt x="297243" y="88210"/>
                </a:lnTo>
                <a:lnTo>
                  <a:pt x="297223" y="87195"/>
                </a:lnTo>
                <a:lnTo>
                  <a:pt x="297189" y="86193"/>
                </a:lnTo>
                <a:lnTo>
                  <a:pt x="297142" y="85206"/>
                </a:lnTo>
                <a:lnTo>
                  <a:pt x="297081" y="84233"/>
                </a:lnTo>
                <a:lnTo>
                  <a:pt x="297007" y="83275"/>
                </a:lnTo>
                <a:lnTo>
                  <a:pt x="296919" y="82330"/>
                </a:lnTo>
                <a:lnTo>
                  <a:pt x="296818" y="81401"/>
                </a:lnTo>
                <a:lnTo>
                  <a:pt x="296703" y="80485"/>
                </a:lnTo>
                <a:lnTo>
                  <a:pt x="296574" y="79584"/>
                </a:lnTo>
                <a:lnTo>
                  <a:pt x="296433" y="78697"/>
                </a:lnTo>
                <a:lnTo>
                  <a:pt x="296277" y="77825"/>
                </a:lnTo>
                <a:lnTo>
                  <a:pt x="296108" y="76967"/>
                </a:lnTo>
                <a:lnTo>
                  <a:pt x="295926" y="76123"/>
                </a:lnTo>
                <a:lnTo>
                  <a:pt x="295730" y="75293"/>
                </a:lnTo>
                <a:lnTo>
                  <a:pt x="295521" y="74478"/>
                </a:lnTo>
                <a:lnTo>
                  <a:pt x="295298" y="73678"/>
                </a:lnTo>
                <a:lnTo>
                  <a:pt x="295061" y="72891"/>
                </a:lnTo>
                <a:lnTo>
                  <a:pt x="294811" y="72119"/>
                </a:lnTo>
                <a:lnTo>
                  <a:pt x="294548" y="71361"/>
                </a:lnTo>
                <a:lnTo>
                  <a:pt x="294271" y="70618"/>
                </a:lnTo>
                <a:lnTo>
                  <a:pt x="293981" y="69889"/>
                </a:lnTo>
                <a:lnTo>
                  <a:pt x="293677" y="69174"/>
                </a:lnTo>
                <a:lnTo>
                  <a:pt x="293359" y="68474"/>
                </a:lnTo>
                <a:lnTo>
                  <a:pt x="293029" y="67786"/>
                </a:lnTo>
                <a:lnTo>
                  <a:pt x="292689" y="67111"/>
                </a:lnTo>
                <a:lnTo>
                  <a:pt x="292337" y="66448"/>
                </a:lnTo>
                <a:lnTo>
                  <a:pt x="291973" y="65797"/>
                </a:lnTo>
                <a:lnTo>
                  <a:pt x="291599" y="65158"/>
                </a:lnTo>
                <a:lnTo>
                  <a:pt x="291214" y="64531"/>
                </a:lnTo>
                <a:lnTo>
                  <a:pt x="290817" y="63917"/>
                </a:lnTo>
                <a:lnTo>
                  <a:pt x="290410" y="63314"/>
                </a:lnTo>
                <a:lnTo>
                  <a:pt x="289991" y="62724"/>
                </a:lnTo>
                <a:lnTo>
                  <a:pt x="289561" y="62146"/>
                </a:lnTo>
                <a:lnTo>
                  <a:pt x="289121" y="61580"/>
                </a:lnTo>
                <a:lnTo>
                  <a:pt x="288669" y="61026"/>
                </a:lnTo>
                <a:lnTo>
                  <a:pt x="288205" y="60484"/>
                </a:lnTo>
                <a:lnTo>
                  <a:pt x="287731" y="59955"/>
                </a:lnTo>
                <a:lnTo>
                  <a:pt x="287246" y="59437"/>
                </a:lnTo>
                <a:lnTo>
                  <a:pt x="286749" y="58932"/>
                </a:lnTo>
                <a:lnTo>
                  <a:pt x="286242" y="58439"/>
                </a:lnTo>
                <a:lnTo>
                  <a:pt x="285723" y="57958"/>
                </a:lnTo>
                <a:lnTo>
                  <a:pt x="285193" y="57489"/>
                </a:lnTo>
                <a:lnTo>
                  <a:pt x="284652" y="57033"/>
                </a:lnTo>
                <a:lnTo>
                  <a:pt x="284100" y="56588"/>
                </a:lnTo>
                <a:lnTo>
                  <a:pt x="283537" y="56156"/>
                </a:lnTo>
                <a:lnTo>
                  <a:pt x="282963" y="55735"/>
                </a:lnTo>
                <a:lnTo>
                  <a:pt x="282378" y="55327"/>
                </a:lnTo>
                <a:lnTo>
                  <a:pt x="281782" y="54930"/>
                </a:lnTo>
                <a:lnTo>
                  <a:pt x="281178" y="54543"/>
                </a:lnTo>
                <a:lnTo>
                  <a:pt x="280565" y="54165"/>
                </a:lnTo>
                <a:lnTo>
                  <a:pt x="279943" y="53797"/>
                </a:lnTo>
                <a:lnTo>
                  <a:pt x="279311" y="53440"/>
                </a:lnTo>
                <a:lnTo>
                  <a:pt x="278671" y="53092"/>
                </a:lnTo>
                <a:lnTo>
                  <a:pt x="278022" y="52754"/>
                </a:lnTo>
                <a:lnTo>
                  <a:pt x="277365" y="52426"/>
                </a:lnTo>
                <a:lnTo>
                  <a:pt x="276698" y="52108"/>
                </a:lnTo>
                <a:lnTo>
                  <a:pt x="276022" y="51800"/>
                </a:lnTo>
                <a:lnTo>
                  <a:pt x="275337" y="51502"/>
                </a:lnTo>
                <a:lnTo>
                  <a:pt x="274644" y="51214"/>
                </a:lnTo>
                <a:lnTo>
                  <a:pt x="273941" y="50936"/>
                </a:lnTo>
                <a:lnTo>
                  <a:pt x="273229" y="50668"/>
                </a:lnTo>
                <a:lnTo>
                  <a:pt x="272509" y="50409"/>
                </a:lnTo>
                <a:lnTo>
                  <a:pt x="271780" y="50161"/>
                </a:lnTo>
                <a:lnTo>
                  <a:pt x="271041" y="49922"/>
                </a:lnTo>
                <a:lnTo>
                  <a:pt x="270294" y="49694"/>
                </a:lnTo>
                <a:lnTo>
                  <a:pt x="269538" y="49475"/>
                </a:lnTo>
                <a:lnTo>
                  <a:pt x="268773" y="49266"/>
                </a:lnTo>
                <a:lnTo>
                  <a:pt x="267999" y="49067"/>
                </a:lnTo>
                <a:lnTo>
                  <a:pt x="267216" y="48879"/>
                </a:lnTo>
                <a:lnTo>
                  <a:pt x="266424" y="48700"/>
                </a:lnTo>
                <a:lnTo>
                  <a:pt x="265623" y="48531"/>
                </a:lnTo>
                <a:lnTo>
                  <a:pt x="264814" y="48370"/>
                </a:lnTo>
                <a:lnTo>
                  <a:pt x="263998" y="48216"/>
                </a:lnTo>
                <a:lnTo>
                  <a:pt x="263176" y="48069"/>
                </a:lnTo>
                <a:lnTo>
                  <a:pt x="262346" y="47929"/>
                </a:lnTo>
                <a:lnTo>
                  <a:pt x="261509" y="47796"/>
                </a:lnTo>
                <a:lnTo>
                  <a:pt x="260666" y="47669"/>
                </a:lnTo>
                <a:lnTo>
                  <a:pt x="259815" y="47550"/>
                </a:lnTo>
                <a:lnTo>
                  <a:pt x="258957" y="47437"/>
                </a:lnTo>
                <a:lnTo>
                  <a:pt x="258093" y="47331"/>
                </a:lnTo>
                <a:lnTo>
                  <a:pt x="257221" y="47232"/>
                </a:lnTo>
                <a:lnTo>
                  <a:pt x="256343" y="47139"/>
                </a:lnTo>
                <a:lnTo>
                  <a:pt x="255457" y="47054"/>
                </a:lnTo>
                <a:lnTo>
                  <a:pt x="254565" y="46975"/>
                </a:lnTo>
                <a:lnTo>
                  <a:pt x="253665" y="46904"/>
                </a:lnTo>
                <a:lnTo>
                  <a:pt x="252759" y="46839"/>
                </a:lnTo>
                <a:lnTo>
                  <a:pt x="251846" y="46780"/>
                </a:lnTo>
                <a:lnTo>
                  <a:pt x="250925" y="46729"/>
                </a:lnTo>
                <a:lnTo>
                  <a:pt x="249998" y="46685"/>
                </a:lnTo>
                <a:lnTo>
                  <a:pt x="249064" y="46647"/>
                </a:lnTo>
                <a:lnTo>
                  <a:pt x="248122" y="46616"/>
                </a:lnTo>
                <a:lnTo>
                  <a:pt x="247174" y="46592"/>
                </a:lnTo>
                <a:lnTo>
                  <a:pt x="246219" y="46575"/>
                </a:lnTo>
                <a:lnTo>
                  <a:pt x="245257" y="46565"/>
                </a:lnTo>
                <a:lnTo>
                  <a:pt x="244287" y="46562"/>
                </a:lnTo>
                <a:lnTo>
                  <a:pt x="242966" y="46569"/>
                </a:lnTo>
                <a:lnTo>
                  <a:pt x="241658" y="46590"/>
                </a:lnTo>
                <a:lnTo>
                  <a:pt x="240363" y="46625"/>
                </a:lnTo>
                <a:lnTo>
                  <a:pt x="239081" y="46675"/>
                </a:lnTo>
                <a:lnTo>
                  <a:pt x="237812" y="46738"/>
                </a:lnTo>
                <a:lnTo>
                  <a:pt x="236557" y="46816"/>
                </a:lnTo>
                <a:lnTo>
                  <a:pt x="235315" y="46908"/>
                </a:lnTo>
                <a:lnTo>
                  <a:pt x="234087" y="47014"/>
                </a:lnTo>
                <a:lnTo>
                  <a:pt x="232872" y="47134"/>
                </a:lnTo>
                <a:lnTo>
                  <a:pt x="231670" y="47268"/>
                </a:lnTo>
                <a:lnTo>
                  <a:pt x="230481" y="47416"/>
                </a:lnTo>
                <a:lnTo>
                  <a:pt x="229306" y="47578"/>
                </a:lnTo>
                <a:lnTo>
                  <a:pt x="228143" y="47755"/>
                </a:lnTo>
                <a:lnTo>
                  <a:pt x="226995" y="47946"/>
                </a:lnTo>
                <a:lnTo>
                  <a:pt x="225859" y="48150"/>
                </a:lnTo>
                <a:lnTo>
                  <a:pt x="224737" y="48369"/>
                </a:lnTo>
                <a:lnTo>
                  <a:pt x="223628" y="48602"/>
                </a:lnTo>
                <a:lnTo>
                  <a:pt x="222532" y="48849"/>
                </a:lnTo>
                <a:lnTo>
                  <a:pt x="221450" y="49111"/>
                </a:lnTo>
                <a:lnTo>
                  <a:pt x="220381" y="49386"/>
                </a:lnTo>
                <a:lnTo>
                  <a:pt x="219325" y="49676"/>
                </a:lnTo>
                <a:lnTo>
                  <a:pt x="218283" y="49979"/>
                </a:lnTo>
                <a:lnTo>
                  <a:pt x="217253" y="50297"/>
                </a:lnTo>
                <a:lnTo>
                  <a:pt x="216237" y="50629"/>
                </a:lnTo>
                <a:lnTo>
                  <a:pt x="215237" y="50977"/>
                </a:lnTo>
                <a:lnTo>
                  <a:pt x="214256" y="51343"/>
                </a:lnTo>
                <a:lnTo>
                  <a:pt x="213292" y="51727"/>
                </a:lnTo>
                <a:lnTo>
                  <a:pt x="212347" y="52129"/>
                </a:lnTo>
                <a:lnTo>
                  <a:pt x="211420" y="52550"/>
                </a:lnTo>
                <a:lnTo>
                  <a:pt x="210511" y="52988"/>
                </a:lnTo>
                <a:lnTo>
                  <a:pt x="209621" y="53445"/>
                </a:lnTo>
                <a:lnTo>
                  <a:pt x="208749" y="53920"/>
                </a:lnTo>
                <a:lnTo>
                  <a:pt x="207895" y="54413"/>
                </a:lnTo>
                <a:lnTo>
                  <a:pt x="207060" y="54924"/>
                </a:lnTo>
                <a:lnTo>
                  <a:pt x="206243" y="55453"/>
                </a:lnTo>
                <a:lnTo>
                  <a:pt x="205444" y="56000"/>
                </a:lnTo>
                <a:lnTo>
                  <a:pt x="204664" y="56565"/>
                </a:lnTo>
                <a:lnTo>
                  <a:pt x="203902" y="57149"/>
                </a:lnTo>
                <a:lnTo>
                  <a:pt x="203158" y="57750"/>
                </a:lnTo>
                <a:lnTo>
                  <a:pt x="202432" y="58370"/>
                </a:lnTo>
                <a:lnTo>
                  <a:pt x="201725" y="59008"/>
                </a:lnTo>
                <a:lnTo>
                  <a:pt x="201036" y="59664"/>
                </a:lnTo>
                <a:lnTo>
                  <a:pt x="200365" y="60338"/>
                </a:lnTo>
                <a:lnTo>
                  <a:pt x="199713" y="61030"/>
                </a:lnTo>
                <a:lnTo>
                  <a:pt x="199079" y="61740"/>
                </a:lnTo>
                <a:lnTo>
                  <a:pt x="198463" y="62468"/>
                </a:lnTo>
                <a:lnTo>
                  <a:pt x="197866" y="63215"/>
                </a:lnTo>
                <a:lnTo>
                  <a:pt x="197287" y="63979"/>
                </a:lnTo>
                <a:lnTo>
                  <a:pt x="196728" y="64764"/>
                </a:lnTo>
                <a:lnTo>
                  <a:pt x="196194" y="65572"/>
                </a:lnTo>
                <a:lnTo>
                  <a:pt x="195683" y="66402"/>
                </a:lnTo>
                <a:lnTo>
                  <a:pt x="195197" y="67256"/>
                </a:lnTo>
                <a:lnTo>
                  <a:pt x="194733" y="68132"/>
                </a:lnTo>
                <a:lnTo>
                  <a:pt x="194294" y="69032"/>
                </a:lnTo>
                <a:lnTo>
                  <a:pt x="193878" y="69954"/>
                </a:lnTo>
                <a:lnTo>
                  <a:pt x="193487" y="70900"/>
                </a:lnTo>
                <a:lnTo>
                  <a:pt x="193118" y="71868"/>
                </a:lnTo>
                <a:lnTo>
                  <a:pt x="192774" y="72859"/>
                </a:lnTo>
                <a:lnTo>
                  <a:pt x="192453" y="73874"/>
                </a:lnTo>
                <a:lnTo>
                  <a:pt x="192157" y="74911"/>
                </a:lnTo>
                <a:lnTo>
                  <a:pt x="191883" y="75971"/>
                </a:lnTo>
                <a:lnTo>
                  <a:pt x="191634" y="77054"/>
                </a:lnTo>
                <a:lnTo>
                  <a:pt x="191408" y="78160"/>
                </a:lnTo>
                <a:lnTo>
                  <a:pt x="191207" y="79289"/>
                </a:lnTo>
                <a:lnTo>
                  <a:pt x="191028" y="80441"/>
                </a:lnTo>
                <a:lnTo>
                  <a:pt x="190874" y="81616"/>
                </a:lnTo>
                <a:lnTo>
                  <a:pt x="190743" y="82813"/>
                </a:lnTo>
                <a:lnTo>
                  <a:pt x="190637" y="84034"/>
                </a:lnTo>
                <a:lnTo>
                  <a:pt x="190553" y="85278"/>
                </a:lnTo>
                <a:lnTo>
                  <a:pt x="190494" y="86544"/>
                </a:lnTo>
                <a:lnTo>
                  <a:pt x="190458" y="87834"/>
                </a:lnTo>
                <a:lnTo>
                  <a:pt x="190447" y="89147"/>
                </a:lnTo>
                <a:lnTo>
                  <a:pt x="221571" y="89147"/>
                </a:lnTo>
                <a:lnTo>
                  <a:pt x="221582" y="88255"/>
                </a:lnTo>
                <a:lnTo>
                  <a:pt x="221616" y="87383"/>
                </a:lnTo>
                <a:lnTo>
                  <a:pt x="221671" y="86533"/>
                </a:lnTo>
                <a:lnTo>
                  <a:pt x="221749" y="85704"/>
                </a:lnTo>
                <a:lnTo>
                  <a:pt x="221849" y="84895"/>
                </a:lnTo>
                <a:lnTo>
                  <a:pt x="221971" y="84107"/>
                </a:lnTo>
                <a:lnTo>
                  <a:pt x="222116" y="83340"/>
                </a:lnTo>
                <a:lnTo>
                  <a:pt x="222283" y="82594"/>
                </a:lnTo>
                <a:lnTo>
                  <a:pt x="222471" y="81868"/>
                </a:lnTo>
                <a:lnTo>
                  <a:pt x="222683" y="81164"/>
                </a:lnTo>
                <a:lnTo>
                  <a:pt x="222916" y="80480"/>
                </a:lnTo>
                <a:lnTo>
                  <a:pt x="223172" y="79817"/>
                </a:lnTo>
                <a:lnTo>
                  <a:pt x="223449" y="79175"/>
                </a:lnTo>
                <a:lnTo>
                  <a:pt x="223749" y="78554"/>
                </a:lnTo>
                <a:lnTo>
                  <a:pt x="224072" y="77953"/>
                </a:lnTo>
                <a:lnTo>
                  <a:pt x="224416" y="77374"/>
                </a:lnTo>
                <a:lnTo>
                  <a:pt x="224783" y="76815"/>
                </a:lnTo>
                <a:lnTo>
                  <a:pt x="225172" y="76277"/>
                </a:lnTo>
                <a:lnTo>
                  <a:pt x="225583" y="75760"/>
                </a:lnTo>
                <a:lnTo>
                  <a:pt x="226016" y="75263"/>
                </a:lnTo>
                <a:lnTo>
                  <a:pt x="226472" y="74788"/>
                </a:lnTo>
                <a:lnTo>
                  <a:pt x="226950" y="74333"/>
                </a:lnTo>
                <a:lnTo>
                  <a:pt x="227450" y="73899"/>
                </a:lnTo>
                <a:lnTo>
                  <a:pt x="227972" y="73486"/>
                </a:lnTo>
                <a:lnTo>
                  <a:pt x="228512" y="73092"/>
                </a:lnTo>
                <a:lnTo>
                  <a:pt x="229063" y="72714"/>
                </a:lnTo>
                <a:lnTo>
                  <a:pt x="229627" y="72353"/>
                </a:lnTo>
                <a:lnTo>
                  <a:pt x="230203" y="72008"/>
                </a:lnTo>
                <a:lnTo>
                  <a:pt x="230792" y="71681"/>
                </a:lnTo>
                <a:lnTo>
                  <a:pt x="231392" y="71370"/>
                </a:lnTo>
                <a:lnTo>
                  <a:pt x="232005" y="71077"/>
                </a:lnTo>
                <a:lnTo>
                  <a:pt x="232630" y="70800"/>
                </a:lnTo>
                <a:lnTo>
                  <a:pt x="233267" y="70539"/>
                </a:lnTo>
                <a:lnTo>
                  <a:pt x="233916" y="70296"/>
                </a:lnTo>
                <a:lnTo>
                  <a:pt x="234578" y="70069"/>
                </a:lnTo>
                <a:lnTo>
                  <a:pt x="235251" y="69859"/>
                </a:lnTo>
                <a:lnTo>
                  <a:pt x="235937" y="69666"/>
                </a:lnTo>
                <a:lnTo>
                  <a:pt x="236635" y="69490"/>
                </a:lnTo>
                <a:lnTo>
                  <a:pt x="237346" y="69330"/>
                </a:lnTo>
                <a:lnTo>
                  <a:pt x="238068" y="69188"/>
                </a:lnTo>
                <a:lnTo>
                  <a:pt x="238803" y="69062"/>
                </a:lnTo>
                <a:lnTo>
                  <a:pt x="239550" y="68953"/>
                </a:lnTo>
                <a:lnTo>
                  <a:pt x="240309" y="68860"/>
                </a:lnTo>
                <a:lnTo>
                  <a:pt x="241080" y="68785"/>
                </a:lnTo>
                <a:lnTo>
                  <a:pt x="241864" y="68726"/>
                </a:lnTo>
                <a:lnTo>
                  <a:pt x="242659" y="68684"/>
                </a:lnTo>
                <a:lnTo>
                  <a:pt x="243467" y="68659"/>
                </a:lnTo>
                <a:lnTo>
                  <a:pt x="244287" y="68650"/>
                </a:lnTo>
                <a:lnTo>
                  <a:pt x="245035" y="68658"/>
                </a:lnTo>
                <a:lnTo>
                  <a:pt x="245770" y="68682"/>
                </a:lnTo>
                <a:lnTo>
                  <a:pt x="246495" y="68721"/>
                </a:lnTo>
                <a:lnTo>
                  <a:pt x="247207" y="68776"/>
                </a:lnTo>
                <a:lnTo>
                  <a:pt x="247908" y="68847"/>
                </a:lnTo>
                <a:lnTo>
                  <a:pt x="248598" y="68934"/>
                </a:lnTo>
                <a:lnTo>
                  <a:pt x="249276" y="69036"/>
                </a:lnTo>
                <a:lnTo>
                  <a:pt x="249942" y="69154"/>
                </a:lnTo>
                <a:lnTo>
                  <a:pt x="250597" y="69288"/>
                </a:lnTo>
                <a:lnTo>
                  <a:pt x="251240" y="69437"/>
                </a:lnTo>
                <a:lnTo>
                  <a:pt x="251872" y="69603"/>
                </a:lnTo>
                <a:lnTo>
                  <a:pt x="252492" y="69784"/>
                </a:lnTo>
                <a:lnTo>
                  <a:pt x="253101" y="69981"/>
                </a:lnTo>
                <a:lnTo>
                  <a:pt x="253698" y="70193"/>
                </a:lnTo>
                <a:lnTo>
                  <a:pt x="254284" y="70421"/>
                </a:lnTo>
                <a:lnTo>
                  <a:pt x="254858" y="70665"/>
                </a:lnTo>
                <a:lnTo>
                  <a:pt x="255420" y="70925"/>
                </a:lnTo>
                <a:lnTo>
                  <a:pt x="255971" y="71201"/>
                </a:lnTo>
                <a:lnTo>
                  <a:pt x="256510" y="71492"/>
                </a:lnTo>
                <a:lnTo>
                  <a:pt x="257038" y="71799"/>
                </a:lnTo>
                <a:lnTo>
                  <a:pt x="257555" y="72121"/>
                </a:lnTo>
                <a:lnTo>
                  <a:pt x="258059" y="72460"/>
                </a:lnTo>
                <a:lnTo>
                  <a:pt x="258552" y="72814"/>
                </a:lnTo>
                <a:lnTo>
                  <a:pt x="259034" y="73184"/>
                </a:lnTo>
                <a:lnTo>
                  <a:pt x="259500" y="73575"/>
                </a:lnTo>
                <a:lnTo>
                  <a:pt x="259946" y="73994"/>
                </a:lnTo>
                <a:lnTo>
                  <a:pt x="260372" y="74439"/>
                </a:lnTo>
                <a:lnTo>
                  <a:pt x="260779" y="74911"/>
                </a:lnTo>
                <a:lnTo>
                  <a:pt x="261166" y="75411"/>
                </a:lnTo>
                <a:lnTo>
                  <a:pt x="261532" y="75937"/>
                </a:lnTo>
                <a:lnTo>
                  <a:pt x="261879" y="76490"/>
                </a:lnTo>
                <a:lnTo>
                  <a:pt x="262207" y="77070"/>
                </a:lnTo>
                <a:lnTo>
                  <a:pt x="262514" y="77678"/>
                </a:lnTo>
                <a:lnTo>
                  <a:pt x="262801" y="78312"/>
                </a:lnTo>
                <a:lnTo>
                  <a:pt x="263069" y="78973"/>
                </a:lnTo>
                <a:lnTo>
                  <a:pt x="263317" y="79661"/>
                </a:lnTo>
                <a:lnTo>
                  <a:pt x="263545" y="80376"/>
                </a:lnTo>
                <a:lnTo>
                  <a:pt x="263753" y="81119"/>
                </a:lnTo>
                <a:lnTo>
                  <a:pt x="263941" y="81888"/>
                </a:lnTo>
                <a:lnTo>
                  <a:pt x="264110" y="82684"/>
                </a:lnTo>
                <a:lnTo>
                  <a:pt x="264259" y="83507"/>
                </a:lnTo>
                <a:lnTo>
                  <a:pt x="264388" y="84357"/>
                </a:lnTo>
                <a:lnTo>
                  <a:pt x="264497" y="85234"/>
                </a:lnTo>
                <a:lnTo>
                  <a:pt x="264586" y="86139"/>
                </a:lnTo>
                <a:lnTo>
                  <a:pt x="264655" y="87070"/>
                </a:lnTo>
                <a:lnTo>
                  <a:pt x="264705" y="88028"/>
                </a:lnTo>
                <a:lnTo>
                  <a:pt x="264735" y="89013"/>
                </a:lnTo>
                <a:lnTo>
                  <a:pt x="264745" y="90025"/>
                </a:lnTo>
                <a:lnTo>
                  <a:pt x="264745" y="96759"/>
                </a:lnTo>
                <a:lnTo>
                  <a:pt x="262736" y="96806"/>
                </a:lnTo>
                <a:lnTo>
                  <a:pt x="260749" y="96861"/>
                </a:lnTo>
                <a:lnTo>
                  <a:pt x="258782" y="96926"/>
                </a:lnTo>
                <a:lnTo>
                  <a:pt x="256836" y="97000"/>
                </a:lnTo>
                <a:lnTo>
                  <a:pt x="254911" y="97083"/>
                </a:lnTo>
                <a:lnTo>
                  <a:pt x="253006" y="97175"/>
                </a:lnTo>
                <a:lnTo>
                  <a:pt x="251122" y="97275"/>
                </a:lnTo>
                <a:lnTo>
                  <a:pt x="249259" y="97385"/>
                </a:lnTo>
                <a:lnTo>
                  <a:pt x="247416" y="97504"/>
                </a:lnTo>
                <a:lnTo>
                  <a:pt x="245594" y="97632"/>
                </a:lnTo>
                <a:lnTo>
                  <a:pt x="243793" y="97769"/>
                </a:lnTo>
                <a:lnTo>
                  <a:pt x="242013" y="97915"/>
                </a:lnTo>
                <a:lnTo>
                  <a:pt x="240253" y="98070"/>
                </a:lnTo>
                <a:lnTo>
                  <a:pt x="238514" y="98234"/>
                </a:lnTo>
                <a:lnTo>
                  <a:pt x="236796" y="98407"/>
                </a:lnTo>
                <a:lnTo>
                  <a:pt x="235098" y="98589"/>
                </a:lnTo>
                <a:lnTo>
                  <a:pt x="233421" y="98780"/>
                </a:lnTo>
                <a:lnTo>
                  <a:pt x="231765" y="98981"/>
                </a:lnTo>
                <a:lnTo>
                  <a:pt x="230129" y="99190"/>
                </a:lnTo>
                <a:lnTo>
                  <a:pt x="228514" y="99408"/>
                </a:lnTo>
                <a:lnTo>
                  <a:pt x="226920" y="99635"/>
                </a:lnTo>
                <a:lnTo>
                  <a:pt x="225347" y="99872"/>
                </a:lnTo>
                <a:lnTo>
                  <a:pt x="223794" y="100117"/>
                </a:lnTo>
                <a:lnTo>
                  <a:pt x="222262" y="100371"/>
                </a:lnTo>
                <a:lnTo>
                  <a:pt x="220754" y="100640"/>
                </a:lnTo>
                <a:lnTo>
                  <a:pt x="219274" y="100928"/>
                </a:lnTo>
                <a:lnTo>
                  <a:pt x="217823" y="101235"/>
                </a:lnTo>
                <a:lnTo>
                  <a:pt x="216400" y="101562"/>
                </a:lnTo>
                <a:lnTo>
                  <a:pt x="215004" y="101908"/>
                </a:lnTo>
                <a:lnTo>
                  <a:pt x="213637" y="102273"/>
                </a:lnTo>
                <a:lnTo>
                  <a:pt x="212298" y="102658"/>
                </a:lnTo>
                <a:lnTo>
                  <a:pt x="210987" y="103062"/>
                </a:lnTo>
                <a:lnTo>
                  <a:pt x="209704" y="103485"/>
                </a:lnTo>
                <a:lnTo>
                  <a:pt x="208450" y="103928"/>
                </a:lnTo>
                <a:lnTo>
                  <a:pt x="207223" y="104390"/>
                </a:lnTo>
                <a:lnTo>
                  <a:pt x="206025" y="104872"/>
                </a:lnTo>
                <a:lnTo>
                  <a:pt x="204854" y="105373"/>
                </a:lnTo>
                <a:lnTo>
                  <a:pt x="203712" y="105893"/>
                </a:lnTo>
                <a:lnTo>
                  <a:pt x="202598" y="106433"/>
                </a:lnTo>
                <a:lnTo>
                  <a:pt x="201512" y="106992"/>
                </a:lnTo>
                <a:lnTo>
                  <a:pt x="200454" y="107570"/>
                </a:lnTo>
                <a:lnTo>
                  <a:pt x="199424" y="108168"/>
                </a:lnTo>
                <a:lnTo>
                  <a:pt x="198422" y="108785"/>
                </a:lnTo>
                <a:lnTo>
                  <a:pt x="197449" y="109421"/>
                </a:lnTo>
                <a:lnTo>
                  <a:pt x="196503" y="110077"/>
                </a:lnTo>
                <a:lnTo>
                  <a:pt x="195586" y="110752"/>
                </a:lnTo>
                <a:lnTo>
                  <a:pt x="194696" y="111447"/>
                </a:lnTo>
                <a:lnTo>
                  <a:pt x="193835" y="112161"/>
                </a:lnTo>
                <a:lnTo>
                  <a:pt x="193006" y="112899"/>
                </a:lnTo>
                <a:lnTo>
                  <a:pt x="192211" y="113666"/>
                </a:lnTo>
                <a:lnTo>
                  <a:pt x="191453" y="114462"/>
                </a:lnTo>
                <a:lnTo>
                  <a:pt x="190729" y="115288"/>
                </a:lnTo>
                <a:lnTo>
                  <a:pt x="190041" y="116143"/>
                </a:lnTo>
                <a:lnTo>
                  <a:pt x="189388" y="117027"/>
                </a:lnTo>
                <a:lnTo>
                  <a:pt x="188770" y="117941"/>
                </a:lnTo>
                <a:lnTo>
                  <a:pt x="188188" y="118883"/>
                </a:lnTo>
                <a:lnTo>
                  <a:pt x="187640" y="119855"/>
                </a:lnTo>
                <a:lnTo>
                  <a:pt x="187129" y="120857"/>
                </a:lnTo>
                <a:lnTo>
                  <a:pt x="186652" y="121887"/>
                </a:lnTo>
                <a:lnTo>
                  <a:pt x="186211" y="122947"/>
                </a:lnTo>
                <a:lnTo>
                  <a:pt x="185805" y="124036"/>
                </a:lnTo>
                <a:lnTo>
                  <a:pt x="185434" y="125155"/>
                </a:lnTo>
                <a:lnTo>
                  <a:pt x="185099" y="126302"/>
                </a:lnTo>
                <a:lnTo>
                  <a:pt x="184799" y="127479"/>
                </a:lnTo>
                <a:lnTo>
                  <a:pt x="184534" y="128685"/>
                </a:lnTo>
                <a:lnTo>
                  <a:pt x="184305" y="129921"/>
                </a:lnTo>
                <a:lnTo>
                  <a:pt x="184111" y="131185"/>
                </a:lnTo>
                <a:lnTo>
                  <a:pt x="183952" y="132479"/>
                </a:lnTo>
                <a:lnTo>
                  <a:pt x="183828" y="133802"/>
                </a:lnTo>
                <a:lnTo>
                  <a:pt x="183740" y="135155"/>
                </a:lnTo>
                <a:lnTo>
                  <a:pt x="183687" y="136537"/>
                </a:lnTo>
                <a:lnTo>
                  <a:pt x="183669" y="137948"/>
                </a:lnTo>
                <a:lnTo>
                  <a:pt x="183679" y="138965"/>
                </a:lnTo>
                <a:lnTo>
                  <a:pt x="183708" y="139968"/>
                </a:lnTo>
                <a:lnTo>
                  <a:pt x="183757" y="140956"/>
                </a:lnTo>
                <a:lnTo>
                  <a:pt x="183825" y="141931"/>
                </a:lnTo>
                <a:lnTo>
                  <a:pt x="183912" y="142891"/>
                </a:lnTo>
                <a:lnTo>
                  <a:pt x="184018" y="143836"/>
                </a:lnTo>
                <a:lnTo>
                  <a:pt x="184145" y="144768"/>
                </a:lnTo>
                <a:lnTo>
                  <a:pt x="184290" y="145685"/>
                </a:lnTo>
                <a:lnTo>
                  <a:pt x="184455" y="146588"/>
                </a:lnTo>
                <a:lnTo>
                  <a:pt x="184639" y="147476"/>
                </a:lnTo>
                <a:lnTo>
                  <a:pt x="184843" y="148351"/>
                </a:lnTo>
                <a:lnTo>
                  <a:pt x="185066" y="149211"/>
                </a:lnTo>
                <a:lnTo>
                  <a:pt x="185308" y="150056"/>
                </a:lnTo>
                <a:lnTo>
                  <a:pt x="185570" y="150888"/>
                </a:lnTo>
                <a:lnTo>
                  <a:pt x="185851" y="151705"/>
                </a:lnTo>
                <a:lnTo>
                  <a:pt x="186152" y="152508"/>
                </a:lnTo>
                <a:lnTo>
                  <a:pt x="186472" y="153296"/>
                </a:lnTo>
                <a:lnTo>
                  <a:pt x="186811" y="154071"/>
                </a:lnTo>
                <a:lnTo>
                  <a:pt x="187170" y="154831"/>
                </a:lnTo>
                <a:lnTo>
                  <a:pt x="187548" y="155576"/>
                </a:lnTo>
                <a:lnTo>
                  <a:pt x="187945" y="156308"/>
                </a:lnTo>
                <a:lnTo>
                  <a:pt x="188362" y="157025"/>
                </a:lnTo>
                <a:lnTo>
                  <a:pt x="188799" y="157728"/>
                </a:lnTo>
                <a:lnTo>
                  <a:pt x="189254" y="158417"/>
                </a:lnTo>
                <a:lnTo>
                  <a:pt x="189726" y="159090"/>
                </a:lnTo>
                <a:lnTo>
                  <a:pt x="190209" y="159750"/>
                </a:lnTo>
                <a:lnTo>
                  <a:pt x="190704" y="160396"/>
                </a:lnTo>
                <a:lnTo>
                  <a:pt x="191212" y="161027"/>
                </a:lnTo>
                <a:lnTo>
                  <a:pt x="191731" y="161643"/>
                </a:lnTo>
                <a:lnTo>
                  <a:pt x="192262" y="162246"/>
                </a:lnTo>
                <a:lnTo>
                  <a:pt x="192806" y="162834"/>
                </a:lnTo>
                <a:lnTo>
                  <a:pt x="193361" y="163408"/>
                </a:lnTo>
                <a:lnTo>
                  <a:pt x="193928" y="163967"/>
                </a:lnTo>
                <a:lnTo>
                  <a:pt x="194508" y="164513"/>
                </a:lnTo>
                <a:lnTo>
                  <a:pt x="195099" y="165044"/>
                </a:lnTo>
                <a:lnTo>
                  <a:pt x="195702" y="165560"/>
                </a:lnTo>
                <a:lnTo>
                  <a:pt x="196317" y="166063"/>
                </a:lnTo>
                <a:lnTo>
                  <a:pt x="196944" y="166551"/>
                </a:lnTo>
                <a:lnTo>
                  <a:pt x="197584" y="167025"/>
                </a:lnTo>
                <a:lnTo>
                  <a:pt x="198235" y="167484"/>
                </a:lnTo>
                <a:lnTo>
                  <a:pt x="198898" y="167929"/>
                </a:lnTo>
                <a:lnTo>
                  <a:pt x="199573" y="168360"/>
                </a:lnTo>
                <a:lnTo>
                  <a:pt x="200260" y="168777"/>
                </a:lnTo>
                <a:lnTo>
                  <a:pt x="200959" y="169179"/>
                </a:lnTo>
                <a:lnTo>
                  <a:pt x="201670" y="169567"/>
                </a:lnTo>
                <a:lnTo>
                  <a:pt x="202393" y="169941"/>
                </a:lnTo>
                <a:lnTo>
                  <a:pt x="203128" y="170300"/>
                </a:lnTo>
                <a:lnTo>
                  <a:pt x="203875" y="170645"/>
                </a:lnTo>
                <a:lnTo>
                  <a:pt x="204631" y="170976"/>
                </a:lnTo>
                <a:lnTo>
                  <a:pt x="205391" y="171293"/>
                </a:lnTo>
                <a:lnTo>
                  <a:pt x="206156" y="171596"/>
                </a:lnTo>
                <a:lnTo>
                  <a:pt x="206926" y="171884"/>
                </a:lnTo>
                <a:lnTo>
                  <a:pt x="207700" y="172159"/>
                </a:lnTo>
                <a:lnTo>
                  <a:pt x="208480" y="172419"/>
                </a:lnTo>
                <a:lnTo>
                  <a:pt x="209264" y="172666"/>
                </a:lnTo>
                <a:lnTo>
                  <a:pt x="210053" y="172898"/>
                </a:lnTo>
                <a:lnTo>
                  <a:pt x="210847" y="173116"/>
                </a:lnTo>
                <a:lnTo>
                  <a:pt x="211645" y="173321"/>
                </a:lnTo>
                <a:lnTo>
                  <a:pt x="212449" y="173511"/>
                </a:lnTo>
                <a:lnTo>
                  <a:pt x="213257" y="173687"/>
                </a:lnTo>
                <a:lnTo>
                  <a:pt x="214070" y="173849"/>
                </a:lnTo>
                <a:lnTo>
                  <a:pt x="214887" y="173997"/>
                </a:lnTo>
                <a:lnTo>
                  <a:pt x="215710" y="174130"/>
                </a:lnTo>
                <a:lnTo>
                  <a:pt x="216537" y="174250"/>
                </a:lnTo>
                <a:lnTo>
                  <a:pt x="217369" y="174356"/>
                </a:lnTo>
                <a:lnTo>
                  <a:pt x="218206" y="174447"/>
                </a:lnTo>
                <a:lnTo>
                  <a:pt x="219048" y="174525"/>
                </a:lnTo>
                <a:lnTo>
                  <a:pt x="219895" y="174588"/>
                </a:lnTo>
                <a:lnTo>
                  <a:pt x="220746" y="174637"/>
                </a:lnTo>
                <a:lnTo>
                  <a:pt x="221602" y="174672"/>
                </a:lnTo>
                <a:lnTo>
                  <a:pt x="222463" y="174694"/>
                </a:lnTo>
                <a:lnTo>
                  <a:pt x="223328" y="174701"/>
                </a:lnTo>
                <a:lnTo>
                  <a:pt x="224442" y="174693"/>
                </a:lnTo>
                <a:lnTo>
                  <a:pt x="225545" y="174669"/>
                </a:lnTo>
                <a:lnTo>
                  <a:pt x="226637" y="174629"/>
                </a:lnTo>
                <a:lnTo>
                  <a:pt x="227718" y="174573"/>
                </a:lnTo>
                <a:lnTo>
                  <a:pt x="228788" y="174502"/>
                </a:lnTo>
                <a:close/>
                <a:moveTo>
                  <a:pt x="231180" y="151692"/>
                </a:moveTo>
                <a:lnTo>
                  <a:pt x="230596" y="151619"/>
                </a:lnTo>
                <a:lnTo>
                  <a:pt x="230022" y="151532"/>
                </a:lnTo>
                <a:lnTo>
                  <a:pt x="229457" y="151432"/>
                </a:lnTo>
                <a:lnTo>
                  <a:pt x="228903" y="151318"/>
                </a:lnTo>
                <a:lnTo>
                  <a:pt x="228358" y="151192"/>
                </a:lnTo>
                <a:lnTo>
                  <a:pt x="227823" y="151052"/>
                </a:lnTo>
                <a:lnTo>
                  <a:pt x="227297" y="150898"/>
                </a:lnTo>
                <a:lnTo>
                  <a:pt x="226782" y="150731"/>
                </a:lnTo>
                <a:lnTo>
                  <a:pt x="226276" y="150551"/>
                </a:lnTo>
                <a:lnTo>
                  <a:pt x="225781" y="150358"/>
                </a:lnTo>
                <a:lnTo>
                  <a:pt x="225295" y="150151"/>
                </a:lnTo>
                <a:lnTo>
                  <a:pt x="224818" y="149931"/>
                </a:lnTo>
                <a:lnTo>
                  <a:pt x="224352" y="149697"/>
                </a:lnTo>
                <a:lnTo>
                  <a:pt x="223895" y="149450"/>
                </a:lnTo>
                <a:lnTo>
                  <a:pt x="223449" y="149190"/>
                </a:lnTo>
                <a:lnTo>
                  <a:pt x="223012" y="148916"/>
                </a:lnTo>
                <a:lnTo>
                  <a:pt x="222585" y="148629"/>
                </a:lnTo>
                <a:lnTo>
                  <a:pt x="222167" y="148329"/>
                </a:lnTo>
                <a:lnTo>
                  <a:pt x="221760" y="148015"/>
                </a:lnTo>
                <a:lnTo>
                  <a:pt x="221365" y="147688"/>
                </a:lnTo>
                <a:lnTo>
                  <a:pt x="220988" y="147346"/>
                </a:lnTo>
                <a:lnTo>
                  <a:pt x="220627" y="146990"/>
                </a:lnTo>
                <a:lnTo>
                  <a:pt x="220283" y="146620"/>
                </a:lnTo>
                <a:lnTo>
                  <a:pt x="219956" y="146236"/>
                </a:lnTo>
                <a:lnTo>
                  <a:pt x="219646" y="145837"/>
                </a:lnTo>
                <a:lnTo>
                  <a:pt x="219352" y="145424"/>
                </a:lnTo>
                <a:lnTo>
                  <a:pt x="219075" y="144997"/>
                </a:lnTo>
                <a:lnTo>
                  <a:pt x="218815" y="144556"/>
                </a:lnTo>
                <a:lnTo>
                  <a:pt x="218572" y="144100"/>
                </a:lnTo>
                <a:lnTo>
                  <a:pt x="218345" y="143630"/>
                </a:lnTo>
                <a:lnTo>
                  <a:pt x="218136" y="143146"/>
                </a:lnTo>
                <a:lnTo>
                  <a:pt x="217943" y="142648"/>
                </a:lnTo>
                <a:lnTo>
                  <a:pt x="217767" y="142135"/>
                </a:lnTo>
                <a:lnTo>
                  <a:pt x="217607" y="141609"/>
                </a:lnTo>
                <a:lnTo>
                  <a:pt x="217465" y="141067"/>
                </a:lnTo>
                <a:lnTo>
                  <a:pt x="217339" y="140512"/>
                </a:lnTo>
                <a:lnTo>
                  <a:pt x="217230" y="139943"/>
                </a:lnTo>
                <a:lnTo>
                  <a:pt x="217137" y="139359"/>
                </a:lnTo>
                <a:lnTo>
                  <a:pt x="217062" y="138761"/>
                </a:lnTo>
                <a:lnTo>
                  <a:pt x="217003" y="138148"/>
                </a:lnTo>
                <a:lnTo>
                  <a:pt x="216961" y="137522"/>
                </a:lnTo>
                <a:lnTo>
                  <a:pt x="216936" y="136881"/>
                </a:lnTo>
                <a:lnTo>
                  <a:pt x="216928" y="136226"/>
                </a:lnTo>
                <a:lnTo>
                  <a:pt x="216946" y="135318"/>
                </a:lnTo>
                <a:lnTo>
                  <a:pt x="217001" y="134431"/>
                </a:lnTo>
                <a:lnTo>
                  <a:pt x="217092" y="133566"/>
                </a:lnTo>
                <a:lnTo>
                  <a:pt x="217221" y="132721"/>
                </a:lnTo>
                <a:lnTo>
                  <a:pt x="217385" y="131898"/>
                </a:lnTo>
                <a:lnTo>
                  <a:pt x="217587" y="131096"/>
                </a:lnTo>
                <a:lnTo>
                  <a:pt x="217825" y="130315"/>
                </a:lnTo>
                <a:lnTo>
                  <a:pt x="218099" y="129555"/>
                </a:lnTo>
                <a:lnTo>
                  <a:pt x="218410" y="128816"/>
                </a:lnTo>
                <a:lnTo>
                  <a:pt x="218758" y="128099"/>
                </a:lnTo>
                <a:lnTo>
                  <a:pt x="219142" y="127402"/>
                </a:lnTo>
                <a:lnTo>
                  <a:pt x="219563" y="126727"/>
                </a:lnTo>
                <a:lnTo>
                  <a:pt x="220021" y="126073"/>
                </a:lnTo>
                <a:lnTo>
                  <a:pt x="220515" y="125440"/>
                </a:lnTo>
                <a:lnTo>
                  <a:pt x="221046" y="124828"/>
                </a:lnTo>
                <a:lnTo>
                  <a:pt x="221613" y="124237"/>
                </a:lnTo>
                <a:lnTo>
                  <a:pt x="222217" y="123667"/>
                </a:lnTo>
                <a:lnTo>
                  <a:pt x="222858" y="123119"/>
                </a:lnTo>
                <a:lnTo>
                  <a:pt x="223535" y="122591"/>
                </a:lnTo>
                <a:lnTo>
                  <a:pt x="224249" y="122085"/>
                </a:lnTo>
                <a:lnTo>
                  <a:pt x="224999" y="121600"/>
                </a:lnTo>
                <a:lnTo>
                  <a:pt x="225786" y="121136"/>
                </a:lnTo>
                <a:lnTo>
                  <a:pt x="226610" y="120693"/>
                </a:lnTo>
                <a:lnTo>
                  <a:pt x="227470" y="120271"/>
                </a:lnTo>
                <a:lnTo>
                  <a:pt x="228376" y="119869"/>
                </a:lnTo>
                <a:lnTo>
                  <a:pt x="229337" y="119482"/>
                </a:lnTo>
                <a:lnTo>
                  <a:pt x="230353" y="119113"/>
                </a:lnTo>
                <a:lnTo>
                  <a:pt x="231423" y="118760"/>
                </a:lnTo>
                <a:lnTo>
                  <a:pt x="232549" y="118424"/>
                </a:lnTo>
                <a:lnTo>
                  <a:pt x="233730" y="118105"/>
                </a:lnTo>
                <a:lnTo>
                  <a:pt x="234965" y="117802"/>
                </a:lnTo>
                <a:lnTo>
                  <a:pt x="236255" y="117516"/>
                </a:lnTo>
                <a:lnTo>
                  <a:pt x="237601" y="117247"/>
                </a:lnTo>
                <a:lnTo>
                  <a:pt x="239001" y="116994"/>
                </a:lnTo>
                <a:lnTo>
                  <a:pt x="240456" y="116758"/>
                </a:lnTo>
                <a:lnTo>
                  <a:pt x="241966" y="116539"/>
                </a:lnTo>
                <a:lnTo>
                  <a:pt x="243531" y="116336"/>
                </a:lnTo>
                <a:lnTo>
                  <a:pt x="245150" y="116150"/>
                </a:lnTo>
                <a:lnTo>
                  <a:pt x="246825" y="115981"/>
                </a:lnTo>
                <a:lnTo>
                  <a:pt x="248555" y="115828"/>
                </a:lnTo>
                <a:lnTo>
                  <a:pt x="250339" y="115692"/>
                </a:lnTo>
                <a:lnTo>
                  <a:pt x="252178" y="115573"/>
                </a:lnTo>
                <a:lnTo>
                  <a:pt x="254073" y="115471"/>
                </a:lnTo>
                <a:lnTo>
                  <a:pt x="256022" y="115385"/>
                </a:lnTo>
                <a:lnTo>
                  <a:pt x="258026" y="115316"/>
                </a:lnTo>
                <a:lnTo>
                  <a:pt x="260085" y="115263"/>
                </a:lnTo>
                <a:lnTo>
                  <a:pt x="262199" y="115227"/>
                </a:lnTo>
                <a:lnTo>
                  <a:pt x="264368" y="115208"/>
                </a:lnTo>
                <a:lnTo>
                  <a:pt x="264368" y="135457"/>
                </a:lnTo>
                <a:lnTo>
                  <a:pt x="263965" y="135989"/>
                </a:lnTo>
                <a:lnTo>
                  <a:pt x="263551" y="136515"/>
                </a:lnTo>
                <a:lnTo>
                  <a:pt x="263126" y="137036"/>
                </a:lnTo>
                <a:lnTo>
                  <a:pt x="262689" y="137553"/>
                </a:lnTo>
                <a:lnTo>
                  <a:pt x="262242" y="138065"/>
                </a:lnTo>
                <a:lnTo>
                  <a:pt x="261783" y="138572"/>
                </a:lnTo>
                <a:lnTo>
                  <a:pt x="261314" y="139074"/>
                </a:lnTo>
                <a:lnTo>
                  <a:pt x="260833" y="139571"/>
                </a:lnTo>
                <a:lnTo>
                  <a:pt x="260341" y="140063"/>
                </a:lnTo>
                <a:lnTo>
                  <a:pt x="259838" y="140551"/>
                </a:lnTo>
                <a:lnTo>
                  <a:pt x="259324" y="141033"/>
                </a:lnTo>
                <a:lnTo>
                  <a:pt x="258799" y="141511"/>
                </a:lnTo>
                <a:lnTo>
                  <a:pt x="258262" y="141984"/>
                </a:lnTo>
                <a:lnTo>
                  <a:pt x="257715" y="142452"/>
                </a:lnTo>
                <a:lnTo>
                  <a:pt x="257156" y="142915"/>
                </a:lnTo>
                <a:lnTo>
                  <a:pt x="256587" y="143373"/>
                </a:lnTo>
                <a:lnTo>
                  <a:pt x="256006" y="143826"/>
                </a:lnTo>
                <a:lnTo>
                  <a:pt x="255414" y="144274"/>
                </a:lnTo>
                <a:lnTo>
                  <a:pt x="254811" y="144718"/>
                </a:lnTo>
                <a:lnTo>
                  <a:pt x="254197" y="145157"/>
                </a:lnTo>
                <a:lnTo>
                  <a:pt x="253572" y="145590"/>
                </a:lnTo>
                <a:lnTo>
                  <a:pt x="252935" y="146019"/>
                </a:lnTo>
                <a:lnTo>
                  <a:pt x="252288" y="146443"/>
                </a:lnTo>
                <a:lnTo>
                  <a:pt x="251629" y="146862"/>
                </a:lnTo>
                <a:lnTo>
                  <a:pt x="250963" y="147270"/>
                </a:lnTo>
                <a:lnTo>
                  <a:pt x="250291" y="147660"/>
                </a:lnTo>
                <a:lnTo>
                  <a:pt x="249615" y="148033"/>
                </a:lnTo>
                <a:lnTo>
                  <a:pt x="248933" y="148389"/>
                </a:lnTo>
                <a:lnTo>
                  <a:pt x="248246" y="148727"/>
                </a:lnTo>
                <a:lnTo>
                  <a:pt x="247554" y="149048"/>
                </a:lnTo>
                <a:lnTo>
                  <a:pt x="246858" y="149352"/>
                </a:lnTo>
                <a:lnTo>
                  <a:pt x="246156" y="149638"/>
                </a:lnTo>
                <a:lnTo>
                  <a:pt x="245449" y="149907"/>
                </a:lnTo>
                <a:lnTo>
                  <a:pt x="244738" y="150159"/>
                </a:lnTo>
                <a:lnTo>
                  <a:pt x="244021" y="150393"/>
                </a:lnTo>
                <a:lnTo>
                  <a:pt x="243299" y="150610"/>
                </a:lnTo>
                <a:lnTo>
                  <a:pt x="242572" y="150809"/>
                </a:lnTo>
                <a:lnTo>
                  <a:pt x="241841" y="150991"/>
                </a:lnTo>
                <a:lnTo>
                  <a:pt x="241104" y="151156"/>
                </a:lnTo>
                <a:lnTo>
                  <a:pt x="240362" y="151304"/>
                </a:lnTo>
                <a:lnTo>
                  <a:pt x="239615" y="151434"/>
                </a:lnTo>
                <a:lnTo>
                  <a:pt x="238863" y="151547"/>
                </a:lnTo>
                <a:lnTo>
                  <a:pt x="238107" y="151642"/>
                </a:lnTo>
                <a:lnTo>
                  <a:pt x="237345" y="151720"/>
                </a:lnTo>
                <a:lnTo>
                  <a:pt x="236578" y="151781"/>
                </a:lnTo>
                <a:lnTo>
                  <a:pt x="235806" y="151824"/>
                </a:lnTo>
                <a:lnTo>
                  <a:pt x="235029" y="151850"/>
                </a:lnTo>
                <a:lnTo>
                  <a:pt x="234247" y="151859"/>
                </a:lnTo>
                <a:lnTo>
                  <a:pt x="233614" y="151852"/>
                </a:lnTo>
                <a:lnTo>
                  <a:pt x="232991" y="151832"/>
                </a:lnTo>
                <a:lnTo>
                  <a:pt x="232377" y="151799"/>
                </a:lnTo>
                <a:lnTo>
                  <a:pt x="231774" y="151752"/>
                </a:lnTo>
                <a:lnTo>
                  <a:pt x="231180" y="151692"/>
                </a:lnTo>
                <a:close/>
                <a:moveTo>
                  <a:pt x="624221" y="174494"/>
                </a:moveTo>
                <a:lnTo>
                  <a:pt x="625532" y="174402"/>
                </a:lnTo>
                <a:lnTo>
                  <a:pt x="626828" y="174295"/>
                </a:lnTo>
                <a:lnTo>
                  <a:pt x="628109" y="174171"/>
                </a:lnTo>
                <a:lnTo>
                  <a:pt x="629376" y="174030"/>
                </a:lnTo>
                <a:lnTo>
                  <a:pt x="630629" y="173873"/>
                </a:lnTo>
                <a:lnTo>
                  <a:pt x="631866" y="173699"/>
                </a:lnTo>
                <a:lnTo>
                  <a:pt x="633089" y="173508"/>
                </a:lnTo>
                <a:lnTo>
                  <a:pt x="634298" y="173301"/>
                </a:lnTo>
                <a:lnTo>
                  <a:pt x="635492" y="173078"/>
                </a:lnTo>
                <a:lnTo>
                  <a:pt x="636671" y="172838"/>
                </a:lnTo>
                <a:lnTo>
                  <a:pt x="637836" y="172581"/>
                </a:lnTo>
                <a:lnTo>
                  <a:pt x="638986" y="172308"/>
                </a:lnTo>
                <a:lnTo>
                  <a:pt x="640121" y="172018"/>
                </a:lnTo>
                <a:lnTo>
                  <a:pt x="641242" y="171712"/>
                </a:lnTo>
                <a:lnTo>
                  <a:pt x="642349" y="171389"/>
                </a:lnTo>
                <a:lnTo>
                  <a:pt x="643440" y="171049"/>
                </a:lnTo>
                <a:lnTo>
                  <a:pt x="644518" y="170693"/>
                </a:lnTo>
                <a:lnTo>
                  <a:pt x="645580" y="170321"/>
                </a:lnTo>
                <a:lnTo>
                  <a:pt x="646628" y="169931"/>
                </a:lnTo>
                <a:lnTo>
                  <a:pt x="647659" y="169526"/>
                </a:lnTo>
                <a:lnTo>
                  <a:pt x="648673" y="169103"/>
                </a:lnTo>
                <a:lnTo>
                  <a:pt x="649668" y="168663"/>
                </a:lnTo>
                <a:lnTo>
                  <a:pt x="650644" y="168206"/>
                </a:lnTo>
                <a:lnTo>
                  <a:pt x="651602" y="167732"/>
                </a:lnTo>
                <a:lnTo>
                  <a:pt x="652542" y="167241"/>
                </a:lnTo>
                <a:lnTo>
                  <a:pt x="653464" y="166733"/>
                </a:lnTo>
                <a:lnTo>
                  <a:pt x="654367" y="166208"/>
                </a:lnTo>
                <a:lnTo>
                  <a:pt x="655252" y="165666"/>
                </a:lnTo>
                <a:lnTo>
                  <a:pt x="656119" y="165107"/>
                </a:lnTo>
                <a:lnTo>
                  <a:pt x="656968" y="164532"/>
                </a:lnTo>
                <a:lnTo>
                  <a:pt x="657798" y="163939"/>
                </a:lnTo>
                <a:lnTo>
                  <a:pt x="658610" y="163329"/>
                </a:lnTo>
                <a:lnTo>
                  <a:pt x="659403" y="162702"/>
                </a:lnTo>
                <a:lnTo>
                  <a:pt x="660178" y="162058"/>
                </a:lnTo>
                <a:lnTo>
                  <a:pt x="660935" y="161397"/>
                </a:lnTo>
                <a:lnTo>
                  <a:pt x="661674" y="160719"/>
                </a:lnTo>
                <a:lnTo>
                  <a:pt x="662394" y="160025"/>
                </a:lnTo>
                <a:lnTo>
                  <a:pt x="663096" y="159313"/>
                </a:lnTo>
                <a:lnTo>
                  <a:pt x="663780" y="158584"/>
                </a:lnTo>
                <a:lnTo>
                  <a:pt x="664446" y="157838"/>
                </a:lnTo>
                <a:lnTo>
                  <a:pt x="665093" y="157075"/>
                </a:lnTo>
                <a:lnTo>
                  <a:pt x="665721" y="156295"/>
                </a:lnTo>
                <a:lnTo>
                  <a:pt x="666332" y="155499"/>
                </a:lnTo>
                <a:lnTo>
                  <a:pt x="666922" y="154685"/>
                </a:lnTo>
                <a:lnTo>
                  <a:pt x="667489" y="153854"/>
                </a:lnTo>
                <a:lnTo>
                  <a:pt x="668033" y="153007"/>
                </a:lnTo>
                <a:lnTo>
                  <a:pt x="668554" y="152143"/>
                </a:lnTo>
                <a:lnTo>
                  <a:pt x="669053" y="151262"/>
                </a:lnTo>
                <a:lnTo>
                  <a:pt x="669528" y="150365"/>
                </a:lnTo>
                <a:lnTo>
                  <a:pt x="669981" y="149450"/>
                </a:lnTo>
                <a:lnTo>
                  <a:pt x="670411" y="148519"/>
                </a:lnTo>
                <a:lnTo>
                  <a:pt x="670818" y="147571"/>
                </a:lnTo>
                <a:lnTo>
                  <a:pt x="671202" y="146607"/>
                </a:lnTo>
                <a:lnTo>
                  <a:pt x="671563" y="145625"/>
                </a:lnTo>
                <a:lnTo>
                  <a:pt x="671901" y="144627"/>
                </a:lnTo>
                <a:lnTo>
                  <a:pt x="672217" y="143612"/>
                </a:lnTo>
                <a:lnTo>
                  <a:pt x="672509" y="142580"/>
                </a:lnTo>
                <a:lnTo>
                  <a:pt x="672779" y="141531"/>
                </a:lnTo>
                <a:lnTo>
                  <a:pt x="673026" y="140466"/>
                </a:lnTo>
                <a:lnTo>
                  <a:pt x="673249" y="139384"/>
                </a:lnTo>
                <a:lnTo>
                  <a:pt x="673450" y="138285"/>
                </a:lnTo>
                <a:lnTo>
                  <a:pt x="673629" y="137169"/>
                </a:lnTo>
                <a:lnTo>
                  <a:pt x="673784" y="136037"/>
                </a:lnTo>
                <a:lnTo>
                  <a:pt x="673916" y="134888"/>
                </a:lnTo>
                <a:lnTo>
                  <a:pt x="674026" y="133722"/>
                </a:lnTo>
                <a:lnTo>
                  <a:pt x="674112" y="132539"/>
                </a:lnTo>
                <a:lnTo>
                  <a:pt x="674176" y="131339"/>
                </a:lnTo>
                <a:lnTo>
                  <a:pt x="641420" y="131339"/>
                </a:lnTo>
                <a:lnTo>
                  <a:pt x="641398" y="132128"/>
                </a:lnTo>
                <a:lnTo>
                  <a:pt x="641354" y="132901"/>
                </a:lnTo>
                <a:lnTo>
                  <a:pt x="641288" y="133658"/>
                </a:lnTo>
                <a:lnTo>
                  <a:pt x="641200" y="134398"/>
                </a:lnTo>
                <a:lnTo>
                  <a:pt x="641090" y="135122"/>
                </a:lnTo>
                <a:lnTo>
                  <a:pt x="640957" y="135829"/>
                </a:lnTo>
                <a:lnTo>
                  <a:pt x="640802" y="136520"/>
                </a:lnTo>
                <a:lnTo>
                  <a:pt x="640625" y="137194"/>
                </a:lnTo>
                <a:lnTo>
                  <a:pt x="640425" y="137852"/>
                </a:lnTo>
                <a:lnTo>
                  <a:pt x="640204" y="138494"/>
                </a:lnTo>
                <a:lnTo>
                  <a:pt x="639960" y="139119"/>
                </a:lnTo>
                <a:lnTo>
                  <a:pt x="639694" y="139728"/>
                </a:lnTo>
                <a:lnTo>
                  <a:pt x="639406" y="140321"/>
                </a:lnTo>
                <a:lnTo>
                  <a:pt x="639095" y="140897"/>
                </a:lnTo>
                <a:lnTo>
                  <a:pt x="638762" y="141457"/>
                </a:lnTo>
                <a:lnTo>
                  <a:pt x="638408" y="142000"/>
                </a:lnTo>
                <a:lnTo>
                  <a:pt x="638030" y="142527"/>
                </a:lnTo>
                <a:lnTo>
                  <a:pt x="637631" y="143037"/>
                </a:lnTo>
                <a:lnTo>
                  <a:pt x="637209" y="143532"/>
                </a:lnTo>
                <a:lnTo>
                  <a:pt x="636766" y="144009"/>
                </a:lnTo>
                <a:lnTo>
                  <a:pt x="636299" y="144471"/>
                </a:lnTo>
                <a:lnTo>
                  <a:pt x="635811" y="144916"/>
                </a:lnTo>
                <a:lnTo>
                  <a:pt x="635301" y="145344"/>
                </a:lnTo>
                <a:lnTo>
                  <a:pt x="634768" y="145756"/>
                </a:lnTo>
                <a:lnTo>
                  <a:pt x="634217" y="146152"/>
                </a:lnTo>
                <a:lnTo>
                  <a:pt x="633651" y="146531"/>
                </a:lnTo>
                <a:lnTo>
                  <a:pt x="633070" y="146893"/>
                </a:lnTo>
                <a:lnTo>
                  <a:pt x="632474" y="147238"/>
                </a:lnTo>
                <a:lnTo>
                  <a:pt x="631864" y="147566"/>
                </a:lnTo>
                <a:lnTo>
                  <a:pt x="631238" y="147877"/>
                </a:lnTo>
                <a:lnTo>
                  <a:pt x="630598" y="148172"/>
                </a:lnTo>
                <a:lnTo>
                  <a:pt x="629943" y="148449"/>
                </a:lnTo>
                <a:lnTo>
                  <a:pt x="629273" y="148710"/>
                </a:lnTo>
                <a:lnTo>
                  <a:pt x="628589" y="148954"/>
                </a:lnTo>
                <a:lnTo>
                  <a:pt x="627889" y="149182"/>
                </a:lnTo>
                <a:lnTo>
                  <a:pt x="627175" y="149392"/>
                </a:lnTo>
                <a:lnTo>
                  <a:pt x="626446" y="149586"/>
                </a:lnTo>
                <a:lnTo>
                  <a:pt x="625702" y="149762"/>
                </a:lnTo>
                <a:lnTo>
                  <a:pt x="624943" y="149922"/>
                </a:lnTo>
                <a:lnTo>
                  <a:pt x="624170" y="150065"/>
                </a:lnTo>
                <a:lnTo>
                  <a:pt x="623382" y="150192"/>
                </a:lnTo>
                <a:lnTo>
                  <a:pt x="622578" y="150301"/>
                </a:lnTo>
                <a:lnTo>
                  <a:pt x="621760" y="150394"/>
                </a:lnTo>
                <a:lnTo>
                  <a:pt x="620928" y="150469"/>
                </a:lnTo>
                <a:lnTo>
                  <a:pt x="620080" y="150528"/>
                </a:lnTo>
                <a:lnTo>
                  <a:pt x="619218" y="150570"/>
                </a:lnTo>
                <a:lnTo>
                  <a:pt x="618341" y="150596"/>
                </a:lnTo>
                <a:lnTo>
                  <a:pt x="617448" y="150604"/>
                </a:lnTo>
                <a:lnTo>
                  <a:pt x="616587" y="150596"/>
                </a:lnTo>
                <a:lnTo>
                  <a:pt x="615740" y="150571"/>
                </a:lnTo>
                <a:lnTo>
                  <a:pt x="614907" y="150531"/>
                </a:lnTo>
                <a:lnTo>
                  <a:pt x="614088" y="150474"/>
                </a:lnTo>
                <a:lnTo>
                  <a:pt x="613282" y="150401"/>
                </a:lnTo>
                <a:lnTo>
                  <a:pt x="612491" y="150311"/>
                </a:lnTo>
                <a:lnTo>
                  <a:pt x="611714" y="150206"/>
                </a:lnTo>
                <a:lnTo>
                  <a:pt x="610950" y="150084"/>
                </a:lnTo>
                <a:lnTo>
                  <a:pt x="610201" y="149945"/>
                </a:lnTo>
                <a:lnTo>
                  <a:pt x="609465" y="149791"/>
                </a:lnTo>
                <a:lnTo>
                  <a:pt x="608743" y="149620"/>
                </a:lnTo>
                <a:lnTo>
                  <a:pt x="608036" y="149433"/>
                </a:lnTo>
                <a:lnTo>
                  <a:pt x="607342" y="149230"/>
                </a:lnTo>
                <a:lnTo>
                  <a:pt x="606662" y="149010"/>
                </a:lnTo>
                <a:lnTo>
                  <a:pt x="605996" y="148775"/>
                </a:lnTo>
                <a:lnTo>
                  <a:pt x="605344" y="148523"/>
                </a:lnTo>
                <a:lnTo>
                  <a:pt x="604706" y="148254"/>
                </a:lnTo>
                <a:lnTo>
                  <a:pt x="604082" y="147970"/>
                </a:lnTo>
                <a:lnTo>
                  <a:pt x="603472" y="147669"/>
                </a:lnTo>
                <a:lnTo>
                  <a:pt x="602876" y="147352"/>
                </a:lnTo>
                <a:lnTo>
                  <a:pt x="602294" y="147019"/>
                </a:lnTo>
                <a:lnTo>
                  <a:pt x="601726" y="146669"/>
                </a:lnTo>
                <a:lnTo>
                  <a:pt x="601171" y="146303"/>
                </a:lnTo>
                <a:lnTo>
                  <a:pt x="600631" y="145921"/>
                </a:lnTo>
                <a:lnTo>
                  <a:pt x="600104" y="145525"/>
                </a:lnTo>
                <a:lnTo>
                  <a:pt x="599588" y="145119"/>
                </a:lnTo>
                <a:lnTo>
                  <a:pt x="599085" y="144702"/>
                </a:lnTo>
                <a:lnTo>
                  <a:pt x="598593" y="144275"/>
                </a:lnTo>
                <a:lnTo>
                  <a:pt x="598114" y="143837"/>
                </a:lnTo>
                <a:lnTo>
                  <a:pt x="597646" y="143389"/>
                </a:lnTo>
                <a:lnTo>
                  <a:pt x="597191" y="142931"/>
                </a:lnTo>
                <a:lnTo>
                  <a:pt x="596747" y="142461"/>
                </a:lnTo>
                <a:lnTo>
                  <a:pt x="596316" y="141982"/>
                </a:lnTo>
                <a:lnTo>
                  <a:pt x="595896" y="141492"/>
                </a:lnTo>
                <a:lnTo>
                  <a:pt x="595489" y="140991"/>
                </a:lnTo>
                <a:lnTo>
                  <a:pt x="595093" y="140480"/>
                </a:lnTo>
                <a:lnTo>
                  <a:pt x="594710" y="139959"/>
                </a:lnTo>
                <a:lnTo>
                  <a:pt x="594338" y="139427"/>
                </a:lnTo>
                <a:lnTo>
                  <a:pt x="593978" y="138885"/>
                </a:lnTo>
                <a:lnTo>
                  <a:pt x="593631" y="138332"/>
                </a:lnTo>
                <a:lnTo>
                  <a:pt x="593295" y="137768"/>
                </a:lnTo>
                <a:lnTo>
                  <a:pt x="592971" y="137194"/>
                </a:lnTo>
                <a:lnTo>
                  <a:pt x="592660" y="136610"/>
                </a:lnTo>
                <a:lnTo>
                  <a:pt x="592360" y="136015"/>
                </a:lnTo>
                <a:lnTo>
                  <a:pt x="592072" y="135410"/>
                </a:lnTo>
                <a:lnTo>
                  <a:pt x="591797" y="134794"/>
                </a:lnTo>
                <a:lnTo>
                  <a:pt x="591533" y="134168"/>
                </a:lnTo>
                <a:lnTo>
                  <a:pt x="591281" y="133532"/>
                </a:lnTo>
                <a:lnTo>
                  <a:pt x="591040" y="132888"/>
                </a:lnTo>
                <a:lnTo>
                  <a:pt x="590808" y="132240"/>
                </a:lnTo>
                <a:lnTo>
                  <a:pt x="590586" y="131588"/>
                </a:lnTo>
                <a:lnTo>
                  <a:pt x="590373" y="130932"/>
                </a:lnTo>
                <a:lnTo>
                  <a:pt x="590169" y="130272"/>
                </a:lnTo>
                <a:lnTo>
                  <a:pt x="589975" y="129608"/>
                </a:lnTo>
                <a:lnTo>
                  <a:pt x="589790" y="128940"/>
                </a:lnTo>
                <a:lnTo>
                  <a:pt x="589615" y="128268"/>
                </a:lnTo>
                <a:lnTo>
                  <a:pt x="589449" y="127592"/>
                </a:lnTo>
                <a:lnTo>
                  <a:pt x="589292" y="126912"/>
                </a:lnTo>
                <a:lnTo>
                  <a:pt x="589144" y="126228"/>
                </a:lnTo>
                <a:lnTo>
                  <a:pt x="589006" y="125540"/>
                </a:lnTo>
                <a:lnTo>
                  <a:pt x="588878" y="124847"/>
                </a:lnTo>
                <a:lnTo>
                  <a:pt x="588758" y="124151"/>
                </a:lnTo>
                <a:lnTo>
                  <a:pt x="588648" y="123451"/>
                </a:lnTo>
                <a:lnTo>
                  <a:pt x="588548" y="122747"/>
                </a:lnTo>
                <a:lnTo>
                  <a:pt x="588457" y="122039"/>
                </a:lnTo>
                <a:lnTo>
                  <a:pt x="588375" y="121327"/>
                </a:lnTo>
                <a:lnTo>
                  <a:pt x="588302" y="120610"/>
                </a:lnTo>
                <a:lnTo>
                  <a:pt x="588239" y="119890"/>
                </a:lnTo>
                <a:lnTo>
                  <a:pt x="588186" y="119166"/>
                </a:lnTo>
                <a:lnTo>
                  <a:pt x="588141" y="118438"/>
                </a:lnTo>
                <a:lnTo>
                  <a:pt x="588106" y="117705"/>
                </a:lnTo>
                <a:lnTo>
                  <a:pt x="588081" y="116969"/>
                </a:lnTo>
                <a:lnTo>
                  <a:pt x="674050" y="116969"/>
                </a:lnTo>
                <a:lnTo>
                  <a:pt x="674071" y="116851"/>
                </a:lnTo>
                <a:lnTo>
                  <a:pt x="674091" y="116728"/>
                </a:lnTo>
                <a:lnTo>
                  <a:pt x="674111" y="116601"/>
                </a:lnTo>
                <a:lnTo>
                  <a:pt x="674131" y="116470"/>
                </a:lnTo>
                <a:lnTo>
                  <a:pt x="674150" y="116335"/>
                </a:lnTo>
                <a:lnTo>
                  <a:pt x="674168" y="116196"/>
                </a:lnTo>
                <a:lnTo>
                  <a:pt x="674186" y="116052"/>
                </a:lnTo>
                <a:lnTo>
                  <a:pt x="674204" y="115904"/>
                </a:lnTo>
                <a:lnTo>
                  <a:pt x="674221" y="115753"/>
                </a:lnTo>
                <a:lnTo>
                  <a:pt x="674238" y="115596"/>
                </a:lnTo>
                <a:lnTo>
                  <a:pt x="674254" y="115436"/>
                </a:lnTo>
                <a:lnTo>
                  <a:pt x="674270" y="115272"/>
                </a:lnTo>
                <a:lnTo>
                  <a:pt x="674286" y="115103"/>
                </a:lnTo>
                <a:lnTo>
                  <a:pt x="674301" y="114930"/>
                </a:lnTo>
                <a:lnTo>
                  <a:pt x="674315" y="114753"/>
                </a:lnTo>
                <a:lnTo>
                  <a:pt x="674329" y="114572"/>
                </a:lnTo>
                <a:lnTo>
                  <a:pt x="674343" y="114387"/>
                </a:lnTo>
                <a:lnTo>
                  <a:pt x="674356" y="114197"/>
                </a:lnTo>
                <a:lnTo>
                  <a:pt x="674369" y="114004"/>
                </a:lnTo>
                <a:lnTo>
                  <a:pt x="674382" y="113806"/>
                </a:lnTo>
                <a:lnTo>
                  <a:pt x="674394" y="113604"/>
                </a:lnTo>
                <a:lnTo>
                  <a:pt x="674405" y="113398"/>
                </a:lnTo>
                <a:lnTo>
                  <a:pt x="674416" y="113187"/>
                </a:lnTo>
                <a:lnTo>
                  <a:pt x="674427" y="112973"/>
                </a:lnTo>
                <a:lnTo>
                  <a:pt x="674437" y="112758"/>
                </a:lnTo>
                <a:lnTo>
                  <a:pt x="674447" y="112547"/>
                </a:lnTo>
                <a:lnTo>
                  <a:pt x="674456" y="112339"/>
                </a:lnTo>
                <a:lnTo>
                  <a:pt x="674465" y="112136"/>
                </a:lnTo>
                <a:lnTo>
                  <a:pt x="674474" y="111936"/>
                </a:lnTo>
                <a:lnTo>
                  <a:pt x="674482" y="111740"/>
                </a:lnTo>
                <a:lnTo>
                  <a:pt x="674490" y="111547"/>
                </a:lnTo>
                <a:lnTo>
                  <a:pt x="674497" y="111359"/>
                </a:lnTo>
                <a:lnTo>
                  <a:pt x="674503" y="111174"/>
                </a:lnTo>
                <a:lnTo>
                  <a:pt x="674510" y="110993"/>
                </a:lnTo>
                <a:lnTo>
                  <a:pt x="674516" y="110816"/>
                </a:lnTo>
                <a:lnTo>
                  <a:pt x="674521" y="110642"/>
                </a:lnTo>
                <a:lnTo>
                  <a:pt x="674526" y="110472"/>
                </a:lnTo>
                <a:lnTo>
                  <a:pt x="674531" y="110306"/>
                </a:lnTo>
                <a:lnTo>
                  <a:pt x="674535" y="110144"/>
                </a:lnTo>
                <a:lnTo>
                  <a:pt x="674539" y="109985"/>
                </a:lnTo>
                <a:lnTo>
                  <a:pt x="674542" y="109830"/>
                </a:lnTo>
                <a:lnTo>
                  <a:pt x="674545" y="109679"/>
                </a:lnTo>
                <a:lnTo>
                  <a:pt x="674547" y="109531"/>
                </a:lnTo>
                <a:lnTo>
                  <a:pt x="674549" y="109388"/>
                </a:lnTo>
                <a:lnTo>
                  <a:pt x="674551" y="109248"/>
                </a:lnTo>
                <a:lnTo>
                  <a:pt x="674552" y="109112"/>
                </a:lnTo>
                <a:lnTo>
                  <a:pt x="674552" y="108979"/>
                </a:lnTo>
                <a:lnTo>
                  <a:pt x="674552" y="108851"/>
                </a:lnTo>
                <a:lnTo>
                  <a:pt x="674525" y="106379"/>
                </a:lnTo>
                <a:lnTo>
                  <a:pt x="674442" y="103956"/>
                </a:lnTo>
                <a:lnTo>
                  <a:pt x="674304" y="101581"/>
                </a:lnTo>
                <a:lnTo>
                  <a:pt x="674111" y="99253"/>
                </a:lnTo>
                <a:lnTo>
                  <a:pt x="673863" y="96973"/>
                </a:lnTo>
                <a:lnTo>
                  <a:pt x="673560" y="94741"/>
                </a:lnTo>
                <a:lnTo>
                  <a:pt x="673202" y="92556"/>
                </a:lnTo>
                <a:lnTo>
                  <a:pt x="672788" y="90420"/>
                </a:lnTo>
                <a:lnTo>
                  <a:pt x="672320" y="88331"/>
                </a:lnTo>
                <a:lnTo>
                  <a:pt x="671796" y="86290"/>
                </a:lnTo>
                <a:lnTo>
                  <a:pt x="671217" y="84297"/>
                </a:lnTo>
                <a:lnTo>
                  <a:pt x="670583" y="82352"/>
                </a:lnTo>
                <a:lnTo>
                  <a:pt x="669894" y="80454"/>
                </a:lnTo>
                <a:lnTo>
                  <a:pt x="669150" y="78604"/>
                </a:lnTo>
                <a:lnTo>
                  <a:pt x="668351" y="76802"/>
                </a:lnTo>
                <a:lnTo>
                  <a:pt x="667496" y="75048"/>
                </a:lnTo>
                <a:lnTo>
                  <a:pt x="666587" y="73342"/>
                </a:lnTo>
                <a:lnTo>
                  <a:pt x="665622" y="71683"/>
                </a:lnTo>
                <a:lnTo>
                  <a:pt x="664602" y="70073"/>
                </a:lnTo>
                <a:lnTo>
                  <a:pt x="663527" y="68510"/>
                </a:lnTo>
                <a:lnTo>
                  <a:pt x="662397" y="66995"/>
                </a:lnTo>
                <a:lnTo>
                  <a:pt x="661212" y="65527"/>
                </a:lnTo>
                <a:lnTo>
                  <a:pt x="659972" y="64108"/>
                </a:lnTo>
                <a:lnTo>
                  <a:pt x="658676" y="62736"/>
                </a:lnTo>
                <a:lnTo>
                  <a:pt x="657333" y="61416"/>
                </a:lnTo>
                <a:lnTo>
                  <a:pt x="655951" y="60153"/>
                </a:lnTo>
                <a:lnTo>
                  <a:pt x="654528" y="58945"/>
                </a:lnTo>
                <a:lnTo>
                  <a:pt x="653065" y="57794"/>
                </a:lnTo>
                <a:lnTo>
                  <a:pt x="651563" y="56699"/>
                </a:lnTo>
                <a:lnTo>
                  <a:pt x="650021" y="55660"/>
                </a:lnTo>
                <a:lnTo>
                  <a:pt x="648438" y="54677"/>
                </a:lnTo>
                <a:lnTo>
                  <a:pt x="646816" y="53750"/>
                </a:lnTo>
                <a:lnTo>
                  <a:pt x="645154" y="52880"/>
                </a:lnTo>
                <a:lnTo>
                  <a:pt x="643453" y="52065"/>
                </a:lnTo>
                <a:lnTo>
                  <a:pt x="641711" y="51307"/>
                </a:lnTo>
                <a:lnTo>
                  <a:pt x="639929" y="50605"/>
                </a:lnTo>
                <a:lnTo>
                  <a:pt x="638108" y="49959"/>
                </a:lnTo>
                <a:lnTo>
                  <a:pt x="636247" y="49370"/>
                </a:lnTo>
                <a:lnTo>
                  <a:pt x="634345" y="48836"/>
                </a:lnTo>
                <a:lnTo>
                  <a:pt x="632404" y="48359"/>
                </a:lnTo>
                <a:lnTo>
                  <a:pt x="630423" y="47938"/>
                </a:lnTo>
                <a:lnTo>
                  <a:pt x="628403" y="47573"/>
                </a:lnTo>
                <a:lnTo>
                  <a:pt x="626342" y="47264"/>
                </a:lnTo>
                <a:lnTo>
                  <a:pt x="624241" y="47011"/>
                </a:lnTo>
                <a:lnTo>
                  <a:pt x="622101" y="46814"/>
                </a:lnTo>
                <a:lnTo>
                  <a:pt x="619921" y="46674"/>
                </a:lnTo>
                <a:lnTo>
                  <a:pt x="617700" y="46590"/>
                </a:lnTo>
                <a:lnTo>
                  <a:pt x="615440" y="46562"/>
                </a:lnTo>
                <a:lnTo>
                  <a:pt x="613809" y="46575"/>
                </a:lnTo>
                <a:lnTo>
                  <a:pt x="612200" y="46615"/>
                </a:lnTo>
                <a:lnTo>
                  <a:pt x="610612" y="46682"/>
                </a:lnTo>
                <a:lnTo>
                  <a:pt x="609045" y="46775"/>
                </a:lnTo>
                <a:lnTo>
                  <a:pt x="607500" y="46895"/>
                </a:lnTo>
                <a:lnTo>
                  <a:pt x="605977" y="47042"/>
                </a:lnTo>
                <a:lnTo>
                  <a:pt x="604475" y="47215"/>
                </a:lnTo>
                <a:lnTo>
                  <a:pt x="602995" y="47415"/>
                </a:lnTo>
                <a:lnTo>
                  <a:pt x="601536" y="47642"/>
                </a:lnTo>
                <a:lnTo>
                  <a:pt x="600099" y="47896"/>
                </a:lnTo>
                <a:lnTo>
                  <a:pt x="598683" y="48176"/>
                </a:lnTo>
                <a:lnTo>
                  <a:pt x="597290" y="48483"/>
                </a:lnTo>
                <a:lnTo>
                  <a:pt x="595917" y="48816"/>
                </a:lnTo>
                <a:lnTo>
                  <a:pt x="594566" y="49176"/>
                </a:lnTo>
                <a:lnTo>
                  <a:pt x="593237" y="49563"/>
                </a:lnTo>
                <a:lnTo>
                  <a:pt x="591929" y="49976"/>
                </a:lnTo>
                <a:lnTo>
                  <a:pt x="590643" y="50417"/>
                </a:lnTo>
                <a:lnTo>
                  <a:pt x="589379" y="50883"/>
                </a:lnTo>
                <a:lnTo>
                  <a:pt x="588136" y="51377"/>
                </a:lnTo>
                <a:lnTo>
                  <a:pt x="586915" y="51897"/>
                </a:lnTo>
                <a:lnTo>
                  <a:pt x="585715" y="52444"/>
                </a:lnTo>
                <a:lnTo>
                  <a:pt x="584537" y="53018"/>
                </a:lnTo>
                <a:lnTo>
                  <a:pt x="583380" y="53618"/>
                </a:lnTo>
                <a:lnTo>
                  <a:pt x="582245" y="54245"/>
                </a:lnTo>
                <a:lnTo>
                  <a:pt x="581132" y="54896"/>
                </a:lnTo>
                <a:lnTo>
                  <a:pt x="580042" y="55571"/>
                </a:lnTo>
                <a:lnTo>
                  <a:pt x="578974" y="56268"/>
                </a:lnTo>
                <a:lnTo>
                  <a:pt x="577929" y="56988"/>
                </a:lnTo>
                <a:lnTo>
                  <a:pt x="576907" y="57730"/>
                </a:lnTo>
                <a:lnTo>
                  <a:pt x="575907" y="58495"/>
                </a:lnTo>
                <a:lnTo>
                  <a:pt x="574930" y="59283"/>
                </a:lnTo>
                <a:lnTo>
                  <a:pt x="573976" y="60094"/>
                </a:lnTo>
                <a:lnTo>
                  <a:pt x="573044" y="60927"/>
                </a:lnTo>
                <a:lnTo>
                  <a:pt x="572135" y="61783"/>
                </a:lnTo>
                <a:lnTo>
                  <a:pt x="571248" y="62662"/>
                </a:lnTo>
                <a:lnTo>
                  <a:pt x="570385" y="63563"/>
                </a:lnTo>
                <a:lnTo>
                  <a:pt x="569544" y="64488"/>
                </a:lnTo>
                <a:lnTo>
                  <a:pt x="568725" y="65435"/>
                </a:lnTo>
                <a:lnTo>
                  <a:pt x="567930" y="66404"/>
                </a:lnTo>
                <a:lnTo>
                  <a:pt x="567157" y="67397"/>
                </a:lnTo>
                <a:lnTo>
                  <a:pt x="566406" y="68412"/>
                </a:lnTo>
                <a:lnTo>
                  <a:pt x="565678" y="69449"/>
                </a:lnTo>
                <a:lnTo>
                  <a:pt x="564973" y="70510"/>
                </a:lnTo>
                <a:lnTo>
                  <a:pt x="564291" y="71593"/>
                </a:lnTo>
                <a:lnTo>
                  <a:pt x="563631" y="72699"/>
                </a:lnTo>
                <a:lnTo>
                  <a:pt x="562994" y="73828"/>
                </a:lnTo>
                <a:lnTo>
                  <a:pt x="562380" y="74979"/>
                </a:lnTo>
                <a:lnTo>
                  <a:pt x="561788" y="76153"/>
                </a:lnTo>
                <a:lnTo>
                  <a:pt x="561219" y="77348"/>
                </a:lnTo>
                <a:lnTo>
                  <a:pt x="560675" y="78561"/>
                </a:lnTo>
                <a:lnTo>
                  <a:pt x="560155" y="79794"/>
                </a:lnTo>
                <a:lnTo>
                  <a:pt x="559659" y="81045"/>
                </a:lnTo>
                <a:lnTo>
                  <a:pt x="559188" y="82316"/>
                </a:lnTo>
                <a:lnTo>
                  <a:pt x="558740" y="83605"/>
                </a:lnTo>
                <a:lnTo>
                  <a:pt x="558317" y="84913"/>
                </a:lnTo>
                <a:lnTo>
                  <a:pt x="557918" y="86241"/>
                </a:lnTo>
                <a:lnTo>
                  <a:pt x="557543" y="87587"/>
                </a:lnTo>
                <a:lnTo>
                  <a:pt x="557193" y="88952"/>
                </a:lnTo>
                <a:lnTo>
                  <a:pt x="556866" y="90337"/>
                </a:lnTo>
                <a:lnTo>
                  <a:pt x="556564" y="91740"/>
                </a:lnTo>
                <a:lnTo>
                  <a:pt x="556286" y="93162"/>
                </a:lnTo>
                <a:lnTo>
                  <a:pt x="556032" y="94603"/>
                </a:lnTo>
                <a:lnTo>
                  <a:pt x="555802" y="96064"/>
                </a:lnTo>
                <a:lnTo>
                  <a:pt x="555596" y="97543"/>
                </a:lnTo>
                <a:lnTo>
                  <a:pt x="555415" y="99041"/>
                </a:lnTo>
                <a:lnTo>
                  <a:pt x="555258" y="100558"/>
                </a:lnTo>
                <a:lnTo>
                  <a:pt x="555125" y="102094"/>
                </a:lnTo>
                <a:lnTo>
                  <a:pt x="555016" y="103649"/>
                </a:lnTo>
                <a:lnTo>
                  <a:pt x="554931" y="105223"/>
                </a:lnTo>
                <a:lnTo>
                  <a:pt x="554871" y="106816"/>
                </a:lnTo>
                <a:lnTo>
                  <a:pt x="554834" y="108428"/>
                </a:lnTo>
                <a:lnTo>
                  <a:pt x="554822" y="110059"/>
                </a:lnTo>
                <a:lnTo>
                  <a:pt x="554835" y="111742"/>
                </a:lnTo>
                <a:lnTo>
                  <a:pt x="554872" y="113405"/>
                </a:lnTo>
                <a:lnTo>
                  <a:pt x="554934" y="115047"/>
                </a:lnTo>
                <a:lnTo>
                  <a:pt x="555021" y="116670"/>
                </a:lnTo>
                <a:lnTo>
                  <a:pt x="555133" y="118272"/>
                </a:lnTo>
                <a:lnTo>
                  <a:pt x="555269" y="119853"/>
                </a:lnTo>
                <a:lnTo>
                  <a:pt x="555431" y="121415"/>
                </a:lnTo>
                <a:lnTo>
                  <a:pt x="555617" y="122956"/>
                </a:lnTo>
                <a:lnTo>
                  <a:pt x="555828" y="124477"/>
                </a:lnTo>
                <a:lnTo>
                  <a:pt x="556064" y="125978"/>
                </a:lnTo>
                <a:lnTo>
                  <a:pt x="556325" y="127458"/>
                </a:lnTo>
                <a:lnTo>
                  <a:pt x="556611" y="128918"/>
                </a:lnTo>
                <a:lnTo>
                  <a:pt x="556921" y="130358"/>
                </a:lnTo>
                <a:lnTo>
                  <a:pt x="557257" y="131778"/>
                </a:lnTo>
                <a:lnTo>
                  <a:pt x="557617" y="133177"/>
                </a:lnTo>
                <a:lnTo>
                  <a:pt x="558002" y="134556"/>
                </a:lnTo>
                <a:lnTo>
                  <a:pt x="558412" y="135915"/>
                </a:lnTo>
                <a:lnTo>
                  <a:pt x="558846" y="137253"/>
                </a:lnTo>
                <a:lnTo>
                  <a:pt x="559306" y="138571"/>
                </a:lnTo>
                <a:lnTo>
                  <a:pt x="559790" y="139869"/>
                </a:lnTo>
                <a:lnTo>
                  <a:pt x="560299" y="141147"/>
                </a:lnTo>
                <a:lnTo>
                  <a:pt x="560833" y="142404"/>
                </a:lnTo>
                <a:lnTo>
                  <a:pt x="561392" y="143641"/>
                </a:lnTo>
                <a:lnTo>
                  <a:pt x="561976" y="144858"/>
                </a:lnTo>
                <a:lnTo>
                  <a:pt x="562584" y="146053"/>
                </a:lnTo>
                <a:lnTo>
                  <a:pt x="563215" y="147224"/>
                </a:lnTo>
                <a:lnTo>
                  <a:pt x="563870" y="148371"/>
                </a:lnTo>
                <a:lnTo>
                  <a:pt x="564549" y="149495"/>
                </a:lnTo>
                <a:lnTo>
                  <a:pt x="565251" y="150595"/>
                </a:lnTo>
                <a:lnTo>
                  <a:pt x="565976" y="151672"/>
                </a:lnTo>
                <a:lnTo>
                  <a:pt x="566726" y="152725"/>
                </a:lnTo>
                <a:lnTo>
                  <a:pt x="567498" y="153754"/>
                </a:lnTo>
                <a:lnTo>
                  <a:pt x="568294" y="154760"/>
                </a:lnTo>
                <a:lnTo>
                  <a:pt x="569114" y="155742"/>
                </a:lnTo>
                <a:lnTo>
                  <a:pt x="569957" y="156701"/>
                </a:lnTo>
                <a:lnTo>
                  <a:pt x="570824" y="157636"/>
                </a:lnTo>
                <a:lnTo>
                  <a:pt x="571714" y="158548"/>
                </a:lnTo>
                <a:lnTo>
                  <a:pt x="572628" y="159435"/>
                </a:lnTo>
                <a:lnTo>
                  <a:pt x="573565" y="160300"/>
                </a:lnTo>
                <a:lnTo>
                  <a:pt x="574526" y="161141"/>
                </a:lnTo>
                <a:lnTo>
                  <a:pt x="575511" y="161958"/>
                </a:lnTo>
                <a:lnTo>
                  <a:pt x="576519" y="162751"/>
                </a:lnTo>
                <a:lnTo>
                  <a:pt x="577550" y="163521"/>
                </a:lnTo>
                <a:lnTo>
                  <a:pt x="578605" y="164268"/>
                </a:lnTo>
                <a:lnTo>
                  <a:pt x="579684" y="164990"/>
                </a:lnTo>
                <a:lnTo>
                  <a:pt x="580786" y="165690"/>
                </a:lnTo>
                <a:lnTo>
                  <a:pt x="581911" y="166365"/>
                </a:lnTo>
                <a:lnTo>
                  <a:pt x="583061" y="167017"/>
                </a:lnTo>
                <a:lnTo>
                  <a:pt x="584233" y="167644"/>
                </a:lnTo>
                <a:lnTo>
                  <a:pt x="585428" y="168245"/>
                </a:lnTo>
                <a:lnTo>
                  <a:pt x="586645" y="168818"/>
                </a:lnTo>
                <a:lnTo>
                  <a:pt x="587885" y="169365"/>
                </a:lnTo>
                <a:lnTo>
                  <a:pt x="589148" y="169885"/>
                </a:lnTo>
                <a:lnTo>
                  <a:pt x="590434" y="170379"/>
                </a:lnTo>
                <a:lnTo>
                  <a:pt x="591742" y="170846"/>
                </a:lnTo>
                <a:lnTo>
                  <a:pt x="593073" y="171286"/>
                </a:lnTo>
                <a:lnTo>
                  <a:pt x="594426" y="171699"/>
                </a:lnTo>
                <a:lnTo>
                  <a:pt x="595803" y="172086"/>
                </a:lnTo>
                <a:lnTo>
                  <a:pt x="597202" y="172446"/>
                </a:lnTo>
                <a:lnTo>
                  <a:pt x="598623" y="172780"/>
                </a:lnTo>
                <a:lnTo>
                  <a:pt x="600067" y="173087"/>
                </a:lnTo>
                <a:lnTo>
                  <a:pt x="601534" y="173367"/>
                </a:lnTo>
                <a:lnTo>
                  <a:pt x="603023" y="173620"/>
                </a:lnTo>
                <a:lnTo>
                  <a:pt x="604536" y="173847"/>
                </a:lnTo>
                <a:lnTo>
                  <a:pt x="606070" y="174047"/>
                </a:lnTo>
                <a:lnTo>
                  <a:pt x="607628" y="174220"/>
                </a:lnTo>
                <a:lnTo>
                  <a:pt x="609208" y="174367"/>
                </a:lnTo>
                <a:lnTo>
                  <a:pt x="610811" y="174487"/>
                </a:lnTo>
                <a:lnTo>
                  <a:pt x="612436" y="174581"/>
                </a:lnTo>
                <a:lnTo>
                  <a:pt x="614084" y="174647"/>
                </a:lnTo>
                <a:lnTo>
                  <a:pt x="615755" y="174687"/>
                </a:lnTo>
                <a:lnTo>
                  <a:pt x="617448" y="174701"/>
                </a:lnTo>
                <a:lnTo>
                  <a:pt x="618832" y="174692"/>
                </a:lnTo>
                <a:lnTo>
                  <a:pt x="620201" y="174667"/>
                </a:lnTo>
                <a:lnTo>
                  <a:pt x="621556" y="174626"/>
                </a:lnTo>
                <a:lnTo>
                  <a:pt x="622896" y="174568"/>
                </a:lnTo>
                <a:lnTo>
                  <a:pt x="624221" y="174494"/>
                </a:lnTo>
                <a:close/>
                <a:moveTo>
                  <a:pt x="589057" y="90818"/>
                </a:moveTo>
                <a:lnTo>
                  <a:pt x="589246" y="89867"/>
                </a:lnTo>
                <a:lnTo>
                  <a:pt x="589457" y="88938"/>
                </a:lnTo>
                <a:lnTo>
                  <a:pt x="589691" y="88031"/>
                </a:lnTo>
                <a:lnTo>
                  <a:pt x="589949" y="87144"/>
                </a:lnTo>
                <a:lnTo>
                  <a:pt x="590229" y="86278"/>
                </a:lnTo>
                <a:lnTo>
                  <a:pt x="590532" y="85433"/>
                </a:lnTo>
                <a:lnTo>
                  <a:pt x="590857" y="84610"/>
                </a:lnTo>
                <a:lnTo>
                  <a:pt x="591206" y="83807"/>
                </a:lnTo>
                <a:lnTo>
                  <a:pt x="591578" y="83026"/>
                </a:lnTo>
                <a:lnTo>
                  <a:pt x="591972" y="82266"/>
                </a:lnTo>
                <a:lnTo>
                  <a:pt x="592390" y="81527"/>
                </a:lnTo>
                <a:lnTo>
                  <a:pt x="592830" y="80809"/>
                </a:lnTo>
                <a:lnTo>
                  <a:pt x="593293" y="80112"/>
                </a:lnTo>
                <a:lnTo>
                  <a:pt x="593779" y="79436"/>
                </a:lnTo>
                <a:lnTo>
                  <a:pt x="594288" y="78781"/>
                </a:lnTo>
                <a:lnTo>
                  <a:pt x="594820" y="78147"/>
                </a:lnTo>
                <a:lnTo>
                  <a:pt x="595374" y="77535"/>
                </a:lnTo>
                <a:lnTo>
                  <a:pt x="595952" y="76943"/>
                </a:lnTo>
                <a:lnTo>
                  <a:pt x="596552" y="76373"/>
                </a:lnTo>
                <a:lnTo>
                  <a:pt x="597171" y="75824"/>
                </a:lnTo>
                <a:lnTo>
                  <a:pt x="597805" y="75300"/>
                </a:lnTo>
                <a:lnTo>
                  <a:pt x="598453" y="74798"/>
                </a:lnTo>
                <a:lnTo>
                  <a:pt x="599116" y="74320"/>
                </a:lnTo>
                <a:lnTo>
                  <a:pt x="599794" y="73865"/>
                </a:lnTo>
                <a:lnTo>
                  <a:pt x="600486" y="73433"/>
                </a:lnTo>
                <a:lnTo>
                  <a:pt x="601193" y="73025"/>
                </a:lnTo>
                <a:lnTo>
                  <a:pt x="601914" y="72640"/>
                </a:lnTo>
                <a:lnTo>
                  <a:pt x="602650" y="72279"/>
                </a:lnTo>
                <a:lnTo>
                  <a:pt x="603400" y="71940"/>
                </a:lnTo>
                <a:lnTo>
                  <a:pt x="604166" y="71625"/>
                </a:lnTo>
                <a:lnTo>
                  <a:pt x="604945" y="71334"/>
                </a:lnTo>
                <a:lnTo>
                  <a:pt x="605740" y="71066"/>
                </a:lnTo>
                <a:lnTo>
                  <a:pt x="606548" y="70821"/>
                </a:lnTo>
                <a:lnTo>
                  <a:pt x="607372" y="70599"/>
                </a:lnTo>
                <a:lnTo>
                  <a:pt x="608210" y="70401"/>
                </a:lnTo>
                <a:lnTo>
                  <a:pt x="609063" y="70226"/>
                </a:lnTo>
                <a:lnTo>
                  <a:pt x="609930" y="70074"/>
                </a:lnTo>
                <a:lnTo>
                  <a:pt x="610812" y="69946"/>
                </a:lnTo>
                <a:lnTo>
                  <a:pt x="611708" y="69841"/>
                </a:lnTo>
                <a:lnTo>
                  <a:pt x="612620" y="69759"/>
                </a:lnTo>
                <a:lnTo>
                  <a:pt x="613545" y="69701"/>
                </a:lnTo>
                <a:lnTo>
                  <a:pt x="614486" y="69666"/>
                </a:lnTo>
                <a:lnTo>
                  <a:pt x="615440" y="69654"/>
                </a:lnTo>
                <a:lnTo>
                  <a:pt x="616375" y="69666"/>
                </a:lnTo>
                <a:lnTo>
                  <a:pt x="617295" y="69700"/>
                </a:lnTo>
                <a:lnTo>
                  <a:pt x="618201" y="69756"/>
                </a:lnTo>
                <a:lnTo>
                  <a:pt x="619092" y="69836"/>
                </a:lnTo>
                <a:lnTo>
                  <a:pt x="619970" y="69938"/>
                </a:lnTo>
                <a:lnTo>
                  <a:pt x="620833" y="70062"/>
                </a:lnTo>
                <a:lnTo>
                  <a:pt x="621682" y="70209"/>
                </a:lnTo>
                <a:lnTo>
                  <a:pt x="622517" y="70379"/>
                </a:lnTo>
                <a:lnTo>
                  <a:pt x="623338" y="70572"/>
                </a:lnTo>
                <a:lnTo>
                  <a:pt x="624145" y="70787"/>
                </a:lnTo>
                <a:lnTo>
                  <a:pt x="624938" y="71025"/>
                </a:lnTo>
                <a:lnTo>
                  <a:pt x="625716" y="71286"/>
                </a:lnTo>
                <a:lnTo>
                  <a:pt x="626480" y="71569"/>
                </a:lnTo>
                <a:lnTo>
                  <a:pt x="627230" y="71875"/>
                </a:lnTo>
                <a:lnTo>
                  <a:pt x="627966" y="72204"/>
                </a:lnTo>
                <a:lnTo>
                  <a:pt x="628688" y="72555"/>
                </a:lnTo>
                <a:lnTo>
                  <a:pt x="629396" y="72929"/>
                </a:lnTo>
                <a:lnTo>
                  <a:pt x="630089" y="73325"/>
                </a:lnTo>
                <a:lnTo>
                  <a:pt x="630768" y="73745"/>
                </a:lnTo>
                <a:lnTo>
                  <a:pt x="631433" y="74186"/>
                </a:lnTo>
                <a:lnTo>
                  <a:pt x="632084" y="74651"/>
                </a:lnTo>
                <a:lnTo>
                  <a:pt x="632721" y="75138"/>
                </a:lnTo>
                <a:lnTo>
                  <a:pt x="633344" y="75648"/>
                </a:lnTo>
                <a:lnTo>
                  <a:pt x="633952" y="76180"/>
                </a:lnTo>
                <a:lnTo>
                  <a:pt x="634542" y="76736"/>
                </a:lnTo>
                <a:lnTo>
                  <a:pt x="635107" y="77314"/>
                </a:lnTo>
                <a:lnTo>
                  <a:pt x="635649" y="77916"/>
                </a:lnTo>
                <a:lnTo>
                  <a:pt x="636168" y="78541"/>
                </a:lnTo>
                <a:lnTo>
                  <a:pt x="636662" y="79188"/>
                </a:lnTo>
                <a:lnTo>
                  <a:pt x="637133" y="79859"/>
                </a:lnTo>
                <a:lnTo>
                  <a:pt x="637580" y="80553"/>
                </a:lnTo>
                <a:lnTo>
                  <a:pt x="638003" y="81270"/>
                </a:lnTo>
                <a:lnTo>
                  <a:pt x="638403" y="82011"/>
                </a:lnTo>
                <a:lnTo>
                  <a:pt x="638778" y="82774"/>
                </a:lnTo>
                <a:lnTo>
                  <a:pt x="639130" y="83560"/>
                </a:lnTo>
                <a:lnTo>
                  <a:pt x="639459" y="84370"/>
                </a:lnTo>
                <a:lnTo>
                  <a:pt x="639763" y="85202"/>
                </a:lnTo>
                <a:lnTo>
                  <a:pt x="640044" y="86058"/>
                </a:lnTo>
                <a:lnTo>
                  <a:pt x="640301" y="86937"/>
                </a:lnTo>
                <a:lnTo>
                  <a:pt x="640534" y="87838"/>
                </a:lnTo>
                <a:lnTo>
                  <a:pt x="640744" y="88763"/>
                </a:lnTo>
                <a:lnTo>
                  <a:pt x="640929" y="89711"/>
                </a:lnTo>
                <a:lnTo>
                  <a:pt x="641091" y="90682"/>
                </a:lnTo>
                <a:lnTo>
                  <a:pt x="641230" y="91677"/>
                </a:lnTo>
                <a:lnTo>
                  <a:pt x="641344" y="92694"/>
                </a:lnTo>
                <a:lnTo>
                  <a:pt x="641435" y="93734"/>
                </a:lnTo>
                <a:lnTo>
                  <a:pt x="641502" y="94798"/>
                </a:lnTo>
                <a:lnTo>
                  <a:pt x="641545" y="95885"/>
                </a:lnTo>
                <a:lnTo>
                  <a:pt x="588457" y="95885"/>
                </a:lnTo>
                <a:lnTo>
                  <a:pt x="588531" y="94829"/>
                </a:lnTo>
                <a:lnTo>
                  <a:pt x="588628" y="93794"/>
                </a:lnTo>
                <a:lnTo>
                  <a:pt x="588748" y="92781"/>
                </a:lnTo>
                <a:lnTo>
                  <a:pt x="588891" y="91789"/>
                </a:lnTo>
                <a:lnTo>
                  <a:pt x="589057" y="90818"/>
                </a:lnTo>
                <a:close/>
                <a:moveTo>
                  <a:pt x="1401640" y="174492"/>
                </a:moveTo>
                <a:lnTo>
                  <a:pt x="1403134" y="174375"/>
                </a:lnTo>
                <a:lnTo>
                  <a:pt x="1404610" y="174232"/>
                </a:lnTo>
                <a:lnTo>
                  <a:pt x="1406070" y="174063"/>
                </a:lnTo>
                <a:lnTo>
                  <a:pt x="1407513" y="173868"/>
                </a:lnTo>
                <a:lnTo>
                  <a:pt x="1408939" y="173647"/>
                </a:lnTo>
                <a:lnTo>
                  <a:pt x="1410348" y="173400"/>
                </a:lnTo>
                <a:lnTo>
                  <a:pt x="1411741" y="173127"/>
                </a:lnTo>
                <a:lnTo>
                  <a:pt x="1413117" y="172828"/>
                </a:lnTo>
                <a:lnTo>
                  <a:pt x="1414476" y="172503"/>
                </a:lnTo>
                <a:lnTo>
                  <a:pt x="1415818" y="172152"/>
                </a:lnTo>
                <a:lnTo>
                  <a:pt x="1417144" y="171774"/>
                </a:lnTo>
                <a:lnTo>
                  <a:pt x="1418453" y="171371"/>
                </a:lnTo>
                <a:lnTo>
                  <a:pt x="1419745" y="170942"/>
                </a:lnTo>
                <a:lnTo>
                  <a:pt x="1421020" y="170487"/>
                </a:lnTo>
                <a:lnTo>
                  <a:pt x="1422278" y="170006"/>
                </a:lnTo>
                <a:lnTo>
                  <a:pt x="1423520" y="169498"/>
                </a:lnTo>
                <a:lnTo>
                  <a:pt x="1424745" y="168965"/>
                </a:lnTo>
                <a:lnTo>
                  <a:pt x="1425953" y="168406"/>
                </a:lnTo>
                <a:lnTo>
                  <a:pt x="1427144" y="167821"/>
                </a:lnTo>
                <a:lnTo>
                  <a:pt x="1428318" y="167210"/>
                </a:lnTo>
                <a:lnTo>
                  <a:pt x="1429474" y="166573"/>
                </a:lnTo>
                <a:lnTo>
                  <a:pt x="1430608" y="165914"/>
                </a:lnTo>
                <a:lnTo>
                  <a:pt x="1431720" y="165231"/>
                </a:lnTo>
                <a:lnTo>
                  <a:pt x="1432810" y="164524"/>
                </a:lnTo>
                <a:lnTo>
                  <a:pt x="1433880" y="163795"/>
                </a:lnTo>
                <a:lnTo>
                  <a:pt x="1434927" y="163042"/>
                </a:lnTo>
                <a:lnTo>
                  <a:pt x="1435953" y="162265"/>
                </a:lnTo>
                <a:lnTo>
                  <a:pt x="1436957" y="161466"/>
                </a:lnTo>
                <a:lnTo>
                  <a:pt x="1437940" y="160643"/>
                </a:lnTo>
                <a:lnTo>
                  <a:pt x="1438901" y="159796"/>
                </a:lnTo>
                <a:lnTo>
                  <a:pt x="1439841" y="158926"/>
                </a:lnTo>
                <a:lnTo>
                  <a:pt x="1440759" y="158033"/>
                </a:lnTo>
                <a:lnTo>
                  <a:pt x="1441655" y="157117"/>
                </a:lnTo>
                <a:lnTo>
                  <a:pt x="1442530" y="156177"/>
                </a:lnTo>
                <a:lnTo>
                  <a:pt x="1443384" y="155214"/>
                </a:lnTo>
                <a:lnTo>
                  <a:pt x="1444216" y="154227"/>
                </a:lnTo>
                <a:lnTo>
                  <a:pt x="1445026" y="153217"/>
                </a:lnTo>
                <a:lnTo>
                  <a:pt x="1445814" y="152184"/>
                </a:lnTo>
                <a:lnTo>
                  <a:pt x="1446582" y="151127"/>
                </a:lnTo>
                <a:lnTo>
                  <a:pt x="1447327" y="150047"/>
                </a:lnTo>
                <a:lnTo>
                  <a:pt x="1448051" y="148944"/>
                </a:lnTo>
                <a:lnTo>
                  <a:pt x="1448753" y="147817"/>
                </a:lnTo>
                <a:lnTo>
                  <a:pt x="1449434" y="146667"/>
                </a:lnTo>
                <a:lnTo>
                  <a:pt x="1450093" y="145494"/>
                </a:lnTo>
                <a:lnTo>
                  <a:pt x="1450728" y="144298"/>
                </a:lnTo>
                <a:lnTo>
                  <a:pt x="1451336" y="143081"/>
                </a:lnTo>
                <a:lnTo>
                  <a:pt x="1451917" y="141844"/>
                </a:lnTo>
                <a:lnTo>
                  <a:pt x="1452471" y="140586"/>
                </a:lnTo>
                <a:lnTo>
                  <a:pt x="1452998" y="139307"/>
                </a:lnTo>
                <a:lnTo>
                  <a:pt x="1453498" y="138008"/>
                </a:lnTo>
                <a:lnTo>
                  <a:pt x="1453970" y="136688"/>
                </a:lnTo>
                <a:lnTo>
                  <a:pt x="1454416" y="135347"/>
                </a:lnTo>
                <a:lnTo>
                  <a:pt x="1454835" y="133985"/>
                </a:lnTo>
                <a:lnTo>
                  <a:pt x="1455227" y="132603"/>
                </a:lnTo>
                <a:lnTo>
                  <a:pt x="1455591" y="131200"/>
                </a:lnTo>
                <a:lnTo>
                  <a:pt x="1455929" y="129776"/>
                </a:lnTo>
                <a:lnTo>
                  <a:pt x="1456240" y="128332"/>
                </a:lnTo>
                <a:lnTo>
                  <a:pt x="1456524" y="126867"/>
                </a:lnTo>
                <a:lnTo>
                  <a:pt x="1456780" y="125381"/>
                </a:lnTo>
                <a:lnTo>
                  <a:pt x="1457010" y="123874"/>
                </a:lnTo>
                <a:lnTo>
                  <a:pt x="1457213" y="122347"/>
                </a:lnTo>
                <a:lnTo>
                  <a:pt x="1457388" y="120798"/>
                </a:lnTo>
                <a:lnTo>
                  <a:pt x="1457537" y="119230"/>
                </a:lnTo>
                <a:lnTo>
                  <a:pt x="1457658" y="117640"/>
                </a:lnTo>
                <a:lnTo>
                  <a:pt x="1457753" y="116030"/>
                </a:lnTo>
                <a:lnTo>
                  <a:pt x="1457820" y="114399"/>
                </a:lnTo>
                <a:lnTo>
                  <a:pt x="1457861" y="112747"/>
                </a:lnTo>
                <a:lnTo>
                  <a:pt x="1457875" y="111074"/>
                </a:lnTo>
                <a:lnTo>
                  <a:pt x="1457861" y="109371"/>
                </a:lnTo>
                <a:lnTo>
                  <a:pt x="1457820" y="107689"/>
                </a:lnTo>
                <a:lnTo>
                  <a:pt x="1457753" y="106028"/>
                </a:lnTo>
                <a:lnTo>
                  <a:pt x="1457658" y="104388"/>
                </a:lnTo>
                <a:lnTo>
                  <a:pt x="1457537" y="102770"/>
                </a:lnTo>
                <a:lnTo>
                  <a:pt x="1457388" y="101174"/>
                </a:lnTo>
                <a:lnTo>
                  <a:pt x="1457213" y="99599"/>
                </a:lnTo>
                <a:lnTo>
                  <a:pt x="1457010" y="98045"/>
                </a:lnTo>
                <a:lnTo>
                  <a:pt x="1456780" y="96512"/>
                </a:lnTo>
                <a:lnTo>
                  <a:pt x="1456524" y="95001"/>
                </a:lnTo>
                <a:lnTo>
                  <a:pt x="1456240" y="93511"/>
                </a:lnTo>
                <a:lnTo>
                  <a:pt x="1455929" y="92043"/>
                </a:lnTo>
                <a:lnTo>
                  <a:pt x="1455591" y="90596"/>
                </a:lnTo>
                <a:lnTo>
                  <a:pt x="1455227" y="89170"/>
                </a:lnTo>
                <a:lnTo>
                  <a:pt x="1454835" y="87766"/>
                </a:lnTo>
                <a:lnTo>
                  <a:pt x="1454416" y="86383"/>
                </a:lnTo>
                <a:lnTo>
                  <a:pt x="1453970" y="85022"/>
                </a:lnTo>
                <a:lnTo>
                  <a:pt x="1453498" y="83682"/>
                </a:lnTo>
                <a:lnTo>
                  <a:pt x="1452998" y="82363"/>
                </a:lnTo>
                <a:lnTo>
                  <a:pt x="1452471" y="81066"/>
                </a:lnTo>
                <a:lnTo>
                  <a:pt x="1451917" y="79790"/>
                </a:lnTo>
                <a:lnTo>
                  <a:pt x="1451336" y="78535"/>
                </a:lnTo>
                <a:lnTo>
                  <a:pt x="1450728" y="77302"/>
                </a:lnTo>
                <a:lnTo>
                  <a:pt x="1450093" y="76090"/>
                </a:lnTo>
                <a:lnTo>
                  <a:pt x="1449434" y="74901"/>
                </a:lnTo>
                <a:lnTo>
                  <a:pt x="1448753" y="73735"/>
                </a:lnTo>
                <a:lnTo>
                  <a:pt x="1448051" y="72593"/>
                </a:lnTo>
                <a:lnTo>
                  <a:pt x="1447327" y="71475"/>
                </a:lnTo>
                <a:lnTo>
                  <a:pt x="1446582" y="70381"/>
                </a:lnTo>
                <a:lnTo>
                  <a:pt x="1445814" y="69311"/>
                </a:lnTo>
                <a:lnTo>
                  <a:pt x="1445026" y="68264"/>
                </a:lnTo>
                <a:lnTo>
                  <a:pt x="1444216" y="67241"/>
                </a:lnTo>
                <a:lnTo>
                  <a:pt x="1443384" y="66243"/>
                </a:lnTo>
                <a:lnTo>
                  <a:pt x="1442530" y="65268"/>
                </a:lnTo>
                <a:lnTo>
                  <a:pt x="1441655" y="64316"/>
                </a:lnTo>
                <a:lnTo>
                  <a:pt x="1440759" y="63389"/>
                </a:lnTo>
                <a:lnTo>
                  <a:pt x="1439841" y="62485"/>
                </a:lnTo>
                <a:lnTo>
                  <a:pt x="1438901" y="61606"/>
                </a:lnTo>
                <a:lnTo>
                  <a:pt x="1437940" y="60750"/>
                </a:lnTo>
                <a:lnTo>
                  <a:pt x="1436957" y="59918"/>
                </a:lnTo>
                <a:lnTo>
                  <a:pt x="1435953" y="59110"/>
                </a:lnTo>
                <a:lnTo>
                  <a:pt x="1434927" y="58325"/>
                </a:lnTo>
                <a:lnTo>
                  <a:pt x="1433880" y="57565"/>
                </a:lnTo>
                <a:lnTo>
                  <a:pt x="1432810" y="56828"/>
                </a:lnTo>
                <a:lnTo>
                  <a:pt x="1431720" y="56115"/>
                </a:lnTo>
                <a:lnTo>
                  <a:pt x="1430608" y="55426"/>
                </a:lnTo>
                <a:lnTo>
                  <a:pt x="1429474" y="54761"/>
                </a:lnTo>
                <a:lnTo>
                  <a:pt x="1428318" y="54119"/>
                </a:lnTo>
                <a:lnTo>
                  <a:pt x="1427144" y="53503"/>
                </a:lnTo>
                <a:lnTo>
                  <a:pt x="1425953" y="52912"/>
                </a:lnTo>
                <a:lnTo>
                  <a:pt x="1424745" y="52348"/>
                </a:lnTo>
                <a:lnTo>
                  <a:pt x="1423520" y="51810"/>
                </a:lnTo>
                <a:lnTo>
                  <a:pt x="1422278" y="51298"/>
                </a:lnTo>
                <a:lnTo>
                  <a:pt x="1421020" y="50813"/>
                </a:lnTo>
                <a:lnTo>
                  <a:pt x="1419745" y="50354"/>
                </a:lnTo>
                <a:lnTo>
                  <a:pt x="1418453" y="49921"/>
                </a:lnTo>
                <a:lnTo>
                  <a:pt x="1417144" y="49514"/>
                </a:lnTo>
                <a:lnTo>
                  <a:pt x="1415818" y="49133"/>
                </a:lnTo>
                <a:lnTo>
                  <a:pt x="1414476" y="48779"/>
                </a:lnTo>
                <a:lnTo>
                  <a:pt x="1413117" y="48451"/>
                </a:lnTo>
                <a:lnTo>
                  <a:pt x="1411741" y="48149"/>
                </a:lnTo>
                <a:lnTo>
                  <a:pt x="1410348" y="47874"/>
                </a:lnTo>
                <a:lnTo>
                  <a:pt x="1408939" y="47625"/>
                </a:lnTo>
                <a:lnTo>
                  <a:pt x="1407513" y="47401"/>
                </a:lnTo>
                <a:lnTo>
                  <a:pt x="1406070" y="47205"/>
                </a:lnTo>
                <a:lnTo>
                  <a:pt x="1404610" y="47034"/>
                </a:lnTo>
                <a:lnTo>
                  <a:pt x="1403134" y="46890"/>
                </a:lnTo>
                <a:lnTo>
                  <a:pt x="1401640" y="46772"/>
                </a:lnTo>
                <a:lnTo>
                  <a:pt x="1400130" y="46680"/>
                </a:lnTo>
                <a:lnTo>
                  <a:pt x="1398603" y="46614"/>
                </a:lnTo>
                <a:lnTo>
                  <a:pt x="1397060" y="46575"/>
                </a:lnTo>
                <a:lnTo>
                  <a:pt x="1395499" y="46562"/>
                </a:lnTo>
                <a:lnTo>
                  <a:pt x="1393959" y="46575"/>
                </a:lnTo>
                <a:lnTo>
                  <a:pt x="1392435" y="46614"/>
                </a:lnTo>
                <a:lnTo>
                  <a:pt x="1390927" y="46680"/>
                </a:lnTo>
                <a:lnTo>
                  <a:pt x="1389435" y="46772"/>
                </a:lnTo>
                <a:lnTo>
                  <a:pt x="1387959" y="46890"/>
                </a:lnTo>
                <a:lnTo>
                  <a:pt x="1386498" y="47034"/>
                </a:lnTo>
                <a:lnTo>
                  <a:pt x="1385054" y="47205"/>
                </a:lnTo>
                <a:lnTo>
                  <a:pt x="1383625" y="47401"/>
                </a:lnTo>
                <a:lnTo>
                  <a:pt x="1382213" y="47625"/>
                </a:lnTo>
                <a:lnTo>
                  <a:pt x="1380816" y="47874"/>
                </a:lnTo>
                <a:lnTo>
                  <a:pt x="1379435" y="48149"/>
                </a:lnTo>
                <a:lnTo>
                  <a:pt x="1378070" y="48451"/>
                </a:lnTo>
                <a:lnTo>
                  <a:pt x="1376721" y="48779"/>
                </a:lnTo>
                <a:lnTo>
                  <a:pt x="1375388" y="49133"/>
                </a:lnTo>
                <a:lnTo>
                  <a:pt x="1374071" y="49514"/>
                </a:lnTo>
                <a:lnTo>
                  <a:pt x="1372769" y="49921"/>
                </a:lnTo>
                <a:lnTo>
                  <a:pt x="1371484" y="50354"/>
                </a:lnTo>
                <a:lnTo>
                  <a:pt x="1370214" y="50813"/>
                </a:lnTo>
                <a:lnTo>
                  <a:pt x="1368961" y="51298"/>
                </a:lnTo>
                <a:lnTo>
                  <a:pt x="1367723" y="51810"/>
                </a:lnTo>
                <a:lnTo>
                  <a:pt x="1366501" y="52348"/>
                </a:lnTo>
                <a:lnTo>
                  <a:pt x="1365295" y="52912"/>
                </a:lnTo>
                <a:lnTo>
                  <a:pt x="1364105" y="53503"/>
                </a:lnTo>
                <a:lnTo>
                  <a:pt x="1362931" y="54119"/>
                </a:lnTo>
                <a:lnTo>
                  <a:pt x="1361776" y="54761"/>
                </a:lnTo>
                <a:lnTo>
                  <a:pt x="1360643" y="55426"/>
                </a:lnTo>
                <a:lnTo>
                  <a:pt x="1359532" y="56115"/>
                </a:lnTo>
                <a:lnTo>
                  <a:pt x="1358443" y="56828"/>
                </a:lnTo>
                <a:lnTo>
                  <a:pt x="1357376" y="57565"/>
                </a:lnTo>
                <a:lnTo>
                  <a:pt x="1356331" y="58325"/>
                </a:lnTo>
                <a:lnTo>
                  <a:pt x="1355308" y="59110"/>
                </a:lnTo>
                <a:lnTo>
                  <a:pt x="1354306" y="59918"/>
                </a:lnTo>
                <a:lnTo>
                  <a:pt x="1353327" y="60750"/>
                </a:lnTo>
                <a:lnTo>
                  <a:pt x="1352370" y="61606"/>
                </a:lnTo>
                <a:lnTo>
                  <a:pt x="1351435" y="62485"/>
                </a:lnTo>
                <a:lnTo>
                  <a:pt x="1350522" y="63389"/>
                </a:lnTo>
                <a:lnTo>
                  <a:pt x="1349631" y="64316"/>
                </a:lnTo>
                <a:lnTo>
                  <a:pt x="1348762" y="65268"/>
                </a:lnTo>
                <a:lnTo>
                  <a:pt x="1347915" y="66243"/>
                </a:lnTo>
                <a:lnTo>
                  <a:pt x="1347090" y="67241"/>
                </a:lnTo>
                <a:lnTo>
                  <a:pt x="1346287" y="68264"/>
                </a:lnTo>
                <a:lnTo>
                  <a:pt x="1345506" y="69311"/>
                </a:lnTo>
                <a:lnTo>
                  <a:pt x="1344747" y="70381"/>
                </a:lnTo>
                <a:lnTo>
                  <a:pt x="1344010" y="71475"/>
                </a:lnTo>
                <a:lnTo>
                  <a:pt x="1343295" y="72593"/>
                </a:lnTo>
                <a:lnTo>
                  <a:pt x="1342602" y="73735"/>
                </a:lnTo>
                <a:lnTo>
                  <a:pt x="1341931" y="74901"/>
                </a:lnTo>
                <a:lnTo>
                  <a:pt x="1341282" y="76090"/>
                </a:lnTo>
                <a:lnTo>
                  <a:pt x="1340657" y="77302"/>
                </a:lnTo>
                <a:lnTo>
                  <a:pt x="1340059" y="78535"/>
                </a:lnTo>
                <a:lnTo>
                  <a:pt x="1339488" y="79790"/>
                </a:lnTo>
                <a:lnTo>
                  <a:pt x="1338943" y="81066"/>
                </a:lnTo>
                <a:lnTo>
                  <a:pt x="1338424" y="82363"/>
                </a:lnTo>
                <a:lnTo>
                  <a:pt x="1337933" y="83682"/>
                </a:lnTo>
                <a:lnTo>
                  <a:pt x="1337467" y="85022"/>
                </a:lnTo>
                <a:lnTo>
                  <a:pt x="1337029" y="86383"/>
                </a:lnTo>
                <a:lnTo>
                  <a:pt x="1336617" y="87766"/>
                </a:lnTo>
                <a:lnTo>
                  <a:pt x="1336231" y="89170"/>
                </a:lnTo>
                <a:lnTo>
                  <a:pt x="1335872" y="90596"/>
                </a:lnTo>
                <a:lnTo>
                  <a:pt x="1335540" y="92043"/>
                </a:lnTo>
                <a:lnTo>
                  <a:pt x="1335234" y="93511"/>
                </a:lnTo>
                <a:lnTo>
                  <a:pt x="1334955" y="95001"/>
                </a:lnTo>
                <a:lnTo>
                  <a:pt x="1334703" y="96512"/>
                </a:lnTo>
                <a:lnTo>
                  <a:pt x="1334477" y="98045"/>
                </a:lnTo>
                <a:lnTo>
                  <a:pt x="1334278" y="99599"/>
                </a:lnTo>
                <a:lnTo>
                  <a:pt x="1334105" y="101174"/>
                </a:lnTo>
                <a:lnTo>
                  <a:pt x="1333959" y="102770"/>
                </a:lnTo>
                <a:lnTo>
                  <a:pt x="1333839" y="104388"/>
                </a:lnTo>
                <a:lnTo>
                  <a:pt x="1333746" y="106028"/>
                </a:lnTo>
                <a:lnTo>
                  <a:pt x="1333679" y="107689"/>
                </a:lnTo>
                <a:lnTo>
                  <a:pt x="1333640" y="109371"/>
                </a:lnTo>
                <a:lnTo>
                  <a:pt x="1333626" y="111074"/>
                </a:lnTo>
                <a:lnTo>
                  <a:pt x="1333640" y="112747"/>
                </a:lnTo>
                <a:lnTo>
                  <a:pt x="1333679" y="114399"/>
                </a:lnTo>
                <a:lnTo>
                  <a:pt x="1333746" y="116030"/>
                </a:lnTo>
                <a:lnTo>
                  <a:pt x="1333839" y="117640"/>
                </a:lnTo>
                <a:lnTo>
                  <a:pt x="1333959" y="119230"/>
                </a:lnTo>
                <a:lnTo>
                  <a:pt x="1334105" y="120798"/>
                </a:lnTo>
                <a:lnTo>
                  <a:pt x="1334278" y="122347"/>
                </a:lnTo>
                <a:lnTo>
                  <a:pt x="1334477" y="123874"/>
                </a:lnTo>
                <a:lnTo>
                  <a:pt x="1334703" y="125381"/>
                </a:lnTo>
                <a:lnTo>
                  <a:pt x="1334955" y="126867"/>
                </a:lnTo>
                <a:lnTo>
                  <a:pt x="1335234" y="128332"/>
                </a:lnTo>
                <a:lnTo>
                  <a:pt x="1335540" y="129776"/>
                </a:lnTo>
                <a:lnTo>
                  <a:pt x="1335872" y="131200"/>
                </a:lnTo>
                <a:lnTo>
                  <a:pt x="1336231" y="132603"/>
                </a:lnTo>
                <a:lnTo>
                  <a:pt x="1336617" y="133985"/>
                </a:lnTo>
                <a:lnTo>
                  <a:pt x="1337029" y="135347"/>
                </a:lnTo>
                <a:lnTo>
                  <a:pt x="1337467" y="136688"/>
                </a:lnTo>
                <a:lnTo>
                  <a:pt x="1337933" y="138008"/>
                </a:lnTo>
                <a:lnTo>
                  <a:pt x="1338424" y="139307"/>
                </a:lnTo>
                <a:lnTo>
                  <a:pt x="1338943" y="140586"/>
                </a:lnTo>
                <a:lnTo>
                  <a:pt x="1339488" y="141844"/>
                </a:lnTo>
                <a:lnTo>
                  <a:pt x="1340059" y="143081"/>
                </a:lnTo>
                <a:lnTo>
                  <a:pt x="1340657" y="144298"/>
                </a:lnTo>
                <a:lnTo>
                  <a:pt x="1341282" y="145494"/>
                </a:lnTo>
                <a:lnTo>
                  <a:pt x="1341931" y="146667"/>
                </a:lnTo>
                <a:lnTo>
                  <a:pt x="1342602" y="147817"/>
                </a:lnTo>
                <a:lnTo>
                  <a:pt x="1343295" y="148944"/>
                </a:lnTo>
                <a:lnTo>
                  <a:pt x="1344010" y="150047"/>
                </a:lnTo>
                <a:lnTo>
                  <a:pt x="1344747" y="151127"/>
                </a:lnTo>
                <a:lnTo>
                  <a:pt x="1345506" y="152184"/>
                </a:lnTo>
                <a:lnTo>
                  <a:pt x="1346287" y="153217"/>
                </a:lnTo>
                <a:lnTo>
                  <a:pt x="1347090" y="154227"/>
                </a:lnTo>
                <a:lnTo>
                  <a:pt x="1347915" y="155214"/>
                </a:lnTo>
                <a:lnTo>
                  <a:pt x="1348762" y="156177"/>
                </a:lnTo>
                <a:lnTo>
                  <a:pt x="1349631" y="157117"/>
                </a:lnTo>
                <a:lnTo>
                  <a:pt x="1350522" y="158033"/>
                </a:lnTo>
                <a:lnTo>
                  <a:pt x="1351435" y="158926"/>
                </a:lnTo>
                <a:lnTo>
                  <a:pt x="1352370" y="159796"/>
                </a:lnTo>
                <a:lnTo>
                  <a:pt x="1353327" y="160643"/>
                </a:lnTo>
                <a:lnTo>
                  <a:pt x="1354306" y="161466"/>
                </a:lnTo>
                <a:lnTo>
                  <a:pt x="1355308" y="162265"/>
                </a:lnTo>
                <a:lnTo>
                  <a:pt x="1356331" y="163042"/>
                </a:lnTo>
                <a:lnTo>
                  <a:pt x="1357376" y="163795"/>
                </a:lnTo>
                <a:lnTo>
                  <a:pt x="1358443" y="164524"/>
                </a:lnTo>
                <a:lnTo>
                  <a:pt x="1359532" y="165231"/>
                </a:lnTo>
                <a:lnTo>
                  <a:pt x="1360643" y="165914"/>
                </a:lnTo>
                <a:lnTo>
                  <a:pt x="1361776" y="166573"/>
                </a:lnTo>
                <a:lnTo>
                  <a:pt x="1362931" y="167210"/>
                </a:lnTo>
                <a:lnTo>
                  <a:pt x="1364105" y="167821"/>
                </a:lnTo>
                <a:lnTo>
                  <a:pt x="1365295" y="168406"/>
                </a:lnTo>
                <a:lnTo>
                  <a:pt x="1366501" y="168965"/>
                </a:lnTo>
                <a:lnTo>
                  <a:pt x="1367723" y="169498"/>
                </a:lnTo>
                <a:lnTo>
                  <a:pt x="1368961" y="170006"/>
                </a:lnTo>
                <a:lnTo>
                  <a:pt x="1370214" y="170487"/>
                </a:lnTo>
                <a:lnTo>
                  <a:pt x="1371484" y="170942"/>
                </a:lnTo>
                <a:lnTo>
                  <a:pt x="1372769" y="171371"/>
                </a:lnTo>
                <a:lnTo>
                  <a:pt x="1374071" y="171774"/>
                </a:lnTo>
                <a:lnTo>
                  <a:pt x="1375388" y="172152"/>
                </a:lnTo>
                <a:lnTo>
                  <a:pt x="1376721" y="172503"/>
                </a:lnTo>
                <a:lnTo>
                  <a:pt x="1378070" y="172828"/>
                </a:lnTo>
                <a:lnTo>
                  <a:pt x="1379435" y="173127"/>
                </a:lnTo>
                <a:lnTo>
                  <a:pt x="1380816" y="173400"/>
                </a:lnTo>
                <a:lnTo>
                  <a:pt x="1382213" y="173647"/>
                </a:lnTo>
                <a:lnTo>
                  <a:pt x="1383625" y="173868"/>
                </a:lnTo>
                <a:lnTo>
                  <a:pt x="1385054" y="174063"/>
                </a:lnTo>
                <a:lnTo>
                  <a:pt x="1386498" y="174232"/>
                </a:lnTo>
                <a:lnTo>
                  <a:pt x="1387959" y="174375"/>
                </a:lnTo>
                <a:lnTo>
                  <a:pt x="1389435" y="174492"/>
                </a:lnTo>
                <a:lnTo>
                  <a:pt x="1390927" y="174584"/>
                </a:lnTo>
                <a:lnTo>
                  <a:pt x="1392435" y="174649"/>
                </a:lnTo>
                <a:lnTo>
                  <a:pt x="1393959" y="174688"/>
                </a:lnTo>
                <a:lnTo>
                  <a:pt x="1395499" y="174701"/>
                </a:lnTo>
                <a:lnTo>
                  <a:pt x="1397060" y="174688"/>
                </a:lnTo>
                <a:lnTo>
                  <a:pt x="1398603" y="174649"/>
                </a:lnTo>
                <a:lnTo>
                  <a:pt x="1400130" y="174584"/>
                </a:lnTo>
                <a:lnTo>
                  <a:pt x="1401640" y="174492"/>
                </a:lnTo>
                <a:close/>
                <a:moveTo>
                  <a:pt x="1392071" y="149205"/>
                </a:moveTo>
                <a:lnTo>
                  <a:pt x="1391253" y="149124"/>
                </a:lnTo>
                <a:lnTo>
                  <a:pt x="1390452" y="149025"/>
                </a:lnTo>
                <a:lnTo>
                  <a:pt x="1389666" y="148908"/>
                </a:lnTo>
                <a:lnTo>
                  <a:pt x="1388897" y="148773"/>
                </a:lnTo>
                <a:lnTo>
                  <a:pt x="1388143" y="148620"/>
                </a:lnTo>
                <a:lnTo>
                  <a:pt x="1387405" y="148449"/>
                </a:lnTo>
                <a:lnTo>
                  <a:pt x="1386683" y="148260"/>
                </a:lnTo>
                <a:lnTo>
                  <a:pt x="1385977" y="148053"/>
                </a:lnTo>
                <a:lnTo>
                  <a:pt x="1385287" y="147828"/>
                </a:lnTo>
                <a:lnTo>
                  <a:pt x="1384612" y="147585"/>
                </a:lnTo>
                <a:lnTo>
                  <a:pt x="1383954" y="147324"/>
                </a:lnTo>
                <a:lnTo>
                  <a:pt x="1383312" y="147045"/>
                </a:lnTo>
                <a:lnTo>
                  <a:pt x="1382685" y="146747"/>
                </a:lnTo>
                <a:lnTo>
                  <a:pt x="1382074" y="146432"/>
                </a:lnTo>
                <a:lnTo>
                  <a:pt x="1381480" y="146099"/>
                </a:lnTo>
                <a:lnTo>
                  <a:pt x="1380901" y="145748"/>
                </a:lnTo>
                <a:lnTo>
                  <a:pt x="1380338" y="145379"/>
                </a:lnTo>
                <a:lnTo>
                  <a:pt x="1379791" y="144992"/>
                </a:lnTo>
                <a:lnTo>
                  <a:pt x="1379260" y="144587"/>
                </a:lnTo>
                <a:lnTo>
                  <a:pt x="1378745" y="144164"/>
                </a:lnTo>
                <a:lnTo>
                  <a:pt x="1378244" y="143726"/>
                </a:lnTo>
                <a:lnTo>
                  <a:pt x="1377755" y="143275"/>
                </a:lnTo>
                <a:lnTo>
                  <a:pt x="1377279" y="142813"/>
                </a:lnTo>
                <a:lnTo>
                  <a:pt x="1376815" y="142338"/>
                </a:lnTo>
                <a:lnTo>
                  <a:pt x="1376364" y="141851"/>
                </a:lnTo>
                <a:lnTo>
                  <a:pt x="1375925" y="141352"/>
                </a:lnTo>
                <a:lnTo>
                  <a:pt x="1375498" y="140840"/>
                </a:lnTo>
                <a:lnTo>
                  <a:pt x="1375084" y="140317"/>
                </a:lnTo>
                <a:lnTo>
                  <a:pt x="1374683" y="139781"/>
                </a:lnTo>
                <a:lnTo>
                  <a:pt x="1374293" y="139233"/>
                </a:lnTo>
                <a:lnTo>
                  <a:pt x="1373916" y="138672"/>
                </a:lnTo>
                <a:lnTo>
                  <a:pt x="1373552" y="138100"/>
                </a:lnTo>
                <a:lnTo>
                  <a:pt x="1373200" y="137515"/>
                </a:lnTo>
                <a:lnTo>
                  <a:pt x="1372860" y="136918"/>
                </a:lnTo>
                <a:lnTo>
                  <a:pt x="1372533" y="136309"/>
                </a:lnTo>
                <a:lnTo>
                  <a:pt x="1372219" y="135687"/>
                </a:lnTo>
                <a:lnTo>
                  <a:pt x="1371916" y="135054"/>
                </a:lnTo>
                <a:lnTo>
                  <a:pt x="1371626" y="134408"/>
                </a:lnTo>
                <a:lnTo>
                  <a:pt x="1371349" y="133750"/>
                </a:lnTo>
                <a:lnTo>
                  <a:pt x="1371084" y="133080"/>
                </a:lnTo>
                <a:lnTo>
                  <a:pt x="1370831" y="132397"/>
                </a:lnTo>
                <a:lnTo>
                  <a:pt x="1370591" y="131702"/>
                </a:lnTo>
                <a:lnTo>
                  <a:pt x="1370363" y="130995"/>
                </a:lnTo>
                <a:lnTo>
                  <a:pt x="1370148" y="130276"/>
                </a:lnTo>
                <a:lnTo>
                  <a:pt x="1369943" y="129548"/>
                </a:lnTo>
                <a:lnTo>
                  <a:pt x="1369747" y="128813"/>
                </a:lnTo>
                <a:lnTo>
                  <a:pt x="1369559" y="128073"/>
                </a:lnTo>
                <a:lnTo>
                  <a:pt x="1369381" y="127326"/>
                </a:lnTo>
                <a:lnTo>
                  <a:pt x="1369211" y="126572"/>
                </a:lnTo>
                <a:lnTo>
                  <a:pt x="1369050" y="125813"/>
                </a:lnTo>
                <a:lnTo>
                  <a:pt x="1368897" y="125047"/>
                </a:lnTo>
                <a:lnTo>
                  <a:pt x="1368753" y="124275"/>
                </a:lnTo>
                <a:lnTo>
                  <a:pt x="1368618" y="123497"/>
                </a:lnTo>
                <a:lnTo>
                  <a:pt x="1368492" y="122713"/>
                </a:lnTo>
                <a:lnTo>
                  <a:pt x="1368374" y="121922"/>
                </a:lnTo>
                <a:lnTo>
                  <a:pt x="1368265" y="121125"/>
                </a:lnTo>
                <a:lnTo>
                  <a:pt x="1368165" y="120322"/>
                </a:lnTo>
                <a:lnTo>
                  <a:pt x="1368073" y="119513"/>
                </a:lnTo>
                <a:lnTo>
                  <a:pt x="1367991" y="118698"/>
                </a:lnTo>
                <a:lnTo>
                  <a:pt x="1367917" y="117876"/>
                </a:lnTo>
                <a:lnTo>
                  <a:pt x="1367851" y="117048"/>
                </a:lnTo>
                <a:lnTo>
                  <a:pt x="1367795" y="116214"/>
                </a:lnTo>
                <a:lnTo>
                  <a:pt x="1367747" y="115373"/>
                </a:lnTo>
                <a:lnTo>
                  <a:pt x="1367707" y="114527"/>
                </a:lnTo>
                <a:lnTo>
                  <a:pt x="1367677" y="113674"/>
                </a:lnTo>
                <a:lnTo>
                  <a:pt x="1367655" y="112815"/>
                </a:lnTo>
                <a:lnTo>
                  <a:pt x="1367642" y="111950"/>
                </a:lnTo>
                <a:lnTo>
                  <a:pt x="1367638" y="111078"/>
                </a:lnTo>
                <a:lnTo>
                  <a:pt x="1367642" y="110185"/>
                </a:lnTo>
                <a:lnTo>
                  <a:pt x="1367655" y="109299"/>
                </a:lnTo>
                <a:lnTo>
                  <a:pt x="1367677" y="108420"/>
                </a:lnTo>
                <a:lnTo>
                  <a:pt x="1367707" y="107547"/>
                </a:lnTo>
                <a:lnTo>
                  <a:pt x="1367747" y="106681"/>
                </a:lnTo>
                <a:lnTo>
                  <a:pt x="1367795" y="105821"/>
                </a:lnTo>
                <a:lnTo>
                  <a:pt x="1367851" y="104969"/>
                </a:lnTo>
                <a:lnTo>
                  <a:pt x="1367917" y="104122"/>
                </a:lnTo>
                <a:lnTo>
                  <a:pt x="1367991" y="103283"/>
                </a:lnTo>
                <a:lnTo>
                  <a:pt x="1368073" y="102450"/>
                </a:lnTo>
                <a:lnTo>
                  <a:pt x="1368165" y="101624"/>
                </a:lnTo>
                <a:lnTo>
                  <a:pt x="1368265" y="100805"/>
                </a:lnTo>
                <a:lnTo>
                  <a:pt x="1368374" y="99992"/>
                </a:lnTo>
                <a:lnTo>
                  <a:pt x="1368492" y="99186"/>
                </a:lnTo>
                <a:lnTo>
                  <a:pt x="1368618" y="98386"/>
                </a:lnTo>
                <a:lnTo>
                  <a:pt x="1368753" y="97594"/>
                </a:lnTo>
                <a:lnTo>
                  <a:pt x="1368897" y="96808"/>
                </a:lnTo>
                <a:lnTo>
                  <a:pt x="1369050" y="96028"/>
                </a:lnTo>
                <a:lnTo>
                  <a:pt x="1369211" y="95255"/>
                </a:lnTo>
                <a:lnTo>
                  <a:pt x="1369381" y="94489"/>
                </a:lnTo>
                <a:lnTo>
                  <a:pt x="1369559" y="93730"/>
                </a:lnTo>
                <a:lnTo>
                  <a:pt x="1369747" y="92977"/>
                </a:lnTo>
                <a:lnTo>
                  <a:pt x="1369943" y="92231"/>
                </a:lnTo>
                <a:lnTo>
                  <a:pt x="1370148" y="91492"/>
                </a:lnTo>
                <a:lnTo>
                  <a:pt x="1370363" y="90762"/>
                </a:lnTo>
                <a:lnTo>
                  <a:pt x="1370591" y="90045"/>
                </a:lnTo>
                <a:lnTo>
                  <a:pt x="1370831" y="89340"/>
                </a:lnTo>
                <a:lnTo>
                  <a:pt x="1371084" y="88647"/>
                </a:lnTo>
                <a:lnTo>
                  <a:pt x="1371349" y="87967"/>
                </a:lnTo>
                <a:lnTo>
                  <a:pt x="1371626" y="87300"/>
                </a:lnTo>
                <a:lnTo>
                  <a:pt x="1371916" y="86645"/>
                </a:lnTo>
                <a:lnTo>
                  <a:pt x="1372219" y="86002"/>
                </a:lnTo>
                <a:lnTo>
                  <a:pt x="1372533" y="85372"/>
                </a:lnTo>
                <a:lnTo>
                  <a:pt x="1372860" y="84754"/>
                </a:lnTo>
                <a:lnTo>
                  <a:pt x="1373200" y="84149"/>
                </a:lnTo>
                <a:lnTo>
                  <a:pt x="1373552" y="83556"/>
                </a:lnTo>
                <a:lnTo>
                  <a:pt x="1373916" y="82975"/>
                </a:lnTo>
                <a:lnTo>
                  <a:pt x="1374293" y="82407"/>
                </a:lnTo>
                <a:lnTo>
                  <a:pt x="1374683" y="81852"/>
                </a:lnTo>
                <a:lnTo>
                  <a:pt x="1375084" y="81309"/>
                </a:lnTo>
                <a:lnTo>
                  <a:pt x="1375498" y="80778"/>
                </a:lnTo>
                <a:lnTo>
                  <a:pt x="1375925" y="80260"/>
                </a:lnTo>
                <a:lnTo>
                  <a:pt x="1376364" y="79754"/>
                </a:lnTo>
                <a:lnTo>
                  <a:pt x="1376815" y="79261"/>
                </a:lnTo>
                <a:lnTo>
                  <a:pt x="1377279" y="78780"/>
                </a:lnTo>
                <a:lnTo>
                  <a:pt x="1377755" y="78311"/>
                </a:lnTo>
                <a:lnTo>
                  <a:pt x="1378244" y="77856"/>
                </a:lnTo>
                <a:lnTo>
                  <a:pt x="1378745" y="77412"/>
                </a:lnTo>
                <a:lnTo>
                  <a:pt x="1379260" y="76984"/>
                </a:lnTo>
                <a:lnTo>
                  <a:pt x="1379791" y="76574"/>
                </a:lnTo>
                <a:lnTo>
                  <a:pt x="1380338" y="76182"/>
                </a:lnTo>
                <a:lnTo>
                  <a:pt x="1380901" y="75809"/>
                </a:lnTo>
                <a:lnTo>
                  <a:pt x="1381480" y="75453"/>
                </a:lnTo>
                <a:lnTo>
                  <a:pt x="1382074" y="75116"/>
                </a:lnTo>
                <a:lnTo>
                  <a:pt x="1382685" y="74797"/>
                </a:lnTo>
                <a:lnTo>
                  <a:pt x="1383312" y="74497"/>
                </a:lnTo>
                <a:lnTo>
                  <a:pt x="1383954" y="74214"/>
                </a:lnTo>
                <a:lnTo>
                  <a:pt x="1384612" y="73950"/>
                </a:lnTo>
                <a:lnTo>
                  <a:pt x="1385287" y="73704"/>
                </a:lnTo>
                <a:lnTo>
                  <a:pt x="1385977" y="73476"/>
                </a:lnTo>
                <a:lnTo>
                  <a:pt x="1386683" y="73267"/>
                </a:lnTo>
                <a:lnTo>
                  <a:pt x="1387405" y="73075"/>
                </a:lnTo>
                <a:lnTo>
                  <a:pt x="1388143" y="72902"/>
                </a:lnTo>
                <a:lnTo>
                  <a:pt x="1388897" y="72747"/>
                </a:lnTo>
                <a:lnTo>
                  <a:pt x="1389666" y="72611"/>
                </a:lnTo>
                <a:lnTo>
                  <a:pt x="1390452" y="72492"/>
                </a:lnTo>
                <a:lnTo>
                  <a:pt x="1391253" y="72392"/>
                </a:lnTo>
                <a:lnTo>
                  <a:pt x="1392071" y="72310"/>
                </a:lnTo>
                <a:lnTo>
                  <a:pt x="1392904" y="72246"/>
                </a:lnTo>
                <a:lnTo>
                  <a:pt x="1393753" y="72201"/>
                </a:lnTo>
                <a:lnTo>
                  <a:pt x="1394618" y="72173"/>
                </a:lnTo>
                <a:lnTo>
                  <a:pt x="1395499" y="72164"/>
                </a:lnTo>
                <a:lnTo>
                  <a:pt x="1396401" y="72173"/>
                </a:lnTo>
                <a:lnTo>
                  <a:pt x="1397286" y="72201"/>
                </a:lnTo>
                <a:lnTo>
                  <a:pt x="1398156" y="72246"/>
                </a:lnTo>
                <a:lnTo>
                  <a:pt x="1399008" y="72310"/>
                </a:lnTo>
                <a:lnTo>
                  <a:pt x="1399845" y="72392"/>
                </a:lnTo>
                <a:lnTo>
                  <a:pt x="1400665" y="72492"/>
                </a:lnTo>
                <a:lnTo>
                  <a:pt x="1401468" y="72611"/>
                </a:lnTo>
                <a:lnTo>
                  <a:pt x="1402256" y="72747"/>
                </a:lnTo>
                <a:lnTo>
                  <a:pt x="1403027" y="72902"/>
                </a:lnTo>
                <a:lnTo>
                  <a:pt x="1403781" y="73075"/>
                </a:lnTo>
                <a:lnTo>
                  <a:pt x="1404520" y="73267"/>
                </a:lnTo>
                <a:lnTo>
                  <a:pt x="1405242" y="73476"/>
                </a:lnTo>
                <a:lnTo>
                  <a:pt x="1405947" y="73704"/>
                </a:lnTo>
                <a:lnTo>
                  <a:pt x="1406636" y="73950"/>
                </a:lnTo>
                <a:lnTo>
                  <a:pt x="1407309" y="74214"/>
                </a:lnTo>
                <a:lnTo>
                  <a:pt x="1407966" y="74497"/>
                </a:lnTo>
                <a:lnTo>
                  <a:pt x="1408606" y="74797"/>
                </a:lnTo>
                <a:lnTo>
                  <a:pt x="1409230" y="75116"/>
                </a:lnTo>
                <a:lnTo>
                  <a:pt x="1409838" y="75453"/>
                </a:lnTo>
                <a:lnTo>
                  <a:pt x="1410429" y="75809"/>
                </a:lnTo>
                <a:lnTo>
                  <a:pt x="1411004" y="76182"/>
                </a:lnTo>
                <a:lnTo>
                  <a:pt x="1411562" y="76574"/>
                </a:lnTo>
                <a:lnTo>
                  <a:pt x="1412105" y="76984"/>
                </a:lnTo>
                <a:lnTo>
                  <a:pt x="1412631" y="77412"/>
                </a:lnTo>
                <a:lnTo>
                  <a:pt x="1413142" y="77856"/>
                </a:lnTo>
                <a:lnTo>
                  <a:pt x="1413641" y="78311"/>
                </a:lnTo>
                <a:lnTo>
                  <a:pt x="1414127" y="78780"/>
                </a:lnTo>
                <a:lnTo>
                  <a:pt x="1414600" y="79261"/>
                </a:lnTo>
                <a:lnTo>
                  <a:pt x="1415061" y="79754"/>
                </a:lnTo>
                <a:lnTo>
                  <a:pt x="1415509" y="80260"/>
                </a:lnTo>
                <a:lnTo>
                  <a:pt x="1415945" y="80778"/>
                </a:lnTo>
                <a:lnTo>
                  <a:pt x="1416368" y="81309"/>
                </a:lnTo>
                <a:lnTo>
                  <a:pt x="1416778" y="81852"/>
                </a:lnTo>
                <a:lnTo>
                  <a:pt x="1417176" y="82407"/>
                </a:lnTo>
                <a:lnTo>
                  <a:pt x="1417561" y="82975"/>
                </a:lnTo>
                <a:lnTo>
                  <a:pt x="1417933" y="83556"/>
                </a:lnTo>
                <a:lnTo>
                  <a:pt x="1418293" y="84149"/>
                </a:lnTo>
                <a:lnTo>
                  <a:pt x="1418640" y="84754"/>
                </a:lnTo>
                <a:lnTo>
                  <a:pt x="1418974" y="85372"/>
                </a:lnTo>
                <a:lnTo>
                  <a:pt x="1419296" y="86002"/>
                </a:lnTo>
                <a:lnTo>
                  <a:pt x="1419605" y="86645"/>
                </a:lnTo>
                <a:lnTo>
                  <a:pt x="1419902" y="87300"/>
                </a:lnTo>
                <a:lnTo>
                  <a:pt x="1420186" y="87967"/>
                </a:lnTo>
                <a:lnTo>
                  <a:pt x="1420457" y="88647"/>
                </a:lnTo>
                <a:lnTo>
                  <a:pt x="1420716" y="89340"/>
                </a:lnTo>
                <a:lnTo>
                  <a:pt x="1420962" y="90045"/>
                </a:lnTo>
                <a:lnTo>
                  <a:pt x="1421195" y="90762"/>
                </a:lnTo>
                <a:lnTo>
                  <a:pt x="1421416" y="91492"/>
                </a:lnTo>
                <a:lnTo>
                  <a:pt x="1421626" y="92231"/>
                </a:lnTo>
                <a:lnTo>
                  <a:pt x="1421827" y="92977"/>
                </a:lnTo>
                <a:lnTo>
                  <a:pt x="1422019" y="93730"/>
                </a:lnTo>
                <a:lnTo>
                  <a:pt x="1422202" y="94489"/>
                </a:lnTo>
                <a:lnTo>
                  <a:pt x="1422376" y="95255"/>
                </a:lnTo>
                <a:lnTo>
                  <a:pt x="1422541" y="96028"/>
                </a:lnTo>
                <a:lnTo>
                  <a:pt x="1422698" y="96808"/>
                </a:lnTo>
                <a:lnTo>
                  <a:pt x="1422845" y="97594"/>
                </a:lnTo>
                <a:lnTo>
                  <a:pt x="1422984" y="98386"/>
                </a:lnTo>
                <a:lnTo>
                  <a:pt x="1423113" y="99186"/>
                </a:lnTo>
                <a:lnTo>
                  <a:pt x="1423234" y="99992"/>
                </a:lnTo>
                <a:lnTo>
                  <a:pt x="1423345" y="100805"/>
                </a:lnTo>
                <a:lnTo>
                  <a:pt x="1423448" y="101624"/>
                </a:lnTo>
                <a:lnTo>
                  <a:pt x="1423542" y="102450"/>
                </a:lnTo>
                <a:lnTo>
                  <a:pt x="1423627" y="103283"/>
                </a:lnTo>
                <a:lnTo>
                  <a:pt x="1423703" y="104122"/>
                </a:lnTo>
                <a:lnTo>
                  <a:pt x="1423770" y="104969"/>
                </a:lnTo>
                <a:lnTo>
                  <a:pt x="1423828" y="105821"/>
                </a:lnTo>
                <a:lnTo>
                  <a:pt x="1423877" y="106681"/>
                </a:lnTo>
                <a:lnTo>
                  <a:pt x="1423917" y="107547"/>
                </a:lnTo>
                <a:lnTo>
                  <a:pt x="1423948" y="108420"/>
                </a:lnTo>
                <a:lnTo>
                  <a:pt x="1423971" y="109299"/>
                </a:lnTo>
                <a:lnTo>
                  <a:pt x="1423984" y="110185"/>
                </a:lnTo>
                <a:lnTo>
                  <a:pt x="1423989" y="111078"/>
                </a:lnTo>
                <a:lnTo>
                  <a:pt x="1423984" y="111950"/>
                </a:lnTo>
                <a:lnTo>
                  <a:pt x="1423971" y="112815"/>
                </a:lnTo>
                <a:lnTo>
                  <a:pt x="1423948" y="113674"/>
                </a:lnTo>
                <a:lnTo>
                  <a:pt x="1423917" y="114527"/>
                </a:lnTo>
                <a:lnTo>
                  <a:pt x="1423877" y="115373"/>
                </a:lnTo>
                <a:lnTo>
                  <a:pt x="1423828" y="116214"/>
                </a:lnTo>
                <a:lnTo>
                  <a:pt x="1423770" y="117048"/>
                </a:lnTo>
                <a:lnTo>
                  <a:pt x="1423703" y="117876"/>
                </a:lnTo>
                <a:lnTo>
                  <a:pt x="1423627" y="118698"/>
                </a:lnTo>
                <a:lnTo>
                  <a:pt x="1423542" y="119513"/>
                </a:lnTo>
                <a:lnTo>
                  <a:pt x="1423448" y="120322"/>
                </a:lnTo>
                <a:lnTo>
                  <a:pt x="1423345" y="121125"/>
                </a:lnTo>
                <a:lnTo>
                  <a:pt x="1423234" y="121922"/>
                </a:lnTo>
                <a:lnTo>
                  <a:pt x="1423113" y="122713"/>
                </a:lnTo>
                <a:lnTo>
                  <a:pt x="1422984" y="123497"/>
                </a:lnTo>
                <a:lnTo>
                  <a:pt x="1422845" y="124275"/>
                </a:lnTo>
                <a:lnTo>
                  <a:pt x="1422698" y="125047"/>
                </a:lnTo>
                <a:lnTo>
                  <a:pt x="1422541" y="125813"/>
                </a:lnTo>
                <a:lnTo>
                  <a:pt x="1422376" y="126572"/>
                </a:lnTo>
                <a:lnTo>
                  <a:pt x="1422202" y="127326"/>
                </a:lnTo>
                <a:lnTo>
                  <a:pt x="1422019" y="128073"/>
                </a:lnTo>
                <a:lnTo>
                  <a:pt x="1421827" y="128813"/>
                </a:lnTo>
                <a:lnTo>
                  <a:pt x="1421626" y="129548"/>
                </a:lnTo>
                <a:lnTo>
                  <a:pt x="1421416" y="130276"/>
                </a:lnTo>
                <a:lnTo>
                  <a:pt x="1421195" y="130995"/>
                </a:lnTo>
                <a:lnTo>
                  <a:pt x="1420962" y="131702"/>
                </a:lnTo>
                <a:lnTo>
                  <a:pt x="1420716" y="132397"/>
                </a:lnTo>
                <a:lnTo>
                  <a:pt x="1420457" y="133080"/>
                </a:lnTo>
                <a:lnTo>
                  <a:pt x="1420186" y="133750"/>
                </a:lnTo>
                <a:lnTo>
                  <a:pt x="1419902" y="134408"/>
                </a:lnTo>
                <a:lnTo>
                  <a:pt x="1419605" y="135054"/>
                </a:lnTo>
                <a:lnTo>
                  <a:pt x="1419296" y="135687"/>
                </a:lnTo>
                <a:lnTo>
                  <a:pt x="1418974" y="136309"/>
                </a:lnTo>
                <a:lnTo>
                  <a:pt x="1418640" y="136918"/>
                </a:lnTo>
                <a:lnTo>
                  <a:pt x="1418293" y="137515"/>
                </a:lnTo>
                <a:lnTo>
                  <a:pt x="1417933" y="138100"/>
                </a:lnTo>
                <a:lnTo>
                  <a:pt x="1417561" y="138672"/>
                </a:lnTo>
                <a:lnTo>
                  <a:pt x="1417176" y="139233"/>
                </a:lnTo>
                <a:lnTo>
                  <a:pt x="1416778" y="139781"/>
                </a:lnTo>
                <a:lnTo>
                  <a:pt x="1416368" y="140317"/>
                </a:lnTo>
                <a:lnTo>
                  <a:pt x="1415945" y="140840"/>
                </a:lnTo>
                <a:lnTo>
                  <a:pt x="1415509" y="141352"/>
                </a:lnTo>
                <a:lnTo>
                  <a:pt x="1415061" y="141851"/>
                </a:lnTo>
                <a:lnTo>
                  <a:pt x="1414600" y="142338"/>
                </a:lnTo>
                <a:lnTo>
                  <a:pt x="1414127" y="142813"/>
                </a:lnTo>
                <a:lnTo>
                  <a:pt x="1413641" y="143275"/>
                </a:lnTo>
                <a:lnTo>
                  <a:pt x="1413142" y="143726"/>
                </a:lnTo>
                <a:lnTo>
                  <a:pt x="1412631" y="144164"/>
                </a:lnTo>
                <a:lnTo>
                  <a:pt x="1412105" y="144587"/>
                </a:lnTo>
                <a:lnTo>
                  <a:pt x="1411562" y="144992"/>
                </a:lnTo>
                <a:lnTo>
                  <a:pt x="1411004" y="145379"/>
                </a:lnTo>
                <a:lnTo>
                  <a:pt x="1410429" y="145748"/>
                </a:lnTo>
                <a:lnTo>
                  <a:pt x="1409838" y="146099"/>
                </a:lnTo>
                <a:lnTo>
                  <a:pt x="1409230" y="146432"/>
                </a:lnTo>
                <a:lnTo>
                  <a:pt x="1408606" y="146747"/>
                </a:lnTo>
                <a:lnTo>
                  <a:pt x="1407966" y="147045"/>
                </a:lnTo>
                <a:lnTo>
                  <a:pt x="1407309" y="147324"/>
                </a:lnTo>
                <a:lnTo>
                  <a:pt x="1406636" y="147585"/>
                </a:lnTo>
                <a:lnTo>
                  <a:pt x="1405947" y="147828"/>
                </a:lnTo>
                <a:lnTo>
                  <a:pt x="1405242" y="148053"/>
                </a:lnTo>
                <a:lnTo>
                  <a:pt x="1404520" y="148260"/>
                </a:lnTo>
                <a:lnTo>
                  <a:pt x="1403781" y="148449"/>
                </a:lnTo>
                <a:lnTo>
                  <a:pt x="1403027" y="148620"/>
                </a:lnTo>
                <a:lnTo>
                  <a:pt x="1402256" y="148773"/>
                </a:lnTo>
                <a:lnTo>
                  <a:pt x="1401468" y="148908"/>
                </a:lnTo>
                <a:lnTo>
                  <a:pt x="1400665" y="149025"/>
                </a:lnTo>
                <a:lnTo>
                  <a:pt x="1399845" y="149124"/>
                </a:lnTo>
                <a:lnTo>
                  <a:pt x="1399008" y="149205"/>
                </a:lnTo>
                <a:lnTo>
                  <a:pt x="1398156" y="149268"/>
                </a:lnTo>
                <a:lnTo>
                  <a:pt x="1397286" y="149313"/>
                </a:lnTo>
                <a:lnTo>
                  <a:pt x="1396401" y="149340"/>
                </a:lnTo>
                <a:lnTo>
                  <a:pt x="1395499" y="149349"/>
                </a:lnTo>
                <a:lnTo>
                  <a:pt x="1394618" y="149340"/>
                </a:lnTo>
                <a:lnTo>
                  <a:pt x="1393753" y="149313"/>
                </a:lnTo>
                <a:lnTo>
                  <a:pt x="1392904" y="149268"/>
                </a:lnTo>
                <a:lnTo>
                  <a:pt x="1392071" y="149205"/>
                </a:lnTo>
                <a:close/>
                <a:moveTo>
                  <a:pt x="1745409" y="66023"/>
                </a:moveTo>
                <a:lnTo>
                  <a:pt x="1744811" y="64820"/>
                </a:lnTo>
                <a:lnTo>
                  <a:pt x="1744178" y="63652"/>
                </a:lnTo>
                <a:lnTo>
                  <a:pt x="1743511" y="62518"/>
                </a:lnTo>
                <a:lnTo>
                  <a:pt x="1742809" y="61418"/>
                </a:lnTo>
                <a:lnTo>
                  <a:pt x="1742074" y="60352"/>
                </a:lnTo>
                <a:lnTo>
                  <a:pt x="1741304" y="59321"/>
                </a:lnTo>
                <a:lnTo>
                  <a:pt x="1740500" y="58324"/>
                </a:lnTo>
                <a:lnTo>
                  <a:pt x="1739664" y="57364"/>
                </a:lnTo>
                <a:lnTo>
                  <a:pt x="1738799" y="56445"/>
                </a:lnTo>
                <a:lnTo>
                  <a:pt x="1737903" y="55567"/>
                </a:lnTo>
                <a:lnTo>
                  <a:pt x="1736978" y="54730"/>
                </a:lnTo>
                <a:lnTo>
                  <a:pt x="1736022" y="53933"/>
                </a:lnTo>
                <a:lnTo>
                  <a:pt x="1735037" y="53178"/>
                </a:lnTo>
                <a:lnTo>
                  <a:pt x="1734022" y="52463"/>
                </a:lnTo>
                <a:lnTo>
                  <a:pt x="1732977" y="51789"/>
                </a:lnTo>
                <a:lnTo>
                  <a:pt x="1731902" y="51156"/>
                </a:lnTo>
                <a:lnTo>
                  <a:pt x="1730798" y="50564"/>
                </a:lnTo>
                <a:lnTo>
                  <a:pt x="1729663" y="50013"/>
                </a:lnTo>
                <a:lnTo>
                  <a:pt x="1728499" y="49502"/>
                </a:lnTo>
                <a:lnTo>
                  <a:pt x="1727305" y="49033"/>
                </a:lnTo>
                <a:lnTo>
                  <a:pt x="1726081" y="48604"/>
                </a:lnTo>
                <a:lnTo>
                  <a:pt x="1724827" y="48216"/>
                </a:lnTo>
                <a:lnTo>
                  <a:pt x="1723544" y="47869"/>
                </a:lnTo>
                <a:lnTo>
                  <a:pt x="1722230" y="47562"/>
                </a:lnTo>
                <a:lnTo>
                  <a:pt x="1720887" y="47297"/>
                </a:lnTo>
                <a:lnTo>
                  <a:pt x="1719513" y="47072"/>
                </a:lnTo>
                <a:lnTo>
                  <a:pt x="1718110" y="46888"/>
                </a:lnTo>
                <a:lnTo>
                  <a:pt x="1716677" y="46745"/>
                </a:lnTo>
                <a:lnTo>
                  <a:pt x="1715215" y="46643"/>
                </a:lnTo>
                <a:lnTo>
                  <a:pt x="1713722" y="46582"/>
                </a:lnTo>
                <a:lnTo>
                  <a:pt x="1712199" y="46562"/>
                </a:lnTo>
                <a:lnTo>
                  <a:pt x="1710911" y="46572"/>
                </a:lnTo>
                <a:lnTo>
                  <a:pt x="1709640" y="46604"/>
                </a:lnTo>
                <a:lnTo>
                  <a:pt x="1708386" y="46657"/>
                </a:lnTo>
                <a:lnTo>
                  <a:pt x="1707150" y="46731"/>
                </a:lnTo>
                <a:lnTo>
                  <a:pt x="1705930" y="46826"/>
                </a:lnTo>
                <a:lnTo>
                  <a:pt x="1704728" y="46942"/>
                </a:lnTo>
                <a:lnTo>
                  <a:pt x="1703543" y="47080"/>
                </a:lnTo>
                <a:lnTo>
                  <a:pt x="1702375" y="47238"/>
                </a:lnTo>
                <a:lnTo>
                  <a:pt x="1701225" y="47418"/>
                </a:lnTo>
                <a:lnTo>
                  <a:pt x="1700091" y="47618"/>
                </a:lnTo>
                <a:lnTo>
                  <a:pt x="1698975" y="47840"/>
                </a:lnTo>
                <a:lnTo>
                  <a:pt x="1697876" y="48083"/>
                </a:lnTo>
                <a:lnTo>
                  <a:pt x="1696795" y="48348"/>
                </a:lnTo>
                <a:lnTo>
                  <a:pt x="1695730" y="48633"/>
                </a:lnTo>
                <a:lnTo>
                  <a:pt x="1694683" y="48939"/>
                </a:lnTo>
                <a:lnTo>
                  <a:pt x="1693653" y="49267"/>
                </a:lnTo>
                <a:lnTo>
                  <a:pt x="1692640" y="49616"/>
                </a:lnTo>
                <a:lnTo>
                  <a:pt x="1691644" y="49986"/>
                </a:lnTo>
                <a:lnTo>
                  <a:pt x="1690666" y="50377"/>
                </a:lnTo>
                <a:lnTo>
                  <a:pt x="1689705" y="50789"/>
                </a:lnTo>
                <a:lnTo>
                  <a:pt x="1688761" y="51222"/>
                </a:lnTo>
                <a:lnTo>
                  <a:pt x="1687834" y="51676"/>
                </a:lnTo>
                <a:lnTo>
                  <a:pt x="1686924" y="52152"/>
                </a:lnTo>
                <a:lnTo>
                  <a:pt x="1686032" y="52649"/>
                </a:lnTo>
                <a:lnTo>
                  <a:pt x="1685156" y="53159"/>
                </a:lnTo>
                <a:lnTo>
                  <a:pt x="1684296" y="53676"/>
                </a:lnTo>
                <a:lnTo>
                  <a:pt x="1683452" y="54199"/>
                </a:lnTo>
                <a:lnTo>
                  <a:pt x="1682624" y="54728"/>
                </a:lnTo>
                <a:lnTo>
                  <a:pt x="1681812" y="55264"/>
                </a:lnTo>
                <a:lnTo>
                  <a:pt x="1681016" y="55806"/>
                </a:lnTo>
                <a:lnTo>
                  <a:pt x="1680235" y="56354"/>
                </a:lnTo>
                <a:lnTo>
                  <a:pt x="1679471" y="56909"/>
                </a:lnTo>
                <a:lnTo>
                  <a:pt x="1678722" y="57470"/>
                </a:lnTo>
                <a:lnTo>
                  <a:pt x="1677990" y="58037"/>
                </a:lnTo>
                <a:lnTo>
                  <a:pt x="1677273" y="58611"/>
                </a:lnTo>
                <a:lnTo>
                  <a:pt x="1676572" y="59190"/>
                </a:lnTo>
                <a:lnTo>
                  <a:pt x="1675887" y="59777"/>
                </a:lnTo>
                <a:lnTo>
                  <a:pt x="1675218" y="60369"/>
                </a:lnTo>
                <a:lnTo>
                  <a:pt x="1674565" y="60968"/>
                </a:lnTo>
                <a:lnTo>
                  <a:pt x="1673928" y="61573"/>
                </a:lnTo>
                <a:lnTo>
                  <a:pt x="1673307" y="62185"/>
                </a:lnTo>
                <a:lnTo>
                  <a:pt x="1672701" y="62803"/>
                </a:lnTo>
                <a:lnTo>
                  <a:pt x="1672112" y="63427"/>
                </a:lnTo>
                <a:lnTo>
                  <a:pt x="1671538" y="64057"/>
                </a:lnTo>
                <a:lnTo>
                  <a:pt x="1670980" y="64694"/>
                </a:lnTo>
                <a:lnTo>
                  <a:pt x="1670439" y="65337"/>
                </a:lnTo>
                <a:lnTo>
                  <a:pt x="1669913" y="65987"/>
                </a:lnTo>
                <a:lnTo>
                  <a:pt x="1669403" y="66642"/>
                </a:lnTo>
                <a:lnTo>
                  <a:pt x="1668775" y="48444"/>
                </a:lnTo>
                <a:lnTo>
                  <a:pt x="1636772" y="48444"/>
                </a:lnTo>
                <a:lnTo>
                  <a:pt x="1636772" y="172441"/>
                </a:lnTo>
                <a:lnTo>
                  <a:pt x="1670030" y="172441"/>
                </a:lnTo>
                <a:lnTo>
                  <a:pt x="1670030" y="89374"/>
                </a:lnTo>
                <a:lnTo>
                  <a:pt x="1670472" y="88814"/>
                </a:lnTo>
                <a:lnTo>
                  <a:pt x="1670920" y="88261"/>
                </a:lnTo>
                <a:lnTo>
                  <a:pt x="1671374" y="87716"/>
                </a:lnTo>
                <a:lnTo>
                  <a:pt x="1671833" y="87177"/>
                </a:lnTo>
                <a:lnTo>
                  <a:pt x="1672297" y="86645"/>
                </a:lnTo>
                <a:lnTo>
                  <a:pt x="1672768" y="86121"/>
                </a:lnTo>
                <a:lnTo>
                  <a:pt x="1673244" y="85603"/>
                </a:lnTo>
                <a:lnTo>
                  <a:pt x="1673726" y="85093"/>
                </a:lnTo>
                <a:lnTo>
                  <a:pt x="1674213" y="84590"/>
                </a:lnTo>
                <a:lnTo>
                  <a:pt x="1674706" y="84094"/>
                </a:lnTo>
                <a:lnTo>
                  <a:pt x="1675205" y="83604"/>
                </a:lnTo>
                <a:lnTo>
                  <a:pt x="1675709" y="83122"/>
                </a:lnTo>
                <a:lnTo>
                  <a:pt x="1676219" y="82647"/>
                </a:lnTo>
                <a:lnTo>
                  <a:pt x="1676735" y="82180"/>
                </a:lnTo>
                <a:lnTo>
                  <a:pt x="1677257" y="81719"/>
                </a:lnTo>
                <a:lnTo>
                  <a:pt x="1677784" y="81265"/>
                </a:lnTo>
                <a:lnTo>
                  <a:pt x="1678316" y="80818"/>
                </a:lnTo>
                <a:lnTo>
                  <a:pt x="1678855" y="80379"/>
                </a:lnTo>
                <a:lnTo>
                  <a:pt x="1679399" y="79947"/>
                </a:lnTo>
                <a:lnTo>
                  <a:pt x="1679949" y="79521"/>
                </a:lnTo>
                <a:lnTo>
                  <a:pt x="1680504" y="79103"/>
                </a:lnTo>
                <a:lnTo>
                  <a:pt x="1681065" y="78692"/>
                </a:lnTo>
                <a:lnTo>
                  <a:pt x="1681632" y="78288"/>
                </a:lnTo>
                <a:lnTo>
                  <a:pt x="1682204" y="77890"/>
                </a:lnTo>
                <a:lnTo>
                  <a:pt x="1682784" y="77505"/>
                </a:lnTo>
                <a:lnTo>
                  <a:pt x="1683374" y="77136"/>
                </a:lnTo>
                <a:lnTo>
                  <a:pt x="1683973" y="76784"/>
                </a:lnTo>
                <a:lnTo>
                  <a:pt x="1684582" y="76448"/>
                </a:lnTo>
                <a:lnTo>
                  <a:pt x="1685200" y="76128"/>
                </a:lnTo>
                <a:lnTo>
                  <a:pt x="1685828" y="75825"/>
                </a:lnTo>
                <a:lnTo>
                  <a:pt x="1686466" y="75538"/>
                </a:lnTo>
                <a:lnTo>
                  <a:pt x="1687113" y="75267"/>
                </a:lnTo>
                <a:lnTo>
                  <a:pt x="1687769" y="75013"/>
                </a:lnTo>
                <a:lnTo>
                  <a:pt x="1688436" y="74775"/>
                </a:lnTo>
                <a:lnTo>
                  <a:pt x="1689112" y="74554"/>
                </a:lnTo>
                <a:lnTo>
                  <a:pt x="1689797" y="74349"/>
                </a:lnTo>
                <a:lnTo>
                  <a:pt x="1690492" y="74160"/>
                </a:lnTo>
                <a:lnTo>
                  <a:pt x="1691197" y="73988"/>
                </a:lnTo>
                <a:lnTo>
                  <a:pt x="1691911" y="73832"/>
                </a:lnTo>
                <a:lnTo>
                  <a:pt x="1692635" y="73693"/>
                </a:lnTo>
                <a:lnTo>
                  <a:pt x="1693368" y="73570"/>
                </a:lnTo>
                <a:lnTo>
                  <a:pt x="1694111" y="73464"/>
                </a:lnTo>
                <a:lnTo>
                  <a:pt x="1694864" y="73373"/>
                </a:lnTo>
                <a:lnTo>
                  <a:pt x="1695626" y="73300"/>
                </a:lnTo>
                <a:lnTo>
                  <a:pt x="1696398" y="73242"/>
                </a:lnTo>
                <a:lnTo>
                  <a:pt x="1697179" y="73201"/>
                </a:lnTo>
                <a:lnTo>
                  <a:pt x="1697970" y="73177"/>
                </a:lnTo>
                <a:lnTo>
                  <a:pt x="1698771" y="73168"/>
                </a:lnTo>
                <a:lnTo>
                  <a:pt x="1699310" y="73173"/>
                </a:lnTo>
                <a:lnTo>
                  <a:pt x="1699841" y="73188"/>
                </a:lnTo>
                <a:lnTo>
                  <a:pt x="1700364" y="73212"/>
                </a:lnTo>
                <a:lnTo>
                  <a:pt x="1700878" y="73246"/>
                </a:lnTo>
                <a:lnTo>
                  <a:pt x="1701384" y="73290"/>
                </a:lnTo>
                <a:lnTo>
                  <a:pt x="1701881" y="73344"/>
                </a:lnTo>
                <a:lnTo>
                  <a:pt x="1702369" y="73407"/>
                </a:lnTo>
                <a:lnTo>
                  <a:pt x="1702849" y="73480"/>
                </a:lnTo>
                <a:lnTo>
                  <a:pt x="1703321" y="73563"/>
                </a:lnTo>
                <a:lnTo>
                  <a:pt x="1703784" y="73656"/>
                </a:lnTo>
                <a:lnTo>
                  <a:pt x="1704239" y="73758"/>
                </a:lnTo>
                <a:lnTo>
                  <a:pt x="1704685" y="73870"/>
                </a:lnTo>
                <a:lnTo>
                  <a:pt x="1705123" y="73992"/>
                </a:lnTo>
                <a:lnTo>
                  <a:pt x="1705552" y="74124"/>
                </a:lnTo>
                <a:lnTo>
                  <a:pt x="1705972" y="74265"/>
                </a:lnTo>
                <a:lnTo>
                  <a:pt x="1706384" y="74416"/>
                </a:lnTo>
                <a:lnTo>
                  <a:pt x="1706788" y="74577"/>
                </a:lnTo>
                <a:lnTo>
                  <a:pt x="1707183" y="74748"/>
                </a:lnTo>
                <a:lnTo>
                  <a:pt x="1707570" y="74928"/>
                </a:lnTo>
                <a:lnTo>
                  <a:pt x="1707948" y="75119"/>
                </a:lnTo>
                <a:lnTo>
                  <a:pt x="1708318" y="75318"/>
                </a:lnTo>
                <a:lnTo>
                  <a:pt x="1708679" y="75528"/>
                </a:lnTo>
                <a:lnTo>
                  <a:pt x="1709031" y="75747"/>
                </a:lnTo>
                <a:lnTo>
                  <a:pt x="1709376" y="75977"/>
                </a:lnTo>
                <a:lnTo>
                  <a:pt x="1709712" y="76215"/>
                </a:lnTo>
                <a:lnTo>
                  <a:pt x="1710040" y="76461"/>
                </a:lnTo>
                <a:lnTo>
                  <a:pt x="1710360" y="76714"/>
                </a:lnTo>
                <a:lnTo>
                  <a:pt x="1710672" y="76976"/>
                </a:lnTo>
                <a:lnTo>
                  <a:pt x="1710977" y="77246"/>
                </a:lnTo>
                <a:lnTo>
                  <a:pt x="1711274" y="77524"/>
                </a:lnTo>
                <a:lnTo>
                  <a:pt x="1711563" y="77810"/>
                </a:lnTo>
                <a:lnTo>
                  <a:pt x="1711844" y="78104"/>
                </a:lnTo>
                <a:lnTo>
                  <a:pt x="1712117" y="78405"/>
                </a:lnTo>
                <a:lnTo>
                  <a:pt x="1712382" y="78715"/>
                </a:lnTo>
                <a:lnTo>
                  <a:pt x="1712640" y="79033"/>
                </a:lnTo>
                <a:lnTo>
                  <a:pt x="1712890" y="79358"/>
                </a:lnTo>
                <a:lnTo>
                  <a:pt x="1713132" y="79692"/>
                </a:lnTo>
                <a:lnTo>
                  <a:pt x="1713366" y="80033"/>
                </a:lnTo>
                <a:lnTo>
                  <a:pt x="1713592" y="80383"/>
                </a:lnTo>
                <a:lnTo>
                  <a:pt x="1713810" y="80740"/>
                </a:lnTo>
                <a:lnTo>
                  <a:pt x="1714021" y="81106"/>
                </a:lnTo>
                <a:lnTo>
                  <a:pt x="1714223" y="81479"/>
                </a:lnTo>
                <a:lnTo>
                  <a:pt x="1714418" y="81861"/>
                </a:lnTo>
                <a:lnTo>
                  <a:pt x="1714605" y="82250"/>
                </a:lnTo>
                <a:lnTo>
                  <a:pt x="1714784" y="82647"/>
                </a:lnTo>
                <a:lnTo>
                  <a:pt x="1714955" y="83053"/>
                </a:lnTo>
                <a:lnTo>
                  <a:pt x="1715119" y="83466"/>
                </a:lnTo>
                <a:lnTo>
                  <a:pt x="1715274" y="83887"/>
                </a:lnTo>
                <a:lnTo>
                  <a:pt x="1715423" y="84315"/>
                </a:lnTo>
                <a:lnTo>
                  <a:pt x="1715565" y="84749"/>
                </a:lnTo>
                <a:lnTo>
                  <a:pt x="1715701" y="85189"/>
                </a:lnTo>
                <a:lnTo>
                  <a:pt x="1715830" y="85634"/>
                </a:lnTo>
                <a:lnTo>
                  <a:pt x="1715954" y="86085"/>
                </a:lnTo>
                <a:lnTo>
                  <a:pt x="1716070" y="86542"/>
                </a:lnTo>
                <a:lnTo>
                  <a:pt x="1716181" y="87005"/>
                </a:lnTo>
                <a:lnTo>
                  <a:pt x="1716285" y="87474"/>
                </a:lnTo>
                <a:lnTo>
                  <a:pt x="1716383" y="87948"/>
                </a:lnTo>
                <a:lnTo>
                  <a:pt x="1716475" y="88428"/>
                </a:lnTo>
                <a:lnTo>
                  <a:pt x="1716560" y="88914"/>
                </a:lnTo>
                <a:lnTo>
                  <a:pt x="1716639" y="89405"/>
                </a:lnTo>
                <a:lnTo>
                  <a:pt x="1716712" y="89903"/>
                </a:lnTo>
                <a:lnTo>
                  <a:pt x="1716778" y="90406"/>
                </a:lnTo>
                <a:lnTo>
                  <a:pt x="1716838" y="90915"/>
                </a:lnTo>
                <a:lnTo>
                  <a:pt x="1716892" y="91430"/>
                </a:lnTo>
                <a:lnTo>
                  <a:pt x="1716939" y="91950"/>
                </a:lnTo>
                <a:lnTo>
                  <a:pt x="1716980" y="92476"/>
                </a:lnTo>
                <a:lnTo>
                  <a:pt x="1717015" y="93008"/>
                </a:lnTo>
                <a:lnTo>
                  <a:pt x="1717044" y="93546"/>
                </a:lnTo>
                <a:lnTo>
                  <a:pt x="1717066" y="94090"/>
                </a:lnTo>
                <a:lnTo>
                  <a:pt x="1717081" y="94639"/>
                </a:lnTo>
                <a:lnTo>
                  <a:pt x="1717091" y="95194"/>
                </a:lnTo>
                <a:lnTo>
                  <a:pt x="1717094" y="95755"/>
                </a:lnTo>
                <a:lnTo>
                  <a:pt x="1717094" y="172441"/>
                </a:lnTo>
                <a:lnTo>
                  <a:pt x="1750352" y="172441"/>
                </a:lnTo>
                <a:lnTo>
                  <a:pt x="1750352" y="91700"/>
                </a:lnTo>
                <a:lnTo>
                  <a:pt x="1750335" y="89916"/>
                </a:lnTo>
                <a:lnTo>
                  <a:pt x="1750284" y="88166"/>
                </a:lnTo>
                <a:lnTo>
                  <a:pt x="1750271" y="87909"/>
                </a:lnTo>
                <a:lnTo>
                  <a:pt x="1750564" y="87574"/>
                </a:lnTo>
                <a:lnTo>
                  <a:pt x="1751032" y="87051"/>
                </a:lnTo>
                <a:lnTo>
                  <a:pt x="1751505" y="86536"/>
                </a:lnTo>
                <a:lnTo>
                  <a:pt x="1751982" y="86029"/>
                </a:lnTo>
                <a:lnTo>
                  <a:pt x="1752465" y="85529"/>
                </a:lnTo>
                <a:lnTo>
                  <a:pt x="1752953" y="85036"/>
                </a:lnTo>
                <a:lnTo>
                  <a:pt x="1753445" y="84551"/>
                </a:lnTo>
                <a:lnTo>
                  <a:pt x="1753943" y="84073"/>
                </a:lnTo>
                <a:lnTo>
                  <a:pt x="1754446" y="83603"/>
                </a:lnTo>
                <a:lnTo>
                  <a:pt x="1754954" y="83140"/>
                </a:lnTo>
                <a:lnTo>
                  <a:pt x="1755467" y="82684"/>
                </a:lnTo>
                <a:lnTo>
                  <a:pt x="1755984" y="82236"/>
                </a:lnTo>
                <a:lnTo>
                  <a:pt x="1756507" y="81795"/>
                </a:lnTo>
                <a:lnTo>
                  <a:pt x="1757035" y="81362"/>
                </a:lnTo>
                <a:lnTo>
                  <a:pt x="1757568" y="80936"/>
                </a:lnTo>
                <a:lnTo>
                  <a:pt x="1758106" y="80517"/>
                </a:lnTo>
                <a:lnTo>
                  <a:pt x="1758649" y="80106"/>
                </a:lnTo>
                <a:lnTo>
                  <a:pt x="1759196" y="79702"/>
                </a:lnTo>
                <a:lnTo>
                  <a:pt x="1759749" y="79306"/>
                </a:lnTo>
                <a:lnTo>
                  <a:pt x="1760307" y="78917"/>
                </a:lnTo>
                <a:lnTo>
                  <a:pt x="1760870" y="78536"/>
                </a:lnTo>
                <a:lnTo>
                  <a:pt x="1761438" y="78162"/>
                </a:lnTo>
                <a:lnTo>
                  <a:pt x="1762011" y="77795"/>
                </a:lnTo>
                <a:lnTo>
                  <a:pt x="1762589" y="77436"/>
                </a:lnTo>
                <a:lnTo>
                  <a:pt x="1763174" y="77087"/>
                </a:lnTo>
                <a:lnTo>
                  <a:pt x="1763769" y="76754"/>
                </a:lnTo>
                <a:lnTo>
                  <a:pt x="1764373" y="76435"/>
                </a:lnTo>
                <a:lnTo>
                  <a:pt x="1764986" y="76132"/>
                </a:lnTo>
                <a:lnTo>
                  <a:pt x="1765608" y="75843"/>
                </a:lnTo>
                <a:lnTo>
                  <a:pt x="1766240" y="75569"/>
                </a:lnTo>
                <a:lnTo>
                  <a:pt x="1766882" y="75309"/>
                </a:lnTo>
                <a:lnTo>
                  <a:pt x="1767532" y="75065"/>
                </a:lnTo>
                <a:lnTo>
                  <a:pt x="1768193" y="74835"/>
                </a:lnTo>
                <a:lnTo>
                  <a:pt x="1768862" y="74620"/>
                </a:lnTo>
                <a:lnTo>
                  <a:pt x="1769541" y="74420"/>
                </a:lnTo>
                <a:lnTo>
                  <a:pt x="1770229" y="74235"/>
                </a:lnTo>
                <a:lnTo>
                  <a:pt x="1770927" y="74065"/>
                </a:lnTo>
                <a:lnTo>
                  <a:pt x="1771634" y="73909"/>
                </a:lnTo>
                <a:lnTo>
                  <a:pt x="1772350" y="73768"/>
                </a:lnTo>
                <a:lnTo>
                  <a:pt x="1773075" y="73643"/>
                </a:lnTo>
                <a:lnTo>
                  <a:pt x="1773811" y="73531"/>
                </a:lnTo>
                <a:lnTo>
                  <a:pt x="1774555" y="73435"/>
                </a:lnTo>
                <a:lnTo>
                  <a:pt x="1775309" y="73354"/>
                </a:lnTo>
                <a:lnTo>
                  <a:pt x="1776072" y="73287"/>
                </a:lnTo>
                <a:lnTo>
                  <a:pt x="1776844" y="73235"/>
                </a:lnTo>
                <a:lnTo>
                  <a:pt x="1777626" y="73198"/>
                </a:lnTo>
                <a:lnTo>
                  <a:pt x="1778418" y="73176"/>
                </a:lnTo>
                <a:lnTo>
                  <a:pt x="1779218" y="73168"/>
                </a:lnTo>
                <a:lnTo>
                  <a:pt x="1779758" y="73173"/>
                </a:lnTo>
                <a:lnTo>
                  <a:pt x="1780289" y="73188"/>
                </a:lnTo>
                <a:lnTo>
                  <a:pt x="1780811" y="73212"/>
                </a:lnTo>
                <a:lnTo>
                  <a:pt x="1781326" y="73246"/>
                </a:lnTo>
                <a:lnTo>
                  <a:pt x="1781831" y="73290"/>
                </a:lnTo>
                <a:lnTo>
                  <a:pt x="1782328" y="73344"/>
                </a:lnTo>
                <a:lnTo>
                  <a:pt x="1782817" y="73407"/>
                </a:lnTo>
                <a:lnTo>
                  <a:pt x="1783297" y="73480"/>
                </a:lnTo>
                <a:lnTo>
                  <a:pt x="1783769" y="73563"/>
                </a:lnTo>
                <a:lnTo>
                  <a:pt x="1784232" y="73656"/>
                </a:lnTo>
                <a:lnTo>
                  <a:pt x="1784686" y="73758"/>
                </a:lnTo>
                <a:lnTo>
                  <a:pt x="1785133" y="73870"/>
                </a:lnTo>
                <a:lnTo>
                  <a:pt x="1785570" y="73992"/>
                </a:lnTo>
                <a:lnTo>
                  <a:pt x="1785999" y="74124"/>
                </a:lnTo>
                <a:lnTo>
                  <a:pt x="1786420" y="74265"/>
                </a:lnTo>
                <a:lnTo>
                  <a:pt x="1786832" y="74416"/>
                </a:lnTo>
                <a:lnTo>
                  <a:pt x="1787236" y="74577"/>
                </a:lnTo>
                <a:lnTo>
                  <a:pt x="1787631" y="74748"/>
                </a:lnTo>
                <a:lnTo>
                  <a:pt x="1788017" y="74928"/>
                </a:lnTo>
                <a:lnTo>
                  <a:pt x="1788396" y="75119"/>
                </a:lnTo>
                <a:lnTo>
                  <a:pt x="1788765" y="75318"/>
                </a:lnTo>
                <a:lnTo>
                  <a:pt x="1789126" y="75528"/>
                </a:lnTo>
                <a:lnTo>
                  <a:pt x="1789479" y="75747"/>
                </a:lnTo>
                <a:lnTo>
                  <a:pt x="1789823" y="75977"/>
                </a:lnTo>
                <a:lnTo>
                  <a:pt x="1790159" y="76215"/>
                </a:lnTo>
                <a:lnTo>
                  <a:pt x="1790487" y="76461"/>
                </a:lnTo>
                <a:lnTo>
                  <a:pt x="1790808" y="76714"/>
                </a:lnTo>
                <a:lnTo>
                  <a:pt x="1791120" y="76976"/>
                </a:lnTo>
                <a:lnTo>
                  <a:pt x="1791425" y="77246"/>
                </a:lnTo>
                <a:lnTo>
                  <a:pt x="1791721" y="77524"/>
                </a:lnTo>
                <a:lnTo>
                  <a:pt x="1792010" y="77810"/>
                </a:lnTo>
                <a:lnTo>
                  <a:pt x="1792291" y="78104"/>
                </a:lnTo>
                <a:lnTo>
                  <a:pt x="1792565" y="78405"/>
                </a:lnTo>
                <a:lnTo>
                  <a:pt x="1792830" y="78715"/>
                </a:lnTo>
                <a:lnTo>
                  <a:pt x="1793088" y="79033"/>
                </a:lnTo>
                <a:lnTo>
                  <a:pt x="1793337" y="79358"/>
                </a:lnTo>
                <a:lnTo>
                  <a:pt x="1793579" y="79692"/>
                </a:lnTo>
                <a:lnTo>
                  <a:pt x="1793813" y="80033"/>
                </a:lnTo>
                <a:lnTo>
                  <a:pt x="1794039" y="80383"/>
                </a:lnTo>
                <a:lnTo>
                  <a:pt x="1794258" y="80740"/>
                </a:lnTo>
                <a:lnTo>
                  <a:pt x="1794468" y="81106"/>
                </a:lnTo>
                <a:lnTo>
                  <a:pt x="1794671" y="81479"/>
                </a:lnTo>
                <a:lnTo>
                  <a:pt x="1794866" y="81861"/>
                </a:lnTo>
                <a:lnTo>
                  <a:pt x="1795053" y="82250"/>
                </a:lnTo>
                <a:lnTo>
                  <a:pt x="1795232" y="82647"/>
                </a:lnTo>
                <a:lnTo>
                  <a:pt x="1795403" y="83053"/>
                </a:lnTo>
                <a:lnTo>
                  <a:pt x="1795566" y="83466"/>
                </a:lnTo>
                <a:lnTo>
                  <a:pt x="1795722" y="83887"/>
                </a:lnTo>
                <a:lnTo>
                  <a:pt x="1795870" y="84315"/>
                </a:lnTo>
                <a:lnTo>
                  <a:pt x="1796013" y="84749"/>
                </a:lnTo>
                <a:lnTo>
                  <a:pt x="1796148" y="85189"/>
                </a:lnTo>
                <a:lnTo>
                  <a:pt x="1796278" y="85634"/>
                </a:lnTo>
                <a:lnTo>
                  <a:pt x="1796401" y="86085"/>
                </a:lnTo>
                <a:lnTo>
                  <a:pt x="1796518" y="86542"/>
                </a:lnTo>
                <a:lnTo>
                  <a:pt x="1796629" y="87005"/>
                </a:lnTo>
                <a:lnTo>
                  <a:pt x="1796733" y="87474"/>
                </a:lnTo>
                <a:lnTo>
                  <a:pt x="1796831" y="87948"/>
                </a:lnTo>
                <a:lnTo>
                  <a:pt x="1796922" y="88428"/>
                </a:lnTo>
                <a:lnTo>
                  <a:pt x="1797008" y="88914"/>
                </a:lnTo>
                <a:lnTo>
                  <a:pt x="1797087" y="89405"/>
                </a:lnTo>
                <a:lnTo>
                  <a:pt x="1797159" y="89903"/>
                </a:lnTo>
                <a:lnTo>
                  <a:pt x="1797226" y="90406"/>
                </a:lnTo>
                <a:lnTo>
                  <a:pt x="1797286" y="90915"/>
                </a:lnTo>
                <a:lnTo>
                  <a:pt x="1797339" y="91430"/>
                </a:lnTo>
                <a:lnTo>
                  <a:pt x="1797387" y="91950"/>
                </a:lnTo>
                <a:lnTo>
                  <a:pt x="1797428" y="92476"/>
                </a:lnTo>
                <a:lnTo>
                  <a:pt x="1797463" y="93008"/>
                </a:lnTo>
                <a:lnTo>
                  <a:pt x="1797491" y="93546"/>
                </a:lnTo>
                <a:lnTo>
                  <a:pt x="1797513" y="94090"/>
                </a:lnTo>
                <a:lnTo>
                  <a:pt x="1797529" y="94639"/>
                </a:lnTo>
                <a:lnTo>
                  <a:pt x="1797538" y="95194"/>
                </a:lnTo>
                <a:lnTo>
                  <a:pt x="1797542" y="95755"/>
                </a:lnTo>
                <a:lnTo>
                  <a:pt x="1797542" y="172441"/>
                </a:lnTo>
                <a:lnTo>
                  <a:pt x="1830800" y="172441"/>
                </a:lnTo>
                <a:lnTo>
                  <a:pt x="1830800" y="91700"/>
                </a:lnTo>
                <a:lnTo>
                  <a:pt x="1830783" y="89916"/>
                </a:lnTo>
                <a:lnTo>
                  <a:pt x="1830731" y="88166"/>
                </a:lnTo>
                <a:lnTo>
                  <a:pt x="1830644" y="86450"/>
                </a:lnTo>
                <a:lnTo>
                  <a:pt x="1830523" y="84769"/>
                </a:lnTo>
                <a:lnTo>
                  <a:pt x="1830367" y="83122"/>
                </a:lnTo>
                <a:lnTo>
                  <a:pt x="1830176" y="81508"/>
                </a:lnTo>
                <a:lnTo>
                  <a:pt x="1829951" y="79930"/>
                </a:lnTo>
                <a:lnTo>
                  <a:pt x="1829691" y="78385"/>
                </a:lnTo>
                <a:lnTo>
                  <a:pt x="1829397" y="76875"/>
                </a:lnTo>
                <a:lnTo>
                  <a:pt x="1829068" y="75398"/>
                </a:lnTo>
                <a:lnTo>
                  <a:pt x="1828704" y="73957"/>
                </a:lnTo>
                <a:lnTo>
                  <a:pt x="1828306" y="72549"/>
                </a:lnTo>
                <a:lnTo>
                  <a:pt x="1827873" y="71175"/>
                </a:lnTo>
                <a:lnTo>
                  <a:pt x="1827405" y="69836"/>
                </a:lnTo>
                <a:lnTo>
                  <a:pt x="1826903" y="68531"/>
                </a:lnTo>
                <a:lnTo>
                  <a:pt x="1826366" y="67260"/>
                </a:lnTo>
                <a:lnTo>
                  <a:pt x="1825794" y="66023"/>
                </a:lnTo>
                <a:lnTo>
                  <a:pt x="1825188" y="64820"/>
                </a:lnTo>
                <a:lnTo>
                  <a:pt x="1824547" y="63652"/>
                </a:lnTo>
                <a:lnTo>
                  <a:pt x="1823871" y="62518"/>
                </a:lnTo>
                <a:lnTo>
                  <a:pt x="1823161" y="61418"/>
                </a:lnTo>
                <a:lnTo>
                  <a:pt x="1822416" y="60352"/>
                </a:lnTo>
                <a:lnTo>
                  <a:pt x="1821637" y="59321"/>
                </a:lnTo>
                <a:lnTo>
                  <a:pt x="1820823" y="58324"/>
                </a:lnTo>
                <a:lnTo>
                  <a:pt x="1819977" y="57364"/>
                </a:lnTo>
                <a:lnTo>
                  <a:pt x="1819102" y="56445"/>
                </a:lnTo>
                <a:lnTo>
                  <a:pt x="1818198" y="55567"/>
                </a:lnTo>
                <a:lnTo>
                  <a:pt x="1817265" y="54730"/>
                </a:lnTo>
                <a:lnTo>
                  <a:pt x="1816303" y="53933"/>
                </a:lnTo>
                <a:lnTo>
                  <a:pt x="1815312" y="53178"/>
                </a:lnTo>
                <a:lnTo>
                  <a:pt x="1814292" y="52463"/>
                </a:lnTo>
                <a:lnTo>
                  <a:pt x="1813244" y="51789"/>
                </a:lnTo>
                <a:lnTo>
                  <a:pt x="1812166" y="51156"/>
                </a:lnTo>
                <a:lnTo>
                  <a:pt x="1811059" y="50564"/>
                </a:lnTo>
                <a:lnTo>
                  <a:pt x="1809923" y="50013"/>
                </a:lnTo>
                <a:lnTo>
                  <a:pt x="1808759" y="49502"/>
                </a:lnTo>
                <a:lnTo>
                  <a:pt x="1807565" y="49033"/>
                </a:lnTo>
                <a:lnTo>
                  <a:pt x="1806342" y="48604"/>
                </a:lnTo>
                <a:lnTo>
                  <a:pt x="1805090" y="48216"/>
                </a:lnTo>
                <a:lnTo>
                  <a:pt x="1803810" y="47869"/>
                </a:lnTo>
                <a:lnTo>
                  <a:pt x="1802500" y="47562"/>
                </a:lnTo>
                <a:lnTo>
                  <a:pt x="1801162" y="47297"/>
                </a:lnTo>
                <a:lnTo>
                  <a:pt x="1799794" y="47072"/>
                </a:lnTo>
                <a:lnTo>
                  <a:pt x="1798398" y="46888"/>
                </a:lnTo>
                <a:lnTo>
                  <a:pt x="1796972" y="46745"/>
                </a:lnTo>
                <a:lnTo>
                  <a:pt x="1795517" y="46643"/>
                </a:lnTo>
                <a:lnTo>
                  <a:pt x="1794034" y="46582"/>
                </a:lnTo>
                <a:lnTo>
                  <a:pt x="1792522" y="46562"/>
                </a:lnTo>
                <a:lnTo>
                  <a:pt x="1791232" y="46573"/>
                </a:lnTo>
                <a:lnTo>
                  <a:pt x="1789956" y="46605"/>
                </a:lnTo>
                <a:lnTo>
                  <a:pt x="1788695" y="46660"/>
                </a:lnTo>
                <a:lnTo>
                  <a:pt x="1787447" y="46736"/>
                </a:lnTo>
                <a:lnTo>
                  <a:pt x="1786214" y="46834"/>
                </a:lnTo>
                <a:lnTo>
                  <a:pt x="1784995" y="46954"/>
                </a:lnTo>
                <a:lnTo>
                  <a:pt x="1783790" y="47096"/>
                </a:lnTo>
                <a:lnTo>
                  <a:pt x="1782600" y="47259"/>
                </a:lnTo>
                <a:lnTo>
                  <a:pt x="1781423" y="47444"/>
                </a:lnTo>
                <a:lnTo>
                  <a:pt x="1780261" y="47651"/>
                </a:lnTo>
                <a:lnTo>
                  <a:pt x="1779113" y="47880"/>
                </a:lnTo>
                <a:lnTo>
                  <a:pt x="1777979" y="48131"/>
                </a:lnTo>
                <a:lnTo>
                  <a:pt x="1776859" y="48403"/>
                </a:lnTo>
                <a:lnTo>
                  <a:pt x="1775753" y="48697"/>
                </a:lnTo>
                <a:lnTo>
                  <a:pt x="1774662" y="49013"/>
                </a:lnTo>
                <a:lnTo>
                  <a:pt x="1773584" y="49351"/>
                </a:lnTo>
                <a:lnTo>
                  <a:pt x="1772521" y="49710"/>
                </a:lnTo>
                <a:lnTo>
                  <a:pt x="1771472" y="50091"/>
                </a:lnTo>
                <a:lnTo>
                  <a:pt x="1770437" y="50495"/>
                </a:lnTo>
                <a:lnTo>
                  <a:pt x="1769417" y="50919"/>
                </a:lnTo>
                <a:lnTo>
                  <a:pt x="1768410" y="51366"/>
                </a:lnTo>
                <a:lnTo>
                  <a:pt x="1767418" y="51835"/>
                </a:lnTo>
                <a:lnTo>
                  <a:pt x="1766440" y="52325"/>
                </a:lnTo>
                <a:lnTo>
                  <a:pt x="1765476" y="52837"/>
                </a:lnTo>
                <a:lnTo>
                  <a:pt x="1764525" y="53364"/>
                </a:lnTo>
                <a:lnTo>
                  <a:pt x="1763586" y="53898"/>
                </a:lnTo>
                <a:lnTo>
                  <a:pt x="1762661" y="54439"/>
                </a:lnTo>
                <a:lnTo>
                  <a:pt x="1761747" y="54988"/>
                </a:lnTo>
                <a:lnTo>
                  <a:pt x="1760846" y="55544"/>
                </a:lnTo>
                <a:lnTo>
                  <a:pt x="1759957" y="56108"/>
                </a:lnTo>
                <a:lnTo>
                  <a:pt x="1759081" y="56679"/>
                </a:lnTo>
                <a:lnTo>
                  <a:pt x="1758217" y="57257"/>
                </a:lnTo>
                <a:lnTo>
                  <a:pt x="1757366" y="57843"/>
                </a:lnTo>
                <a:lnTo>
                  <a:pt x="1756527" y="58437"/>
                </a:lnTo>
                <a:lnTo>
                  <a:pt x="1755700" y="59037"/>
                </a:lnTo>
                <a:lnTo>
                  <a:pt x="1754886" y="59645"/>
                </a:lnTo>
                <a:lnTo>
                  <a:pt x="1754085" y="60261"/>
                </a:lnTo>
                <a:lnTo>
                  <a:pt x="1753295" y="60884"/>
                </a:lnTo>
                <a:lnTo>
                  <a:pt x="1752518" y="61514"/>
                </a:lnTo>
                <a:lnTo>
                  <a:pt x="1751754" y="62152"/>
                </a:lnTo>
                <a:lnTo>
                  <a:pt x="1751002" y="62797"/>
                </a:lnTo>
                <a:lnTo>
                  <a:pt x="1750262" y="63450"/>
                </a:lnTo>
                <a:lnTo>
                  <a:pt x="1749535" y="64110"/>
                </a:lnTo>
                <a:lnTo>
                  <a:pt x="1748820" y="64777"/>
                </a:lnTo>
                <a:lnTo>
                  <a:pt x="1748118" y="65452"/>
                </a:lnTo>
                <a:lnTo>
                  <a:pt x="1747428" y="66134"/>
                </a:lnTo>
                <a:lnTo>
                  <a:pt x="1746750" y="66824"/>
                </a:lnTo>
                <a:lnTo>
                  <a:pt x="1746085" y="67521"/>
                </a:lnTo>
                <a:lnTo>
                  <a:pt x="1746088" y="67533"/>
                </a:lnTo>
                <a:lnTo>
                  <a:pt x="1745974" y="67260"/>
                </a:lnTo>
                <a:lnTo>
                  <a:pt x="1745409" y="66023"/>
                </a:lnTo>
                <a:close/>
                <a:moveTo>
                  <a:pt x="2292015" y="3514"/>
                </a:moveTo>
                <a:lnTo>
                  <a:pt x="2292015" y="172441"/>
                </a:lnTo>
                <a:lnTo>
                  <a:pt x="2398567" y="172441"/>
                </a:lnTo>
                <a:lnTo>
                  <a:pt x="2398567" y="141442"/>
                </a:lnTo>
                <a:lnTo>
                  <a:pt x="2327281" y="141442"/>
                </a:lnTo>
                <a:lnTo>
                  <a:pt x="2327281" y="3514"/>
                </a:lnTo>
                <a:lnTo>
                  <a:pt x="2292015" y="3514"/>
                </a:lnTo>
                <a:close/>
                <a:moveTo>
                  <a:pt x="2205572" y="146705"/>
                </a:moveTo>
                <a:lnTo>
                  <a:pt x="2204812" y="146680"/>
                </a:lnTo>
                <a:lnTo>
                  <a:pt x="2204077" y="146639"/>
                </a:lnTo>
                <a:lnTo>
                  <a:pt x="2203365" y="146582"/>
                </a:lnTo>
                <a:lnTo>
                  <a:pt x="2202677" y="146508"/>
                </a:lnTo>
                <a:lnTo>
                  <a:pt x="2202013" y="146417"/>
                </a:lnTo>
                <a:lnTo>
                  <a:pt x="2201372" y="146310"/>
                </a:lnTo>
                <a:lnTo>
                  <a:pt x="2200756" y="146186"/>
                </a:lnTo>
                <a:lnTo>
                  <a:pt x="2200163" y="146047"/>
                </a:lnTo>
                <a:lnTo>
                  <a:pt x="2199594" y="145890"/>
                </a:lnTo>
                <a:lnTo>
                  <a:pt x="2199048" y="145717"/>
                </a:lnTo>
                <a:lnTo>
                  <a:pt x="2198526" y="145528"/>
                </a:lnTo>
                <a:lnTo>
                  <a:pt x="2198028" y="145322"/>
                </a:lnTo>
                <a:lnTo>
                  <a:pt x="2197554" y="145100"/>
                </a:lnTo>
                <a:lnTo>
                  <a:pt x="2197104" y="144861"/>
                </a:lnTo>
                <a:lnTo>
                  <a:pt x="2196677" y="144606"/>
                </a:lnTo>
                <a:lnTo>
                  <a:pt x="2196274" y="144334"/>
                </a:lnTo>
                <a:lnTo>
                  <a:pt x="2195895" y="144046"/>
                </a:lnTo>
                <a:lnTo>
                  <a:pt x="2195539" y="143742"/>
                </a:lnTo>
                <a:lnTo>
                  <a:pt x="2195207" y="143421"/>
                </a:lnTo>
                <a:lnTo>
                  <a:pt x="2194899" y="143083"/>
                </a:lnTo>
                <a:lnTo>
                  <a:pt x="2194615" y="142729"/>
                </a:lnTo>
                <a:lnTo>
                  <a:pt x="2194355" y="142359"/>
                </a:lnTo>
                <a:lnTo>
                  <a:pt x="2194118" y="141972"/>
                </a:lnTo>
                <a:lnTo>
                  <a:pt x="2193898" y="141568"/>
                </a:lnTo>
                <a:lnTo>
                  <a:pt x="2193687" y="141146"/>
                </a:lnTo>
                <a:lnTo>
                  <a:pt x="2193486" y="140706"/>
                </a:lnTo>
                <a:lnTo>
                  <a:pt x="2193294" y="140249"/>
                </a:lnTo>
                <a:lnTo>
                  <a:pt x="2193111" y="139773"/>
                </a:lnTo>
                <a:lnTo>
                  <a:pt x="2192937" y="139280"/>
                </a:lnTo>
                <a:lnTo>
                  <a:pt x="2192774" y="138770"/>
                </a:lnTo>
                <a:lnTo>
                  <a:pt x="2192619" y="138241"/>
                </a:lnTo>
                <a:lnTo>
                  <a:pt x="2192474" y="137695"/>
                </a:lnTo>
                <a:lnTo>
                  <a:pt x="2192338" y="137130"/>
                </a:lnTo>
                <a:lnTo>
                  <a:pt x="2192211" y="136548"/>
                </a:lnTo>
                <a:lnTo>
                  <a:pt x="2192094" y="135948"/>
                </a:lnTo>
                <a:lnTo>
                  <a:pt x="2191987" y="135331"/>
                </a:lnTo>
                <a:lnTo>
                  <a:pt x="2191888" y="134695"/>
                </a:lnTo>
                <a:lnTo>
                  <a:pt x="2191799" y="134042"/>
                </a:lnTo>
                <a:lnTo>
                  <a:pt x="2191720" y="133371"/>
                </a:lnTo>
                <a:lnTo>
                  <a:pt x="2191649" y="132682"/>
                </a:lnTo>
                <a:lnTo>
                  <a:pt x="2191588" y="131976"/>
                </a:lnTo>
                <a:lnTo>
                  <a:pt x="2191537" y="131251"/>
                </a:lnTo>
                <a:lnTo>
                  <a:pt x="2191495" y="130509"/>
                </a:lnTo>
                <a:lnTo>
                  <a:pt x="2191462" y="129749"/>
                </a:lnTo>
                <a:lnTo>
                  <a:pt x="2191438" y="128971"/>
                </a:lnTo>
                <a:lnTo>
                  <a:pt x="2191424" y="128176"/>
                </a:lnTo>
                <a:lnTo>
                  <a:pt x="2191420" y="127362"/>
                </a:lnTo>
                <a:lnTo>
                  <a:pt x="2191420" y="74047"/>
                </a:lnTo>
                <a:lnTo>
                  <a:pt x="2218152" y="74047"/>
                </a:lnTo>
                <a:lnTo>
                  <a:pt x="2218152" y="48444"/>
                </a:lnTo>
                <a:lnTo>
                  <a:pt x="2191420" y="48444"/>
                </a:lnTo>
                <a:lnTo>
                  <a:pt x="2191420" y="19579"/>
                </a:lnTo>
                <a:lnTo>
                  <a:pt x="2158161" y="19579"/>
                </a:lnTo>
                <a:lnTo>
                  <a:pt x="2158161" y="48444"/>
                </a:lnTo>
                <a:lnTo>
                  <a:pt x="2137830" y="48444"/>
                </a:lnTo>
                <a:lnTo>
                  <a:pt x="2137830" y="74047"/>
                </a:lnTo>
                <a:lnTo>
                  <a:pt x="2158161" y="74047"/>
                </a:lnTo>
                <a:lnTo>
                  <a:pt x="2158161" y="129108"/>
                </a:lnTo>
                <a:lnTo>
                  <a:pt x="2158168" y="130372"/>
                </a:lnTo>
                <a:lnTo>
                  <a:pt x="2158189" y="131617"/>
                </a:lnTo>
                <a:lnTo>
                  <a:pt x="2158224" y="132841"/>
                </a:lnTo>
                <a:lnTo>
                  <a:pt x="2158273" y="134045"/>
                </a:lnTo>
                <a:lnTo>
                  <a:pt x="2158336" y="135229"/>
                </a:lnTo>
                <a:lnTo>
                  <a:pt x="2158412" y="136393"/>
                </a:lnTo>
                <a:lnTo>
                  <a:pt x="2158503" y="137537"/>
                </a:lnTo>
                <a:lnTo>
                  <a:pt x="2158608" y="138660"/>
                </a:lnTo>
                <a:lnTo>
                  <a:pt x="2158726" y="139764"/>
                </a:lnTo>
                <a:lnTo>
                  <a:pt x="2158859" y="140847"/>
                </a:lnTo>
                <a:lnTo>
                  <a:pt x="2159005" y="141910"/>
                </a:lnTo>
                <a:lnTo>
                  <a:pt x="2159165" y="142953"/>
                </a:lnTo>
                <a:lnTo>
                  <a:pt x="2159340" y="143976"/>
                </a:lnTo>
                <a:lnTo>
                  <a:pt x="2159528" y="144979"/>
                </a:lnTo>
                <a:lnTo>
                  <a:pt x="2159730" y="145961"/>
                </a:lnTo>
                <a:lnTo>
                  <a:pt x="2159946" y="146924"/>
                </a:lnTo>
                <a:lnTo>
                  <a:pt x="2160176" y="147866"/>
                </a:lnTo>
                <a:lnTo>
                  <a:pt x="2160420" y="148788"/>
                </a:lnTo>
                <a:lnTo>
                  <a:pt x="2160678" y="149690"/>
                </a:lnTo>
                <a:lnTo>
                  <a:pt x="2160950" y="150572"/>
                </a:lnTo>
                <a:lnTo>
                  <a:pt x="2161236" y="151434"/>
                </a:lnTo>
                <a:lnTo>
                  <a:pt x="2161536" y="152276"/>
                </a:lnTo>
                <a:lnTo>
                  <a:pt x="2161850" y="153097"/>
                </a:lnTo>
                <a:lnTo>
                  <a:pt x="2162177" y="153898"/>
                </a:lnTo>
                <a:lnTo>
                  <a:pt x="2162523" y="154681"/>
                </a:lnTo>
                <a:lnTo>
                  <a:pt x="2162890" y="155446"/>
                </a:lnTo>
                <a:lnTo>
                  <a:pt x="2163279" y="156195"/>
                </a:lnTo>
                <a:lnTo>
                  <a:pt x="2163689" y="156925"/>
                </a:lnTo>
                <a:lnTo>
                  <a:pt x="2164120" y="157639"/>
                </a:lnTo>
                <a:lnTo>
                  <a:pt x="2164574" y="158335"/>
                </a:lnTo>
                <a:lnTo>
                  <a:pt x="2165049" y="159014"/>
                </a:lnTo>
                <a:lnTo>
                  <a:pt x="2165545" y="159676"/>
                </a:lnTo>
                <a:lnTo>
                  <a:pt x="2166063" y="160321"/>
                </a:lnTo>
                <a:lnTo>
                  <a:pt x="2166603" y="160948"/>
                </a:lnTo>
                <a:lnTo>
                  <a:pt x="2167164" y="161558"/>
                </a:lnTo>
                <a:lnTo>
                  <a:pt x="2167747" y="162151"/>
                </a:lnTo>
                <a:lnTo>
                  <a:pt x="2168351" y="162727"/>
                </a:lnTo>
                <a:lnTo>
                  <a:pt x="2168977" y="163285"/>
                </a:lnTo>
                <a:lnTo>
                  <a:pt x="2169624" y="163826"/>
                </a:lnTo>
                <a:lnTo>
                  <a:pt x="2170293" y="164350"/>
                </a:lnTo>
                <a:lnTo>
                  <a:pt x="2170984" y="164857"/>
                </a:lnTo>
                <a:lnTo>
                  <a:pt x="2171696" y="165346"/>
                </a:lnTo>
                <a:lnTo>
                  <a:pt x="2172430" y="165818"/>
                </a:lnTo>
                <a:lnTo>
                  <a:pt x="2173185" y="166273"/>
                </a:lnTo>
                <a:lnTo>
                  <a:pt x="2173962" y="166710"/>
                </a:lnTo>
                <a:lnTo>
                  <a:pt x="2174760" y="167131"/>
                </a:lnTo>
                <a:lnTo>
                  <a:pt x="2175580" y="167534"/>
                </a:lnTo>
                <a:lnTo>
                  <a:pt x="2176422" y="167919"/>
                </a:lnTo>
                <a:lnTo>
                  <a:pt x="2177289" y="168288"/>
                </a:lnTo>
                <a:lnTo>
                  <a:pt x="2178185" y="168642"/>
                </a:lnTo>
                <a:lnTo>
                  <a:pt x="2179110" y="168979"/>
                </a:lnTo>
                <a:lnTo>
                  <a:pt x="2180063" y="169301"/>
                </a:lnTo>
                <a:lnTo>
                  <a:pt x="2181046" y="169607"/>
                </a:lnTo>
                <a:lnTo>
                  <a:pt x="2182058" y="169898"/>
                </a:lnTo>
                <a:lnTo>
                  <a:pt x="2183099" y="170173"/>
                </a:lnTo>
                <a:lnTo>
                  <a:pt x="2184168" y="170432"/>
                </a:lnTo>
                <a:lnTo>
                  <a:pt x="2185267" y="170675"/>
                </a:lnTo>
                <a:lnTo>
                  <a:pt x="2186395" y="170903"/>
                </a:lnTo>
                <a:lnTo>
                  <a:pt x="2187551" y="171115"/>
                </a:lnTo>
                <a:lnTo>
                  <a:pt x="2188737" y="171311"/>
                </a:lnTo>
                <a:lnTo>
                  <a:pt x="2189952" y="171492"/>
                </a:lnTo>
                <a:lnTo>
                  <a:pt x="2191195" y="171656"/>
                </a:lnTo>
                <a:lnTo>
                  <a:pt x="2192468" y="171806"/>
                </a:lnTo>
                <a:lnTo>
                  <a:pt x="2193769" y="171939"/>
                </a:lnTo>
                <a:lnTo>
                  <a:pt x="2195100" y="172057"/>
                </a:lnTo>
                <a:lnTo>
                  <a:pt x="2196459" y="172159"/>
                </a:lnTo>
                <a:lnTo>
                  <a:pt x="2197848" y="172245"/>
                </a:lnTo>
                <a:lnTo>
                  <a:pt x="2199265" y="172316"/>
                </a:lnTo>
                <a:lnTo>
                  <a:pt x="2200712" y="172371"/>
                </a:lnTo>
                <a:lnTo>
                  <a:pt x="2202187" y="172410"/>
                </a:lnTo>
                <a:lnTo>
                  <a:pt x="2203692" y="172434"/>
                </a:lnTo>
                <a:lnTo>
                  <a:pt x="2205225" y="172441"/>
                </a:lnTo>
                <a:lnTo>
                  <a:pt x="2218152" y="172441"/>
                </a:lnTo>
                <a:lnTo>
                  <a:pt x="2218152" y="146713"/>
                </a:lnTo>
                <a:lnTo>
                  <a:pt x="2206355" y="146713"/>
                </a:lnTo>
                <a:lnTo>
                  <a:pt x="2205572" y="146705"/>
                </a:lnTo>
                <a:close/>
                <a:moveTo>
                  <a:pt x="1522556" y="87716"/>
                </a:moveTo>
                <a:lnTo>
                  <a:pt x="1523017" y="87177"/>
                </a:lnTo>
                <a:lnTo>
                  <a:pt x="1523485" y="86645"/>
                </a:lnTo>
                <a:lnTo>
                  <a:pt x="1523959" y="86121"/>
                </a:lnTo>
                <a:lnTo>
                  <a:pt x="1524439" y="85603"/>
                </a:lnTo>
                <a:lnTo>
                  <a:pt x="1524926" y="85093"/>
                </a:lnTo>
                <a:lnTo>
                  <a:pt x="1525419" y="84590"/>
                </a:lnTo>
                <a:lnTo>
                  <a:pt x="1525918" y="84094"/>
                </a:lnTo>
                <a:lnTo>
                  <a:pt x="1526424" y="83604"/>
                </a:lnTo>
                <a:lnTo>
                  <a:pt x="1526936" y="83122"/>
                </a:lnTo>
                <a:lnTo>
                  <a:pt x="1527454" y="82647"/>
                </a:lnTo>
                <a:lnTo>
                  <a:pt x="1527979" y="82180"/>
                </a:lnTo>
                <a:lnTo>
                  <a:pt x="1528510" y="81719"/>
                </a:lnTo>
                <a:lnTo>
                  <a:pt x="1529047" y="81265"/>
                </a:lnTo>
                <a:lnTo>
                  <a:pt x="1529590" y="80818"/>
                </a:lnTo>
                <a:lnTo>
                  <a:pt x="1530140" y="80379"/>
                </a:lnTo>
                <a:lnTo>
                  <a:pt x="1530696" y="79947"/>
                </a:lnTo>
                <a:lnTo>
                  <a:pt x="1531259" y="79521"/>
                </a:lnTo>
                <a:lnTo>
                  <a:pt x="1531828" y="79103"/>
                </a:lnTo>
                <a:lnTo>
                  <a:pt x="1532403" y="78692"/>
                </a:lnTo>
                <a:lnTo>
                  <a:pt x="1532984" y="78288"/>
                </a:lnTo>
                <a:lnTo>
                  <a:pt x="1533572" y="77890"/>
                </a:lnTo>
                <a:lnTo>
                  <a:pt x="1534168" y="77505"/>
                </a:lnTo>
                <a:lnTo>
                  <a:pt x="1534773" y="77136"/>
                </a:lnTo>
                <a:lnTo>
                  <a:pt x="1535389" y="76784"/>
                </a:lnTo>
                <a:lnTo>
                  <a:pt x="1536014" y="76448"/>
                </a:lnTo>
                <a:lnTo>
                  <a:pt x="1536649" y="76128"/>
                </a:lnTo>
                <a:lnTo>
                  <a:pt x="1537294" y="75825"/>
                </a:lnTo>
                <a:lnTo>
                  <a:pt x="1537948" y="75538"/>
                </a:lnTo>
                <a:lnTo>
                  <a:pt x="1538613" y="75267"/>
                </a:lnTo>
                <a:lnTo>
                  <a:pt x="1539287" y="75013"/>
                </a:lnTo>
                <a:lnTo>
                  <a:pt x="1539971" y="74775"/>
                </a:lnTo>
                <a:lnTo>
                  <a:pt x="1540665" y="74554"/>
                </a:lnTo>
                <a:lnTo>
                  <a:pt x="1541369" y="74349"/>
                </a:lnTo>
                <a:lnTo>
                  <a:pt x="1542082" y="74160"/>
                </a:lnTo>
                <a:lnTo>
                  <a:pt x="1542805" y="73988"/>
                </a:lnTo>
                <a:lnTo>
                  <a:pt x="1543539" y="73832"/>
                </a:lnTo>
                <a:lnTo>
                  <a:pt x="1544281" y="73693"/>
                </a:lnTo>
                <a:lnTo>
                  <a:pt x="1545034" y="73570"/>
                </a:lnTo>
                <a:lnTo>
                  <a:pt x="1545797" y="73464"/>
                </a:lnTo>
                <a:lnTo>
                  <a:pt x="1546569" y="73373"/>
                </a:lnTo>
                <a:lnTo>
                  <a:pt x="1547351" y="73300"/>
                </a:lnTo>
                <a:lnTo>
                  <a:pt x="1548143" y="73242"/>
                </a:lnTo>
                <a:lnTo>
                  <a:pt x="1548945" y="73201"/>
                </a:lnTo>
                <a:lnTo>
                  <a:pt x="1549756" y="73177"/>
                </a:lnTo>
                <a:lnTo>
                  <a:pt x="1550577" y="73168"/>
                </a:lnTo>
                <a:lnTo>
                  <a:pt x="1551127" y="73173"/>
                </a:lnTo>
                <a:lnTo>
                  <a:pt x="1551668" y="73188"/>
                </a:lnTo>
                <a:lnTo>
                  <a:pt x="1552200" y="73212"/>
                </a:lnTo>
                <a:lnTo>
                  <a:pt x="1552723" y="73246"/>
                </a:lnTo>
                <a:lnTo>
                  <a:pt x="1553237" y="73290"/>
                </a:lnTo>
                <a:lnTo>
                  <a:pt x="1553743" y="73344"/>
                </a:lnTo>
                <a:lnTo>
                  <a:pt x="1554239" y="73407"/>
                </a:lnTo>
                <a:lnTo>
                  <a:pt x="1554726" y="73480"/>
                </a:lnTo>
                <a:lnTo>
                  <a:pt x="1555204" y="73563"/>
                </a:lnTo>
                <a:lnTo>
                  <a:pt x="1555674" y="73656"/>
                </a:lnTo>
                <a:lnTo>
                  <a:pt x="1556134" y="73758"/>
                </a:lnTo>
                <a:lnTo>
                  <a:pt x="1556586" y="73870"/>
                </a:lnTo>
                <a:lnTo>
                  <a:pt x="1557029" y="73992"/>
                </a:lnTo>
                <a:lnTo>
                  <a:pt x="1557462" y="74124"/>
                </a:lnTo>
                <a:lnTo>
                  <a:pt x="1557887" y="74265"/>
                </a:lnTo>
                <a:lnTo>
                  <a:pt x="1558303" y="74416"/>
                </a:lnTo>
                <a:lnTo>
                  <a:pt x="1558710" y="74577"/>
                </a:lnTo>
                <a:lnTo>
                  <a:pt x="1559108" y="74748"/>
                </a:lnTo>
                <a:lnTo>
                  <a:pt x="1559497" y="74928"/>
                </a:lnTo>
                <a:lnTo>
                  <a:pt x="1559877" y="75119"/>
                </a:lnTo>
                <a:lnTo>
                  <a:pt x="1560248" y="75318"/>
                </a:lnTo>
                <a:lnTo>
                  <a:pt x="1560610" y="75528"/>
                </a:lnTo>
                <a:lnTo>
                  <a:pt x="1560964" y="75747"/>
                </a:lnTo>
                <a:lnTo>
                  <a:pt x="1561308" y="75977"/>
                </a:lnTo>
                <a:lnTo>
                  <a:pt x="1561644" y="76215"/>
                </a:lnTo>
                <a:lnTo>
                  <a:pt x="1561973" y="76461"/>
                </a:lnTo>
                <a:lnTo>
                  <a:pt x="1562293" y="76714"/>
                </a:lnTo>
                <a:lnTo>
                  <a:pt x="1562607" y="76976"/>
                </a:lnTo>
                <a:lnTo>
                  <a:pt x="1562912" y="77246"/>
                </a:lnTo>
                <a:lnTo>
                  <a:pt x="1563210" y="77524"/>
                </a:lnTo>
                <a:lnTo>
                  <a:pt x="1563501" y="77810"/>
                </a:lnTo>
                <a:lnTo>
                  <a:pt x="1563783" y="78104"/>
                </a:lnTo>
                <a:lnTo>
                  <a:pt x="1564058" y="78405"/>
                </a:lnTo>
                <a:lnTo>
                  <a:pt x="1564326" y="78715"/>
                </a:lnTo>
                <a:lnTo>
                  <a:pt x="1564586" y="79033"/>
                </a:lnTo>
                <a:lnTo>
                  <a:pt x="1564838" y="79358"/>
                </a:lnTo>
                <a:lnTo>
                  <a:pt x="1565082" y="79692"/>
                </a:lnTo>
                <a:lnTo>
                  <a:pt x="1565319" y="80033"/>
                </a:lnTo>
                <a:lnTo>
                  <a:pt x="1565549" y="80383"/>
                </a:lnTo>
                <a:lnTo>
                  <a:pt x="1565770" y="80740"/>
                </a:lnTo>
                <a:lnTo>
                  <a:pt x="1565984" y="81106"/>
                </a:lnTo>
                <a:lnTo>
                  <a:pt x="1566191" y="81479"/>
                </a:lnTo>
                <a:lnTo>
                  <a:pt x="1566390" y="81861"/>
                </a:lnTo>
                <a:lnTo>
                  <a:pt x="1566581" y="82250"/>
                </a:lnTo>
                <a:lnTo>
                  <a:pt x="1566764" y="82647"/>
                </a:lnTo>
                <a:lnTo>
                  <a:pt x="1566940" y="83053"/>
                </a:lnTo>
                <a:lnTo>
                  <a:pt x="1567109" y="83466"/>
                </a:lnTo>
                <a:lnTo>
                  <a:pt x="1567269" y="83887"/>
                </a:lnTo>
                <a:lnTo>
                  <a:pt x="1567423" y="84315"/>
                </a:lnTo>
                <a:lnTo>
                  <a:pt x="1567570" y="84749"/>
                </a:lnTo>
                <a:lnTo>
                  <a:pt x="1567711" y="85189"/>
                </a:lnTo>
                <a:lnTo>
                  <a:pt x="1567845" y="85634"/>
                </a:lnTo>
                <a:lnTo>
                  <a:pt x="1567972" y="86085"/>
                </a:lnTo>
                <a:lnTo>
                  <a:pt x="1568093" y="86542"/>
                </a:lnTo>
                <a:lnTo>
                  <a:pt x="1568207" y="87005"/>
                </a:lnTo>
                <a:lnTo>
                  <a:pt x="1568315" y="87474"/>
                </a:lnTo>
                <a:lnTo>
                  <a:pt x="1568417" y="87948"/>
                </a:lnTo>
                <a:lnTo>
                  <a:pt x="1568511" y="88428"/>
                </a:lnTo>
                <a:lnTo>
                  <a:pt x="1568600" y="88914"/>
                </a:lnTo>
                <a:lnTo>
                  <a:pt x="1568681" y="89405"/>
                </a:lnTo>
                <a:lnTo>
                  <a:pt x="1568757" y="89903"/>
                </a:lnTo>
                <a:lnTo>
                  <a:pt x="1568825" y="90406"/>
                </a:lnTo>
                <a:lnTo>
                  <a:pt x="1568887" y="90915"/>
                </a:lnTo>
                <a:lnTo>
                  <a:pt x="1568943" y="91430"/>
                </a:lnTo>
                <a:lnTo>
                  <a:pt x="1568992" y="91950"/>
                </a:lnTo>
                <a:lnTo>
                  <a:pt x="1569034" y="92476"/>
                </a:lnTo>
                <a:lnTo>
                  <a:pt x="1569070" y="93008"/>
                </a:lnTo>
                <a:lnTo>
                  <a:pt x="1569100" y="93546"/>
                </a:lnTo>
                <a:lnTo>
                  <a:pt x="1569123" y="94090"/>
                </a:lnTo>
                <a:lnTo>
                  <a:pt x="1569139" y="94639"/>
                </a:lnTo>
                <a:lnTo>
                  <a:pt x="1569149" y="95194"/>
                </a:lnTo>
                <a:lnTo>
                  <a:pt x="1569152" y="95755"/>
                </a:lnTo>
                <a:lnTo>
                  <a:pt x="1569152" y="172441"/>
                </a:lnTo>
                <a:lnTo>
                  <a:pt x="1602159" y="172441"/>
                </a:lnTo>
                <a:lnTo>
                  <a:pt x="1602159" y="91700"/>
                </a:lnTo>
                <a:lnTo>
                  <a:pt x="1602141" y="89875"/>
                </a:lnTo>
                <a:lnTo>
                  <a:pt x="1602088" y="88086"/>
                </a:lnTo>
                <a:lnTo>
                  <a:pt x="1601999" y="86335"/>
                </a:lnTo>
                <a:lnTo>
                  <a:pt x="1601873" y="84620"/>
                </a:lnTo>
                <a:lnTo>
                  <a:pt x="1601713" y="82942"/>
                </a:lnTo>
                <a:lnTo>
                  <a:pt x="1601516" y="81301"/>
                </a:lnTo>
                <a:lnTo>
                  <a:pt x="1601284" y="79697"/>
                </a:lnTo>
                <a:lnTo>
                  <a:pt x="1601016" y="78130"/>
                </a:lnTo>
                <a:lnTo>
                  <a:pt x="1600712" y="76600"/>
                </a:lnTo>
                <a:lnTo>
                  <a:pt x="1600373" y="75106"/>
                </a:lnTo>
                <a:lnTo>
                  <a:pt x="1599997" y="73650"/>
                </a:lnTo>
                <a:lnTo>
                  <a:pt x="1599587" y="72230"/>
                </a:lnTo>
                <a:lnTo>
                  <a:pt x="1599140" y="70847"/>
                </a:lnTo>
                <a:lnTo>
                  <a:pt x="1598657" y="69501"/>
                </a:lnTo>
                <a:lnTo>
                  <a:pt x="1598139" y="68192"/>
                </a:lnTo>
                <a:lnTo>
                  <a:pt x="1597585" y="66920"/>
                </a:lnTo>
                <a:lnTo>
                  <a:pt x="1596996" y="65684"/>
                </a:lnTo>
                <a:lnTo>
                  <a:pt x="1596370" y="64486"/>
                </a:lnTo>
                <a:lnTo>
                  <a:pt x="1595709" y="63324"/>
                </a:lnTo>
                <a:lnTo>
                  <a:pt x="1595013" y="62199"/>
                </a:lnTo>
                <a:lnTo>
                  <a:pt x="1594280" y="61111"/>
                </a:lnTo>
                <a:lnTo>
                  <a:pt x="1593512" y="60060"/>
                </a:lnTo>
                <a:lnTo>
                  <a:pt x="1592708" y="59046"/>
                </a:lnTo>
                <a:lnTo>
                  <a:pt x="1591868" y="58069"/>
                </a:lnTo>
                <a:lnTo>
                  <a:pt x="1590996" y="57130"/>
                </a:lnTo>
                <a:lnTo>
                  <a:pt x="1590094" y="56231"/>
                </a:lnTo>
                <a:lnTo>
                  <a:pt x="1589164" y="55372"/>
                </a:lnTo>
                <a:lnTo>
                  <a:pt x="1588204" y="54553"/>
                </a:lnTo>
                <a:lnTo>
                  <a:pt x="1587215" y="53774"/>
                </a:lnTo>
                <a:lnTo>
                  <a:pt x="1586197" y="53034"/>
                </a:lnTo>
                <a:lnTo>
                  <a:pt x="1585150" y="52335"/>
                </a:lnTo>
                <a:lnTo>
                  <a:pt x="1584073" y="51676"/>
                </a:lnTo>
                <a:lnTo>
                  <a:pt x="1582967" y="51057"/>
                </a:lnTo>
                <a:lnTo>
                  <a:pt x="1581832" y="50477"/>
                </a:lnTo>
                <a:lnTo>
                  <a:pt x="1580668" y="49938"/>
                </a:lnTo>
                <a:lnTo>
                  <a:pt x="1579475" y="49438"/>
                </a:lnTo>
                <a:lnTo>
                  <a:pt x="1578252" y="48979"/>
                </a:lnTo>
                <a:lnTo>
                  <a:pt x="1577000" y="48559"/>
                </a:lnTo>
                <a:lnTo>
                  <a:pt x="1575719" y="48180"/>
                </a:lnTo>
                <a:lnTo>
                  <a:pt x="1574409" y="47840"/>
                </a:lnTo>
                <a:lnTo>
                  <a:pt x="1573070" y="47541"/>
                </a:lnTo>
                <a:lnTo>
                  <a:pt x="1571701" y="47281"/>
                </a:lnTo>
                <a:lnTo>
                  <a:pt x="1570304" y="47061"/>
                </a:lnTo>
                <a:lnTo>
                  <a:pt x="1568877" y="46881"/>
                </a:lnTo>
                <a:lnTo>
                  <a:pt x="1567420" y="46742"/>
                </a:lnTo>
                <a:lnTo>
                  <a:pt x="1565935" y="46642"/>
                </a:lnTo>
                <a:lnTo>
                  <a:pt x="1564421" y="46582"/>
                </a:lnTo>
                <a:lnTo>
                  <a:pt x="1562877" y="46562"/>
                </a:lnTo>
                <a:lnTo>
                  <a:pt x="1561549" y="46572"/>
                </a:lnTo>
                <a:lnTo>
                  <a:pt x="1560241" y="46604"/>
                </a:lnTo>
                <a:lnTo>
                  <a:pt x="1558955" y="46657"/>
                </a:lnTo>
                <a:lnTo>
                  <a:pt x="1557689" y="46731"/>
                </a:lnTo>
                <a:lnTo>
                  <a:pt x="1556445" y="46826"/>
                </a:lnTo>
                <a:lnTo>
                  <a:pt x="1555221" y="46942"/>
                </a:lnTo>
                <a:lnTo>
                  <a:pt x="1554018" y="47080"/>
                </a:lnTo>
                <a:lnTo>
                  <a:pt x="1552837" y="47238"/>
                </a:lnTo>
                <a:lnTo>
                  <a:pt x="1551676" y="47418"/>
                </a:lnTo>
                <a:lnTo>
                  <a:pt x="1550536" y="47618"/>
                </a:lnTo>
                <a:lnTo>
                  <a:pt x="1549417" y="47840"/>
                </a:lnTo>
                <a:lnTo>
                  <a:pt x="1548318" y="48083"/>
                </a:lnTo>
                <a:lnTo>
                  <a:pt x="1547241" y="48348"/>
                </a:lnTo>
                <a:lnTo>
                  <a:pt x="1546185" y="48633"/>
                </a:lnTo>
                <a:lnTo>
                  <a:pt x="1545149" y="48939"/>
                </a:lnTo>
                <a:lnTo>
                  <a:pt x="1544135" y="49267"/>
                </a:lnTo>
                <a:lnTo>
                  <a:pt x="1543141" y="49616"/>
                </a:lnTo>
                <a:lnTo>
                  <a:pt x="1542169" y="49986"/>
                </a:lnTo>
                <a:lnTo>
                  <a:pt x="1541217" y="50377"/>
                </a:lnTo>
                <a:lnTo>
                  <a:pt x="1540286" y="50789"/>
                </a:lnTo>
                <a:lnTo>
                  <a:pt x="1539376" y="51222"/>
                </a:lnTo>
                <a:lnTo>
                  <a:pt x="1538487" y="51676"/>
                </a:lnTo>
                <a:lnTo>
                  <a:pt x="1537619" y="52152"/>
                </a:lnTo>
                <a:lnTo>
                  <a:pt x="1536772" y="52649"/>
                </a:lnTo>
                <a:lnTo>
                  <a:pt x="1535942" y="53159"/>
                </a:lnTo>
                <a:lnTo>
                  <a:pt x="1535126" y="53676"/>
                </a:lnTo>
                <a:lnTo>
                  <a:pt x="1534323" y="54199"/>
                </a:lnTo>
                <a:lnTo>
                  <a:pt x="1533533" y="54728"/>
                </a:lnTo>
                <a:lnTo>
                  <a:pt x="1532758" y="55264"/>
                </a:lnTo>
                <a:lnTo>
                  <a:pt x="1531995" y="55806"/>
                </a:lnTo>
                <a:lnTo>
                  <a:pt x="1531246" y="56354"/>
                </a:lnTo>
                <a:lnTo>
                  <a:pt x="1530511" y="56909"/>
                </a:lnTo>
                <a:lnTo>
                  <a:pt x="1529789" y="57470"/>
                </a:lnTo>
                <a:lnTo>
                  <a:pt x="1529081" y="58037"/>
                </a:lnTo>
                <a:lnTo>
                  <a:pt x="1528386" y="58611"/>
                </a:lnTo>
                <a:lnTo>
                  <a:pt x="1527705" y="59190"/>
                </a:lnTo>
                <a:lnTo>
                  <a:pt x="1527037" y="59777"/>
                </a:lnTo>
                <a:lnTo>
                  <a:pt x="1526382" y="60369"/>
                </a:lnTo>
                <a:lnTo>
                  <a:pt x="1525742" y="60968"/>
                </a:lnTo>
                <a:lnTo>
                  <a:pt x="1525114" y="61573"/>
                </a:lnTo>
                <a:lnTo>
                  <a:pt x="1524500" y="62185"/>
                </a:lnTo>
                <a:lnTo>
                  <a:pt x="1523900" y="62803"/>
                </a:lnTo>
                <a:lnTo>
                  <a:pt x="1523313" y="63427"/>
                </a:lnTo>
                <a:lnTo>
                  <a:pt x="1522740" y="64057"/>
                </a:lnTo>
                <a:lnTo>
                  <a:pt x="1522180" y="64694"/>
                </a:lnTo>
                <a:lnTo>
                  <a:pt x="1521634" y="65337"/>
                </a:lnTo>
                <a:lnTo>
                  <a:pt x="1521101" y="65987"/>
                </a:lnTo>
                <a:lnTo>
                  <a:pt x="1520582" y="66642"/>
                </a:lnTo>
                <a:lnTo>
                  <a:pt x="1519955" y="48444"/>
                </a:lnTo>
                <a:lnTo>
                  <a:pt x="1487951" y="48444"/>
                </a:lnTo>
                <a:lnTo>
                  <a:pt x="1487951" y="172441"/>
                </a:lnTo>
                <a:lnTo>
                  <a:pt x="1521210" y="172441"/>
                </a:lnTo>
                <a:lnTo>
                  <a:pt x="1521210" y="89374"/>
                </a:lnTo>
                <a:lnTo>
                  <a:pt x="1521652" y="88814"/>
                </a:lnTo>
                <a:lnTo>
                  <a:pt x="1522101" y="88261"/>
                </a:lnTo>
                <a:lnTo>
                  <a:pt x="1522556" y="87716"/>
                </a:lnTo>
                <a:close/>
                <a:moveTo>
                  <a:pt x="2039959" y="87716"/>
                </a:moveTo>
                <a:lnTo>
                  <a:pt x="2040421" y="87177"/>
                </a:lnTo>
                <a:lnTo>
                  <a:pt x="2040889" y="86645"/>
                </a:lnTo>
                <a:lnTo>
                  <a:pt x="2041363" y="86121"/>
                </a:lnTo>
                <a:lnTo>
                  <a:pt x="2041843" y="85603"/>
                </a:lnTo>
                <a:lnTo>
                  <a:pt x="2042330" y="85093"/>
                </a:lnTo>
                <a:lnTo>
                  <a:pt x="2042823" y="84590"/>
                </a:lnTo>
                <a:lnTo>
                  <a:pt x="2043322" y="84094"/>
                </a:lnTo>
                <a:lnTo>
                  <a:pt x="2043827" y="83604"/>
                </a:lnTo>
                <a:lnTo>
                  <a:pt x="2044339" y="83122"/>
                </a:lnTo>
                <a:lnTo>
                  <a:pt x="2044858" y="82647"/>
                </a:lnTo>
                <a:lnTo>
                  <a:pt x="2045382" y="82180"/>
                </a:lnTo>
                <a:lnTo>
                  <a:pt x="2045913" y="81719"/>
                </a:lnTo>
                <a:lnTo>
                  <a:pt x="2046450" y="81265"/>
                </a:lnTo>
                <a:lnTo>
                  <a:pt x="2046994" y="80818"/>
                </a:lnTo>
                <a:lnTo>
                  <a:pt x="2047544" y="80379"/>
                </a:lnTo>
                <a:lnTo>
                  <a:pt x="2048100" y="79947"/>
                </a:lnTo>
                <a:lnTo>
                  <a:pt x="2048662" y="79521"/>
                </a:lnTo>
                <a:lnTo>
                  <a:pt x="2049231" y="79103"/>
                </a:lnTo>
                <a:lnTo>
                  <a:pt x="2049806" y="78692"/>
                </a:lnTo>
                <a:lnTo>
                  <a:pt x="2050388" y="78288"/>
                </a:lnTo>
                <a:lnTo>
                  <a:pt x="2050975" y="77890"/>
                </a:lnTo>
                <a:lnTo>
                  <a:pt x="2051571" y="77505"/>
                </a:lnTo>
                <a:lnTo>
                  <a:pt x="2052177" y="77136"/>
                </a:lnTo>
                <a:lnTo>
                  <a:pt x="2052792" y="76784"/>
                </a:lnTo>
                <a:lnTo>
                  <a:pt x="2053417" y="76448"/>
                </a:lnTo>
                <a:lnTo>
                  <a:pt x="2054052" y="76128"/>
                </a:lnTo>
                <a:lnTo>
                  <a:pt x="2054697" y="75825"/>
                </a:lnTo>
                <a:lnTo>
                  <a:pt x="2055352" y="75538"/>
                </a:lnTo>
                <a:lnTo>
                  <a:pt x="2056016" y="75267"/>
                </a:lnTo>
                <a:lnTo>
                  <a:pt x="2056691" y="75013"/>
                </a:lnTo>
                <a:lnTo>
                  <a:pt x="2057375" y="74775"/>
                </a:lnTo>
                <a:lnTo>
                  <a:pt x="2058069" y="74554"/>
                </a:lnTo>
                <a:lnTo>
                  <a:pt x="2058772" y="74349"/>
                </a:lnTo>
                <a:lnTo>
                  <a:pt x="2059486" y="74160"/>
                </a:lnTo>
                <a:lnTo>
                  <a:pt x="2060209" y="73988"/>
                </a:lnTo>
                <a:lnTo>
                  <a:pt x="2060942" y="73832"/>
                </a:lnTo>
                <a:lnTo>
                  <a:pt x="2061685" y="73693"/>
                </a:lnTo>
                <a:lnTo>
                  <a:pt x="2062438" y="73570"/>
                </a:lnTo>
                <a:lnTo>
                  <a:pt x="2063200" y="73464"/>
                </a:lnTo>
                <a:lnTo>
                  <a:pt x="2063972" y="73373"/>
                </a:lnTo>
                <a:lnTo>
                  <a:pt x="2064755" y="73300"/>
                </a:lnTo>
                <a:lnTo>
                  <a:pt x="2065546" y="73242"/>
                </a:lnTo>
                <a:lnTo>
                  <a:pt x="2066348" y="73201"/>
                </a:lnTo>
                <a:lnTo>
                  <a:pt x="2067160" y="73177"/>
                </a:lnTo>
                <a:lnTo>
                  <a:pt x="2067981" y="73168"/>
                </a:lnTo>
                <a:lnTo>
                  <a:pt x="2068531" y="73173"/>
                </a:lnTo>
                <a:lnTo>
                  <a:pt x="2069072" y="73188"/>
                </a:lnTo>
                <a:lnTo>
                  <a:pt x="2069604" y="73212"/>
                </a:lnTo>
                <a:lnTo>
                  <a:pt x="2070127" y="73246"/>
                </a:lnTo>
                <a:lnTo>
                  <a:pt x="2070641" y="73290"/>
                </a:lnTo>
                <a:lnTo>
                  <a:pt x="2071146" y="73344"/>
                </a:lnTo>
                <a:lnTo>
                  <a:pt x="2071642" y="73407"/>
                </a:lnTo>
                <a:lnTo>
                  <a:pt x="2072130" y="73480"/>
                </a:lnTo>
                <a:lnTo>
                  <a:pt x="2072608" y="73563"/>
                </a:lnTo>
                <a:lnTo>
                  <a:pt x="2073077" y="73656"/>
                </a:lnTo>
                <a:lnTo>
                  <a:pt x="2073538" y="73758"/>
                </a:lnTo>
                <a:lnTo>
                  <a:pt x="2073989" y="73870"/>
                </a:lnTo>
                <a:lnTo>
                  <a:pt x="2074432" y="73992"/>
                </a:lnTo>
                <a:lnTo>
                  <a:pt x="2074866" y="74124"/>
                </a:lnTo>
                <a:lnTo>
                  <a:pt x="2075291" y="74265"/>
                </a:lnTo>
                <a:lnTo>
                  <a:pt x="2075706" y="74416"/>
                </a:lnTo>
                <a:lnTo>
                  <a:pt x="2076113" y="74577"/>
                </a:lnTo>
                <a:lnTo>
                  <a:pt x="2076511" y="74748"/>
                </a:lnTo>
                <a:lnTo>
                  <a:pt x="2076900" y="74928"/>
                </a:lnTo>
                <a:lnTo>
                  <a:pt x="2077280" y="75119"/>
                </a:lnTo>
                <a:lnTo>
                  <a:pt x="2077652" y="75318"/>
                </a:lnTo>
                <a:lnTo>
                  <a:pt x="2078014" y="75528"/>
                </a:lnTo>
                <a:lnTo>
                  <a:pt x="2078367" y="75747"/>
                </a:lnTo>
                <a:lnTo>
                  <a:pt x="2078712" y="75977"/>
                </a:lnTo>
                <a:lnTo>
                  <a:pt x="2079048" y="76215"/>
                </a:lnTo>
                <a:lnTo>
                  <a:pt x="2079376" y="76461"/>
                </a:lnTo>
                <a:lnTo>
                  <a:pt x="2079697" y="76714"/>
                </a:lnTo>
                <a:lnTo>
                  <a:pt x="2080010" y="76976"/>
                </a:lnTo>
                <a:lnTo>
                  <a:pt x="2080316" y="77246"/>
                </a:lnTo>
                <a:lnTo>
                  <a:pt x="2080614" y="77524"/>
                </a:lnTo>
                <a:lnTo>
                  <a:pt x="2080904" y="77810"/>
                </a:lnTo>
                <a:lnTo>
                  <a:pt x="2081187" y="78104"/>
                </a:lnTo>
                <a:lnTo>
                  <a:pt x="2081462" y="78405"/>
                </a:lnTo>
                <a:lnTo>
                  <a:pt x="2081729" y="78715"/>
                </a:lnTo>
                <a:lnTo>
                  <a:pt x="2081989" y="79033"/>
                </a:lnTo>
                <a:lnTo>
                  <a:pt x="2082241" y="79358"/>
                </a:lnTo>
                <a:lnTo>
                  <a:pt x="2082486" y="79692"/>
                </a:lnTo>
                <a:lnTo>
                  <a:pt x="2082723" y="80033"/>
                </a:lnTo>
                <a:lnTo>
                  <a:pt x="2082952" y="80383"/>
                </a:lnTo>
                <a:lnTo>
                  <a:pt x="2083174" y="80740"/>
                </a:lnTo>
                <a:lnTo>
                  <a:pt x="2083388" y="81106"/>
                </a:lnTo>
                <a:lnTo>
                  <a:pt x="2083594" y="81479"/>
                </a:lnTo>
                <a:lnTo>
                  <a:pt x="2083793" y="81861"/>
                </a:lnTo>
                <a:lnTo>
                  <a:pt x="2083984" y="82250"/>
                </a:lnTo>
                <a:lnTo>
                  <a:pt x="2084168" y="82647"/>
                </a:lnTo>
                <a:lnTo>
                  <a:pt x="2084344" y="83053"/>
                </a:lnTo>
                <a:lnTo>
                  <a:pt x="2084512" y="83466"/>
                </a:lnTo>
                <a:lnTo>
                  <a:pt x="2084673" y="83887"/>
                </a:lnTo>
                <a:lnTo>
                  <a:pt x="2084827" y="84315"/>
                </a:lnTo>
                <a:lnTo>
                  <a:pt x="2084974" y="84749"/>
                </a:lnTo>
                <a:lnTo>
                  <a:pt x="2085114" y="85189"/>
                </a:lnTo>
                <a:lnTo>
                  <a:pt x="2085248" y="85634"/>
                </a:lnTo>
                <a:lnTo>
                  <a:pt x="2085376" y="86085"/>
                </a:lnTo>
                <a:lnTo>
                  <a:pt x="2085497" y="86542"/>
                </a:lnTo>
                <a:lnTo>
                  <a:pt x="2085611" y="87005"/>
                </a:lnTo>
                <a:lnTo>
                  <a:pt x="2085719" y="87474"/>
                </a:lnTo>
                <a:lnTo>
                  <a:pt x="2085820" y="87948"/>
                </a:lnTo>
                <a:lnTo>
                  <a:pt x="2085915" y="88428"/>
                </a:lnTo>
                <a:lnTo>
                  <a:pt x="2086003" y="88914"/>
                </a:lnTo>
                <a:lnTo>
                  <a:pt x="2086085" y="89405"/>
                </a:lnTo>
                <a:lnTo>
                  <a:pt x="2086160" y="89903"/>
                </a:lnTo>
                <a:lnTo>
                  <a:pt x="2086229" y="90406"/>
                </a:lnTo>
                <a:lnTo>
                  <a:pt x="2086291" y="90915"/>
                </a:lnTo>
                <a:lnTo>
                  <a:pt x="2086346" y="91430"/>
                </a:lnTo>
                <a:lnTo>
                  <a:pt x="2086395" y="91950"/>
                </a:lnTo>
                <a:lnTo>
                  <a:pt x="2086438" y="92476"/>
                </a:lnTo>
                <a:lnTo>
                  <a:pt x="2086474" y="93008"/>
                </a:lnTo>
                <a:lnTo>
                  <a:pt x="2086503" y="93546"/>
                </a:lnTo>
                <a:lnTo>
                  <a:pt x="2086526" y="94090"/>
                </a:lnTo>
                <a:lnTo>
                  <a:pt x="2086542" y="94639"/>
                </a:lnTo>
                <a:lnTo>
                  <a:pt x="2086552" y="95194"/>
                </a:lnTo>
                <a:lnTo>
                  <a:pt x="2086556" y="95755"/>
                </a:lnTo>
                <a:lnTo>
                  <a:pt x="2086556" y="172441"/>
                </a:lnTo>
                <a:lnTo>
                  <a:pt x="2119563" y="172441"/>
                </a:lnTo>
                <a:lnTo>
                  <a:pt x="2119563" y="91700"/>
                </a:lnTo>
                <a:lnTo>
                  <a:pt x="2119545" y="89875"/>
                </a:lnTo>
                <a:lnTo>
                  <a:pt x="2119491" y="88086"/>
                </a:lnTo>
                <a:lnTo>
                  <a:pt x="2119402" y="86335"/>
                </a:lnTo>
                <a:lnTo>
                  <a:pt x="2119277" y="84620"/>
                </a:lnTo>
                <a:lnTo>
                  <a:pt x="2119116" y="82942"/>
                </a:lnTo>
                <a:lnTo>
                  <a:pt x="2118920" y="81301"/>
                </a:lnTo>
                <a:lnTo>
                  <a:pt x="2118687" y="79697"/>
                </a:lnTo>
                <a:lnTo>
                  <a:pt x="2118419" y="78130"/>
                </a:lnTo>
                <a:lnTo>
                  <a:pt x="2118116" y="76600"/>
                </a:lnTo>
                <a:lnTo>
                  <a:pt x="2117776" y="75106"/>
                </a:lnTo>
                <a:lnTo>
                  <a:pt x="2117401" y="73650"/>
                </a:lnTo>
                <a:lnTo>
                  <a:pt x="2116990" y="72230"/>
                </a:lnTo>
                <a:lnTo>
                  <a:pt x="2116543" y="70847"/>
                </a:lnTo>
                <a:lnTo>
                  <a:pt x="2116061" y="69501"/>
                </a:lnTo>
                <a:lnTo>
                  <a:pt x="2115543" y="68192"/>
                </a:lnTo>
                <a:lnTo>
                  <a:pt x="2114989" y="66920"/>
                </a:lnTo>
                <a:lnTo>
                  <a:pt x="2114399" y="65684"/>
                </a:lnTo>
                <a:lnTo>
                  <a:pt x="2113774" y="64486"/>
                </a:lnTo>
                <a:lnTo>
                  <a:pt x="2113113" y="63324"/>
                </a:lnTo>
                <a:lnTo>
                  <a:pt x="2112416" y="62199"/>
                </a:lnTo>
                <a:lnTo>
                  <a:pt x="2111684" y="61111"/>
                </a:lnTo>
                <a:lnTo>
                  <a:pt x="2110915" y="60060"/>
                </a:lnTo>
                <a:lnTo>
                  <a:pt x="2110111" y="59046"/>
                </a:lnTo>
                <a:lnTo>
                  <a:pt x="2109272" y="58069"/>
                </a:lnTo>
                <a:lnTo>
                  <a:pt x="2108399" y="57130"/>
                </a:lnTo>
                <a:lnTo>
                  <a:pt x="2107498" y="56231"/>
                </a:lnTo>
                <a:lnTo>
                  <a:pt x="2106567" y="55372"/>
                </a:lnTo>
                <a:lnTo>
                  <a:pt x="2105608" y="54553"/>
                </a:lnTo>
                <a:lnTo>
                  <a:pt x="2104619" y="53774"/>
                </a:lnTo>
                <a:lnTo>
                  <a:pt x="2103600" y="53034"/>
                </a:lnTo>
                <a:lnTo>
                  <a:pt x="2102553" y="52335"/>
                </a:lnTo>
                <a:lnTo>
                  <a:pt x="2101476" y="51676"/>
                </a:lnTo>
                <a:lnTo>
                  <a:pt x="2100371" y="51057"/>
                </a:lnTo>
                <a:lnTo>
                  <a:pt x="2099236" y="50477"/>
                </a:lnTo>
                <a:lnTo>
                  <a:pt x="2098072" y="49938"/>
                </a:lnTo>
                <a:lnTo>
                  <a:pt x="2096878" y="49438"/>
                </a:lnTo>
                <a:lnTo>
                  <a:pt x="2095656" y="48979"/>
                </a:lnTo>
                <a:lnTo>
                  <a:pt x="2094404" y="48559"/>
                </a:lnTo>
                <a:lnTo>
                  <a:pt x="2093123" y="48180"/>
                </a:lnTo>
                <a:lnTo>
                  <a:pt x="2091813" y="47840"/>
                </a:lnTo>
                <a:lnTo>
                  <a:pt x="2090473" y="47541"/>
                </a:lnTo>
                <a:lnTo>
                  <a:pt x="2089105" y="47281"/>
                </a:lnTo>
                <a:lnTo>
                  <a:pt x="2087707" y="47061"/>
                </a:lnTo>
                <a:lnTo>
                  <a:pt x="2086280" y="46881"/>
                </a:lnTo>
                <a:lnTo>
                  <a:pt x="2084824" y="46742"/>
                </a:lnTo>
                <a:lnTo>
                  <a:pt x="2083339" y="46642"/>
                </a:lnTo>
                <a:lnTo>
                  <a:pt x="2081824" y="46582"/>
                </a:lnTo>
                <a:lnTo>
                  <a:pt x="2080280" y="46562"/>
                </a:lnTo>
                <a:lnTo>
                  <a:pt x="2078952" y="46572"/>
                </a:lnTo>
                <a:lnTo>
                  <a:pt x="2077645" y="46604"/>
                </a:lnTo>
                <a:lnTo>
                  <a:pt x="2076358" y="46657"/>
                </a:lnTo>
                <a:lnTo>
                  <a:pt x="2075093" y="46731"/>
                </a:lnTo>
                <a:lnTo>
                  <a:pt x="2073848" y="46826"/>
                </a:lnTo>
                <a:lnTo>
                  <a:pt x="2072625" y="46942"/>
                </a:lnTo>
                <a:lnTo>
                  <a:pt x="2071422" y="47080"/>
                </a:lnTo>
                <a:lnTo>
                  <a:pt x="2070240" y="47238"/>
                </a:lnTo>
                <a:lnTo>
                  <a:pt x="2069079" y="47418"/>
                </a:lnTo>
                <a:lnTo>
                  <a:pt x="2067939" y="47618"/>
                </a:lnTo>
                <a:lnTo>
                  <a:pt x="2066820" y="47840"/>
                </a:lnTo>
                <a:lnTo>
                  <a:pt x="2065722" y="48083"/>
                </a:lnTo>
                <a:lnTo>
                  <a:pt x="2064645" y="48348"/>
                </a:lnTo>
                <a:lnTo>
                  <a:pt x="2063588" y="48633"/>
                </a:lnTo>
                <a:lnTo>
                  <a:pt x="2062553" y="48939"/>
                </a:lnTo>
                <a:lnTo>
                  <a:pt x="2061539" y="49267"/>
                </a:lnTo>
                <a:lnTo>
                  <a:pt x="2060545" y="49616"/>
                </a:lnTo>
                <a:lnTo>
                  <a:pt x="2059572" y="49986"/>
                </a:lnTo>
                <a:lnTo>
                  <a:pt x="2058621" y="50377"/>
                </a:lnTo>
                <a:lnTo>
                  <a:pt x="2057690" y="50789"/>
                </a:lnTo>
                <a:lnTo>
                  <a:pt x="2056780" y="51222"/>
                </a:lnTo>
                <a:lnTo>
                  <a:pt x="2055891" y="51676"/>
                </a:lnTo>
                <a:lnTo>
                  <a:pt x="2055023" y="52152"/>
                </a:lnTo>
                <a:lnTo>
                  <a:pt x="2054176" y="52649"/>
                </a:lnTo>
                <a:lnTo>
                  <a:pt x="2053346" y="53159"/>
                </a:lnTo>
                <a:lnTo>
                  <a:pt x="2052529" y="53676"/>
                </a:lnTo>
                <a:lnTo>
                  <a:pt x="2051726" y="54199"/>
                </a:lnTo>
                <a:lnTo>
                  <a:pt x="2050937" y="54728"/>
                </a:lnTo>
                <a:lnTo>
                  <a:pt x="2050161" y="55264"/>
                </a:lnTo>
                <a:lnTo>
                  <a:pt x="2049399" y="55806"/>
                </a:lnTo>
                <a:lnTo>
                  <a:pt x="2048650" y="56354"/>
                </a:lnTo>
                <a:lnTo>
                  <a:pt x="2047914" y="56909"/>
                </a:lnTo>
                <a:lnTo>
                  <a:pt x="2047193" y="57470"/>
                </a:lnTo>
                <a:lnTo>
                  <a:pt x="2046484" y="58037"/>
                </a:lnTo>
                <a:lnTo>
                  <a:pt x="2045789" y="58611"/>
                </a:lnTo>
                <a:lnTo>
                  <a:pt x="2045108" y="59190"/>
                </a:lnTo>
                <a:lnTo>
                  <a:pt x="2044440" y="59777"/>
                </a:lnTo>
                <a:lnTo>
                  <a:pt x="2043786" y="60369"/>
                </a:lnTo>
                <a:lnTo>
                  <a:pt x="2043145" y="60968"/>
                </a:lnTo>
                <a:lnTo>
                  <a:pt x="2042518" y="61573"/>
                </a:lnTo>
                <a:lnTo>
                  <a:pt x="2041904" y="62185"/>
                </a:lnTo>
                <a:lnTo>
                  <a:pt x="2041304" y="62803"/>
                </a:lnTo>
                <a:lnTo>
                  <a:pt x="2040717" y="63427"/>
                </a:lnTo>
                <a:lnTo>
                  <a:pt x="2040144" y="64057"/>
                </a:lnTo>
                <a:lnTo>
                  <a:pt x="2039584" y="64694"/>
                </a:lnTo>
                <a:lnTo>
                  <a:pt x="2039038" y="65337"/>
                </a:lnTo>
                <a:lnTo>
                  <a:pt x="2038505" y="65987"/>
                </a:lnTo>
                <a:lnTo>
                  <a:pt x="2037986" y="66642"/>
                </a:lnTo>
                <a:lnTo>
                  <a:pt x="2037358" y="48444"/>
                </a:lnTo>
                <a:lnTo>
                  <a:pt x="2005355" y="48444"/>
                </a:lnTo>
                <a:lnTo>
                  <a:pt x="2005355" y="172441"/>
                </a:lnTo>
                <a:lnTo>
                  <a:pt x="2038613" y="172441"/>
                </a:lnTo>
                <a:lnTo>
                  <a:pt x="2038613" y="89374"/>
                </a:lnTo>
                <a:lnTo>
                  <a:pt x="2039056" y="88814"/>
                </a:lnTo>
                <a:lnTo>
                  <a:pt x="2039504" y="88261"/>
                </a:lnTo>
                <a:lnTo>
                  <a:pt x="2039959" y="87716"/>
                </a:lnTo>
                <a:close/>
                <a:moveTo>
                  <a:pt x="2866251" y="88101"/>
                </a:moveTo>
                <a:lnTo>
                  <a:pt x="2866604" y="87652"/>
                </a:lnTo>
                <a:lnTo>
                  <a:pt x="2866962" y="87212"/>
                </a:lnTo>
                <a:lnTo>
                  <a:pt x="2867325" y="86780"/>
                </a:lnTo>
                <a:lnTo>
                  <a:pt x="2867694" y="86357"/>
                </a:lnTo>
                <a:lnTo>
                  <a:pt x="2868068" y="85943"/>
                </a:lnTo>
                <a:lnTo>
                  <a:pt x="2868447" y="85538"/>
                </a:lnTo>
                <a:lnTo>
                  <a:pt x="2868831" y="85141"/>
                </a:lnTo>
                <a:lnTo>
                  <a:pt x="2869221" y="84752"/>
                </a:lnTo>
                <a:lnTo>
                  <a:pt x="2869616" y="84373"/>
                </a:lnTo>
                <a:lnTo>
                  <a:pt x="2870016" y="84001"/>
                </a:lnTo>
                <a:lnTo>
                  <a:pt x="2870421" y="83639"/>
                </a:lnTo>
                <a:lnTo>
                  <a:pt x="2870832" y="83285"/>
                </a:lnTo>
                <a:lnTo>
                  <a:pt x="2871247" y="82940"/>
                </a:lnTo>
                <a:lnTo>
                  <a:pt x="2871668" y="82604"/>
                </a:lnTo>
                <a:lnTo>
                  <a:pt x="2872094" y="82276"/>
                </a:lnTo>
                <a:lnTo>
                  <a:pt x="2872526" y="81957"/>
                </a:lnTo>
                <a:lnTo>
                  <a:pt x="2872963" y="81646"/>
                </a:lnTo>
                <a:lnTo>
                  <a:pt x="2873404" y="81344"/>
                </a:lnTo>
                <a:lnTo>
                  <a:pt x="2873851" y="81051"/>
                </a:lnTo>
                <a:lnTo>
                  <a:pt x="2874304" y="80767"/>
                </a:lnTo>
                <a:lnTo>
                  <a:pt x="2874761" y="80491"/>
                </a:lnTo>
                <a:lnTo>
                  <a:pt x="2875224" y="80222"/>
                </a:lnTo>
                <a:lnTo>
                  <a:pt x="2875690" y="79961"/>
                </a:lnTo>
                <a:lnTo>
                  <a:pt x="2876162" y="79706"/>
                </a:lnTo>
                <a:lnTo>
                  <a:pt x="2876637" y="79458"/>
                </a:lnTo>
                <a:lnTo>
                  <a:pt x="2877117" y="79216"/>
                </a:lnTo>
                <a:lnTo>
                  <a:pt x="2877601" y="78981"/>
                </a:lnTo>
                <a:lnTo>
                  <a:pt x="2878089" y="78753"/>
                </a:lnTo>
                <a:lnTo>
                  <a:pt x="2878582" y="78531"/>
                </a:lnTo>
                <a:lnTo>
                  <a:pt x="2879079" y="78316"/>
                </a:lnTo>
                <a:lnTo>
                  <a:pt x="2879581" y="78108"/>
                </a:lnTo>
                <a:lnTo>
                  <a:pt x="2880087" y="77906"/>
                </a:lnTo>
                <a:lnTo>
                  <a:pt x="2880597" y="77711"/>
                </a:lnTo>
                <a:lnTo>
                  <a:pt x="2881112" y="77523"/>
                </a:lnTo>
                <a:lnTo>
                  <a:pt x="2881631" y="77341"/>
                </a:lnTo>
                <a:lnTo>
                  <a:pt x="2882154" y="77166"/>
                </a:lnTo>
                <a:lnTo>
                  <a:pt x="2882682" y="76998"/>
                </a:lnTo>
                <a:lnTo>
                  <a:pt x="2883214" y="76836"/>
                </a:lnTo>
                <a:lnTo>
                  <a:pt x="2883751" y="76681"/>
                </a:lnTo>
                <a:lnTo>
                  <a:pt x="2884291" y="76532"/>
                </a:lnTo>
                <a:lnTo>
                  <a:pt x="2884837" y="76391"/>
                </a:lnTo>
                <a:lnTo>
                  <a:pt x="2885386" y="76256"/>
                </a:lnTo>
                <a:lnTo>
                  <a:pt x="2885940" y="76127"/>
                </a:lnTo>
                <a:lnTo>
                  <a:pt x="2886498" y="76005"/>
                </a:lnTo>
                <a:lnTo>
                  <a:pt x="2887061" y="75890"/>
                </a:lnTo>
                <a:lnTo>
                  <a:pt x="2887627" y="75781"/>
                </a:lnTo>
                <a:lnTo>
                  <a:pt x="2888195" y="75676"/>
                </a:lnTo>
                <a:lnTo>
                  <a:pt x="2888765" y="75576"/>
                </a:lnTo>
                <a:lnTo>
                  <a:pt x="2889337" y="75480"/>
                </a:lnTo>
                <a:lnTo>
                  <a:pt x="2889912" y="75390"/>
                </a:lnTo>
                <a:lnTo>
                  <a:pt x="2890489" y="75303"/>
                </a:lnTo>
                <a:lnTo>
                  <a:pt x="2891067" y="75222"/>
                </a:lnTo>
                <a:lnTo>
                  <a:pt x="2891649" y="75145"/>
                </a:lnTo>
                <a:lnTo>
                  <a:pt x="2892232" y="75073"/>
                </a:lnTo>
                <a:lnTo>
                  <a:pt x="2892817" y="75005"/>
                </a:lnTo>
                <a:lnTo>
                  <a:pt x="2893405" y="74942"/>
                </a:lnTo>
                <a:lnTo>
                  <a:pt x="2893995" y="74884"/>
                </a:lnTo>
                <a:lnTo>
                  <a:pt x="2894587" y="74831"/>
                </a:lnTo>
                <a:lnTo>
                  <a:pt x="2895181" y="74782"/>
                </a:lnTo>
                <a:lnTo>
                  <a:pt x="2895777" y="74738"/>
                </a:lnTo>
                <a:lnTo>
                  <a:pt x="2896376" y="74698"/>
                </a:lnTo>
                <a:lnTo>
                  <a:pt x="2896977" y="74663"/>
                </a:lnTo>
                <a:lnTo>
                  <a:pt x="2897579" y="74633"/>
                </a:lnTo>
                <a:lnTo>
                  <a:pt x="2898185" y="74607"/>
                </a:lnTo>
                <a:lnTo>
                  <a:pt x="2898792" y="74586"/>
                </a:lnTo>
                <a:lnTo>
                  <a:pt x="2899401" y="74570"/>
                </a:lnTo>
                <a:lnTo>
                  <a:pt x="2900013" y="74558"/>
                </a:lnTo>
                <a:lnTo>
                  <a:pt x="2900627" y="74551"/>
                </a:lnTo>
                <a:lnTo>
                  <a:pt x="2901243" y="74549"/>
                </a:lnTo>
                <a:lnTo>
                  <a:pt x="2904380" y="74549"/>
                </a:lnTo>
                <a:lnTo>
                  <a:pt x="2904380" y="46562"/>
                </a:lnTo>
                <a:lnTo>
                  <a:pt x="2901870" y="46562"/>
                </a:lnTo>
                <a:lnTo>
                  <a:pt x="2900748" y="46572"/>
                </a:lnTo>
                <a:lnTo>
                  <a:pt x="2899639" y="46603"/>
                </a:lnTo>
                <a:lnTo>
                  <a:pt x="2898544" y="46654"/>
                </a:lnTo>
                <a:lnTo>
                  <a:pt x="2897464" y="46726"/>
                </a:lnTo>
                <a:lnTo>
                  <a:pt x="2896397" y="46818"/>
                </a:lnTo>
                <a:lnTo>
                  <a:pt x="2895344" y="46930"/>
                </a:lnTo>
                <a:lnTo>
                  <a:pt x="2894305" y="47064"/>
                </a:lnTo>
                <a:lnTo>
                  <a:pt x="2893280" y="47217"/>
                </a:lnTo>
                <a:lnTo>
                  <a:pt x="2892269" y="47391"/>
                </a:lnTo>
                <a:lnTo>
                  <a:pt x="2891272" y="47586"/>
                </a:lnTo>
                <a:lnTo>
                  <a:pt x="2890289" y="47801"/>
                </a:lnTo>
                <a:lnTo>
                  <a:pt x="2889320" y="48036"/>
                </a:lnTo>
                <a:lnTo>
                  <a:pt x="2888365" y="48292"/>
                </a:lnTo>
                <a:lnTo>
                  <a:pt x="2887423" y="48569"/>
                </a:lnTo>
                <a:lnTo>
                  <a:pt x="2886496" y="48866"/>
                </a:lnTo>
                <a:lnTo>
                  <a:pt x="2885583" y="49183"/>
                </a:lnTo>
                <a:lnTo>
                  <a:pt x="2884683" y="49521"/>
                </a:lnTo>
                <a:lnTo>
                  <a:pt x="2883798" y="49880"/>
                </a:lnTo>
                <a:lnTo>
                  <a:pt x="2882926" y="50259"/>
                </a:lnTo>
                <a:lnTo>
                  <a:pt x="2882068" y="50658"/>
                </a:lnTo>
                <a:lnTo>
                  <a:pt x="2881225" y="51078"/>
                </a:lnTo>
                <a:lnTo>
                  <a:pt x="2880395" y="51518"/>
                </a:lnTo>
                <a:lnTo>
                  <a:pt x="2879579" y="51979"/>
                </a:lnTo>
                <a:lnTo>
                  <a:pt x="2878777" y="52460"/>
                </a:lnTo>
                <a:lnTo>
                  <a:pt x="2877991" y="52961"/>
                </a:lnTo>
                <a:lnTo>
                  <a:pt x="2877221" y="53479"/>
                </a:lnTo>
                <a:lnTo>
                  <a:pt x="2876467" y="54015"/>
                </a:lnTo>
                <a:lnTo>
                  <a:pt x="2875731" y="54570"/>
                </a:lnTo>
                <a:lnTo>
                  <a:pt x="2875010" y="55141"/>
                </a:lnTo>
                <a:lnTo>
                  <a:pt x="2874306" y="55731"/>
                </a:lnTo>
                <a:lnTo>
                  <a:pt x="2873619" y="56339"/>
                </a:lnTo>
                <a:lnTo>
                  <a:pt x="2872949" y="56965"/>
                </a:lnTo>
                <a:lnTo>
                  <a:pt x="2872294" y="57608"/>
                </a:lnTo>
                <a:lnTo>
                  <a:pt x="2871657" y="58269"/>
                </a:lnTo>
                <a:lnTo>
                  <a:pt x="2871036" y="58948"/>
                </a:lnTo>
                <a:lnTo>
                  <a:pt x="2870432" y="59645"/>
                </a:lnTo>
                <a:lnTo>
                  <a:pt x="2869844" y="60360"/>
                </a:lnTo>
                <a:lnTo>
                  <a:pt x="2869272" y="61093"/>
                </a:lnTo>
                <a:lnTo>
                  <a:pt x="2868718" y="61844"/>
                </a:lnTo>
                <a:lnTo>
                  <a:pt x="2868179" y="62612"/>
                </a:lnTo>
                <a:lnTo>
                  <a:pt x="2867658" y="63399"/>
                </a:lnTo>
                <a:lnTo>
                  <a:pt x="2867153" y="64203"/>
                </a:lnTo>
                <a:lnTo>
                  <a:pt x="2866664" y="65025"/>
                </a:lnTo>
                <a:lnTo>
                  <a:pt x="2866192" y="65865"/>
                </a:lnTo>
                <a:lnTo>
                  <a:pt x="2865737" y="66723"/>
                </a:lnTo>
                <a:lnTo>
                  <a:pt x="2865298" y="67598"/>
                </a:lnTo>
                <a:lnTo>
                  <a:pt x="2864876" y="68492"/>
                </a:lnTo>
                <a:lnTo>
                  <a:pt x="2864470" y="69403"/>
                </a:lnTo>
                <a:lnTo>
                  <a:pt x="2863843" y="48444"/>
                </a:lnTo>
                <a:lnTo>
                  <a:pt x="2831965" y="48444"/>
                </a:lnTo>
                <a:lnTo>
                  <a:pt x="2831965" y="172441"/>
                </a:lnTo>
                <a:lnTo>
                  <a:pt x="2865223" y="172441"/>
                </a:lnTo>
                <a:lnTo>
                  <a:pt x="2865223" y="89500"/>
                </a:lnTo>
                <a:lnTo>
                  <a:pt x="2865560" y="89025"/>
                </a:lnTo>
                <a:lnTo>
                  <a:pt x="2865903" y="88559"/>
                </a:lnTo>
                <a:lnTo>
                  <a:pt x="2866251" y="88101"/>
                </a:lnTo>
                <a:close/>
                <a:moveTo>
                  <a:pt x="1925569" y="174494"/>
                </a:moveTo>
                <a:lnTo>
                  <a:pt x="1926880" y="174402"/>
                </a:lnTo>
                <a:lnTo>
                  <a:pt x="1928176" y="174295"/>
                </a:lnTo>
                <a:lnTo>
                  <a:pt x="1929458" y="174171"/>
                </a:lnTo>
                <a:lnTo>
                  <a:pt x="1930725" y="174030"/>
                </a:lnTo>
                <a:lnTo>
                  <a:pt x="1931977" y="173873"/>
                </a:lnTo>
                <a:lnTo>
                  <a:pt x="1933215" y="173699"/>
                </a:lnTo>
                <a:lnTo>
                  <a:pt x="1934438" y="173508"/>
                </a:lnTo>
                <a:lnTo>
                  <a:pt x="1935646" y="173301"/>
                </a:lnTo>
                <a:lnTo>
                  <a:pt x="1936840" y="173078"/>
                </a:lnTo>
                <a:lnTo>
                  <a:pt x="1938019" y="172838"/>
                </a:lnTo>
                <a:lnTo>
                  <a:pt x="1939184" y="172581"/>
                </a:lnTo>
                <a:lnTo>
                  <a:pt x="1940334" y="172308"/>
                </a:lnTo>
                <a:lnTo>
                  <a:pt x="1941470" y="172018"/>
                </a:lnTo>
                <a:lnTo>
                  <a:pt x="1942591" y="171712"/>
                </a:lnTo>
                <a:lnTo>
                  <a:pt x="1943697" y="171389"/>
                </a:lnTo>
                <a:lnTo>
                  <a:pt x="1944789" y="171049"/>
                </a:lnTo>
                <a:lnTo>
                  <a:pt x="1945866" y="170693"/>
                </a:lnTo>
                <a:lnTo>
                  <a:pt x="1946928" y="170321"/>
                </a:lnTo>
                <a:lnTo>
                  <a:pt x="1947976" y="169931"/>
                </a:lnTo>
                <a:lnTo>
                  <a:pt x="1949008" y="169526"/>
                </a:lnTo>
                <a:lnTo>
                  <a:pt x="1950021" y="169103"/>
                </a:lnTo>
                <a:lnTo>
                  <a:pt x="1951016" y="168663"/>
                </a:lnTo>
                <a:lnTo>
                  <a:pt x="1951992" y="168206"/>
                </a:lnTo>
                <a:lnTo>
                  <a:pt x="1952951" y="167732"/>
                </a:lnTo>
                <a:lnTo>
                  <a:pt x="1953891" y="167241"/>
                </a:lnTo>
                <a:lnTo>
                  <a:pt x="1954812" y="166733"/>
                </a:lnTo>
                <a:lnTo>
                  <a:pt x="1955716" y="166208"/>
                </a:lnTo>
                <a:lnTo>
                  <a:pt x="1956601" y="165666"/>
                </a:lnTo>
                <a:lnTo>
                  <a:pt x="1957468" y="165107"/>
                </a:lnTo>
                <a:lnTo>
                  <a:pt x="1958316" y="164532"/>
                </a:lnTo>
                <a:lnTo>
                  <a:pt x="1959146" y="163939"/>
                </a:lnTo>
                <a:lnTo>
                  <a:pt x="1959958" y="163329"/>
                </a:lnTo>
                <a:lnTo>
                  <a:pt x="1960752" y="162702"/>
                </a:lnTo>
                <a:lnTo>
                  <a:pt x="1961527" y="162058"/>
                </a:lnTo>
                <a:lnTo>
                  <a:pt x="1962284" y="161397"/>
                </a:lnTo>
                <a:lnTo>
                  <a:pt x="1963022" y="160719"/>
                </a:lnTo>
                <a:lnTo>
                  <a:pt x="1963743" y="160025"/>
                </a:lnTo>
                <a:lnTo>
                  <a:pt x="1964445" y="159313"/>
                </a:lnTo>
                <a:lnTo>
                  <a:pt x="1965128" y="158584"/>
                </a:lnTo>
                <a:lnTo>
                  <a:pt x="1965794" y="157838"/>
                </a:lnTo>
                <a:lnTo>
                  <a:pt x="1966441" y="157075"/>
                </a:lnTo>
                <a:lnTo>
                  <a:pt x="1967070" y="156295"/>
                </a:lnTo>
                <a:lnTo>
                  <a:pt x="1967680" y="155499"/>
                </a:lnTo>
                <a:lnTo>
                  <a:pt x="1968270" y="154685"/>
                </a:lnTo>
                <a:lnTo>
                  <a:pt x="1968837" y="153854"/>
                </a:lnTo>
                <a:lnTo>
                  <a:pt x="1969382" y="153007"/>
                </a:lnTo>
                <a:lnTo>
                  <a:pt x="1969903" y="152143"/>
                </a:lnTo>
                <a:lnTo>
                  <a:pt x="1970401" y="151262"/>
                </a:lnTo>
                <a:lnTo>
                  <a:pt x="1970877" y="150365"/>
                </a:lnTo>
                <a:lnTo>
                  <a:pt x="1971329" y="149450"/>
                </a:lnTo>
                <a:lnTo>
                  <a:pt x="1971759" y="148519"/>
                </a:lnTo>
                <a:lnTo>
                  <a:pt x="1972166" y="147571"/>
                </a:lnTo>
                <a:lnTo>
                  <a:pt x="1972550" y="146607"/>
                </a:lnTo>
                <a:lnTo>
                  <a:pt x="1972911" y="145625"/>
                </a:lnTo>
                <a:lnTo>
                  <a:pt x="1973250" y="144627"/>
                </a:lnTo>
                <a:lnTo>
                  <a:pt x="1973565" y="143612"/>
                </a:lnTo>
                <a:lnTo>
                  <a:pt x="1973857" y="142580"/>
                </a:lnTo>
                <a:lnTo>
                  <a:pt x="1974127" y="141531"/>
                </a:lnTo>
                <a:lnTo>
                  <a:pt x="1974374" y="140466"/>
                </a:lnTo>
                <a:lnTo>
                  <a:pt x="1974598" y="139384"/>
                </a:lnTo>
                <a:lnTo>
                  <a:pt x="1974799" y="138285"/>
                </a:lnTo>
                <a:lnTo>
                  <a:pt x="1974977" y="137169"/>
                </a:lnTo>
                <a:lnTo>
                  <a:pt x="1975132" y="136037"/>
                </a:lnTo>
                <a:lnTo>
                  <a:pt x="1975265" y="134888"/>
                </a:lnTo>
                <a:lnTo>
                  <a:pt x="1975374" y="133722"/>
                </a:lnTo>
                <a:lnTo>
                  <a:pt x="1975461" y="132539"/>
                </a:lnTo>
                <a:lnTo>
                  <a:pt x="1975524" y="131339"/>
                </a:lnTo>
                <a:lnTo>
                  <a:pt x="1942768" y="131339"/>
                </a:lnTo>
                <a:lnTo>
                  <a:pt x="1942746" y="132128"/>
                </a:lnTo>
                <a:lnTo>
                  <a:pt x="1942703" y="132901"/>
                </a:lnTo>
                <a:lnTo>
                  <a:pt x="1942637" y="133658"/>
                </a:lnTo>
                <a:lnTo>
                  <a:pt x="1942548" y="134398"/>
                </a:lnTo>
                <a:lnTo>
                  <a:pt x="1942438" y="135122"/>
                </a:lnTo>
                <a:lnTo>
                  <a:pt x="1942305" y="135829"/>
                </a:lnTo>
                <a:lnTo>
                  <a:pt x="1942150" y="136520"/>
                </a:lnTo>
                <a:lnTo>
                  <a:pt x="1941973" y="137194"/>
                </a:lnTo>
                <a:lnTo>
                  <a:pt x="1941774" y="137852"/>
                </a:lnTo>
                <a:lnTo>
                  <a:pt x="1941552" y="138494"/>
                </a:lnTo>
                <a:lnTo>
                  <a:pt x="1941308" y="139119"/>
                </a:lnTo>
                <a:lnTo>
                  <a:pt x="1941042" y="139728"/>
                </a:lnTo>
                <a:lnTo>
                  <a:pt x="1940754" y="140321"/>
                </a:lnTo>
                <a:lnTo>
                  <a:pt x="1940444" y="140897"/>
                </a:lnTo>
                <a:lnTo>
                  <a:pt x="1940111" y="141457"/>
                </a:lnTo>
                <a:lnTo>
                  <a:pt x="1939756" y="142000"/>
                </a:lnTo>
                <a:lnTo>
                  <a:pt x="1939379" y="142527"/>
                </a:lnTo>
                <a:lnTo>
                  <a:pt x="1938979" y="143037"/>
                </a:lnTo>
                <a:lnTo>
                  <a:pt x="1938558" y="143532"/>
                </a:lnTo>
                <a:lnTo>
                  <a:pt x="1938114" y="144009"/>
                </a:lnTo>
                <a:lnTo>
                  <a:pt x="1937648" y="144471"/>
                </a:lnTo>
                <a:lnTo>
                  <a:pt x="1937160" y="144916"/>
                </a:lnTo>
                <a:lnTo>
                  <a:pt x="1936649" y="145344"/>
                </a:lnTo>
                <a:lnTo>
                  <a:pt x="1936116" y="145756"/>
                </a:lnTo>
                <a:lnTo>
                  <a:pt x="1935565" y="146152"/>
                </a:lnTo>
                <a:lnTo>
                  <a:pt x="1934999" y="146531"/>
                </a:lnTo>
                <a:lnTo>
                  <a:pt x="1934418" y="146893"/>
                </a:lnTo>
                <a:lnTo>
                  <a:pt x="1933822" y="147238"/>
                </a:lnTo>
                <a:lnTo>
                  <a:pt x="1933212" y="147566"/>
                </a:lnTo>
                <a:lnTo>
                  <a:pt x="1932587" y="147877"/>
                </a:lnTo>
                <a:lnTo>
                  <a:pt x="1931946" y="148172"/>
                </a:lnTo>
                <a:lnTo>
                  <a:pt x="1931291" y="148449"/>
                </a:lnTo>
                <a:lnTo>
                  <a:pt x="1930622" y="148710"/>
                </a:lnTo>
                <a:lnTo>
                  <a:pt x="1929937" y="148954"/>
                </a:lnTo>
                <a:lnTo>
                  <a:pt x="1929238" y="149182"/>
                </a:lnTo>
                <a:lnTo>
                  <a:pt x="1928523" y="149392"/>
                </a:lnTo>
                <a:lnTo>
                  <a:pt x="1927794" y="149586"/>
                </a:lnTo>
                <a:lnTo>
                  <a:pt x="1927050" y="149762"/>
                </a:lnTo>
                <a:lnTo>
                  <a:pt x="1926292" y="149922"/>
                </a:lnTo>
                <a:lnTo>
                  <a:pt x="1925518" y="150065"/>
                </a:lnTo>
                <a:lnTo>
                  <a:pt x="1924730" y="150192"/>
                </a:lnTo>
                <a:lnTo>
                  <a:pt x="1923927" y="150301"/>
                </a:lnTo>
                <a:lnTo>
                  <a:pt x="1923109" y="150394"/>
                </a:lnTo>
                <a:lnTo>
                  <a:pt x="1922276" y="150469"/>
                </a:lnTo>
                <a:lnTo>
                  <a:pt x="1921429" y="150528"/>
                </a:lnTo>
                <a:lnTo>
                  <a:pt x="1920566" y="150570"/>
                </a:lnTo>
                <a:lnTo>
                  <a:pt x="1919689" y="150596"/>
                </a:lnTo>
                <a:lnTo>
                  <a:pt x="1918797" y="150604"/>
                </a:lnTo>
                <a:lnTo>
                  <a:pt x="1917936" y="150596"/>
                </a:lnTo>
                <a:lnTo>
                  <a:pt x="1917089" y="150571"/>
                </a:lnTo>
                <a:lnTo>
                  <a:pt x="1916255" y="150531"/>
                </a:lnTo>
                <a:lnTo>
                  <a:pt x="1915436" y="150474"/>
                </a:lnTo>
                <a:lnTo>
                  <a:pt x="1914631" y="150401"/>
                </a:lnTo>
                <a:lnTo>
                  <a:pt x="1913839" y="150311"/>
                </a:lnTo>
                <a:lnTo>
                  <a:pt x="1913062" y="150206"/>
                </a:lnTo>
                <a:lnTo>
                  <a:pt x="1912299" y="150084"/>
                </a:lnTo>
                <a:lnTo>
                  <a:pt x="1911549" y="149945"/>
                </a:lnTo>
                <a:lnTo>
                  <a:pt x="1910813" y="149791"/>
                </a:lnTo>
                <a:lnTo>
                  <a:pt x="1910092" y="149620"/>
                </a:lnTo>
                <a:lnTo>
                  <a:pt x="1909384" y="149433"/>
                </a:lnTo>
                <a:lnTo>
                  <a:pt x="1908690" y="149230"/>
                </a:lnTo>
                <a:lnTo>
                  <a:pt x="1908011" y="149010"/>
                </a:lnTo>
                <a:lnTo>
                  <a:pt x="1907345" y="148775"/>
                </a:lnTo>
                <a:lnTo>
                  <a:pt x="1906693" y="148523"/>
                </a:lnTo>
                <a:lnTo>
                  <a:pt x="1906055" y="148254"/>
                </a:lnTo>
                <a:lnTo>
                  <a:pt x="1905431" y="147970"/>
                </a:lnTo>
                <a:lnTo>
                  <a:pt x="1904821" y="147669"/>
                </a:lnTo>
                <a:lnTo>
                  <a:pt x="1904225" y="147352"/>
                </a:lnTo>
                <a:lnTo>
                  <a:pt x="1903642" y="147019"/>
                </a:lnTo>
                <a:lnTo>
                  <a:pt x="1903074" y="146669"/>
                </a:lnTo>
                <a:lnTo>
                  <a:pt x="1902520" y="146303"/>
                </a:lnTo>
                <a:lnTo>
                  <a:pt x="1901979" y="145921"/>
                </a:lnTo>
                <a:lnTo>
                  <a:pt x="1901452" y="145525"/>
                </a:lnTo>
                <a:lnTo>
                  <a:pt x="1900937" y="145119"/>
                </a:lnTo>
                <a:lnTo>
                  <a:pt x="1900433" y="144702"/>
                </a:lnTo>
                <a:lnTo>
                  <a:pt x="1899942" y="144275"/>
                </a:lnTo>
                <a:lnTo>
                  <a:pt x="1899462" y="143837"/>
                </a:lnTo>
                <a:lnTo>
                  <a:pt x="1898995" y="143389"/>
                </a:lnTo>
                <a:lnTo>
                  <a:pt x="1898539" y="142931"/>
                </a:lnTo>
                <a:lnTo>
                  <a:pt x="1898096" y="142461"/>
                </a:lnTo>
                <a:lnTo>
                  <a:pt x="1897664" y="141982"/>
                </a:lnTo>
                <a:lnTo>
                  <a:pt x="1897245" y="141492"/>
                </a:lnTo>
                <a:lnTo>
                  <a:pt x="1896837" y="140991"/>
                </a:lnTo>
                <a:lnTo>
                  <a:pt x="1896442" y="140480"/>
                </a:lnTo>
                <a:lnTo>
                  <a:pt x="1896058" y="139959"/>
                </a:lnTo>
                <a:lnTo>
                  <a:pt x="1895686" y="139427"/>
                </a:lnTo>
                <a:lnTo>
                  <a:pt x="1895327" y="138885"/>
                </a:lnTo>
                <a:lnTo>
                  <a:pt x="1894979" y="138332"/>
                </a:lnTo>
                <a:lnTo>
                  <a:pt x="1894643" y="137768"/>
                </a:lnTo>
                <a:lnTo>
                  <a:pt x="1894320" y="137194"/>
                </a:lnTo>
                <a:lnTo>
                  <a:pt x="1894008" y="136610"/>
                </a:lnTo>
                <a:lnTo>
                  <a:pt x="1893708" y="136015"/>
                </a:lnTo>
                <a:lnTo>
                  <a:pt x="1893421" y="135410"/>
                </a:lnTo>
                <a:lnTo>
                  <a:pt x="1893145" y="134794"/>
                </a:lnTo>
                <a:lnTo>
                  <a:pt x="1892881" y="134168"/>
                </a:lnTo>
                <a:lnTo>
                  <a:pt x="1892629" y="133532"/>
                </a:lnTo>
                <a:lnTo>
                  <a:pt x="1892388" y="132888"/>
                </a:lnTo>
                <a:lnTo>
                  <a:pt x="1892157" y="132240"/>
                </a:lnTo>
                <a:lnTo>
                  <a:pt x="1891934" y="131588"/>
                </a:lnTo>
                <a:lnTo>
                  <a:pt x="1891721" y="130932"/>
                </a:lnTo>
                <a:lnTo>
                  <a:pt x="1891518" y="130272"/>
                </a:lnTo>
                <a:lnTo>
                  <a:pt x="1891323" y="129608"/>
                </a:lnTo>
                <a:lnTo>
                  <a:pt x="1891139" y="128940"/>
                </a:lnTo>
                <a:lnTo>
                  <a:pt x="1890963" y="128268"/>
                </a:lnTo>
                <a:lnTo>
                  <a:pt x="1890797" y="127592"/>
                </a:lnTo>
                <a:lnTo>
                  <a:pt x="1890640" y="126912"/>
                </a:lnTo>
                <a:lnTo>
                  <a:pt x="1890493" y="126228"/>
                </a:lnTo>
                <a:lnTo>
                  <a:pt x="1890355" y="125540"/>
                </a:lnTo>
                <a:lnTo>
                  <a:pt x="1890226" y="124847"/>
                </a:lnTo>
                <a:lnTo>
                  <a:pt x="1890107" y="124151"/>
                </a:lnTo>
                <a:lnTo>
                  <a:pt x="1889997" y="123451"/>
                </a:lnTo>
                <a:lnTo>
                  <a:pt x="1889896" y="122747"/>
                </a:lnTo>
                <a:lnTo>
                  <a:pt x="1889805" y="122039"/>
                </a:lnTo>
                <a:lnTo>
                  <a:pt x="1889723" y="121327"/>
                </a:lnTo>
                <a:lnTo>
                  <a:pt x="1889651" y="120610"/>
                </a:lnTo>
                <a:lnTo>
                  <a:pt x="1889588" y="119890"/>
                </a:lnTo>
                <a:lnTo>
                  <a:pt x="1889534" y="119166"/>
                </a:lnTo>
                <a:lnTo>
                  <a:pt x="1889490" y="118438"/>
                </a:lnTo>
                <a:lnTo>
                  <a:pt x="1889455" y="117705"/>
                </a:lnTo>
                <a:lnTo>
                  <a:pt x="1889429" y="116969"/>
                </a:lnTo>
                <a:lnTo>
                  <a:pt x="1975399" y="116969"/>
                </a:lnTo>
                <a:lnTo>
                  <a:pt x="1975420" y="116851"/>
                </a:lnTo>
                <a:lnTo>
                  <a:pt x="1975440" y="116728"/>
                </a:lnTo>
                <a:lnTo>
                  <a:pt x="1975460" y="116601"/>
                </a:lnTo>
                <a:lnTo>
                  <a:pt x="1975479" y="116470"/>
                </a:lnTo>
                <a:lnTo>
                  <a:pt x="1975498" y="116335"/>
                </a:lnTo>
                <a:lnTo>
                  <a:pt x="1975516" y="116196"/>
                </a:lnTo>
                <a:lnTo>
                  <a:pt x="1975535" y="116052"/>
                </a:lnTo>
                <a:lnTo>
                  <a:pt x="1975552" y="115904"/>
                </a:lnTo>
                <a:lnTo>
                  <a:pt x="1975569" y="115753"/>
                </a:lnTo>
                <a:lnTo>
                  <a:pt x="1975586" y="115596"/>
                </a:lnTo>
                <a:lnTo>
                  <a:pt x="1975603" y="115436"/>
                </a:lnTo>
                <a:lnTo>
                  <a:pt x="1975618" y="115272"/>
                </a:lnTo>
                <a:lnTo>
                  <a:pt x="1975634" y="115103"/>
                </a:lnTo>
                <a:lnTo>
                  <a:pt x="1975649" y="114930"/>
                </a:lnTo>
                <a:lnTo>
                  <a:pt x="1975664" y="114753"/>
                </a:lnTo>
                <a:lnTo>
                  <a:pt x="1975678" y="114572"/>
                </a:lnTo>
                <a:lnTo>
                  <a:pt x="1975691" y="114387"/>
                </a:lnTo>
                <a:lnTo>
                  <a:pt x="1975705" y="114197"/>
                </a:lnTo>
                <a:lnTo>
                  <a:pt x="1975718" y="114004"/>
                </a:lnTo>
                <a:lnTo>
                  <a:pt x="1975730" y="113806"/>
                </a:lnTo>
                <a:lnTo>
                  <a:pt x="1975742" y="113604"/>
                </a:lnTo>
                <a:lnTo>
                  <a:pt x="1975754" y="113398"/>
                </a:lnTo>
                <a:lnTo>
                  <a:pt x="1975765" y="113187"/>
                </a:lnTo>
                <a:lnTo>
                  <a:pt x="1975775" y="112973"/>
                </a:lnTo>
                <a:lnTo>
                  <a:pt x="1975786" y="112758"/>
                </a:lnTo>
                <a:lnTo>
                  <a:pt x="1975795" y="112547"/>
                </a:lnTo>
                <a:lnTo>
                  <a:pt x="1975805" y="112339"/>
                </a:lnTo>
                <a:lnTo>
                  <a:pt x="1975814" y="112136"/>
                </a:lnTo>
                <a:lnTo>
                  <a:pt x="1975822" y="111936"/>
                </a:lnTo>
                <a:lnTo>
                  <a:pt x="1975830" y="111740"/>
                </a:lnTo>
                <a:lnTo>
                  <a:pt x="1975838" y="111547"/>
                </a:lnTo>
                <a:lnTo>
                  <a:pt x="1975845" y="111359"/>
                </a:lnTo>
                <a:lnTo>
                  <a:pt x="1975852" y="111174"/>
                </a:lnTo>
                <a:lnTo>
                  <a:pt x="1975858" y="110993"/>
                </a:lnTo>
                <a:lnTo>
                  <a:pt x="1975864" y="110816"/>
                </a:lnTo>
                <a:lnTo>
                  <a:pt x="1975869" y="110642"/>
                </a:lnTo>
                <a:lnTo>
                  <a:pt x="1975874" y="110472"/>
                </a:lnTo>
                <a:lnTo>
                  <a:pt x="1975879" y="110306"/>
                </a:lnTo>
                <a:lnTo>
                  <a:pt x="1975883" y="110144"/>
                </a:lnTo>
                <a:lnTo>
                  <a:pt x="1975887" y="109985"/>
                </a:lnTo>
                <a:lnTo>
                  <a:pt x="1975890" y="109830"/>
                </a:lnTo>
                <a:lnTo>
                  <a:pt x="1975893" y="109679"/>
                </a:lnTo>
                <a:lnTo>
                  <a:pt x="1975895" y="109531"/>
                </a:lnTo>
                <a:lnTo>
                  <a:pt x="1975897" y="109388"/>
                </a:lnTo>
                <a:lnTo>
                  <a:pt x="1975899" y="109248"/>
                </a:lnTo>
                <a:lnTo>
                  <a:pt x="1975900" y="109112"/>
                </a:lnTo>
                <a:lnTo>
                  <a:pt x="1975901" y="108979"/>
                </a:lnTo>
                <a:lnTo>
                  <a:pt x="1975901" y="108851"/>
                </a:lnTo>
                <a:lnTo>
                  <a:pt x="1975873" y="106379"/>
                </a:lnTo>
                <a:lnTo>
                  <a:pt x="1975791" y="103956"/>
                </a:lnTo>
                <a:lnTo>
                  <a:pt x="1975653" y="101581"/>
                </a:lnTo>
                <a:lnTo>
                  <a:pt x="1975460" y="99253"/>
                </a:lnTo>
                <a:lnTo>
                  <a:pt x="1975212" y="96973"/>
                </a:lnTo>
                <a:lnTo>
                  <a:pt x="1974909" y="94741"/>
                </a:lnTo>
                <a:lnTo>
                  <a:pt x="1974550" y="92556"/>
                </a:lnTo>
                <a:lnTo>
                  <a:pt x="1974137" y="90420"/>
                </a:lnTo>
                <a:lnTo>
                  <a:pt x="1973668" y="88331"/>
                </a:lnTo>
                <a:lnTo>
                  <a:pt x="1973145" y="86290"/>
                </a:lnTo>
                <a:lnTo>
                  <a:pt x="1972566" y="84297"/>
                </a:lnTo>
                <a:lnTo>
                  <a:pt x="1971932" y="82352"/>
                </a:lnTo>
                <a:lnTo>
                  <a:pt x="1971243" y="80454"/>
                </a:lnTo>
                <a:lnTo>
                  <a:pt x="1970499" y="78604"/>
                </a:lnTo>
                <a:lnTo>
                  <a:pt x="1969699" y="76802"/>
                </a:lnTo>
                <a:lnTo>
                  <a:pt x="1968845" y="75048"/>
                </a:lnTo>
                <a:lnTo>
                  <a:pt x="1967935" y="73342"/>
                </a:lnTo>
                <a:lnTo>
                  <a:pt x="1966970" y="71683"/>
                </a:lnTo>
                <a:lnTo>
                  <a:pt x="1965951" y="70073"/>
                </a:lnTo>
                <a:lnTo>
                  <a:pt x="1964876" y="68510"/>
                </a:lnTo>
                <a:lnTo>
                  <a:pt x="1963746" y="66995"/>
                </a:lnTo>
                <a:lnTo>
                  <a:pt x="1962560" y="65527"/>
                </a:lnTo>
                <a:lnTo>
                  <a:pt x="1961320" y="64108"/>
                </a:lnTo>
                <a:lnTo>
                  <a:pt x="1960025" y="62736"/>
                </a:lnTo>
                <a:lnTo>
                  <a:pt x="1958682" y="61416"/>
                </a:lnTo>
                <a:lnTo>
                  <a:pt x="1957299" y="60153"/>
                </a:lnTo>
                <a:lnTo>
                  <a:pt x="1955876" y="58945"/>
                </a:lnTo>
                <a:lnTo>
                  <a:pt x="1954414" y="57794"/>
                </a:lnTo>
                <a:lnTo>
                  <a:pt x="1952911" y="56699"/>
                </a:lnTo>
                <a:lnTo>
                  <a:pt x="1951369" y="55660"/>
                </a:lnTo>
                <a:lnTo>
                  <a:pt x="1949787" y="54677"/>
                </a:lnTo>
                <a:lnTo>
                  <a:pt x="1948165" y="53750"/>
                </a:lnTo>
                <a:lnTo>
                  <a:pt x="1946503" y="52880"/>
                </a:lnTo>
                <a:lnTo>
                  <a:pt x="1944801" y="52065"/>
                </a:lnTo>
                <a:lnTo>
                  <a:pt x="1943059" y="51307"/>
                </a:lnTo>
                <a:lnTo>
                  <a:pt x="1941278" y="50605"/>
                </a:lnTo>
                <a:lnTo>
                  <a:pt x="1939456" y="49959"/>
                </a:lnTo>
                <a:lnTo>
                  <a:pt x="1937595" y="49370"/>
                </a:lnTo>
                <a:lnTo>
                  <a:pt x="1935694" y="48836"/>
                </a:lnTo>
                <a:lnTo>
                  <a:pt x="1933753" y="48359"/>
                </a:lnTo>
                <a:lnTo>
                  <a:pt x="1931772" y="47938"/>
                </a:lnTo>
                <a:lnTo>
                  <a:pt x="1929751" y="47573"/>
                </a:lnTo>
                <a:lnTo>
                  <a:pt x="1927690" y="47264"/>
                </a:lnTo>
                <a:lnTo>
                  <a:pt x="1925590" y="47011"/>
                </a:lnTo>
                <a:lnTo>
                  <a:pt x="1923449" y="46814"/>
                </a:lnTo>
                <a:lnTo>
                  <a:pt x="1921269" y="46674"/>
                </a:lnTo>
                <a:lnTo>
                  <a:pt x="1919049" y="46590"/>
                </a:lnTo>
                <a:lnTo>
                  <a:pt x="1916789" y="46562"/>
                </a:lnTo>
                <a:lnTo>
                  <a:pt x="1915158" y="46575"/>
                </a:lnTo>
                <a:lnTo>
                  <a:pt x="1913548" y="46615"/>
                </a:lnTo>
                <a:lnTo>
                  <a:pt x="1911960" y="46682"/>
                </a:lnTo>
                <a:lnTo>
                  <a:pt x="1910393" y="46775"/>
                </a:lnTo>
                <a:lnTo>
                  <a:pt x="1908848" y="46895"/>
                </a:lnTo>
                <a:lnTo>
                  <a:pt x="1907325" y="47042"/>
                </a:lnTo>
                <a:lnTo>
                  <a:pt x="1905823" y="47215"/>
                </a:lnTo>
                <a:lnTo>
                  <a:pt x="1904343" y="47415"/>
                </a:lnTo>
                <a:lnTo>
                  <a:pt x="1902884" y="47642"/>
                </a:lnTo>
                <a:lnTo>
                  <a:pt x="1901447" y="47896"/>
                </a:lnTo>
                <a:lnTo>
                  <a:pt x="1900032" y="48176"/>
                </a:lnTo>
                <a:lnTo>
                  <a:pt x="1898638" y="48483"/>
                </a:lnTo>
                <a:lnTo>
                  <a:pt x="1897266" y="48816"/>
                </a:lnTo>
                <a:lnTo>
                  <a:pt x="1895915" y="49176"/>
                </a:lnTo>
                <a:lnTo>
                  <a:pt x="1894586" y="49563"/>
                </a:lnTo>
                <a:lnTo>
                  <a:pt x="1893278" y="49976"/>
                </a:lnTo>
                <a:lnTo>
                  <a:pt x="1891992" y="50417"/>
                </a:lnTo>
                <a:lnTo>
                  <a:pt x="1890727" y="50883"/>
                </a:lnTo>
                <a:lnTo>
                  <a:pt x="1889484" y="51377"/>
                </a:lnTo>
                <a:lnTo>
                  <a:pt x="1888263" y="51897"/>
                </a:lnTo>
                <a:lnTo>
                  <a:pt x="1887063" y="52444"/>
                </a:lnTo>
                <a:lnTo>
                  <a:pt x="1885885" y="53018"/>
                </a:lnTo>
                <a:lnTo>
                  <a:pt x="1884728" y="53618"/>
                </a:lnTo>
                <a:lnTo>
                  <a:pt x="1883593" y="54245"/>
                </a:lnTo>
                <a:lnTo>
                  <a:pt x="1882480" y="54896"/>
                </a:lnTo>
                <a:lnTo>
                  <a:pt x="1881390" y="55571"/>
                </a:lnTo>
                <a:lnTo>
                  <a:pt x="1880322" y="56268"/>
                </a:lnTo>
                <a:lnTo>
                  <a:pt x="1879277" y="56988"/>
                </a:lnTo>
                <a:lnTo>
                  <a:pt x="1878255" y="57730"/>
                </a:lnTo>
                <a:lnTo>
                  <a:pt x="1877255" y="58495"/>
                </a:lnTo>
                <a:lnTo>
                  <a:pt x="1876278" y="59283"/>
                </a:lnTo>
                <a:lnTo>
                  <a:pt x="1875324" y="60094"/>
                </a:lnTo>
                <a:lnTo>
                  <a:pt x="1874392" y="60927"/>
                </a:lnTo>
                <a:lnTo>
                  <a:pt x="1873483" y="61783"/>
                </a:lnTo>
                <a:lnTo>
                  <a:pt x="1872597" y="62662"/>
                </a:lnTo>
                <a:lnTo>
                  <a:pt x="1871733" y="63563"/>
                </a:lnTo>
                <a:lnTo>
                  <a:pt x="1870892" y="64488"/>
                </a:lnTo>
                <a:lnTo>
                  <a:pt x="1870074" y="65435"/>
                </a:lnTo>
                <a:lnTo>
                  <a:pt x="1869278" y="66404"/>
                </a:lnTo>
                <a:lnTo>
                  <a:pt x="1868505" y="67397"/>
                </a:lnTo>
                <a:lnTo>
                  <a:pt x="1867754" y="68412"/>
                </a:lnTo>
                <a:lnTo>
                  <a:pt x="1867027" y="69449"/>
                </a:lnTo>
                <a:lnTo>
                  <a:pt x="1866322" y="70510"/>
                </a:lnTo>
                <a:lnTo>
                  <a:pt x="1865639" y="71593"/>
                </a:lnTo>
                <a:lnTo>
                  <a:pt x="1864979" y="72699"/>
                </a:lnTo>
                <a:lnTo>
                  <a:pt x="1864342" y="73828"/>
                </a:lnTo>
                <a:lnTo>
                  <a:pt x="1863728" y="74979"/>
                </a:lnTo>
                <a:lnTo>
                  <a:pt x="1863136" y="76153"/>
                </a:lnTo>
                <a:lnTo>
                  <a:pt x="1862568" y="77348"/>
                </a:lnTo>
                <a:lnTo>
                  <a:pt x="1862024" y="78561"/>
                </a:lnTo>
                <a:lnTo>
                  <a:pt x="1861504" y="79794"/>
                </a:lnTo>
                <a:lnTo>
                  <a:pt x="1861008" y="81045"/>
                </a:lnTo>
                <a:lnTo>
                  <a:pt x="1860536" y="82316"/>
                </a:lnTo>
                <a:lnTo>
                  <a:pt x="1860089" y="83605"/>
                </a:lnTo>
                <a:lnTo>
                  <a:pt x="1859666" y="84913"/>
                </a:lnTo>
                <a:lnTo>
                  <a:pt x="1859266" y="86241"/>
                </a:lnTo>
                <a:lnTo>
                  <a:pt x="1858892" y="87587"/>
                </a:lnTo>
                <a:lnTo>
                  <a:pt x="1858541" y="88952"/>
                </a:lnTo>
                <a:lnTo>
                  <a:pt x="1858214" y="90337"/>
                </a:lnTo>
                <a:lnTo>
                  <a:pt x="1857912" y="91740"/>
                </a:lnTo>
                <a:lnTo>
                  <a:pt x="1857634" y="93162"/>
                </a:lnTo>
                <a:lnTo>
                  <a:pt x="1857380" y="94603"/>
                </a:lnTo>
                <a:lnTo>
                  <a:pt x="1857150" y="96064"/>
                </a:lnTo>
                <a:lnTo>
                  <a:pt x="1856945" y="97543"/>
                </a:lnTo>
                <a:lnTo>
                  <a:pt x="1856763" y="99041"/>
                </a:lnTo>
                <a:lnTo>
                  <a:pt x="1856606" y="100558"/>
                </a:lnTo>
                <a:lnTo>
                  <a:pt x="1856473" y="102094"/>
                </a:lnTo>
                <a:lnTo>
                  <a:pt x="1856364" y="103649"/>
                </a:lnTo>
                <a:lnTo>
                  <a:pt x="1856280" y="105223"/>
                </a:lnTo>
                <a:lnTo>
                  <a:pt x="1856219" y="106816"/>
                </a:lnTo>
                <a:lnTo>
                  <a:pt x="1856183" y="108428"/>
                </a:lnTo>
                <a:lnTo>
                  <a:pt x="1856171" y="110059"/>
                </a:lnTo>
                <a:lnTo>
                  <a:pt x="1856183" y="111742"/>
                </a:lnTo>
                <a:lnTo>
                  <a:pt x="1856220" y="113405"/>
                </a:lnTo>
                <a:lnTo>
                  <a:pt x="1856282" y="115047"/>
                </a:lnTo>
                <a:lnTo>
                  <a:pt x="1856369" y="116670"/>
                </a:lnTo>
                <a:lnTo>
                  <a:pt x="1856481" y="118272"/>
                </a:lnTo>
                <a:lnTo>
                  <a:pt x="1856618" y="119853"/>
                </a:lnTo>
                <a:lnTo>
                  <a:pt x="1856779" y="121415"/>
                </a:lnTo>
                <a:lnTo>
                  <a:pt x="1856966" y="122956"/>
                </a:lnTo>
                <a:lnTo>
                  <a:pt x="1857177" y="124477"/>
                </a:lnTo>
                <a:lnTo>
                  <a:pt x="1857413" y="125978"/>
                </a:lnTo>
                <a:lnTo>
                  <a:pt x="1857673" y="127458"/>
                </a:lnTo>
                <a:lnTo>
                  <a:pt x="1857959" y="128918"/>
                </a:lnTo>
                <a:lnTo>
                  <a:pt x="1858270" y="130358"/>
                </a:lnTo>
                <a:lnTo>
                  <a:pt x="1858605" y="131778"/>
                </a:lnTo>
                <a:lnTo>
                  <a:pt x="1858965" y="133177"/>
                </a:lnTo>
                <a:lnTo>
                  <a:pt x="1859350" y="134556"/>
                </a:lnTo>
                <a:lnTo>
                  <a:pt x="1859760" y="135915"/>
                </a:lnTo>
                <a:lnTo>
                  <a:pt x="1860195" y="137253"/>
                </a:lnTo>
                <a:lnTo>
                  <a:pt x="1860654" y="138571"/>
                </a:lnTo>
                <a:lnTo>
                  <a:pt x="1861139" y="139869"/>
                </a:lnTo>
                <a:lnTo>
                  <a:pt x="1861648" y="141147"/>
                </a:lnTo>
                <a:lnTo>
                  <a:pt x="1862182" y="142404"/>
                </a:lnTo>
                <a:lnTo>
                  <a:pt x="1862741" y="143641"/>
                </a:lnTo>
                <a:lnTo>
                  <a:pt x="1863324" y="144858"/>
                </a:lnTo>
                <a:lnTo>
                  <a:pt x="1863932" y="146053"/>
                </a:lnTo>
                <a:lnTo>
                  <a:pt x="1864564" y="147224"/>
                </a:lnTo>
                <a:lnTo>
                  <a:pt x="1865219" y="148371"/>
                </a:lnTo>
                <a:lnTo>
                  <a:pt x="1865897" y="149495"/>
                </a:lnTo>
                <a:lnTo>
                  <a:pt x="1866599" y="150595"/>
                </a:lnTo>
                <a:lnTo>
                  <a:pt x="1867325" y="151672"/>
                </a:lnTo>
                <a:lnTo>
                  <a:pt x="1868074" y="152725"/>
                </a:lnTo>
                <a:lnTo>
                  <a:pt x="1868847" y="153754"/>
                </a:lnTo>
                <a:lnTo>
                  <a:pt x="1869643" y="154760"/>
                </a:lnTo>
                <a:lnTo>
                  <a:pt x="1870462" y="155742"/>
                </a:lnTo>
                <a:lnTo>
                  <a:pt x="1871306" y="156701"/>
                </a:lnTo>
                <a:lnTo>
                  <a:pt x="1872172" y="157636"/>
                </a:lnTo>
                <a:lnTo>
                  <a:pt x="1873063" y="158548"/>
                </a:lnTo>
                <a:lnTo>
                  <a:pt x="1873976" y="159435"/>
                </a:lnTo>
                <a:lnTo>
                  <a:pt x="1874914" y="160300"/>
                </a:lnTo>
                <a:lnTo>
                  <a:pt x="1875875" y="161141"/>
                </a:lnTo>
                <a:lnTo>
                  <a:pt x="1876859" y="161958"/>
                </a:lnTo>
                <a:lnTo>
                  <a:pt x="1877867" y="162751"/>
                </a:lnTo>
                <a:lnTo>
                  <a:pt x="1878899" y="163521"/>
                </a:lnTo>
                <a:lnTo>
                  <a:pt x="1879954" y="164268"/>
                </a:lnTo>
                <a:lnTo>
                  <a:pt x="1881032" y="164990"/>
                </a:lnTo>
                <a:lnTo>
                  <a:pt x="1882134" y="165690"/>
                </a:lnTo>
                <a:lnTo>
                  <a:pt x="1883260" y="166365"/>
                </a:lnTo>
                <a:lnTo>
                  <a:pt x="1884409" y="167017"/>
                </a:lnTo>
                <a:lnTo>
                  <a:pt x="1885581" y="167644"/>
                </a:lnTo>
                <a:lnTo>
                  <a:pt x="1886776" y="168245"/>
                </a:lnTo>
                <a:lnTo>
                  <a:pt x="1887994" y="168818"/>
                </a:lnTo>
                <a:lnTo>
                  <a:pt x="1889234" y="169365"/>
                </a:lnTo>
                <a:lnTo>
                  <a:pt x="1890497" y="169885"/>
                </a:lnTo>
                <a:lnTo>
                  <a:pt x="1891782" y="170379"/>
                </a:lnTo>
                <a:lnTo>
                  <a:pt x="1893090" y="170846"/>
                </a:lnTo>
                <a:lnTo>
                  <a:pt x="1894421" y="171286"/>
                </a:lnTo>
                <a:lnTo>
                  <a:pt x="1895775" y="171699"/>
                </a:lnTo>
                <a:lnTo>
                  <a:pt x="1897151" y="172086"/>
                </a:lnTo>
                <a:lnTo>
                  <a:pt x="1898550" y="172446"/>
                </a:lnTo>
                <a:lnTo>
                  <a:pt x="1899971" y="172780"/>
                </a:lnTo>
                <a:lnTo>
                  <a:pt x="1901416" y="173087"/>
                </a:lnTo>
                <a:lnTo>
                  <a:pt x="1902882" y="173367"/>
                </a:lnTo>
                <a:lnTo>
                  <a:pt x="1904372" y="173620"/>
                </a:lnTo>
                <a:lnTo>
                  <a:pt x="1905884" y="173847"/>
                </a:lnTo>
                <a:lnTo>
                  <a:pt x="1907419" y="174047"/>
                </a:lnTo>
                <a:lnTo>
                  <a:pt x="1908976" y="174220"/>
                </a:lnTo>
                <a:lnTo>
                  <a:pt x="1910556" y="174367"/>
                </a:lnTo>
                <a:lnTo>
                  <a:pt x="1912159" y="174487"/>
                </a:lnTo>
                <a:lnTo>
                  <a:pt x="1913785" y="174581"/>
                </a:lnTo>
                <a:lnTo>
                  <a:pt x="1915433" y="174647"/>
                </a:lnTo>
                <a:lnTo>
                  <a:pt x="1917103" y="174687"/>
                </a:lnTo>
                <a:lnTo>
                  <a:pt x="1918797" y="174701"/>
                </a:lnTo>
                <a:lnTo>
                  <a:pt x="1920181" y="174692"/>
                </a:lnTo>
                <a:lnTo>
                  <a:pt x="1921550" y="174667"/>
                </a:lnTo>
                <a:lnTo>
                  <a:pt x="1922904" y="174626"/>
                </a:lnTo>
                <a:lnTo>
                  <a:pt x="1924244" y="174568"/>
                </a:lnTo>
                <a:lnTo>
                  <a:pt x="1925569" y="174494"/>
                </a:lnTo>
                <a:close/>
                <a:moveTo>
                  <a:pt x="1890405" y="90818"/>
                </a:moveTo>
                <a:lnTo>
                  <a:pt x="1890594" y="89867"/>
                </a:lnTo>
                <a:lnTo>
                  <a:pt x="1890805" y="88938"/>
                </a:lnTo>
                <a:lnTo>
                  <a:pt x="1891040" y="88031"/>
                </a:lnTo>
                <a:lnTo>
                  <a:pt x="1891297" y="87144"/>
                </a:lnTo>
                <a:lnTo>
                  <a:pt x="1891577" y="86278"/>
                </a:lnTo>
                <a:lnTo>
                  <a:pt x="1891880" y="85433"/>
                </a:lnTo>
                <a:lnTo>
                  <a:pt x="1892206" y="84610"/>
                </a:lnTo>
                <a:lnTo>
                  <a:pt x="1892555" y="83807"/>
                </a:lnTo>
                <a:lnTo>
                  <a:pt x="1892926" y="83026"/>
                </a:lnTo>
                <a:lnTo>
                  <a:pt x="1893321" y="82266"/>
                </a:lnTo>
                <a:lnTo>
                  <a:pt x="1893738" y="81527"/>
                </a:lnTo>
                <a:lnTo>
                  <a:pt x="1894178" y="80809"/>
                </a:lnTo>
                <a:lnTo>
                  <a:pt x="1894641" y="80112"/>
                </a:lnTo>
                <a:lnTo>
                  <a:pt x="1895127" y="79436"/>
                </a:lnTo>
                <a:lnTo>
                  <a:pt x="1895636" y="78781"/>
                </a:lnTo>
                <a:lnTo>
                  <a:pt x="1896168" y="78147"/>
                </a:lnTo>
                <a:lnTo>
                  <a:pt x="1896723" y="77535"/>
                </a:lnTo>
                <a:lnTo>
                  <a:pt x="1897300" y="76943"/>
                </a:lnTo>
                <a:lnTo>
                  <a:pt x="1897901" y="76373"/>
                </a:lnTo>
                <a:lnTo>
                  <a:pt x="1898520" y="75824"/>
                </a:lnTo>
                <a:lnTo>
                  <a:pt x="1899153" y="75300"/>
                </a:lnTo>
                <a:lnTo>
                  <a:pt x="1899802" y="74798"/>
                </a:lnTo>
                <a:lnTo>
                  <a:pt x="1900465" y="74320"/>
                </a:lnTo>
                <a:lnTo>
                  <a:pt x="1901142" y="73865"/>
                </a:lnTo>
                <a:lnTo>
                  <a:pt x="1901834" y="73433"/>
                </a:lnTo>
                <a:lnTo>
                  <a:pt x="1902541" y="73025"/>
                </a:lnTo>
                <a:lnTo>
                  <a:pt x="1903262" y="72640"/>
                </a:lnTo>
                <a:lnTo>
                  <a:pt x="1903998" y="72279"/>
                </a:lnTo>
                <a:lnTo>
                  <a:pt x="1904749" y="71940"/>
                </a:lnTo>
                <a:lnTo>
                  <a:pt x="1905514" y="71625"/>
                </a:lnTo>
                <a:lnTo>
                  <a:pt x="1906294" y="71334"/>
                </a:lnTo>
                <a:lnTo>
                  <a:pt x="1907088" y="71066"/>
                </a:lnTo>
                <a:lnTo>
                  <a:pt x="1907897" y="70821"/>
                </a:lnTo>
                <a:lnTo>
                  <a:pt x="1908720" y="70599"/>
                </a:lnTo>
                <a:lnTo>
                  <a:pt x="1909558" y="70401"/>
                </a:lnTo>
                <a:lnTo>
                  <a:pt x="1910411" y="70226"/>
                </a:lnTo>
                <a:lnTo>
                  <a:pt x="1911278" y="70074"/>
                </a:lnTo>
                <a:lnTo>
                  <a:pt x="1912160" y="69946"/>
                </a:lnTo>
                <a:lnTo>
                  <a:pt x="1913057" y="69841"/>
                </a:lnTo>
                <a:lnTo>
                  <a:pt x="1913968" y="69759"/>
                </a:lnTo>
                <a:lnTo>
                  <a:pt x="1914894" y="69701"/>
                </a:lnTo>
                <a:lnTo>
                  <a:pt x="1915834" y="69666"/>
                </a:lnTo>
                <a:lnTo>
                  <a:pt x="1916789" y="69654"/>
                </a:lnTo>
                <a:lnTo>
                  <a:pt x="1917723" y="69666"/>
                </a:lnTo>
                <a:lnTo>
                  <a:pt x="1918643" y="69700"/>
                </a:lnTo>
                <a:lnTo>
                  <a:pt x="1919549" y="69756"/>
                </a:lnTo>
                <a:lnTo>
                  <a:pt x="1920441" y="69836"/>
                </a:lnTo>
                <a:lnTo>
                  <a:pt x="1921318" y="69938"/>
                </a:lnTo>
                <a:lnTo>
                  <a:pt x="1922182" y="70062"/>
                </a:lnTo>
                <a:lnTo>
                  <a:pt x="1923031" y="70209"/>
                </a:lnTo>
                <a:lnTo>
                  <a:pt x="1923866" y="70379"/>
                </a:lnTo>
                <a:lnTo>
                  <a:pt x="1924687" y="70572"/>
                </a:lnTo>
                <a:lnTo>
                  <a:pt x="1925493" y="70787"/>
                </a:lnTo>
                <a:lnTo>
                  <a:pt x="1926286" y="71025"/>
                </a:lnTo>
                <a:lnTo>
                  <a:pt x="1927064" y="71286"/>
                </a:lnTo>
                <a:lnTo>
                  <a:pt x="1927829" y="71569"/>
                </a:lnTo>
                <a:lnTo>
                  <a:pt x="1928579" y="71875"/>
                </a:lnTo>
                <a:lnTo>
                  <a:pt x="1929315" y="72204"/>
                </a:lnTo>
                <a:lnTo>
                  <a:pt x="1930036" y="72555"/>
                </a:lnTo>
                <a:lnTo>
                  <a:pt x="1930744" y="72929"/>
                </a:lnTo>
                <a:lnTo>
                  <a:pt x="1931437" y="73325"/>
                </a:lnTo>
                <a:lnTo>
                  <a:pt x="1932117" y="73745"/>
                </a:lnTo>
                <a:lnTo>
                  <a:pt x="1932782" y="74186"/>
                </a:lnTo>
                <a:lnTo>
                  <a:pt x="1933433" y="74651"/>
                </a:lnTo>
                <a:lnTo>
                  <a:pt x="1934069" y="75138"/>
                </a:lnTo>
                <a:lnTo>
                  <a:pt x="1934692" y="75648"/>
                </a:lnTo>
                <a:lnTo>
                  <a:pt x="1935301" y="76180"/>
                </a:lnTo>
                <a:lnTo>
                  <a:pt x="1935890" y="76736"/>
                </a:lnTo>
                <a:lnTo>
                  <a:pt x="1936456" y="77314"/>
                </a:lnTo>
                <a:lnTo>
                  <a:pt x="1936998" y="77916"/>
                </a:lnTo>
                <a:lnTo>
                  <a:pt x="1937516" y="78541"/>
                </a:lnTo>
                <a:lnTo>
                  <a:pt x="1938011" y="79188"/>
                </a:lnTo>
                <a:lnTo>
                  <a:pt x="1938481" y="79859"/>
                </a:lnTo>
                <a:lnTo>
                  <a:pt x="1938928" y="80553"/>
                </a:lnTo>
                <a:lnTo>
                  <a:pt x="1939352" y="81270"/>
                </a:lnTo>
                <a:lnTo>
                  <a:pt x="1939751" y="82011"/>
                </a:lnTo>
                <a:lnTo>
                  <a:pt x="1940127" y="82774"/>
                </a:lnTo>
                <a:lnTo>
                  <a:pt x="1940479" y="83560"/>
                </a:lnTo>
                <a:lnTo>
                  <a:pt x="1940807" y="84370"/>
                </a:lnTo>
                <a:lnTo>
                  <a:pt x="1941111" y="85202"/>
                </a:lnTo>
                <a:lnTo>
                  <a:pt x="1941392" y="86058"/>
                </a:lnTo>
                <a:lnTo>
                  <a:pt x="1941649" y="86937"/>
                </a:lnTo>
                <a:lnTo>
                  <a:pt x="1941882" y="87838"/>
                </a:lnTo>
                <a:lnTo>
                  <a:pt x="1942092" y="88763"/>
                </a:lnTo>
                <a:lnTo>
                  <a:pt x="1942278" y="89711"/>
                </a:lnTo>
                <a:lnTo>
                  <a:pt x="1942440" y="90682"/>
                </a:lnTo>
                <a:lnTo>
                  <a:pt x="1942578" y="91677"/>
                </a:lnTo>
                <a:lnTo>
                  <a:pt x="1942692" y="92694"/>
                </a:lnTo>
                <a:lnTo>
                  <a:pt x="1942783" y="93734"/>
                </a:lnTo>
                <a:lnTo>
                  <a:pt x="1942850" y="94798"/>
                </a:lnTo>
                <a:lnTo>
                  <a:pt x="1942893" y="95885"/>
                </a:lnTo>
                <a:lnTo>
                  <a:pt x="1889806" y="95885"/>
                </a:lnTo>
                <a:lnTo>
                  <a:pt x="1889880" y="94829"/>
                </a:lnTo>
                <a:lnTo>
                  <a:pt x="1889977" y="93794"/>
                </a:lnTo>
                <a:lnTo>
                  <a:pt x="1890097" y="92781"/>
                </a:lnTo>
                <a:lnTo>
                  <a:pt x="1890240" y="91789"/>
                </a:lnTo>
                <a:lnTo>
                  <a:pt x="1890405" y="90818"/>
                </a:lnTo>
                <a:close/>
                <a:moveTo>
                  <a:pt x="2460072" y="174502"/>
                </a:moveTo>
                <a:lnTo>
                  <a:pt x="2461132" y="174414"/>
                </a:lnTo>
                <a:lnTo>
                  <a:pt x="2462180" y="174311"/>
                </a:lnTo>
                <a:lnTo>
                  <a:pt x="2463217" y="174192"/>
                </a:lnTo>
                <a:lnTo>
                  <a:pt x="2464244" y="174056"/>
                </a:lnTo>
                <a:lnTo>
                  <a:pt x="2465259" y="173905"/>
                </a:lnTo>
                <a:lnTo>
                  <a:pt x="2466264" y="173738"/>
                </a:lnTo>
                <a:lnTo>
                  <a:pt x="2467258" y="173555"/>
                </a:lnTo>
                <a:lnTo>
                  <a:pt x="2468241" y="173357"/>
                </a:lnTo>
                <a:lnTo>
                  <a:pt x="2469213" y="173142"/>
                </a:lnTo>
                <a:lnTo>
                  <a:pt x="2470174" y="172911"/>
                </a:lnTo>
                <a:lnTo>
                  <a:pt x="2471124" y="172665"/>
                </a:lnTo>
                <a:lnTo>
                  <a:pt x="2472063" y="172402"/>
                </a:lnTo>
                <a:lnTo>
                  <a:pt x="2472992" y="172124"/>
                </a:lnTo>
                <a:lnTo>
                  <a:pt x="2473909" y="171830"/>
                </a:lnTo>
                <a:lnTo>
                  <a:pt x="2474816" y="171519"/>
                </a:lnTo>
                <a:lnTo>
                  <a:pt x="2475712" y="171193"/>
                </a:lnTo>
                <a:lnTo>
                  <a:pt x="2476596" y="170851"/>
                </a:lnTo>
                <a:lnTo>
                  <a:pt x="2477470" y="170493"/>
                </a:lnTo>
                <a:lnTo>
                  <a:pt x="2478333" y="170120"/>
                </a:lnTo>
                <a:lnTo>
                  <a:pt x="2479187" y="169730"/>
                </a:lnTo>
                <a:lnTo>
                  <a:pt x="2480031" y="169326"/>
                </a:lnTo>
                <a:lnTo>
                  <a:pt x="2480867" y="168907"/>
                </a:lnTo>
                <a:lnTo>
                  <a:pt x="2481694" y="168472"/>
                </a:lnTo>
                <a:lnTo>
                  <a:pt x="2482513" y="168023"/>
                </a:lnTo>
                <a:lnTo>
                  <a:pt x="2483322" y="167559"/>
                </a:lnTo>
                <a:lnTo>
                  <a:pt x="2484123" y="167079"/>
                </a:lnTo>
                <a:lnTo>
                  <a:pt x="2484915" y="166585"/>
                </a:lnTo>
                <a:lnTo>
                  <a:pt x="2485699" y="166075"/>
                </a:lnTo>
                <a:lnTo>
                  <a:pt x="2486474" y="165551"/>
                </a:lnTo>
                <a:lnTo>
                  <a:pt x="2487240" y="165011"/>
                </a:lnTo>
                <a:lnTo>
                  <a:pt x="2487997" y="164456"/>
                </a:lnTo>
                <a:lnTo>
                  <a:pt x="2488746" y="163887"/>
                </a:lnTo>
                <a:lnTo>
                  <a:pt x="2489486" y="163302"/>
                </a:lnTo>
                <a:lnTo>
                  <a:pt x="2490217" y="162702"/>
                </a:lnTo>
                <a:lnTo>
                  <a:pt x="2490940" y="162087"/>
                </a:lnTo>
                <a:lnTo>
                  <a:pt x="2491653" y="161458"/>
                </a:lnTo>
                <a:lnTo>
                  <a:pt x="2492358" y="160813"/>
                </a:lnTo>
                <a:lnTo>
                  <a:pt x="2493055" y="160153"/>
                </a:lnTo>
                <a:lnTo>
                  <a:pt x="2493742" y="159478"/>
                </a:lnTo>
                <a:lnTo>
                  <a:pt x="2494421" y="158788"/>
                </a:lnTo>
                <a:lnTo>
                  <a:pt x="2495092" y="158083"/>
                </a:lnTo>
                <a:lnTo>
                  <a:pt x="2495753" y="157363"/>
                </a:lnTo>
                <a:lnTo>
                  <a:pt x="2496406" y="156628"/>
                </a:lnTo>
                <a:lnTo>
                  <a:pt x="2497410" y="172441"/>
                </a:lnTo>
                <a:lnTo>
                  <a:pt x="2528535" y="172441"/>
                </a:lnTo>
                <a:lnTo>
                  <a:pt x="2528535" y="89241"/>
                </a:lnTo>
                <a:lnTo>
                  <a:pt x="2528528" y="88210"/>
                </a:lnTo>
                <a:lnTo>
                  <a:pt x="2528508" y="87195"/>
                </a:lnTo>
                <a:lnTo>
                  <a:pt x="2528474" y="86193"/>
                </a:lnTo>
                <a:lnTo>
                  <a:pt x="2528427" y="85206"/>
                </a:lnTo>
                <a:lnTo>
                  <a:pt x="2528366" y="84233"/>
                </a:lnTo>
                <a:lnTo>
                  <a:pt x="2528292" y="83275"/>
                </a:lnTo>
                <a:lnTo>
                  <a:pt x="2528204" y="82330"/>
                </a:lnTo>
                <a:lnTo>
                  <a:pt x="2528102" y="81401"/>
                </a:lnTo>
                <a:lnTo>
                  <a:pt x="2527988" y="80485"/>
                </a:lnTo>
                <a:lnTo>
                  <a:pt x="2527859" y="79584"/>
                </a:lnTo>
                <a:lnTo>
                  <a:pt x="2527717" y="78697"/>
                </a:lnTo>
                <a:lnTo>
                  <a:pt x="2527562" y="77825"/>
                </a:lnTo>
                <a:lnTo>
                  <a:pt x="2527393" y="76967"/>
                </a:lnTo>
                <a:lnTo>
                  <a:pt x="2527211" y="76123"/>
                </a:lnTo>
                <a:lnTo>
                  <a:pt x="2527015" y="75293"/>
                </a:lnTo>
                <a:lnTo>
                  <a:pt x="2526806" y="74478"/>
                </a:lnTo>
                <a:lnTo>
                  <a:pt x="2526583" y="73678"/>
                </a:lnTo>
                <a:lnTo>
                  <a:pt x="2526346" y="72891"/>
                </a:lnTo>
                <a:lnTo>
                  <a:pt x="2526096" y="72119"/>
                </a:lnTo>
                <a:lnTo>
                  <a:pt x="2525833" y="71361"/>
                </a:lnTo>
                <a:lnTo>
                  <a:pt x="2525556" y="70618"/>
                </a:lnTo>
                <a:lnTo>
                  <a:pt x="2525266" y="69889"/>
                </a:lnTo>
                <a:lnTo>
                  <a:pt x="2524962" y="69174"/>
                </a:lnTo>
                <a:lnTo>
                  <a:pt x="2524644" y="68474"/>
                </a:lnTo>
                <a:lnTo>
                  <a:pt x="2524314" y="67786"/>
                </a:lnTo>
                <a:lnTo>
                  <a:pt x="2523973" y="67111"/>
                </a:lnTo>
                <a:lnTo>
                  <a:pt x="2523621" y="66448"/>
                </a:lnTo>
                <a:lnTo>
                  <a:pt x="2523258" y="65797"/>
                </a:lnTo>
                <a:lnTo>
                  <a:pt x="2522884" y="65158"/>
                </a:lnTo>
                <a:lnTo>
                  <a:pt x="2522499" y="64531"/>
                </a:lnTo>
                <a:lnTo>
                  <a:pt x="2522102" y="63917"/>
                </a:lnTo>
                <a:lnTo>
                  <a:pt x="2521695" y="63314"/>
                </a:lnTo>
                <a:lnTo>
                  <a:pt x="2521276" y="62724"/>
                </a:lnTo>
                <a:lnTo>
                  <a:pt x="2520846" y="62146"/>
                </a:lnTo>
                <a:lnTo>
                  <a:pt x="2520405" y="61580"/>
                </a:lnTo>
                <a:lnTo>
                  <a:pt x="2519953" y="61026"/>
                </a:lnTo>
                <a:lnTo>
                  <a:pt x="2519490" y="60484"/>
                </a:lnTo>
                <a:lnTo>
                  <a:pt x="2519016" y="59955"/>
                </a:lnTo>
                <a:lnTo>
                  <a:pt x="2518531" y="59437"/>
                </a:lnTo>
                <a:lnTo>
                  <a:pt x="2518034" y="58932"/>
                </a:lnTo>
                <a:lnTo>
                  <a:pt x="2517527" y="58439"/>
                </a:lnTo>
                <a:lnTo>
                  <a:pt x="2517008" y="57958"/>
                </a:lnTo>
                <a:lnTo>
                  <a:pt x="2516478" y="57489"/>
                </a:lnTo>
                <a:lnTo>
                  <a:pt x="2515937" y="57033"/>
                </a:lnTo>
                <a:lnTo>
                  <a:pt x="2515385" y="56588"/>
                </a:lnTo>
                <a:lnTo>
                  <a:pt x="2514822" y="56156"/>
                </a:lnTo>
                <a:lnTo>
                  <a:pt x="2514248" y="55735"/>
                </a:lnTo>
                <a:lnTo>
                  <a:pt x="2513663" y="55327"/>
                </a:lnTo>
                <a:lnTo>
                  <a:pt x="2513067" y="54930"/>
                </a:lnTo>
                <a:lnTo>
                  <a:pt x="2512463" y="54543"/>
                </a:lnTo>
                <a:lnTo>
                  <a:pt x="2511850" y="54165"/>
                </a:lnTo>
                <a:lnTo>
                  <a:pt x="2511227" y="53797"/>
                </a:lnTo>
                <a:lnTo>
                  <a:pt x="2510596" y="53440"/>
                </a:lnTo>
                <a:lnTo>
                  <a:pt x="2509956" y="53092"/>
                </a:lnTo>
                <a:lnTo>
                  <a:pt x="2509307" y="52754"/>
                </a:lnTo>
                <a:lnTo>
                  <a:pt x="2508649" y="52426"/>
                </a:lnTo>
                <a:lnTo>
                  <a:pt x="2507983" y="52108"/>
                </a:lnTo>
                <a:lnTo>
                  <a:pt x="2507307" y="51800"/>
                </a:lnTo>
                <a:lnTo>
                  <a:pt x="2506622" y="51502"/>
                </a:lnTo>
                <a:lnTo>
                  <a:pt x="2505928" y="51214"/>
                </a:lnTo>
                <a:lnTo>
                  <a:pt x="2505226" y="50936"/>
                </a:lnTo>
                <a:lnTo>
                  <a:pt x="2504514" y="50668"/>
                </a:lnTo>
                <a:lnTo>
                  <a:pt x="2503794" y="50409"/>
                </a:lnTo>
                <a:lnTo>
                  <a:pt x="2503065" y="50161"/>
                </a:lnTo>
                <a:lnTo>
                  <a:pt x="2502326" y="49922"/>
                </a:lnTo>
                <a:lnTo>
                  <a:pt x="2501579" y="49694"/>
                </a:lnTo>
                <a:lnTo>
                  <a:pt x="2500823" y="49475"/>
                </a:lnTo>
                <a:lnTo>
                  <a:pt x="2500058" y="49266"/>
                </a:lnTo>
                <a:lnTo>
                  <a:pt x="2499284" y="49067"/>
                </a:lnTo>
                <a:lnTo>
                  <a:pt x="2498501" y="48879"/>
                </a:lnTo>
                <a:lnTo>
                  <a:pt x="2497709" y="48700"/>
                </a:lnTo>
                <a:lnTo>
                  <a:pt x="2496908" y="48531"/>
                </a:lnTo>
                <a:lnTo>
                  <a:pt x="2496099" y="48370"/>
                </a:lnTo>
                <a:lnTo>
                  <a:pt x="2495283" y="48216"/>
                </a:lnTo>
                <a:lnTo>
                  <a:pt x="2494461" y="48069"/>
                </a:lnTo>
                <a:lnTo>
                  <a:pt x="2493631" y="47929"/>
                </a:lnTo>
                <a:lnTo>
                  <a:pt x="2492794" y="47796"/>
                </a:lnTo>
                <a:lnTo>
                  <a:pt x="2491951" y="47669"/>
                </a:lnTo>
                <a:lnTo>
                  <a:pt x="2491100" y="47550"/>
                </a:lnTo>
                <a:lnTo>
                  <a:pt x="2490242" y="47437"/>
                </a:lnTo>
                <a:lnTo>
                  <a:pt x="2489378" y="47331"/>
                </a:lnTo>
                <a:lnTo>
                  <a:pt x="2488506" y="47232"/>
                </a:lnTo>
                <a:lnTo>
                  <a:pt x="2487628" y="47139"/>
                </a:lnTo>
                <a:lnTo>
                  <a:pt x="2486742" y="47054"/>
                </a:lnTo>
                <a:lnTo>
                  <a:pt x="2485850" y="46975"/>
                </a:lnTo>
                <a:lnTo>
                  <a:pt x="2484950" y="46904"/>
                </a:lnTo>
                <a:lnTo>
                  <a:pt x="2484044" y="46839"/>
                </a:lnTo>
                <a:lnTo>
                  <a:pt x="2483130" y="46780"/>
                </a:lnTo>
                <a:lnTo>
                  <a:pt x="2482210" y="46729"/>
                </a:lnTo>
                <a:lnTo>
                  <a:pt x="2481283" y="46685"/>
                </a:lnTo>
                <a:lnTo>
                  <a:pt x="2480348" y="46647"/>
                </a:lnTo>
                <a:lnTo>
                  <a:pt x="2479407" y="46616"/>
                </a:lnTo>
                <a:lnTo>
                  <a:pt x="2478459" y="46592"/>
                </a:lnTo>
                <a:lnTo>
                  <a:pt x="2477504" y="46575"/>
                </a:lnTo>
                <a:lnTo>
                  <a:pt x="2476542" y="46565"/>
                </a:lnTo>
                <a:lnTo>
                  <a:pt x="2475572" y="46562"/>
                </a:lnTo>
                <a:lnTo>
                  <a:pt x="2474251" y="46569"/>
                </a:lnTo>
                <a:lnTo>
                  <a:pt x="2472942" y="46590"/>
                </a:lnTo>
                <a:lnTo>
                  <a:pt x="2471647" y="46625"/>
                </a:lnTo>
                <a:lnTo>
                  <a:pt x="2470366" y="46675"/>
                </a:lnTo>
                <a:lnTo>
                  <a:pt x="2469097" y="46738"/>
                </a:lnTo>
                <a:lnTo>
                  <a:pt x="2467842" y="46816"/>
                </a:lnTo>
                <a:lnTo>
                  <a:pt x="2466600" y="46908"/>
                </a:lnTo>
                <a:lnTo>
                  <a:pt x="2465372" y="47014"/>
                </a:lnTo>
                <a:lnTo>
                  <a:pt x="2464156" y="47134"/>
                </a:lnTo>
                <a:lnTo>
                  <a:pt x="2462954" y="47268"/>
                </a:lnTo>
                <a:lnTo>
                  <a:pt x="2461766" y="47416"/>
                </a:lnTo>
                <a:lnTo>
                  <a:pt x="2460590" y="47578"/>
                </a:lnTo>
                <a:lnTo>
                  <a:pt x="2459428" y="47755"/>
                </a:lnTo>
                <a:lnTo>
                  <a:pt x="2458279" y="47946"/>
                </a:lnTo>
                <a:lnTo>
                  <a:pt x="2457144" y="48150"/>
                </a:lnTo>
                <a:lnTo>
                  <a:pt x="2456022" y="48369"/>
                </a:lnTo>
                <a:lnTo>
                  <a:pt x="2454913" y="48602"/>
                </a:lnTo>
                <a:lnTo>
                  <a:pt x="2453817" y="48849"/>
                </a:lnTo>
                <a:lnTo>
                  <a:pt x="2452735" y="49111"/>
                </a:lnTo>
                <a:lnTo>
                  <a:pt x="2451666" y="49386"/>
                </a:lnTo>
                <a:lnTo>
                  <a:pt x="2450610" y="49676"/>
                </a:lnTo>
                <a:lnTo>
                  <a:pt x="2449567" y="49979"/>
                </a:lnTo>
                <a:lnTo>
                  <a:pt x="2448538" y="50297"/>
                </a:lnTo>
                <a:lnTo>
                  <a:pt x="2447522" y="50629"/>
                </a:lnTo>
                <a:lnTo>
                  <a:pt x="2446522" y="50977"/>
                </a:lnTo>
                <a:lnTo>
                  <a:pt x="2445540" y="51343"/>
                </a:lnTo>
                <a:lnTo>
                  <a:pt x="2444577" y="51727"/>
                </a:lnTo>
                <a:lnTo>
                  <a:pt x="2443632" y="52129"/>
                </a:lnTo>
                <a:lnTo>
                  <a:pt x="2442705" y="52550"/>
                </a:lnTo>
                <a:lnTo>
                  <a:pt x="2441796" y="52988"/>
                </a:lnTo>
                <a:lnTo>
                  <a:pt x="2440906" y="53445"/>
                </a:lnTo>
                <a:lnTo>
                  <a:pt x="2440034" y="53920"/>
                </a:lnTo>
                <a:lnTo>
                  <a:pt x="2439180" y="54413"/>
                </a:lnTo>
                <a:lnTo>
                  <a:pt x="2438345" y="54924"/>
                </a:lnTo>
                <a:lnTo>
                  <a:pt x="2437528" y="55453"/>
                </a:lnTo>
                <a:lnTo>
                  <a:pt x="2436729" y="56000"/>
                </a:lnTo>
                <a:lnTo>
                  <a:pt x="2435949" y="56565"/>
                </a:lnTo>
                <a:lnTo>
                  <a:pt x="2435186" y="57149"/>
                </a:lnTo>
                <a:lnTo>
                  <a:pt x="2434443" y="57750"/>
                </a:lnTo>
                <a:lnTo>
                  <a:pt x="2433717" y="58370"/>
                </a:lnTo>
                <a:lnTo>
                  <a:pt x="2433010" y="59008"/>
                </a:lnTo>
                <a:lnTo>
                  <a:pt x="2432321" y="59664"/>
                </a:lnTo>
                <a:lnTo>
                  <a:pt x="2431650" y="60338"/>
                </a:lnTo>
                <a:lnTo>
                  <a:pt x="2430998" y="61030"/>
                </a:lnTo>
                <a:lnTo>
                  <a:pt x="2430364" y="61740"/>
                </a:lnTo>
                <a:lnTo>
                  <a:pt x="2429748" y="62468"/>
                </a:lnTo>
                <a:lnTo>
                  <a:pt x="2429151" y="63215"/>
                </a:lnTo>
                <a:lnTo>
                  <a:pt x="2428571" y="63979"/>
                </a:lnTo>
                <a:lnTo>
                  <a:pt x="2428013" y="64764"/>
                </a:lnTo>
                <a:lnTo>
                  <a:pt x="2427479" y="65572"/>
                </a:lnTo>
                <a:lnTo>
                  <a:pt x="2426968" y="66402"/>
                </a:lnTo>
                <a:lnTo>
                  <a:pt x="2426481" y="67256"/>
                </a:lnTo>
                <a:lnTo>
                  <a:pt x="2426018" y="68132"/>
                </a:lnTo>
                <a:lnTo>
                  <a:pt x="2425579" y="69032"/>
                </a:lnTo>
                <a:lnTo>
                  <a:pt x="2425163" y="69954"/>
                </a:lnTo>
                <a:lnTo>
                  <a:pt x="2424771" y="70900"/>
                </a:lnTo>
                <a:lnTo>
                  <a:pt x="2424403" y="71868"/>
                </a:lnTo>
                <a:lnTo>
                  <a:pt x="2424059" y="72859"/>
                </a:lnTo>
                <a:lnTo>
                  <a:pt x="2423738" y="73874"/>
                </a:lnTo>
                <a:lnTo>
                  <a:pt x="2423441" y="74911"/>
                </a:lnTo>
                <a:lnTo>
                  <a:pt x="2423168" y="75971"/>
                </a:lnTo>
                <a:lnTo>
                  <a:pt x="2422919" y="77054"/>
                </a:lnTo>
                <a:lnTo>
                  <a:pt x="2422693" y="78160"/>
                </a:lnTo>
                <a:lnTo>
                  <a:pt x="2422491" y="79289"/>
                </a:lnTo>
                <a:lnTo>
                  <a:pt x="2422313" y="80441"/>
                </a:lnTo>
                <a:lnTo>
                  <a:pt x="2422159" y="81616"/>
                </a:lnTo>
                <a:lnTo>
                  <a:pt x="2422028" y="82813"/>
                </a:lnTo>
                <a:lnTo>
                  <a:pt x="2421921" y="84034"/>
                </a:lnTo>
                <a:lnTo>
                  <a:pt x="2421838" y="85278"/>
                </a:lnTo>
                <a:lnTo>
                  <a:pt x="2421779" y="86544"/>
                </a:lnTo>
                <a:lnTo>
                  <a:pt x="2421743" y="87834"/>
                </a:lnTo>
                <a:lnTo>
                  <a:pt x="2421731" y="89147"/>
                </a:lnTo>
                <a:lnTo>
                  <a:pt x="2452856" y="89147"/>
                </a:lnTo>
                <a:lnTo>
                  <a:pt x="2452867" y="88255"/>
                </a:lnTo>
                <a:lnTo>
                  <a:pt x="2452901" y="87383"/>
                </a:lnTo>
                <a:lnTo>
                  <a:pt x="2452956" y="86533"/>
                </a:lnTo>
                <a:lnTo>
                  <a:pt x="2453034" y="85704"/>
                </a:lnTo>
                <a:lnTo>
                  <a:pt x="2453134" y="84895"/>
                </a:lnTo>
                <a:lnTo>
                  <a:pt x="2453256" y="84107"/>
                </a:lnTo>
                <a:lnTo>
                  <a:pt x="2453401" y="83340"/>
                </a:lnTo>
                <a:lnTo>
                  <a:pt x="2453567" y="82594"/>
                </a:lnTo>
                <a:lnTo>
                  <a:pt x="2453756" y="81868"/>
                </a:lnTo>
                <a:lnTo>
                  <a:pt x="2453967" y="81164"/>
                </a:lnTo>
                <a:lnTo>
                  <a:pt x="2454201" y="80480"/>
                </a:lnTo>
                <a:lnTo>
                  <a:pt x="2454456" y="79817"/>
                </a:lnTo>
                <a:lnTo>
                  <a:pt x="2454734" y="79175"/>
                </a:lnTo>
                <a:lnTo>
                  <a:pt x="2455034" y="78554"/>
                </a:lnTo>
                <a:lnTo>
                  <a:pt x="2455357" y="77953"/>
                </a:lnTo>
                <a:lnTo>
                  <a:pt x="2455701" y="77374"/>
                </a:lnTo>
                <a:lnTo>
                  <a:pt x="2456068" y="76815"/>
                </a:lnTo>
                <a:lnTo>
                  <a:pt x="2456457" y="76277"/>
                </a:lnTo>
                <a:lnTo>
                  <a:pt x="2456868" y="75760"/>
                </a:lnTo>
                <a:lnTo>
                  <a:pt x="2457301" y="75263"/>
                </a:lnTo>
                <a:lnTo>
                  <a:pt x="2457757" y="74788"/>
                </a:lnTo>
                <a:lnTo>
                  <a:pt x="2458235" y="74333"/>
                </a:lnTo>
                <a:lnTo>
                  <a:pt x="2458735" y="73899"/>
                </a:lnTo>
                <a:lnTo>
                  <a:pt x="2459257" y="73486"/>
                </a:lnTo>
                <a:lnTo>
                  <a:pt x="2459796" y="73092"/>
                </a:lnTo>
                <a:lnTo>
                  <a:pt x="2460348" y="72714"/>
                </a:lnTo>
                <a:lnTo>
                  <a:pt x="2460912" y="72353"/>
                </a:lnTo>
                <a:lnTo>
                  <a:pt x="2461488" y="72008"/>
                </a:lnTo>
                <a:lnTo>
                  <a:pt x="2462076" y="71681"/>
                </a:lnTo>
                <a:lnTo>
                  <a:pt x="2462677" y="71370"/>
                </a:lnTo>
                <a:lnTo>
                  <a:pt x="2463290" y="71077"/>
                </a:lnTo>
                <a:lnTo>
                  <a:pt x="2463914" y="70800"/>
                </a:lnTo>
                <a:lnTo>
                  <a:pt x="2464552" y="70539"/>
                </a:lnTo>
                <a:lnTo>
                  <a:pt x="2465201" y="70296"/>
                </a:lnTo>
                <a:lnTo>
                  <a:pt x="2465862" y="70069"/>
                </a:lnTo>
                <a:lnTo>
                  <a:pt x="2466536" y="69859"/>
                </a:lnTo>
                <a:lnTo>
                  <a:pt x="2467222" y="69666"/>
                </a:lnTo>
                <a:lnTo>
                  <a:pt x="2467920" y="69490"/>
                </a:lnTo>
                <a:lnTo>
                  <a:pt x="2468630" y="69330"/>
                </a:lnTo>
                <a:lnTo>
                  <a:pt x="2469353" y="69188"/>
                </a:lnTo>
                <a:lnTo>
                  <a:pt x="2470088" y="69062"/>
                </a:lnTo>
                <a:lnTo>
                  <a:pt x="2470835" y="68953"/>
                </a:lnTo>
                <a:lnTo>
                  <a:pt x="2471594" y="68860"/>
                </a:lnTo>
                <a:lnTo>
                  <a:pt x="2472365" y="68785"/>
                </a:lnTo>
                <a:lnTo>
                  <a:pt x="2473149" y="68726"/>
                </a:lnTo>
                <a:lnTo>
                  <a:pt x="2473944" y="68684"/>
                </a:lnTo>
                <a:lnTo>
                  <a:pt x="2474752" y="68659"/>
                </a:lnTo>
                <a:lnTo>
                  <a:pt x="2475572" y="68650"/>
                </a:lnTo>
                <a:lnTo>
                  <a:pt x="2476320" y="68658"/>
                </a:lnTo>
                <a:lnTo>
                  <a:pt x="2477055" y="68682"/>
                </a:lnTo>
                <a:lnTo>
                  <a:pt x="2477779" y="68721"/>
                </a:lnTo>
                <a:lnTo>
                  <a:pt x="2478492" y="68776"/>
                </a:lnTo>
                <a:lnTo>
                  <a:pt x="2479193" y="68847"/>
                </a:lnTo>
                <a:lnTo>
                  <a:pt x="2479883" y="68934"/>
                </a:lnTo>
                <a:lnTo>
                  <a:pt x="2480561" y="69036"/>
                </a:lnTo>
                <a:lnTo>
                  <a:pt x="2481227" y="69154"/>
                </a:lnTo>
                <a:lnTo>
                  <a:pt x="2481882" y="69288"/>
                </a:lnTo>
                <a:lnTo>
                  <a:pt x="2482525" y="69437"/>
                </a:lnTo>
                <a:lnTo>
                  <a:pt x="2483157" y="69603"/>
                </a:lnTo>
                <a:lnTo>
                  <a:pt x="2483777" y="69784"/>
                </a:lnTo>
                <a:lnTo>
                  <a:pt x="2484386" y="69981"/>
                </a:lnTo>
                <a:lnTo>
                  <a:pt x="2484983" y="70193"/>
                </a:lnTo>
                <a:lnTo>
                  <a:pt x="2485568" y="70421"/>
                </a:lnTo>
                <a:lnTo>
                  <a:pt x="2486143" y="70665"/>
                </a:lnTo>
                <a:lnTo>
                  <a:pt x="2486705" y="70925"/>
                </a:lnTo>
                <a:lnTo>
                  <a:pt x="2487256" y="71201"/>
                </a:lnTo>
                <a:lnTo>
                  <a:pt x="2487795" y="71492"/>
                </a:lnTo>
                <a:lnTo>
                  <a:pt x="2488323" y="71799"/>
                </a:lnTo>
                <a:lnTo>
                  <a:pt x="2488839" y="72121"/>
                </a:lnTo>
                <a:lnTo>
                  <a:pt x="2489344" y="72460"/>
                </a:lnTo>
                <a:lnTo>
                  <a:pt x="2489837" y="72814"/>
                </a:lnTo>
                <a:lnTo>
                  <a:pt x="2490319" y="73184"/>
                </a:lnTo>
                <a:lnTo>
                  <a:pt x="2490785" y="73575"/>
                </a:lnTo>
                <a:lnTo>
                  <a:pt x="2491231" y="73994"/>
                </a:lnTo>
                <a:lnTo>
                  <a:pt x="2491657" y="74439"/>
                </a:lnTo>
                <a:lnTo>
                  <a:pt x="2492064" y="74911"/>
                </a:lnTo>
                <a:lnTo>
                  <a:pt x="2492450" y="75411"/>
                </a:lnTo>
                <a:lnTo>
                  <a:pt x="2492817" y="75937"/>
                </a:lnTo>
                <a:lnTo>
                  <a:pt x="2493164" y="76490"/>
                </a:lnTo>
                <a:lnTo>
                  <a:pt x="2493491" y="77070"/>
                </a:lnTo>
                <a:lnTo>
                  <a:pt x="2493799" y="77678"/>
                </a:lnTo>
                <a:lnTo>
                  <a:pt x="2494086" y="78312"/>
                </a:lnTo>
                <a:lnTo>
                  <a:pt x="2494354" y="78973"/>
                </a:lnTo>
                <a:lnTo>
                  <a:pt x="2494602" y="79661"/>
                </a:lnTo>
                <a:lnTo>
                  <a:pt x="2494830" y="80376"/>
                </a:lnTo>
                <a:lnTo>
                  <a:pt x="2495038" y="81119"/>
                </a:lnTo>
                <a:lnTo>
                  <a:pt x="2495226" y="81888"/>
                </a:lnTo>
                <a:lnTo>
                  <a:pt x="2495395" y="82684"/>
                </a:lnTo>
                <a:lnTo>
                  <a:pt x="2495544" y="83507"/>
                </a:lnTo>
                <a:lnTo>
                  <a:pt x="2495672" y="84357"/>
                </a:lnTo>
                <a:lnTo>
                  <a:pt x="2495782" y="85234"/>
                </a:lnTo>
                <a:lnTo>
                  <a:pt x="2495871" y="86139"/>
                </a:lnTo>
                <a:lnTo>
                  <a:pt x="2495940" y="87070"/>
                </a:lnTo>
                <a:lnTo>
                  <a:pt x="2495990" y="88028"/>
                </a:lnTo>
                <a:lnTo>
                  <a:pt x="2496019" y="89013"/>
                </a:lnTo>
                <a:lnTo>
                  <a:pt x="2496029" y="90025"/>
                </a:lnTo>
                <a:lnTo>
                  <a:pt x="2496029" y="96759"/>
                </a:lnTo>
                <a:lnTo>
                  <a:pt x="2494021" y="96806"/>
                </a:lnTo>
                <a:lnTo>
                  <a:pt x="2492034" y="96861"/>
                </a:lnTo>
                <a:lnTo>
                  <a:pt x="2490067" y="96926"/>
                </a:lnTo>
                <a:lnTo>
                  <a:pt x="2488121" y="97000"/>
                </a:lnTo>
                <a:lnTo>
                  <a:pt x="2486196" y="97083"/>
                </a:lnTo>
                <a:lnTo>
                  <a:pt x="2484291" y="97175"/>
                </a:lnTo>
                <a:lnTo>
                  <a:pt x="2482407" y="97275"/>
                </a:lnTo>
                <a:lnTo>
                  <a:pt x="2480544" y="97385"/>
                </a:lnTo>
                <a:lnTo>
                  <a:pt x="2478701" y="97504"/>
                </a:lnTo>
                <a:lnTo>
                  <a:pt x="2476879" y="97632"/>
                </a:lnTo>
                <a:lnTo>
                  <a:pt x="2475078" y="97769"/>
                </a:lnTo>
                <a:lnTo>
                  <a:pt x="2473298" y="97915"/>
                </a:lnTo>
                <a:lnTo>
                  <a:pt x="2471538" y="98070"/>
                </a:lnTo>
                <a:lnTo>
                  <a:pt x="2469799" y="98234"/>
                </a:lnTo>
                <a:lnTo>
                  <a:pt x="2468080" y="98407"/>
                </a:lnTo>
                <a:lnTo>
                  <a:pt x="2466383" y="98589"/>
                </a:lnTo>
                <a:lnTo>
                  <a:pt x="2464706" y="98780"/>
                </a:lnTo>
                <a:lnTo>
                  <a:pt x="2463049" y="98981"/>
                </a:lnTo>
                <a:lnTo>
                  <a:pt x="2461414" y="99190"/>
                </a:lnTo>
                <a:lnTo>
                  <a:pt x="2459799" y="99408"/>
                </a:lnTo>
                <a:lnTo>
                  <a:pt x="2458205" y="99635"/>
                </a:lnTo>
                <a:lnTo>
                  <a:pt x="2456631" y="99872"/>
                </a:lnTo>
                <a:lnTo>
                  <a:pt x="2455079" y="100117"/>
                </a:lnTo>
                <a:lnTo>
                  <a:pt x="2453547" y="100371"/>
                </a:lnTo>
                <a:lnTo>
                  <a:pt x="2452039" y="100640"/>
                </a:lnTo>
                <a:lnTo>
                  <a:pt x="2450559" y="100928"/>
                </a:lnTo>
                <a:lnTo>
                  <a:pt x="2449108" y="101235"/>
                </a:lnTo>
                <a:lnTo>
                  <a:pt x="2447684" y="101562"/>
                </a:lnTo>
                <a:lnTo>
                  <a:pt x="2446289" y="101908"/>
                </a:lnTo>
                <a:lnTo>
                  <a:pt x="2444922" y="102273"/>
                </a:lnTo>
                <a:lnTo>
                  <a:pt x="2443583" y="102658"/>
                </a:lnTo>
                <a:lnTo>
                  <a:pt x="2442272" y="103062"/>
                </a:lnTo>
                <a:lnTo>
                  <a:pt x="2440989" y="103485"/>
                </a:lnTo>
                <a:lnTo>
                  <a:pt x="2439735" y="103928"/>
                </a:lnTo>
                <a:lnTo>
                  <a:pt x="2438508" y="104390"/>
                </a:lnTo>
                <a:lnTo>
                  <a:pt x="2437310" y="104872"/>
                </a:lnTo>
                <a:lnTo>
                  <a:pt x="2436139" y="105373"/>
                </a:lnTo>
                <a:lnTo>
                  <a:pt x="2434997" y="105893"/>
                </a:lnTo>
                <a:lnTo>
                  <a:pt x="2433883" y="106433"/>
                </a:lnTo>
                <a:lnTo>
                  <a:pt x="2432797" y="106992"/>
                </a:lnTo>
                <a:lnTo>
                  <a:pt x="2431739" y="107570"/>
                </a:lnTo>
                <a:lnTo>
                  <a:pt x="2430709" y="108168"/>
                </a:lnTo>
                <a:lnTo>
                  <a:pt x="2429707" y="108785"/>
                </a:lnTo>
                <a:lnTo>
                  <a:pt x="2428733" y="109421"/>
                </a:lnTo>
                <a:lnTo>
                  <a:pt x="2427788" y="110077"/>
                </a:lnTo>
                <a:lnTo>
                  <a:pt x="2426871" y="110752"/>
                </a:lnTo>
                <a:lnTo>
                  <a:pt x="2425981" y="111447"/>
                </a:lnTo>
                <a:lnTo>
                  <a:pt x="2425120" y="112161"/>
                </a:lnTo>
                <a:lnTo>
                  <a:pt x="2424291" y="112899"/>
                </a:lnTo>
                <a:lnTo>
                  <a:pt x="2423496" y="113666"/>
                </a:lnTo>
                <a:lnTo>
                  <a:pt x="2422737" y="114462"/>
                </a:lnTo>
                <a:lnTo>
                  <a:pt x="2422014" y="115288"/>
                </a:lnTo>
                <a:lnTo>
                  <a:pt x="2421326" y="116143"/>
                </a:lnTo>
                <a:lnTo>
                  <a:pt x="2420673" y="117027"/>
                </a:lnTo>
                <a:lnTo>
                  <a:pt x="2420055" y="117941"/>
                </a:lnTo>
                <a:lnTo>
                  <a:pt x="2419472" y="118883"/>
                </a:lnTo>
                <a:lnTo>
                  <a:pt x="2418925" y="119855"/>
                </a:lnTo>
                <a:lnTo>
                  <a:pt x="2418413" y="120857"/>
                </a:lnTo>
                <a:lnTo>
                  <a:pt x="2417937" y="121887"/>
                </a:lnTo>
                <a:lnTo>
                  <a:pt x="2417496" y="122947"/>
                </a:lnTo>
                <a:lnTo>
                  <a:pt x="2417090" y="124036"/>
                </a:lnTo>
                <a:lnTo>
                  <a:pt x="2416719" y="125155"/>
                </a:lnTo>
                <a:lnTo>
                  <a:pt x="2416384" y="126302"/>
                </a:lnTo>
                <a:lnTo>
                  <a:pt x="2416084" y="127479"/>
                </a:lnTo>
                <a:lnTo>
                  <a:pt x="2415819" y="128685"/>
                </a:lnTo>
                <a:lnTo>
                  <a:pt x="2415590" y="129921"/>
                </a:lnTo>
                <a:lnTo>
                  <a:pt x="2415395" y="131185"/>
                </a:lnTo>
                <a:lnTo>
                  <a:pt x="2415237" y="132479"/>
                </a:lnTo>
                <a:lnTo>
                  <a:pt x="2415113" y="133802"/>
                </a:lnTo>
                <a:lnTo>
                  <a:pt x="2415025" y="135155"/>
                </a:lnTo>
                <a:lnTo>
                  <a:pt x="2414972" y="136537"/>
                </a:lnTo>
                <a:lnTo>
                  <a:pt x="2414954" y="137948"/>
                </a:lnTo>
                <a:lnTo>
                  <a:pt x="2414964" y="138965"/>
                </a:lnTo>
                <a:lnTo>
                  <a:pt x="2414993" y="139968"/>
                </a:lnTo>
                <a:lnTo>
                  <a:pt x="2415042" y="140956"/>
                </a:lnTo>
                <a:lnTo>
                  <a:pt x="2415109" y="141931"/>
                </a:lnTo>
                <a:lnTo>
                  <a:pt x="2415197" y="142891"/>
                </a:lnTo>
                <a:lnTo>
                  <a:pt x="2415303" y="143836"/>
                </a:lnTo>
                <a:lnTo>
                  <a:pt x="2415429" y="144768"/>
                </a:lnTo>
                <a:lnTo>
                  <a:pt x="2415575" y="145685"/>
                </a:lnTo>
                <a:lnTo>
                  <a:pt x="2415740" y="146588"/>
                </a:lnTo>
                <a:lnTo>
                  <a:pt x="2415924" y="147476"/>
                </a:lnTo>
                <a:lnTo>
                  <a:pt x="2416127" y="148351"/>
                </a:lnTo>
                <a:lnTo>
                  <a:pt x="2416350" y="149211"/>
                </a:lnTo>
                <a:lnTo>
                  <a:pt x="2416593" y="150056"/>
                </a:lnTo>
                <a:lnTo>
                  <a:pt x="2416855" y="150888"/>
                </a:lnTo>
                <a:lnTo>
                  <a:pt x="2417136" y="151705"/>
                </a:lnTo>
                <a:lnTo>
                  <a:pt x="2417436" y="152508"/>
                </a:lnTo>
                <a:lnTo>
                  <a:pt x="2417756" y="153296"/>
                </a:lnTo>
                <a:lnTo>
                  <a:pt x="2418096" y="154071"/>
                </a:lnTo>
                <a:lnTo>
                  <a:pt x="2418455" y="154831"/>
                </a:lnTo>
                <a:lnTo>
                  <a:pt x="2418833" y="155576"/>
                </a:lnTo>
                <a:lnTo>
                  <a:pt x="2419230" y="156308"/>
                </a:lnTo>
                <a:lnTo>
                  <a:pt x="2419647" y="157025"/>
                </a:lnTo>
                <a:lnTo>
                  <a:pt x="2420083" y="157728"/>
                </a:lnTo>
                <a:lnTo>
                  <a:pt x="2420539" y="158417"/>
                </a:lnTo>
                <a:lnTo>
                  <a:pt x="2421011" y="159090"/>
                </a:lnTo>
                <a:lnTo>
                  <a:pt x="2421494" y="159750"/>
                </a:lnTo>
                <a:lnTo>
                  <a:pt x="2421989" y="160396"/>
                </a:lnTo>
                <a:lnTo>
                  <a:pt x="2422497" y="161027"/>
                </a:lnTo>
                <a:lnTo>
                  <a:pt x="2423016" y="161643"/>
                </a:lnTo>
                <a:lnTo>
                  <a:pt x="2423547" y="162246"/>
                </a:lnTo>
                <a:lnTo>
                  <a:pt x="2424091" y="162834"/>
                </a:lnTo>
                <a:lnTo>
                  <a:pt x="2424646" y="163408"/>
                </a:lnTo>
                <a:lnTo>
                  <a:pt x="2425213" y="163967"/>
                </a:lnTo>
                <a:lnTo>
                  <a:pt x="2425792" y="164513"/>
                </a:lnTo>
                <a:lnTo>
                  <a:pt x="2426384" y="165044"/>
                </a:lnTo>
                <a:lnTo>
                  <a:pt x="2426987" y="165560"/>
                </a:lnTo>
                <a:lnTo>
                  <a:pt x="2427602" y="166063"/>
                </a:lnTo>
                <a:lnTo>
                  <a:pt x="2428229" y="166551"/>
                </a:lnTo>
                <a:lnTo>
                  <a:pt x="2428868" y="167025"/>
                </a:lnTo>
                <a:lnTo>
                  <a:pt x="2429520" y="167484"/>
                </a:lnTo>
                <a:lnTo>
                  <a:pt x="2430183" y="167929"/>
                </a:lnTo>
                <a:lnTo>
                  <a:pt x="2430858" y="168360"/>
                </a:lnTo>
                <a:lnTo>
                  <a:pt x="2431545" y="168777"/>
                </a:lnTo>
                <a:lnTo>
                  <a:pt x="2432244" y="169179"/>
                </a:lnTo>
                <a:lnTo>
                  <a:pt x="2432955" y="169567"/>
                </a:lnTo>
                <a:lnTo>
                  <a:pt x="2433678" y="169941"/>
                </a:lnTo>
                <a:lnTo>
                  <a:pt x="2434413" y="170300"/>
                </a:lnTo>
                <a:lnTo>
                  <a:pt x="2435160" y="170645"/>
                </a:lnTo>
                <a:lnTo>
                  <a:pt x="2435916" y="170976"/>
                </a:lnTo>
                <a:lnTo>
                  <a:pt x="2436676" y="171293"/>
                </a:lnTo>
                <a:lnTo>
                  <a:pt x="2437441" y="171596"/>
                </a:lnTo>
                <a:lnTo>
                  <a:pt x="2438211" y="171884"/>
                </a:lnTo>
                <a:lnTo>
                  <a:pt x="2438985" y="172159"/>
                </a:lnTo>
                <a:lnTo>
                  <a:pt x="2439765" y="172419"/>
                </a:lnTo>
                <a:lnTo>
                  <a:pt x="2440549" y="172666"/>
                </a:lnTo>
                <a:lnTo>
                  <a:pt x="2441338" y="172898"/>
                </a:lnTo>
                <a:lnTo>
                  <a:pt x="2442132" y="173116"/>
                </a:lnTo>
                <a:lnTo>
                  <a:pt x="2442930" y="173321"/>
                </a:lnTo>
                <a:lnTo>
                  <a:pt x="2443734" y="173511"/>
                </a:lnTo>
                <a:lnTo>
                  <a:pt x="2444542" y="173687"/>
                </a:lnTo>
                <a:lnTo>
                  <a:pt x="2445355" y="173849"/>
                </a:lnTo>
                <a:lnTo>
                  <a:pt x="2446172" y="173997"/>
                </a:lnTo>
                <a:lnTo>
                  <a:pt x="2446995" y="174130"/>
                </a:lnTo>
                <a:lnTo>
                  <a:pt x="2447822" y="174250"/>
                </a:lnTo>
                <a:lnTo>
                  <a:pt x="2448654" y="174356"/>
                </a:lnTo>
                <a:lnTo>
                  <a:pt x="2449491" y="174447"/>
                </a:lnTo>
                <a:lnTo>
                  <a:pt x="2450333" y="174525"/>
                </a:lnTo>
                <a:lnTo>
                  <a:pt x="2451179" y="174588"/>
                </a:lnTo>
                <a:lnTo>
                  <a:pt x="2452031" y="174637"/>
                </a:lnTo>
                <a:lnTo>
                  <a:pt x="2452887" y="174672"/>
                </a:lnTo>
                <a:lnTo>
                  <a:pt x="2453748" y="174694"/>
                </a:lnTo>
                <a:lnTo>
                  <a:pt x="2454613" y="174701"/>
                </a:lnTo>
                <a:lnTo>
                  <a:pt x="2455727" y="174693"/>
                </a:lnTo>
                <a:lnTo>
                  <a:pt x="2456830" y="174669"/>
                </a:lnTo>
                <a:lnTo>
                  <a:pt x="2457921" y="174629"/>
                </a:lnTo>
                <a:lnTo>
                  <a:pt x="2459002" y="174573"/>
                </a:lnTo>
                <a:lnTo>
                  <a:pt x="2460072" y="174502"/>
                </a:lnTo>
                <a:close/>
                <a:moveTo>
                  <a:pt x="2462465" y="151692"/>
                </a:moveTo>
                <a:lnTo>
                  <a:pt x="2461881" y="151619"/>
                </a:lnTo>
                <a:lnTo>
                  <a:pt x="2461306" y="151532"/>
                </a:lnTo>
                <a:lnTo>
                  <a:pt x="2460742" y="151432"/>
                </a:lnTo>
                <a:lnTo>
                  <a:pt x="2460187" y="151318"/>
                </a:lnTo>
                <a:lnTo>
                  <a:pt x="2459643" y="151192"/>
                </a:lnTo>
                <a:lnTo>
                  <a:pt x="2459108" y="151052"/>
                </a:lnTo>
                <a:lnTo>
                  <a:pt x="2458582" y="150898"/>
                </a:lnTo>
                <a:lnTo>
                  <a:pt x="2458067" y="150731"/>
                </a:lnTo>
                <a:lnTo>
                  <a:pt x="2457561" y="150551"/>
                </a:lnTo>
                <a:lnTo>
                  <a:pt x="2457066" y="150358"/>
                </a:lnTo>
                <a:lnTo>
                  <a:pt x="2456580" y="150151"/>
                </a:lnTo>
                <a:lnTo>
                  <a:pt x="2456103" y="149931"/>
                </a:lnTo>
                <a:lnTo>
                  <a:pt x="2455637" y="149697"/>
                </a:lnTo>
                <a:lnTo>
                  <a:pt x="2455180" y="149450"/>
                </a:lnTo>
                <a:lnTo>
                  <a:pt x="2454734" y="149190"/>
                </a:lnTo>
                <a:lnTo>
                  <a:pt x="2454297" y="148916"/>
                </a:lnTo>
                <a:lnTo>
                  <a:pt x="2453869" y="148629"/>
                </a:lnTo>
                <a:lnTo>
                  <a:pt x="2453452" y="148329"/>
                </a:lnTo>
                <a:lnTo>
                  <a:pt x="2453045" y="148015"/>
                </a:lnTo>
                <a:lnTo>
                  <a:pt x="2452650" y="147688"/>
                </a:lnTo>
                <a:lnTo>
                  <a:pt x="2452273" y="147346"/>
                </a:lnTo>
                <a:lnTo>
                  <a:pt x="2451912" y="146990"/>
                </a:lnTo>
                <a:lnTo>
                  <a:pt x="2451568" y="146620"/>
                </a:lnTo>
                <a:lnTo>
                  <a:pt x="2451241" y="146236"/>
                </a:lnTo>
                <a:lnTo>
                  <a:pt x="2450931" y="145837"/>
                </a:lnTo>
                <a:lnTo>
                  <a:pt x="2450637" y="145424"/>
                </a:lnTo>
                <a:lnTo>
                  <a:pt x="2450360" y="144997"/>
                </a:lnTo>
                <a:lnTo>
                  <a:pt x="2450100" y="144556"/>
                </a:lnTo>
                <a:lnTo>
                  <a:pt x="2449857" y="144100"/>
                </a:lnTo>
                <a:lnTo>
                  <a:pt x="2449630" y="143630"/>
                </a:lnTo>
                <a:lnTo>
                  <a:pt x="2449421" y="143146"/>
                </a:lnTo>
                <a:lnTo>
                  <a:pt x="2449228" y="142648"/>
                </a:lnTo>
                <a:lnTo>
                  <a:pt x="2449052" y="142135"/>
                </a:lnTo>
                <a:lnTo>
                  <a:pt x="2448892" y="141609"/>
                </a:lnTo>
                <a:lnTo>
                  <a:pt x="2448750" y="141067"/>
                </a:lnTo>
                <a:lnTo>
                  <a:pt x="2448624" y="140512"/>
                </a:lnTo>
                <a:lnTo>
                  <a:pt x="2448515" y="139943"/>
                </a:lnTo>
                <a:lnTo>
                  <a:pt x="2448422" y="139359"/>
                </a:lnTo>
                <a:lnTo>
                  <a:pt x="2448347" y="138761"/>
                </a:lnTo>
                <a:lnTo>
                  <a:pt x="2448288" y="138148"/>
                </a:lnTo>
                <a:lnTo>
                  <a:pt x="2448246" y="137522"/>
                </a:lnTo>
                <a:lnTo>
                  <a:pt x="2448221" y="136881"/>
                </a:lnTo>
                <a:lnTo>
                  <a:pt x="2448213" y="136226"/>
                </a:lnTo>
                <a:lnTo>
                  <a:pt x="2448231" y="135318"/>
                </a:lnTo>
                <a:lnTo>
                  <a:pt x="2448286" y="134431"/>
                </a:lnTo>
                <a:lnTo>
                  <a:pt x="2448377" y="133566"/>
                </a:lnTo>
                <a:lnTo>
                  <a:pt x="2448505" y="132721"/>
                </a:lnTo>
                <a:lnTo>
                  <a:pt x="2448670" y="131898"/>
                </a:lnTo>
                <a:lnTo>
                  <a:pt x="2448872" y="131096"/>
                </a:lnTo>
                <a:lnTo>
                  <a:pt x="2449109" y="130315"/>
                </a:lnTo>
                <a:lnTo>
                  <a:pt x="2449384" y="129555"/>
                </a:lnTo>
                <a:lnTo>
                  <a:pt x="2449695" y="128816"/>
                </a:lnTo>
                <a:lnTo>
                  <a:pt x="2450043" y="128099"/>
                </a:lnTo>
                <a:lnTo>
                  <a:pt x="2450427" y="127402"/>
                </a:lnTo>
                <a:lnTo>
                  <a:pt x="2450848" y="126727"/>
                </a:lnTo>
                <a:lnTo>
                  <a:pt x="2451306" y="126073"/>
                </a:lnTo>
                <a:lnTo>
                  <a:pt x="2451800" y="125440"/>
                </a:lnTo>
                <a:lnTo>
                  <a:pt x="2452331" y="124828"/>
                </a:lnTo>
                <a:lnTo>
                  <a:pt x="2452898" y="124237"/>
                </a:lnTo>
                <a:lnTo>
                  <a:pt x="2453502" y="123667"/>
                </a:lnTo>
                <a:lnTo>
                  <a:pt x="2454143" y="123119"/>
                </a:lnTo>
                <a:lnTo>
                  <a:pt x="2454820" y="122591"/>
                </a:lnTo>
                <a:lnTo>
                  <a:pt x="2455534" y="122085"/>
                </a:lnTo>
                <a:lnTo>
                  <a:pt x="2456284" y="121600"/>
                </a:lnTo>
                <a:lnTo>
                  <a:pt x="2457071" y="121136"/>
                </a:lnTo>
                <a:lnTo>
                  <a:pt x="2457895" y="120693"/>
                </a:lnTo>
                <a:lnTo>
                  <a:pt x="2458755" y="120271"/>
                </a:lnTo>
                <a:lnTo>
                  <a:pt x="2459661" y="119869"/>
                </a:lnTo>
                <a:lnTo>
                  <a:pt x="2460622" y="119482"/>
                </a:lnTo>
                <a:lnTo>
                  <a:pt x="2461638" y="119113"/>
                </a:lnTo>
                <a:lnTo>
                  <a:pt x="2462708" y="118760"/>
                </a:lnTo>
                <a:lnTo>
                  <a:pt x="2463834" y="118424"/>
                </a:lnTo>
                <a:lnTo>
                  <a:pt x="2465014" y="118105"/>
                </a:lnTo>
                <a:lnTo>
                  <a:pt x="2466250" y="117802"/>
                </a:lnTo>
                <a:lnTo>
                  <a:pt x="2467540" y="117516"/>
                </a:lnTo>
                <a:lnTo>
                  <a:pt x="2468885" y="117247"/>
                </a:lnTo>
                <a:lnTo>
                  <a:pt x="2470286" y="116994"/>
                </a:lnTo>
                <a:lnTo>
                  <a:pt x="2471741" y="116758"/>
                </a:lnTo>
                <a:lnTo>
                  <a:pt x="2473251" y="116539"/>
                </a:lnTo>
                <a:lnTo>
                  <a:pt x="2474815" y="116336"/>
                </a:lnTo>
                <a:lnTo>
                  <a:pt x="2476435" y="116150"/>
                </a:lnTo>
                <a:lnTo>
                  <a:pt x="2478110" y="115981"/>
                </a:lnTo>
                <a:lnTo>
                  <a:pt x="2479839" y="115828"/>
                </a:lnTo>
                <a:lnTo>
                  <a:pt x="2481624" y="115692"/>
                </a:lnTo>
                <a:lnTo>
                  <a:pt x="2483463" y="115573"/>
                </a:lnTo>
                <a:lnTo>
                  <a:pt x="2485358" y="115471"/>
                </a:lnTo>
                <a:lnTo>
                  <a:pt x="2487307" y="115385"/>
                </a:lnTo>
                <a:lnTo>
                  <a:pt x="2489311" y="115316"/>
                </a:lnTo>
                <a:lnTo>
                  <a:pt x="2491370" y="115263"/>
                </a:lnTo>
                <a:lnTo>
                  <a:pt x="2493484" y="115227"/>
                </a:lnTo>
                <a:lnTo>
                  <a:pt x="2495653" y="115208"/>
                </a:lnTo>
                <a:lnTo>
                  <a:pt x="2495653" y="135457"/>
                </a:lnTo>
                <a:lnTo>
                  <a:pt x="2495250" y="135989"/>
                </a:lnTo>
                <a:lnTo>
                  <a:pt x="2494836" y="136515"/>
                </a:lnTo>
                <a:lnTo>
                  <a:pt x="2494411" y="137036"/>
                </a:lnTo>
                <a:lnTo>
                  <a:pt x="2493974" y="137553"/>
                </a:lnTo>
                <a:lnTo>
                  <a:pt x="2493527" y="138065"/>
                </a:lnTo>
                <a:lnTo>
                  <a:pt x="2493068" y="138572"/>
                </a:lnTo>
                <a:lnTo>
                  <a:pt x="2492599" y="139074"/>
                </a:lnTo>
                <a:lnTo>
                  <a:pt x="2492118" y="139571"/>
                </a:lnTo>
                <a:lnTo>
                  <a:pt x="2491626" y="140063"/>
                </a:lnTo>
                <a:lnTo>
                  <a:pt x="2491123" y="140551"/>
                </a:lnTo>
                <a:lnTo>
                  <a:pt x="2490609" y="141033"/>
                </a:lnTo>
                <a:lnTo>
                  <a:pt x="2490084" y="141511"/>
                </a:lnTo>
                <a:lnTo>
                  <a:pt x="2489547" y="141984"/>
                </a:lnTo>
                <a:lnTo>
                  <a:pt x="2489000" y="142452"/>
                </a:lnTo>
                <a:lnTo>
                  <a:pt x="2488441" y="142915"/>
                </a:lnTo>
                <a:lnTo>
                  <a:pt x="2487872" y="143373"/>
                </a:lnTo>
                <a:lnTo>
                  <a:pt x="2487291" y="143826"/>
                </a:lnTo>
                <a:lnTo>
                  <a:pt x="2486699" y="144274"/>
                </a:lnTo>
                <a:lnTo>
                  <a:pt x="2486096" y="144718"/>
                </a:lnTo>
                <a:lnTo>
                  <a:pt x="2485482" y="145157"/>
                </a:lnTo>
                <a:lnTo>
                  <a:pt x="2484857" y="145590"/>
                </a:lnTo>
                <a:lnTo>
                  <a:pt x="2484220" y="146019"/>
                </a:lnTo>
                <a:lnTo>
                  <a:pt x="2483573" y="146443"/>
                </a:lnTo>
                <a:lnTo>
                  <a:pt x="2482914" y="146862"/>
                </a:lnTo>
                <a:lnTo>
                  <a:pt x="2482248" y="147270"/>
                </a:lnTo>
                <a:lnTo>
                  <a:pt x="2481576" y="147660"/>
                </a:lnTo>
                <a:lnTo>
                  <a:pt x="2480899" y="148033"/>
                </a:lnTo>
                <a:lnTo>
                  <a:pt x="2480218" y="148389"/>
                </a:lnTo>
                <a:lnTo>
                  <a:pt x="2479531" y="148727"/>
                </a:lnTo>
                <a:lnTo>
                  <a:pt x="2478839" y="149048"/>
                </a:lnTo>
                <a:lnTo>
                  <a:pt x="2478143" y="149352"/>
                </a:lnTo>
                <a:lnTo>
                  <a:pt x="2477441" y="149638"/>
                </a:lnTo>
                <a:lnTo>
                  <a:pt x="2476734" y="149907"/>
                </a:lnTo>
                <a:lnTo>
                  <a:pt x="2476023" y="150159"/>
                </a:lnTo>
                <a:lnTo>
                  <a:pt x="2475306" y="150393"/>
                </a:lnTo>
                <a:lnTo>
                  <a:pt x="2474584" y="150610"/>
                </a:lnTo>
                <a:lnTo>
                  <a:pt x="2473857" y="150809"/>
                </a:lnTo>
                <a:lnTo>
                  <a:pt x="2473125" y="150991"/>
                </a:lnTo>
                <a:lnTo>
                  <a:pt x="2472389" y="151156"/>
                </a:lnTo>
                <a:lnTo>
                  <a:pt x="2471647" y="151304"/>
                </a:lnTo>
                <a:lnTo>
                  <a:pt x="2470900" y="151434"/>
                </a:lnTo>
                <a:lnTo>
                  <a:pt x="2470148" y="151547"/>
                </a:lnTo>
                <a:lnTo>
                  <a:pt x="2469391" y="151642"/>
                </a:lnTo>
                <a:lnTo>
                  <a:pt x="2468630" y="151720"/>
                </a:lnTo>
                <a:lnTo>
                  <a:pt x="2467863" y="151781"/>
                </a:lnTo>
                <a:lnTo>
                  <a:pt x="2467091" y="151824"/>
                </a:lnTo>
                <a:lnTo>
                  <a:pt x="2466314" y="151850"/>
                </a:lnTo>
                <a:lnTo>
                  <a:pt x="2465532" y="151859"/>
                </a:lnTo>
                <a:lnTo>
                  <a:pt x="2464899" y="151852"/>
                </a:lnTo>
                <a:lnTo>
                  <a:pt x="2464276" y="151832"/>
                </a:lnTo>
                <a:lnTo>
                  <a:pt x="2463662" y="151799"/>
                </a:lnTo>
                <a:lnTo>
                  <a:pt x="2463059" y="151752"/>
                </a:lnTo>
                <a:lnTo>
                  <a:pt x="2462465" y="151692"/>
                </a:lnTo>
                <a:close/>
                <a:moveTo>
                  <a:pt x="2752179" y="174494"/>
                </a:moveTo>
                <a:lnTo>
                  <a:pt x="2753490" y="174402"/>
                </a:lnTo>
                <a:lnTo>
                  <a:pt x="2754786" y="174295"/>
                </a:lnTo>
                <a:lnTo>
                  <a:pt x="2756068" y="174171"/>
                </a:lnTo>
                <a:lnTo>
                  <a:pt x="2757334" y="174030"/>
                </a:lnTo>
                <a:lnTo>
                  <a:pt x="2758587" y="173873"/>
                </a:lnTo>
                <a:lnTo>
                  <a:pt x="2759824" y="173699"/>
                </a:lnTo>
                <a:lnTo>
                  <a:pt x="2761048" y="173508"/>
                </a:lnTo>
                <a:lnTo>
                  <a:pt x="2762256" y="173301"/>
                </a:lnTo>
                <a:lnTo>
                  <a:pt x="2763450" y="173078"/>
                </a:lnTo>
                <a:lnTo>
                  <a:pt x="2764629" y="172838"/>
                </a:lnTo>
                <a:lnTo>
                  <a:pt x="2765794" y="172581"/>
                </a:lnTo>
                <a:lnTo>
                  <a:pt x="2766944" y="172308"/>
                </a:lnTo>
                <a:lnTo>
                  <a:pt x="2768080" y="172018"/>
                </a:lnTo>
                <a:lnTo>
                  <a:pt x="2769201" y="171712"/>
                </a:lnTo>
                <a:lnTo>
                  <a:pt x="2770307" y="171389"/>
                </a:lnTo>
                <a:lnTo>
                  <a:pt x="2771399" y="171049"/>
                </a:lnTo>
                <a:lnTo>
                  <a:pt x="2772476" y="170693"/>
                </a:lnTo>
                <a:lnTo>
                  <a:pt x="2773538" y="170321"/>
                </a:lnTo>
                <a:lnTo>
                  <a:pt x="2774586" y="169931"/>
                </a:lnTo>
                <a:lnTo>
                  <a:pt x="2775618" y="169526"/>
                </a:lnTo>
                <a:lnTo>
                  <a:pt x="2776631" y="169103"/>
                </a:lnTo>
                <a:lnTo>
                  <a:pt x="2777626" y="168663"/>
                </a:lnTo>
                <a:lnTo>
                  <a:pt x="2778602" y="168206"/>
                </a:lnTo>
                <a:lnTo>
                  <a:pt x="2779561" y="167732"/>
                </a:lnTo>
                <a:lnTo>
                  <a:pt x="2780501" y="167241"/>
                </a:lnTo>
                <a:lnTo>
                  <a:pt x="2781422" y="166733"/>
                </a:lnTo>
                <a:lnTo>
                  <a:pt x="2782326" y="166208"/>
                </a:lnTo>
                <a:lnTo>
                  <a:pt x="2783211" y="165666"/>
                </a:lnTo>
                <a:lnTo>
                  <a:pt x="2784077" y="165107"/>
                </a:lnTo>
                <a:lnTo>
                  <a:pt x="2784926" y="164532"/>
                </a:lnTo>
                <a:lnTo>
                  <a:pt x="2785756" y="163939"/>
                </a:lnTo>
                <a:lnTo>
                  <a:pt x="2786568" y="163329"/>
                </a:lnTo>
                <a:lnTo>
                  <a:pt x="2787361" y="162702"/>
                </a:lnTo>
                <a:lnTo>
                  <a:pt x="2788137" y="162058"/>
                </a:lnTo>
                <a:lnTo>
                  <a:pt x="2788894" y="161397"/>
                </a:lnTo>
                <a:lnTo>
                  <a:pt x="2789632" y="160719"/>
                </a:lnTo>
                <a:lnTo>
                  <a:pt x="2790353" y="160025"/>
                </a:lnTo>
                <a:lnTo>
                  <a:pt x="2791055" y="159313"/>
                </a:lnTo>
                <a:lnTo>
                  <a:pt x="2791738" y="158584"/>
                </a:lnTo>
                <a:lnTo>
                  <a:pt x="2792404" y="157838"/>
                </a:lnTo>
                <a:lnTo>
                  <a:pt x="2793051" y="157075"/>
                </a:lnTo>
                <a:lnTo>
                  <a:pt x="2793680" y="156295"/>
                </a:lnTo>
                <a:lnTo>
                  <a:pt x="2794290" y="155499"/>
                </a:lnTo>
                <a:lnTo>
                  <a:pt x="2794880" y="154685"/>
                </a:lnTo>
                <a:lnTo>
                  <a:pt x="2795447" y="153854"/>
                </a:lnTo>
                <a:lnTo>
                  <a:pt x="2795991" y="153007"/>
                </a:lnTo>
                <a:lnTo>
                  <a:pt x="2796513" y="152143"/>
                </a:lnTo>
                <a:lnTo>
                  <a:pt x="2797011" y="151262"/>
                </a:lnTo>
                <a:lnTo>
                  <a:pt x="2797487" y="150365"/>
                </a:lnTo>
                <a:lnTo>
                  <a:pt x="2797939" y="149450"/>
                </a:lnTo>
                <a:lnTo>
                  <a:pt x="2798369" y="148519"/>
                </a:lnTo>
                <a:lnTo>
                  <a:pt x="2798776" y="147571"/>
                </a:lnTo>
                <a:lnTo>
                  <a:pt x="2799160" y="146607"/>
                </a:lnTo>
                <a:lnTo>
                  <a:pt x="2799521" y="145625"/>
                </a:lnTo>
                <a:lnTo>
                  <a:pt x="2799859" y="144627"/>
                </a:lnTo>
                <a:lnTo>
                  <a:pt x="2800175" y="143612"/>
                </a:lnTo>
                <a:lnTo>
                  <a:pt x="2800467" y="142580"/>
                </a:lnTo>
                <a:lnTo>
                  <a:pt x="2800737" y="141531"/>
                </a:lnTo>
                <a:lnTo>
                  <a:pt x="2800984" y="140466"/>
                </a:lnTo>
                <a:lnTo>
                  <a:pt x="2801208" y="139384"/>
                </a:lnTo>
                <a:lnTo>
                  <a:pt x="2801409" y="138285"/>
                </a:lnTo>
                <a:lnTo>
                  <a:pt x="2801587" y="137169"/>
                </a:lnTo>
                <a:lnTo>
                  <a:pt x="2801742" y="136037"/>
                </a:lnTo>
                <a:lnTo>
                  <a:pt x="2801874" y="134888"/>
                </a:lnTo>
                <a:lnTo>
                  <a:pt x="2801984" y="133722"/>
                </a:lnTo>
                <a:lnTo>
                  <a:pt x="2802070" y="132539"/>
                </a:lnTo>
                <a:lnTo>
                  <a:pt x="2802134" y="131339"/>
                </a:lnTo>
                <a:lnTo>
                  <a:pt x="2769378" y="131339"/>
                </a:lnTo>
                <a:lnTo>
                  <a:pt x="2769356" y="132128"/>
                </a:lnTo>
                <a:lnTo>
                  <a:pt x="2769312" y="132901"/>
                </a:lnTo>
                <a:lnTo>
                  <a:pt x="2769246" y="133658"/>
                </a:lnTo>
                <a:lnTo>
                  <a:pt x="2769158" y="134398"/>
                </a:lnTo>
                <a:lnTo>
                  <a:pt x="2769048" y="135122"/>
                </a:lnTo>
                <a:lnTo>
                  <a:pt x="2768915" y="135829"/>
                </a:lnTo>
                <a:lnTo>
                  <a:pt x="2768760" y="136520"/>
                </a:lnTo>
                <a:lnTo>
                  <a:pt x="2768583" y="137194"/>
                </a:lnTo>
                <a:lnTo>
                  <a:pt x="2768384" y="137852"/>
                </a:lnTo>
                <a:lnTo>
                  <a:pt x="2768162" y="138494"/>
                </a:lnTo>
                <a:lnTo>
                  <a:pt x="2767918" y="139119"/>
                </a:lnTo>
                <a:lnTo>
                  <a:pt x="2767652" y="139728"/>
                </a:lnTo>
                <a:lnTo>
                  <a:pt x="2767364" y="140321"/>
                </a:lnTo>
                <a:lnTo>
                  <a:pt x="2767053" y="140897"/>
                </a:lnTo>
                <a:lnTo>
                  <a:pt x="2766721" y="141457"/>
                </a:lnTo>
                <a:lnTo>
                  <a:pt x="2766366" y="142000"/>
                </a:lnTo>
                <a:lnTo>
                  <a:pt x="2765989" y="142527"/>
                </a:lnTo>
                <a:lnTo>
                  <a:pt x="2765589" y="143037"/>
                </a:lnTo>
                <a:lnTo>
                  <a:pt x="2765168" y="143532"/>
                </a:lnTo>
                <a:lnTo>
                  <a:pt x="2764724" y="144009"/>
                </a:lnTo>
                <a:lnTo>
                  <a:pt x="2764258" y="144471"/>
                </a:lnTo>
                <a:lnTo>
                  <a:pt x="2763769" y="144916"/>
                </a:lnTo>
                <a:lnTo>
                  <a:pt x="2763259" y="145344"/>
                </a:lnTo>
                <a:lnTo>
                  <a:pt x="2762726" y="145756"/>
                </a:lnTo>
                <a:lnTo>
                  <a:pt x="2762175" y="146152"/>
                </a:lnTo>
                <a:lnTo>
                  <a:pt x="2761609" y="146531"/>
                </a:lnTo>
                <a:lnTo>
                  <a:pt x="2761028" y="146893"/>
                </a:lnTo>
                <a:lnTo>
                  <a:pt x="2760432" y="147238"/>
                </a:lnTo>
                <a:lnTo>
                  <a:pt x="2759822" y="147566"/>
                </a:lnTo>
                <a:lnTo>
                  <a:pt x="2759196" y="147877"/>
                </a:lnTo>
                <a:lnTo>
                  <a:pt x="2758556" y="148172"/>
                </a:lnTo>
                <a:lnTo>
                  <a:pt x="2757901" y="148449"/>
                </a:lnTo>
                <a:lnTo>
                  <a:pt x="2757231" y="148710"/>
                </a:lnTo>
                <a:lnTo>
                  <a:pt x="2756547" y="148954"/>
                </a:lnTo>
                <a:lnTo>
                  <a:pt x="2755847" y="149182"/>
                </a:lnTo>
                <a:lnTo>
                  <a:pt x="2755133" y="149392"/>
                </a:lnTo>
                <a:lnTo>
                  <a:pt x="2754404" y="149586"/>
                </a:lnTo>
                <a:lnTo>
                  <a:pt x="2753660" y="149762"/>
                </a:lnTo>
                <a:lnTo>
                  <a:pt x="2752902" y="149922"/>
                </a:lnTo>
                <a:lnTo>
                  <a:pt x="2752128" y="150065"/>
                </a:lnTo>
                <a:lnTo>
                  <a:pt x="2751340" y="150192"/>
                </a:lnTo>
                <a:lnTo>
                  <a:pt x="2750537" y="150301"/>
                </a:lnTo>
                <a:lnTo>
                  <a:pt x="2749719" y="150394"/>
                </a:lnTo>
                <a:lnTo>
                  <a:pt x="2748886" y="150469"/>
                </a:lnTo>
                <a:lnTo>
                  <a:pt x="2748038" y="150528"/>
                </a:lnTo>
                <a:lnTo>
                  <a:pt x="2747176" y="150570"/>
                </a:lnTo>
                <a:lnTo>
                  <a:pt x="2746299" y="150596"/>
                </a:lnTo>
                <a:lnTo>
                  <a:pt x="2745407" y="150604"/>
                </a:lnTo>
                <a:lnTo>
                  <a:pt x="2744546" y="150596"/>
                </a:lnTo>
                <a:lnTo>
                  <a:pt x="2743699" y="150571"/>
                </a:lnTo>
                <a:lnTo>
                  <a:pt x="2742865" y="150531"/>
                </a:lnTo>
                <a:lnTo>
                  <a:pt x="2742046" y="150474"/>
                </a:lnTo>
                <a:lnTo>
                  <a:pt x="2741241" y="150401"/>
                </a:lnTo>
                <a:lnTo>
                  <a:pt x="2740449" y="150311"/>
                </a:lnTo>
                <a:lnTo>
                  <a:pt x="2739672" y="150206"/>
                </a:lnTo>
                <a:lnTo>
                  <a:pt x="2738908" y="150084"/>
                </a:lnTo>
                <a:lnTo>
                  <a:pt x="2738159" y="149945"/>
                </a:lnTo>
                <a:lnTo>
                  <a:pt x="2737423" y="149791"/>
                </a:lnTo>
                <a:lnTo>
                  <a:pt x="2736702" y="149620"/>
                </a:lnTo>
                <a:lnTo>
                  <a:pt x="2735994" y="149433"/>
                </a:lnTo>
                <a:lnTo>
                  <a:pt x="2735300" y="149230"/>
                </a:lnTo>
                <a:lnTo>
                  <a:pt x="2734620" y="149010"/>
                </a:lnTo>
                <a:lnTo>
                  <a:pt x="2733955" y="148775"/>
                </a:lnTo>
                <a:lnTo>
                  <a:pt x="2733303" y="148523"/>
                </a:lnTo>
                <a:lnTo>
                  <a:pt x="2732665" y="148254"/>
                </a:lnTo>
                <a:lnTo>
                  <a:pt x="2732041" y="147970"/>
                </a:lnTo>
                <a:lnTo>
                  <a:pt x="2731431" y="147669"/>
                </a:lnTo>
                <a:lnTo>
                  <a:pt x="2730834" y="147352"/>
                </a:lnTo>
                <a:lnTo>
                  <a:pt x="2730252" y="147019"/>
                </a:lnTo>
                <a:lnTo>
                  <a:pt x="2729684" y="146669"/>
                </a:lnTo>
                <a:lnTo>
                  <a:pt x="2729130" y="146303"/>
                </a:lnTo>
                <a:lnTo>
                  <a:pt x="2728589" y="145921"/>
                </a:lnTo>
                <a:lnTo>
                  <a:pt x="2728062" y="145525"/>
                </a:lnTo>
                <a:lnTo>
                  <a:pt x="2727546" y="145119"/>
                </a:lnTo>
                <a:lnTo>
                  <a:pt x="2727043" y="144702"/>
                </a:lnTo>
                <a:lnTo>
                  <a:pt x="2726552" y="144275"/>
                </a:lnTo>
                <a:lnTo>
                  <a:pt x="2726072" y="143837"/>
                </a:lnTo>
                <a:lnTo>
                  <a:pt x="2725605" y="143389"/>
                </a:lnTo>
                <a:lnTo>
                  <a:pt x="2725149" y="142931"/>
                </a:lnTo>
                <a:lnTo>
                  <a:pt x="2724706" y="142461"/>
                </a:lnTo>
                <a:lnTo>
                  <a:pt x="2724274" y="141982"/>
                </a:lnTo>
                <a:lnTo>
                  <a:pt x="2723855" y="141492"/>
                </a:lnTo>
                <a:lnTo>
                  <a:pt x="2723447" y="140991"/>
                </a:lnTo>
                <a:lnTo>
                  <a:pt x="2723051" y="140480"/>
                </a:lnTo>
                <a:lnTo>
                  <a:pt x="2722668" y="139959"/>
                </a:lnTo>
                <a:lnTo>
                  <a:pt x="2722296" y="139427"/>
                </a:lnTo>
                <a:lnTo>
                  <a:pt x="2721937" y="138885"/>
                </a:lnTo>
                <a:lnTo>
                  <a:pt x="2721589" y="138332"/>
                </a:lnTo>
                <a:lnTo>
                  <a:pt x="2721253" y="137768"/>
                </a:lnTo>
                <a:lnTo>
                  <a:pt x="2720930" y="137194"/>
                </a:lnTo>
                <a:lnTo>
                  <a:pt x="2720618" y="136610"/>
                </a:lnTo>
                <a:lnTo>
                  <a:pt x="2720318" y="136015"/>
                </a:lnTo>
                <a:lnTo>
                  <a:pt x="2720031" y="135410"/>
                </a:lnTo>
                <a:lnTo>
                  <a:pt x="2719755" y="134794"/>
                </a:lnTo>
                <a:lnTo>
                  <a:pt x="2719491" y="134168"/>
                </a:lnTo>
                <a:lnTo>
                  <a:pt x="2719239" y="133532"/>
                </a:lnTo>
                <a:lnTo>
                  <a:pt x="2718998" y="132888"/>
                </a:lnTo>
                <a:lnTo>
                  <a:pt x="2718766" y="132240"/>
                </a:lnTo>
                <a:lnTo>
                  <a:pt x="2718544" y="131588"/>
                </a:lnTo>
                <a:lnTo>
                  <a:pt x="2718331" y="130932"/>
                </a:lnTo>
                <a:lnTo>
                  <a:pt x="2718128" y="130272"/>
                </a:lnTo>
                <a:lnTo>
                  <a:pt x="2717933" y="129608"/>
                </a:lnTo>
                <a:lnTo>
                  <a:pt x="2717748" y="128940"/>
                </a:lnTo>
                <a:lnTo>
                  <a:pt x="2717573" y="128268"/>
                </a:lnTo>
                <a:lnTo>
                  <a:pt x="2717407" y="127592"/>
                </a:lnTo>
                <a:lnTo>
                  <a:pt x="2717250" y="126912"/>
                </a:lnTo>
                <a:lnTo>
                  <a:pt x="2717103" y="126228"/>
                </a:lnTo>
                <a:lnTo>
                  <a:pt x="2716965" y="125540"/>
                </a:lnTo>
                <a:lnTo>
                  <a:pt x="2716836" y="124847"/>
                </a:lnTo>
                <a:lnTo>
                  <a:pt x="2716717" y="124151"/>
                </a:lnTo>
                <a:lnTo>
                  <a:pt x="2716607" y="123451"/>
                </a:lnTo>
                <a:lnTo>
                  <a:pt x="2716506" y="122747"/>
                </a:lnTo>
                <a:lnTo>
                  <a:pt x="2716415" y="122039"/>
                </a:lnTo>
                <a:lnTo>
                  <a:pt x="2716333" y="121327"/>
                </a:lnTo>
                <a:lnTo>
                  <a:pt x="2716261" y="120610"/>
                </a:lnTo>
                <a:lnTo>
                  <a:pt x="2716198" y="119890"/>
                </a:lnTo>
                <a:lnTo>
                  <a:pt x="2716144" y="119166"/>
                </a:lnTo>
                <a:lnTo>
                  <a:pt x="2716100" y="118438"/>
                </a:lnTo>
                <a:lnTo>
                  <a:pt x="2716065" y="117705"/>
                </a:lnTo>
                <a:lnTo>
                  <a:pt x="2716039" y="116969"/>
                </a:lnTo>
                <a:lnTo>
                  <a:pt x="2802009" y="116969"/>
                </a:lnTo>
                <a:lnTo>
                  <a:pt x="2802029" y="116851"/>
                </a:lnTo>
                <a:lnTo>
                  <a:pt x="2802050" y="116728"/>
                </a:lnTo>
                <a:lnTo>
                  <a:pt x="2802070" y="116601"/>
                </a:lnTo>
                <a:lnTo>
                  <a:pt x="2802089" y="116470"/>
                </a:lnTo>
                <a:lnTo>
                  <a:pt x="2802108" y="116335"/>
                </a:lnTo>
                <a:lnTo>
                  <a:pt x="2802126" y="116196"/>
                </a:lnTo>
                <a:lnTo>
                  <a:pt x="2802144" y="116052"/>
                </a:lnTo>
                <a:lnTo>
                  <a:pt x="2802162" y="115904"/>
                </a:lnTo>
                <a:lnTo>
                  <a:pt x="2802179" y="115753"/>
                </a:lnTo>
                <a:lnTo>
                  <a:pt x="2802196" y="115596"/>
                </a:lnTo>
                <a:lnTo>
                  <a:pt x="2802212" y="115436"/>
                </a:lnTo>
                <a:lnTo>
                  <a:pt x="2802228" y="115272"/>
                </a:lnTo>
                <a:lnTo>
                  <a:pt x="2802244" y="115103"/>
                </a:lnTo>
                <a:lnTo>
                  <a:pt x="2802259" y="114930"/>
                </a:lnTo>
                <a:lnTo>
                  <a:pt x="2802273" y="114753"/>
                </a:lnTo>
                <a:lnTo>
                  <a:pt x="2802288" y="114572"/>
                </a:lnTo>
                <a:lnTo>
                  <a:pt x="2802301" y="114387"/>
                </a:lnTo>
                <a:lnTo>
                  <a:pt x="2802315" y="114197"/>
                </a:lnTo>
                <a:lnTo>
                  <a:pt x="2802327" y="114004"/>
                </a:lnTo>
                <a:lnTo>
                  <a:pt x="2802340" y="113806"/>
                </a:lnTo>
                <a:lnTo>
                  <a:pt x="2802352" y="113604"/>
                </a:lnTo>
                <a:lnTo>
                  <a:pt x="2802363" y="113398"/>
                </a:lnTo>
                <a:lnTo>
                  <a:pt x="2802375" y="113187"/>
                </a:lnTo>
                <a:lnTo>
                  <a:pt x="2802385" y="112973"/>
                </a:lnTo>
                <a:lnTo>
                  <a:pt x="2802395" y="112758"/>
                </a:lnTo>
                <a:lnTo>
                  <a:pt x="2802405" y="112547"/>
                </a:lnTo>
                <a:lnTo>
                  <a:pt x="2802415" y="112339"/>
                </a:lnTo>
                <a:lnTo>
                  <a:pt x="2802424" y="112136"/>
                </a:lnTo>
                <a:lnTo>
                  <a:pt x="2802432" y="111936"/>
                </a:lnTo>
                <a:lnTo>
                  <a:pt x="2802440" y="111740"/>
                </a:lnTo>
                <a:lnTo>
                  <a:pt x="2802448" y="111547"/>
                </a:lnTo>
                <a:lnTo>
                  <a:pt x="2802455" y="111359"/>
                </a:lnTo>
                <a:lnTo>
                  <a:pt x="2802462" y="111174"/>
                </a:lnTo>
                <a:lnTo>
                  <a:pt x="2802468" y="110993"/>
                </a:lnTo>
                <a:lnTo>
                  <a:pt x="2802474" y="110816"/>
                </a:lnTo>
                <a:lnTo>
                  <a:pt x="2802479" y="110642"/>
                </a:lnTo>
                <a:lnTo>
                  <a:pt x="2802484" y="110472"/>
                </a:lnTo>
                <a:lnTo>
                  <a:pt x="2802489" y="110306"/>
                </a:lnTo>
                <a:lnTo>
                  <a:pt x="2802493" y="110144"/>
                </a:lnTo>
                <a:lnTo>
                  <a:pt x="2802497" y="109985"/>
                </a:lnTo>
                <a:lnTo>
                  <a:pt x="2802500" y="109830"/>
                </a:lnTo>
                <a:lnTo>
                  <a:pt x="2802503" y="109679"/>
                </a:lnTo>
                <a:lnTo>
                  <a:pt x="2802505" y="109531"/>
                </a:lnTo>
                <a:lnTo>
                  <a:pt x="2802507" y="109388"/>
                </a:lnTo>
                <a:lnTo>
                  <a:pt x="2802509" y="109248"/>
                </a:lnTo>
                <a:lnTo>
                  <a:pt x="2802510" y="109112"/>
                </a:lnTo>
                <a:lnTo>
                  <a:pt x="2802511" y="108979"/>
                </a:lnTo>
                <a:lnTo>
                  <a:pt x="2802511" y="108851"/>
                </a:lnTo>
                <a:lnTo>
                  <a:pt x="2802483" y="106379"/>
                </a:lnTo>
                <a:lnTo>
                  <a:pt x="2802400" y="103956"/>
                </a:lnTo>
                <a:lnTo>
                  <a:pt x="2802263" y="101581"/>
                </a:lnTo>
                <a:lnTo>
                  <a:pt x="2802070" y="99253"/>
                </a:lnTo>
                <a:lnTo>
                  <a:pt x="2801822" y="96973"/>
                </a:lnTo>
                <a:lnTo>
                  <a:pt x="2801518" y="94741"/>
                </a:lnTo>
                <a:lnTo>
                  <a:pt x="2801160" y="92556"/>
                </a:lnTo>
                <a:lnTo>
                  <a:pt x="2800747" y="90420"/>
                </a:lnTo>
                <a:lnTo>
                  <a:pt x="2800278" y="88331"/>
                </a:lnTo>
                <a:lnTo>
                  <a:pt x="2799754" y="86290"/>
                </a:lnTo>
                <a:lnTo>
                  <a:pt x="2799176" y="84297"/>
                </a:lnTo>
                <a:lnTo>
                  <a:pt x="2798542" y="82352"/>
                </a:lnTo>
                <a:lnTo>
                  <a:pt x="2797853" y="80454"/>
                </a:lnTo>
                <a:lnTo>
                  <a:pt x="2797108" y="78604"/>
                </a:lnTo>
                <a:lnTo>
                  <a:pt x="2796309" y="76802"/>
                </a:lnTo>
                <a:lnTo>
                  <a:pt x="2795455" y="75048"/>
                </a:lnTo>
                <a:lnTo>
                  <a:pt x="2794545" y="73342"/>
                </a:lnTo>
                <a:lnTo>
                  <a:pt x="2793580" y="71683"/>
                </a:lnTo>
                <a:lnTo>
                  <a:pt x="2792561" y="70073"/>
                </a:lnTo>
                <a:lnTo>
                  <a:pt x="2791486" y="68510"/>
                </a:lnTo>
                <a:lnTo>
                  <a:pt x="2790356" y="66995"/>
                </a:lnTo>
                <a:lnTo>
                  <a:pt x="2789170" y="65527"/>
                </a:lnTo>
                <a:lnTo>
                  <a:pt x="2787930" y="64108"/>
                </a:lnTo>
                <a:lnTo>
                  <a:pt x="2786635" y="62736"/>
                </a:lnTo>
                <a:lnTo>
                  <a:pt x="2785292" y="61416"/>
                </a:lnTo>
                <a:lnTo>
                  <a:pt x="2783909" y="60153"/>
                </a:lnTo>
                <a:lnTo>
                  <a:pt x="2782486" y="58945"/>
                </a:lnTo>
                <a:lnTo>
                  <a:pt x="2781024" y="57794"/>
                </a:lnTo>
                <a:lnTo>
                  <a:pt x="2779521" y="56699"/>
                </a:lnTo>
                <a:lnTo>
                  <a:pt x="2777979" y="55660"/>
                </a:lnTo>
                <a:lnTo>
                  <a:pt x="2776397" y="54677"/>
                </a:lnTo>
                <a:lnTo>
                  <a:pt x="2774775" y="53750"/>
                </a:lnTo>
                <a:lnTo>
                  <a:pt x="2773113" y="52880"/>
                </a:lnTo>
                <a:lnTo>
                  <a:pt x="2771411" y="52065"/>
                </a:lnTo>
                <a:lnTo>
                  <a:pt x="2769669" y="51307"/>
                </a:lnTo>
                <a:lnTo>
                  <a:pt x="2767888" y="50605"/>
                </a:lnTo>
                <a:lnTo>
                  <a:pt x="2766066" y="49959"/>
                </a:lnTo>
                <a:lnTo>
                  <a:pt x="2764205" y="49370"/>
                </a:lnTo>
                <a:lnTo>
                  <a:pt x="2762304" y="48836"/>
                </a:lnTo>
                <a:lnTo>
                  <a:pt x="2760363" y="48359"/>
                </a:lnTo>
                <a:lnTo>
                  <a:pt x="2758382" y="47938"/>
                </a:lnTo>
                <a:lnTo>
                  <a:pt x="2756361" y="47573"/>
                </a:lnTo>
                <a:lnTo>
                  <a:pt x="2754300" y="47264"/>
                </a:lnTo>
                <a:lnTo>
                  <a:pt x="2752200" y="47011"/>
                </a:lnTo>
                <a:lnTo>
                  <a:pt x="2750059" y="46814"/>
                </a:lnTo>
                <a:lnTo>
                  <a:pt x="2747879" y="46674"/>
                </a:lnTo>
                <a:lnTo>
                  <a:pt x="2745659" y="46590"/>
                </a:lnTo>
                <a:lnTo>
                  <a:pt x="2743399" y="46562"/>
                </a:lnTo>
                <a:lnTo>
                  <a:pt x="2741767" y="46575"/>
                </a:lnTo>
                <a:lnTo>
                  <a:pt x="2740158" y="46615"/>
                </a:lnTo>
                <a:lnTo>
                  <a:pt x="2738570" y="46682"/>
                </a:lnTo>
                <a:lnTo>
                  <a:pt x="2737003" y="46775"/>
                </a:lnTo>
                <a:lnTo>
                  <a:pt x="2735458" y="46895"/>
                </a:lnTo>
                <a:lnTo>
                  <a:pt x="2733935" y="47042"/>
                </a:lnTo>
                <a:lnTo>
                  <a:pt x="2732433" y="47215"/>
                </a:lnTo>
                <a:lnTo>
                  <a:pt x="2730953" y="47415"/>
                </a:lnTo>
                <a:lnTo>
                  <a:pt x="2729494" y="47642"/>
                </a:lnTo>
                <a:lnTo>
                  <a:pt x="2728057" y="47896"/>
                </a:lnTo>
                <a:lnTo>
                  <a:pt x="2726642" y="48176"/>
                </a:lnTo>
                <a:lnTo>
                  <a:pt x="2725248" y="48483"/>
                </a:lnTo>
                <a:lnTo>
                  <a:pt x="2723875" y="48816"/>
                </a:lnTo>
                <a:lnTo>
                  <a:pt x="2722525" y="49176"/>
                </a:lnTo>
                <a:lnTo>
                  <a:pt x="2721195" y="49563"/>
                </a:lnTo>
                <a:lnTo>
                  <a:pt x="2719888" y="49976"/>
                </a:lnTo>
                <a:lnTo>
                  <a:pt x="2718602" y="50417"/>
                </a:lnTo>
                <a:lnTo>
                  <a:pt x="2717337" y="50883"/>
                </a:lnTo>
                <a:lnTo>
                  <a:pt x="2716094" y="51377"/>
                </a:lnTo>
                <a:lnTo>
                  <a:pt x="2714873" y="51897"/>
                </a:lnTo>
                <a:lnTo>
                  <a:pt x="2713673" y="52444"/>
                </a:lnTo>
                <a:lnTo>
                  <a:pt x="2712495" y="53018"/>
                </a:lnTo>
                <a:lnTo>
                  <a:pt x="2711338" y="53618"/>
                </a:lnTo>
                <a:lnTo>
                  <a:pt x="2710203" y="54245"/>
                </a:lnTo>
                <a:lnTo>
                  <a:pt x="2709090" y="54896"/>
                </a:lnTo>
                <a:lnTo>
                  <a:pt x="2708000" y="55571"/>
                </a:lnTo>
                <a:lnTo>
                  <a:pt x="2706932" y="56268"/>
                </a:lnTo>
                <a:lnTo>
                  <a:pt x="2705887" y="56988"/>
                </a:lnTo>
                <a:lnTo>
                  <a:pt x="2704865" y="57730"/>
                </a:lnTo>
                <a:lnTo>
                  <a:pt x="2703865" y="58495"/>
                </a:lnTo>
                <a:lnTo>
                  <a:pt x="2702888" y="59283"/>
                </a:lnTo>
                <a:lnTo>
                  <a:pt x="2701934" y="60094"/>
                </a:lnTo>
                <a:lnTo>
                  <a:pt x="2701002" y="60927"/>
                </a:lnTo>
                <a:lnTo>
                  <a:pt x="2700093" y="61783"/>
                </a:lnTo>
                <a:lnTo>
                  <a:pt x="2699207" y="62662"/>
                </a:lnTo>
                <a:lnTo>
                  <a:pt x="2698343" y="63563"/>
                </a:lnTo>
                <a:lnTo>
                  <a:pt x="2697502" y="64488"/>
                </a:lnTo>
                <a:lnTo>
                  <a:pt x="2696684" y="65435"/>
                </a:lnTo>
                <a:lnTo>
                  <a:pt x="2695888" y="66404"/>
                </a:lnTo>
                <a:lnTo>
                  <a:pt x="2695115" y="67397"/>
                </a:lnTo>
                <a:lnTo>
                  <a:pt x="2694364" y="68412"/>
                </a:lnTo>
                <a:lnTo>
                  <a:pt x="2693637" y="69449"/>
                </a:lnTo>
                <a:lnTo>
                  <a:pt x="2692932" y="70510"/>
                </a:lnTo>
                <a:lnTo>
                  <a:pt x="2692249" y="71593"/>
                </a:lnTo>
                <a:lnTo>
                  <a:pt x="2691589" y="72699"/>
                </a:lnTo>
                <a:lnTo>
                  <a:pt x="2690952" y="73828"/>
                </a:lnTo>
                <a:lnTo>
                  <a:pt x="2690338" y="74979"/>
                </a:lnTo>
                <a:lnTo>
                  <a:pt x="2689746" y="76153"/>
                </a:lnTo>
                <a:lnTo>
                  <a:pt x="2689178" y="77348"/>
                </a:lnTo>
                <a:lnTo>
                  <a:pt x="2688634" y="78561"/>
                </a:lnTo>
                <a:lnTo>
                  <a:pt x="2688114" y="79794"/>
                </a:lnTo>
                <a:lnTo>
                  <a:pt x="2687618" y="81045"/>
                </a:lnTo>
                <a:lnTo>
                  <a:pt x="2687146" y="82316"/>
                </a:lnTo>
                <a:lnTo>
                  <a:pt x="2686699" y="83605"/>
                </a:lnTo>
                <a:lnTo>
                  <a:pt x="2686275" y="84913"/>
                </a:lnTo>
                <a:lnTo>
                  <a:pt x="2685876" y="86241"/>
                </a:lnTo>
                <a:lnTo>
                  <a:pt x="2685501" y="87587"/>
                </a:lnTo>
                <a:lnTo>
                  <a:pt x="2685151" y="88952"/>
                </a:lnTo>
                <a:lnTo>
                  <a:pt x="2684824" y="90337"/>
                </a:lnTo>
                <a:lnTo>
                  <a:pt x="2684522" y="91740"/>
                </a:lnTo>
                <a:lnTo>
                  <a:pt x="2684244" y="93162"/>
                </a:lnTo>
                <a:lnTo>
                  <a:pt x="2683990" y="94603"/>
                </a:lnTo>
                <a:lnTo>
                  <a:pt x="2683760" y="96064"/>
                </a:lnTo>
                <a:lnTo>
                  <a:pt x="2683555" y="97543"/>
                </a:lnTo>
                <a:lnTo>
                  <a:pt x="2683373" y="99041"/>
                </a:lnTo>
                <a:lnTo>
                  <a:pt x="2683216" y="100558"/>
                </a:lnTo>
                <a:lnTo>
                  <a:pt x="2683083" y="102094"/>
                </a:lnTo>
                <a:lnTo>
                  <a:pt x="2682974" y="103649"/>
                </a:lnTo>
                <a:lnTo>
                  <a:pt x="2682889" y="105223"/>
                </a:lnTo>
                <a:lnTo>
                  <a:pt x="2682829" y="106816"/>
                </a:lnTo>
                <a:lnTo>
                  <a:pt x="2682793" y="108428"/>
                </a:lnTo>
                <a:lnTo>
                  <a:pt x="2682781" y="110059"/>
                </a:lnTo>
                <a:lnTo>
                  <a:pt x="2682793" y="111742"/>
                </a:lnTo>
                <a:lnTo>
                  <a:pt x="2682830" y="113405"/>
                </a:lnTo>
                <a:lnTo>
                  <a:pt x="2682892" y="115047"/>
                </a:lnTo>
                <a:lnTo>
                  <a:pt x="2682979" y="116670"/>
                </a:lnTo>
                <a:lnTo>
                  <a:pt x="2683091" y="118272"/>
                </a:lnTo>
                <a:lnTo>
                  <a:pt x="2683228" y="119853"/>
                </a:lnTo>
                <a:lnTo>
                  <a:pt x="2683389" y="121415"/>
                </a:lnTo>
                <a:lnTo>
                  <a:pt x="2683575" y="122956"/>
                </a:lnTo>
                <a:lnTo>
                  <a:pt x="2683787" y="124477"/>
                </a:lnTo>
                <a:lnTo>
                  <a:pt x="2684023" y="125978"/>
                </a:lnTo>
                <a:lnTo>
                  <a:pt x="2684283" y="127458"/>
                </a:lnTo>
                <a:lnTo>
                  <a:pt x="2684569" y="128918"/>
                </a:lnTo>
                <a:lnTo>
                  <a:pt x="2684880" y="130358"/>
                </a:lnTo>
                <a:lnTo>
                  <a:pt x="2685215" y="131778"/>
                </a:lnTo>
                <a:lnTo>
                  <a:pt x="2685575" y="133177"/>
                </a:lnTo>
                <a:lnTo>
                  <a:pt x="2685960" y="134556"/>
                </a:lnTo>
                <a:lnTo>
                  <a:pt x="2686370" y="135915"/>
                </a:lnTo>
                <a:lnTo>
                  <a:pt x="2686805" y="137253"/>
                </a:lnTo>
                <a:lnTo>
                  <a:pt x="2687264" y="138571"/>
                </a:lnTo>
                <a:lnTo>
                  <a:pt x="2687748" y="139869"/>
                </a:lnTo>
                <a:lnTo>
                  <a:pt x="2688258" y="141147"/>
                </a:lnTo>
                <a:lnTo>
                  <a:pt x="2688792" y="142404"/>
                </a:lnTo>
                <a:lnTo>
                  <a:pt x="2689351" y="143641"/>
                </a:lnTo>
                <a:lnTo>
                  <a:pt x="2689934" y="144858"/>
                </a:lnTo>
                <a:lnTo>
                  <a:pt x="2690542" y="146053"/>
                </a:lnTo>
                <a:lnTo>
                  <a:pt x="2691174" y="147224"/>
                </a:lnTo>
                <a:lnTo>
                  <a:pt x="2691829" y="148371"/>
                </a:lnTo>
                <a:lnTo>
                  <a:pt x="2692507" y="149495"/>
                </a:lnTo>
                <a:lnTo>
                  <a:pt x="2693209" y="150595"/>
                </a:lnTo>
                <a:lnTo>
                  <a:pt x="2693935" y="151672"/>
                </a:lnTo>
                <a:lnTo>
                  <a:pt x="2694684" y="152725"/>
                </a:lnTo>
                <a:lnTo>
                  <a:pt x="2695456" y="153754"/>
                </a:lnTo>
                <a:lnTo>
                  <a:pt x="2696253" y="154760"/>
                </a:lnTo>
                <a:lnTo>
                  <a:pt x="2697072" y="155742"/>
                </a:lnTo>
                <a:lnTo>
                  <a:pt x="2697916" y="156701"/>
                </a:lnTo>
                <a:lnTo>
                  <a:pt x="2698782" y="157636"/>
                </a:lnTo>
                <a:lnTo>
                  <a:pt x="2699673" y="158548"/>
                </a:lnTo>
                <a:lnTo>
                  <a:pt x="2700586" y="159435"/>
                </a:lnTo>
                <a:lnTo>
                  <a:pt x="2701524" y="160300"/>
                </a:lnTo>
                <a:lnTo>
                  <a:pt x="2702485" y="161141"/>
                </a:lnTo>
                <a:lnTo>
                  <a:pt x="2703469" y="161958"/>
                </a:lnTo>
                <a:lnTo>
                  <a:pt x="2704477" y="162751"/>
                </a:lnTo>
                <a:lnTo>
                  <a:pt x="2705508" y="163521"/>
                </a:lnTo>
                <a:lnTo>
                  <a:pt x="2706563" y="164268"/>
                </a:lnTo>
                <a:lnTo>
                  <a:pt x="2707642" y="164990"/>
                </a:lnTo>
                <a:lnTo>
                  <a:pt x="2708744" y="165690"/>
                </a:lnTo>
                <a:lnTo>
                  <a:pt x="2709870" y="166365"/>
                </a:lnTo>
                <a:lnTo>
                  <a:pt x="2711019" y="167017"/>
                </a:lnTo>
                <a:lnTo>
                  <a:pt x="2712191" y="167644"/>
                </a:lnTo>
                <a:lnTo>
                  <a:pt x="2713386" y="168245"/>
                </a:lnTo>
                <a:lnTo>
                  <a:pt x="2714604" y="168818"/>
                </a:lnTo>
                <a:lnTo>
                  <a:pt x="2715844" y="169365"/>
                </a:lnTo>
                <a:lnTo>
                  <a:pt x="2717107" y="169885"/>
                </a:lnTo>
                <a:lnTo>
                  <a:pt x="2718392" y="170379"/>
                </a:lnTo>
                <a:lnTo>
                  <a:pt x="2719700" y="170846"/>
                </a:lnTo>
                <a:lnTo>
                  <a:pt x="2721031" y="171286"/>
                </a:lnTo>
                <a:lnTo>
                  <a:pt x="2722385" y="171699"/>
                </a:lnTo>
                <a:lnTo>
                  <a:pt x="2723761" y="172086"/>
                </a:lnTo>
                <a:lnTo>
                  <a:pt x="2725160" y="172446"/>
                </a:lnTo>
                <a:lnTo>
                  <a:pt x="2726581" y="172780"/>
                </a:lnTo>
                <a:lnTo>
                  <a:pt x="2728025" y="173087"/>
                </a:lnTo>
                <a:lnTo>
                  <a:pt x="2729492" y="173367"/>
                </a:lnTo>
                <a:lnTo>
                  <a:pt x="2730982" y="173620"/>
                </a:lnTo>
                <a:lnTo>
                  <a:pt x="2732494" y="173847"/>
                </a:lnTo>
                <a:lnTo>
                  <a:pt x="2734029" y="174047"/>
                </a:lnTo>
                <a:lnTo>
                  <a:pt x="2735586" y="174220"/>
                </a:lnTo>
                <a:lnTo>
                  <a:pt x="2737166" y="174367"/>
                </a:lnTo>
                <a:lnTo>
                  <a:pt x="2738769" y="174487"/>
                </a:lnTo>
                <a:lnTo>
                  <a:pt x="2740394" y="174581"/>
                </a:lnTo>
                <a:lnTo>
                  <a:pt x="2742043" y="174647"/>
                </a:lnTo>
                <a:lnTo>
                  <a:pt x="2743713" y="174687"/>
                </a:lnTo>
                <a:lnTo>
                  <a:pt x="2745407" y="174701"/>
                </a:lnTo>
                <a:lnTo>
                  <a:pt x="2746790" y="174692"/>
                </a:lnTo>
                <a:lnTo>
                  <a:pt x="2748160" y="174667"/>
                </a:lnTo>
                <a:lnTo>
                  <a:pt x="2749514" y="174626"/>
                </a:lnTo>
                <a:lnTo>
                  <a:pt x="2750854" y="174568"/>
                </a:lnTo>
                <a:lnTo>
                  <a:pt x="2752179" y="174494"/>
                </a:lnTo>
                <a:close/>
                <a:moveTo>
                  <a:pt x="2717015" y="90818"/>
                </a:moveTo>
                <a:lnTo>
                  <a:pt x="2717204" y="89867"/>
                </a:lnTo>
                <a:lnTo>
                  <a:pt x="2717415" y="88938"/>
                </a:lnTo>
                <a:lnTo>
                  <a:pt x="2717650" y="88031"/>
                </a:lnTo>
                <a:lnTo>
                  <a:pt x="2717907" y="87144"/>
                </a:lnTo>
                <a:lnTo>
                  <a:pt x="2718187" y="86278"/>
                </a:lnTo>
                <a:lnTo>
                  <a:pt x="2718490" y="85433"/>
                </a:lnTo>
                <a:lnTo>
                  <a:pt x="2718816" y="84610"/>
                </a:lnTo>
                <a:lnTo>
                  <a:pt x="2719164" y="83807"/>
                </a:lnTo>
                <a:lnTo>
                  <a:pt x="2719536" y="83026"/>
                </a:lnTo>
                <a:lnTo>
                  <a:pt x="2719931" y="82266"/>
                </a:lnTo>
                <a:lnTo>
                  <a:pt x="2720348" y="81527"/>
                </a:lnTo>
                <a:lnTo>
                  <a:pt x="2720788" y="80809"/>
                </a:lnTo>
                <a:lnTo>
                  <a:pt x="2721251" y="80112"/>
                </a:lnTo>
                <a:lnTo>
                  <a:pt x="2721737" y="79436"/>
                </a:lnTo>
                <a:lnTo>
                  <a:pt x="2722246" y="78781"/>
                </a:lnTo>
                <a:lnTo>
                  <a:pt x="2722778" y="78147"/>
                </a:lnTo>
                <a:lnTo>
                  <a:pt x="2723333" y="77535"/>
                </a:lnTo>
                <a:lnTo>
                  <a:pt x="2723910" y="76943"/>
                </a:lnTo>
                <a:lnTo>
                  <a:pt x="2724510" y="76373"/>
                </a:lnTo>
                <a:lnTo>
                  <a:pt x="2725130" y="75824"/>
                </a:lnTo>
                <a:lnTo>
                  <a:pt x="2725763" y="75300"/>
                </a:lnTo>
                <a:lnTo>
                  <a:pt x="2726412" y="74798"/>
                </a:lnTo>
                <a:lnTo>
                  <a:pt x="2727075" y="74320"/>
                </a:lnTo>
                <a:lnTo>
                  <a:pt x="2727752" y="73865"/>
                </a:lnTo>
                <a:lnTo>
                  <a:pt x="2728444" y="73433"/>
                </a:lnTo>
                <a:lnTo>
                  <a:pt x="2729151" y="73025"/>
                </a:lnTo>
                <a:lnTo>
                  <a:pt x="2729872" y="72640"/>
                </a:lnTo>
                <a:lnTo>
                  <a:pt x="2730608" y="72279"/>
                </a:lnTo>
                <a:lnTo>
                  <a:pt x="2731359" y="71940"/>
                </a:lnTo>
                <a:lnTo>
                  <a:pt x="2732124" y="71625"/>
                </a:lnTo>
                <a:lnTo>
                  <a:pt x="2732903" y="71334"/>
                </a:lnTo>
                <a:lnTo>
                  <a:pt x="2733698" y="71066"/>
                </a:lnTo>
                <a:lnTo>
                  <a:pt x="2734507" y="70821"/>
                </a:lnTo>
                <a:lnTo>
                  <a:pt x="2735330" y="70599"/>
                </a:lnTo>
                <a:lnTo>
                  <a:pt x="2736168" y="70401"/>
                </a:lnTo>
                <a:lnTo>
                  <a:pt x="2737021" y="70226"/>
                </a:lnTo>
                <a:lnTo>
                  <a:pt x="2737888" y="70074"/>
                </a:lnTo>
                <a:lnTo>
                  <a:pt x="2738770" y="69946"/>
                </a:lnTo>
                <a:lnTo>
                  <a:pt x="2739667" y="69841"/>
                </a:lnTo>
                <a:lnTo>
                  <a:pt x="2740578" y="69759"/>
                </a:lnTo>
                <a:lnTo>
                  <a:pt x="2741504" y="69701"/>
                </a:lnTo>
                <a:lnTo>
                  <a:pt x="2742444" y="69666"/>
                </a:lnTo>
                <a:lnTo>
                  <a:pt x="2743399" y="69654"/>
                </a:lnTo>
                <a:lnTo>
                  <a:pt x="2744333" y="69666"/>
                </a:lnTo>
                <a:lnTo>
                  <a:pt x="2745253" y="69700"/>
                </a:lnTo>
                <a:lnTo>
                  <a:pt x="2746159" y="69756"/>
                </a:lnTo>
                <a:lnTo>
                  <a:pt x="2747050" y="69836"/>
                </a:lnTo>
                <a:lnTo>
                  <a:pt x="2747928" y="69938"/>
                </a:lnTo>
                <a:lnTo>
                  <a:pt x="2748791" y="70062"/>
                </a:lnTo>
                <a:lnTo>
                  <a:pt x="2749641" y="70209"/>
                </a:lnTo>
                <a:lnTo>
                  <a:pt x="2750476" y="70379"/>
                </a:lnTo>
                <a:lnTo>
                  <a:pt x="2751297" y="70572"/>
                </a:lnTo>
                <a:lnTo>
                  <a:pt x="2752103" y="70787"/>
                </a:lnTo>
                <a:lnTo>
                  <a:pt x="2752896" y="71025"/>
                </a:lnTo>
                <a:lnTo>
                  <a:pt x="2753674" y="71286"/>
                </a:lnTo>
                <a:lnTo>
                  <a:pt x="2754439" y="71569"/>
                </a:lnTo>
                <a:lnTo>
                  <a:pt x="2755189" y="71875"/>
                </a:lnTo>
                <a:lnTo>
                  <a:pt x="2755925" y="72204"/>
                </a:lnTo>
                <a:lnTo>
                  <a:pt x="2756646" y="72555"/>
                </a:lnTo>
                <a:lnTo>
                  <a:pt x="2757354" y="72929"/>
                </a:lnTo>
                <a:lnTo>
                  <a:pt x="2758047" y="73325"/>
                </a:lnTo>
                <a:lnTo>
                  <a:pt x="2758727" y="73745"/>
                </a:lnTo>
                <a:lnTo>
                  <a:pt x="2759392" y="74186"/>
                </a:lnTo>
                <a:lnTo>
                  <a:pt x="2760043" y="74651"/>
                </a:lnTo>
                <a:lnTo>
                  <a:pt x="2760679" y="75138"/>
                </a:lnTo>
                <a:lnTo>
                  <a:pt x="2761302" y="75648"/>
                </a:lnTo>
                <a:lnTo>
                  <a:pt x="2761910" y="76180"/>
                </a:lnTo>
                <a:lnTo>
                  <a:pt x="2762500" y="76736"/>
                </a:lnTo>
                <a:lnTo>
                  <a:pt x="2763066" y="77314"/>
                </a:lnTo>
                <a:lnTo>
                  <a:pt x="2763608" y="77916"/>
                </a:lnTo>
                <a:lnTo>
                  <a:pt x="2764126" y="78541"/>
                </a:lnTo>
                <a:lnTo>
                  <a:pt x="2764620" y="79188"/>
                </a:lnTo>
                <a:lnTo>
                  <a:pt x="2765091" y="79859"/>
                </a:lnTo>
                <a:lnTo>
                  <a:pt x="2765538" y="80553"/>
                </a:lnTo>
                <a:lnTo>
                  <a:pt x="2765961" y="81270"/>
                </a:lnTo>
                <a:lnTo>
                  <a:pt x="2766361" y="82011"/>
                </a:lnTo>
                <a:lnTo>
                  <a:pt x="2766737" y="82774"/>
                </a:lnTo>
                <a:lnTo>
                  <a:pt x="2767089" y="83560"/>
                </a:lnTo>
                <a:lnTo>
                  <a:pt x="2767417" y="84370"/>
                </a:lnTo>
                <a:lnTo>
                  <a:pt x="2767721" y="85202"/>
                </a:lnTo>
                <a:lnTo>
                  <a:pt x="2768002" y="86058"/>
                </a:lnTo>
                <a:lnTo>
                  <a:pt x="2768259" y="86937"/>
                </a:lnTo>
                <a:lnTo>
                  <a:pt x="2768492" y="87838"/>
                </a:lnTo>
                <a:lnTo>
                  <a:pt x="2768702" y="88763"/>
                </a:lnTo>
                <a:lnTo>
                  <a:pt x="2768888" y="89711"/>
                </a:lnTo>
                <a:lnTo>
                  <a:pt x="2769050" y="90682"/>
                </a:lnTo>
                <a:lnTo>
                  <a:pt x="2769188" y="91677"/>
                </a:lnTo>
                <a:lnTo>
                  <a:pt x="2769302" y="92694"/>
                </a:lnTo>
                <a:lnTo>
                  <a:pt x="2769393" y="93734"/>
                </a:lnTo>
                <a:lnTo>
                  <a:pt x="2769460" y="94798"/>
                </a:lnTo>
                <a:lnTo>
                  <a:pt x="2769503" y="95885"/>
                </a:lnTo>
                <a:lnTo>
                  <a:pt x="2716415" y="95885"/>
                </a:lnTo>
                <a:lnTo>
                  <a:pt x="2716490" y="94829"/>
                </a:lnTo>
                <a:lnTo>
                  <a:pt x="2716587" y="93794"/>
                </a:lnTo>
                <a:lnTo>
                  <a:pt x="2716707" y="92781"/>
                </a:lnTo>
                <a:lnTo>
                  <a:pt x="2716850" y="91789"/>
                </a:lnTo>
                <a:lnTo>
                  <a:pt x="2717015" y="90818"/>
                </a:lnTo>
                <a:close/>
                <a:moveTo>
                  <a:pt x="2578926" y="217294"/>
                </a:moveTo>
                <a:lnTo>
                  <a:pt x="2579986" y="217251"/>
                </a:lnTo>
                <a:lnTo>
                  <a:pt x="2581030" y="217197"/>
                </a:lnTo>
                <a:lnTo>
                  <a:pt x="2582059" y="217134"/>
                </a:lnTo>
                <a:lnTo>
                  <a:pt x="2583073" y="217062"/>
                </a:lnTo>
                <a:lnTo>
                  <a:pt x="2584071" y="216980"/>
                </a:lnTo>
                <a:lnTo>
                  <a:pt x="2585053" y="216888"/>
                </a:lnTo>
                <a:lnTo>
                  <a:pt x="2586020" y="216786"/>
                </a:lnTo>
                <a:lnTo>
                  <a:pt x="2586972" y="216675"/>
                </a:lnTo>
                <a:lnTo>
                  <a:pt x="2587908" y="216554"/>
                </a:lnTo>
                <a:lnTo>
                  <a:pt x="2588829" y="216423"/>
                </a:lnTo>
                <a:lnTo>
                  <a:pt x="2589734" y="216282"/>
                </a:lnTo>
                <a:lnTo>
                  <a:pt x="2590624" y="216132"/>
                </a:lnTo>
                <a:lnTo>
                  <a:pt x="2591498" y="215973"/>
                </a:lnTo>
                <a:lnTo>
                  <a:pt x="2592357" y="215803"/>
                </a:lnTo>
                <a:lnTo>
                  <a:pt x="2593200" y="215624"/>
                </a:lnTo>
                <a:lnTo>
                  <a:pt x="2594028" y="215435"/>
                </a:lnTo>
                <a:lnTo>
                  <a:pt x="2594840" y="215237"/>
                </a:lnTo>
                <a:lnTo>
                  <a:pt x="2595637" y="215029"/>
                </a:lnTo>
                <a:lnTo>
                  <a:pt x="2596419" y="214811"/>
                </a:lnTo>
                <a:lnTo>
                  <a:pt x="2597185" y="214583"/>
                </a:lnTo>
                <a:lnTo>
                  <a:pt x="2597938" y="214343"/>
                </a:lnTo>
                <a:lnTo>
                  <a:pt x="2598682" y="214088"/>
                </a:lnTo>
                <a:lnTo>
                  <a:pt x="2599415" y="213818"/>
                </a:lnTo>
                <a:lnTo>
                  <a:pt x="2600139" y="213532"/>
                </a:lnTo>
                <a:lnTo>
                  <a:pt x="2600853" y="213231"/>
                </a:lnTo>
                <a:lnTo>
                  <a:pt x="2601558" y="212914"/>
                </a:lnTo>
                <a:lnTo>
                  <a:pt x="2602252" y="212582"/>
                </a:lnTo>
                <a:lnTo>
                  <a:pt x="2602937" y="212234"/>
                </a:lnTo>
                <a:lnTo>
                  <a:pt x="2603612" y="211871"/>
                </a:lnTo>
                <a:lnTo>
                  <a:pt x="2604277" y="211493"/>
                </a:lnTo>
                <a:lnTo>
                  <a:pt x="2604932" y="211100"/>
                </a:lnTo>
                <a:lnTo>
                  <a:pt x="2605578" y="210691"/>
                </a:lnTo>
                <a:lnTo>
                  <a:pt x="2606213" y="210266"/>
                </a:lnTo>
                <a:lnTo>
                  <a:pt x="2606839" y="209826"/>
                </a:lnTo>
                <a:lnTo>
                  <a:pt x="2607455" y="209371"/>
                </a:lnTo>
                <a:lnTo>
                  <a:pt x="2608062" y="208901"/>
                </a:lnTo>
                <a:lnTo>
                  <a:pt x="2608658" y="208415"/>
                </a:lnTo>
                <a:lnTo>
                  <a:pt x="2609245" y="207913"/>
                </a:lnTo>
                <a:lnTo>
                  <a:pt x="2609822" y="207397"/>
                </a:lnTo>
                <a:lnTo>
                  <a:pt x="2610389" y="206864"/>
                </a:lnTo>
                <a:lnTo>
                  <a:pt x="2610946" y="206317"/>
                </a:lnTo>
                <a:lnTo>
                  <a:pt x="2611493" y="205754"/>
                </a:lnTo>
                <a:lnTo>
                  <a:pt x="2612031" y="205176"/>
                </a:lnTo>
                <a:lnTo>
                  <a:pt x="2612559" y="204582"/>
                </a:lnTo>
                <a:lnTo>
                  <a:pt x="2613079" y="203971"/>
                </a:lnTo>
                <a:lnTo>
                  <a:pt x="2613594" y="203339"/>
                </a:lnTo>
                <a:lnTo>
                  <a:pt x="2614104" y="202687"/>
                </a:lnTo>
                <a:lnTo>
                  <a:pt x="2614609" y="202015"/>
                </a:lnTo>
                <a:lnTo>
                  <a:pt x="2615108" y="201322"/>
                </a:lnTo>
                <a:lnTo>
                  <a:pt x="2615602" y="200610"/>
                </a:lnTo>
                <a:lnTo>
                  <a:pt x="2616091" y="199877"/>
                </a:lnTo>
                <a:lnTo>
                  <a:pt x="2616575" y="199124"/>
                </a:lnTo>
                <a:lnTo>
                  <a:pt x="2617053" y="198350"/>
                </a:lnTo>
                <a:lnTo>
                  <a:pt x="2617527" y="197557"/>
                </a:lnTo>
                <a:lnTo>
                  <a:pt x="2617995" y="196743"/>
                </a:lnTo>
                <a:lnTo>
                  <a:pt x="2618458" y="195909"/>
                </a:lnTo>
                <a:lnTo>
                  <a:pt x="2618915" y="195054"/>
                </a:lnTo>
                <a:lnTo>
                  <a:pt x="2619367" y="194180"/>
                </a:lnTo>
                <a:lnTo>
                  <a:pt x="2619815" y="193285"/>
                </a:lnTo>
                <a:lnTo>
                  <a:pt x="2620256" y="192370"/>
                </a:lnTo>
                <a:lnTo>
                  <a:pt x="2620693" y="191435"/>
                </a:lnTo>
                <a:lnTo>
                  <a:pt x="2621124" y="190479"/>
                </a:lnTo>
                <a:lnTo>
                  <a:pt x="2621551" y="189503"/>
                </a:lnTo>
                <a:lnTo>
                  <a:pt x="2621972" y="188507"/>
                </a:lnTo>
                <a:lnTo>
                  <a:pt x="2622387" y="187491"/>
                </a:lnTo>
                <a:lnTo>
                  <a:pt x="2622798" y="186455"/>
                </a:lnTo>
                <a:lnTo>
                  <a:pt x="2623203" y="185398"/>
                </a:lnTo>
                <a:lnTo>
                  <a:pt x="2623603" y="184321"/>
                </a:lnTo>
                <a:lnTo>
                  <a:pt x="2628121" y="172038"/>
                </a:lnTo>
                <a:lnTo>
                  <a:pt x="2672173" y="48444"/>
                </a:lnTo>
                <a:lnTo>
                  <a:pt x="2638538" y="48444"/>
                </a:lnTo>
                <a:lnTo>
                  <a:pt x="2610927" y="140171"/>
                </a:lnTo>
                <a:lnTo>
                  <a:pt x="2579928" y="48444"/>
                </a:lnTo>
                <a:lnTo>
                  <a:pt x="2545289" y="48444"/>
                </a:lnTo>
                <a:lnTo>
                  <a:pt x="2592980" y="172441"/>
                </a:lnTo>
                <a:lnTo>
                  <a:pt x="2590219" y="179093"/>
                </a:lnTo>
                <a:lnTo>
                  <a:pt x="2590026" y="179589"/>
                </a:lnTo>
                <a:lnTo>
                  <a:pt x="2589824" y="180074"/>
                </a:lnTo>
                <a:lnTo>
                  <a:pt x="2589612" y="180546"/>
                </a:lnTo>
                <a:lnTo>
                  <a:pt x="2589391" y="181007"/>
                </a:lnTo>
                <a:lnTo>
                  <a:pt x="2589161" y="181456"/>
                </a:lnTo>
                <a:lnTo>
                  <a:pt x="2588921" y="181893"/>
                </a:lnTo>
                <a:lnTo>
                  <a:pt x="2588672" y="182319"/>
                </a:lnTo>
                <a:lnTo>
                  <a:pt x="2588413" y="182733"/>
                </a:lnTo>
                <a:lnTo>
                  <a:pt x="2588146" y="183135"/>
                </a:lnTo>
                <a:lnTo>
                  <a:pt x="2587868" y="183525"/>
                </a:lnTo>
                <a:lnTo>
                  <a:pt x="2587582" y="183903"/>
                </a:lnTo>
                <a:lnTo>
                  <a:pt x="2587286" y="184270"/>
                </a:lnTo>
                <a:lnTo>
                  <a:pt x="2586980" y="184625"/>
                </a:lnTo>
                <a:lnTo>
                  <a:pt x="2586666" y="184968"/>
                </a:lnTo>
                <a:lnTo>
                  <a:pt x="2586341" y="185300"/>
                </a:lnTo>
                <a:lnTo>
                  <a:pt x="2586008" y="185619"/>
                </a:lnTo>
                <a:lnTo>
                  <a:pt x="2585665" y="185927"/>
                </a:lnTo>
                <a:lnTo>
                  <a:pt x="2585313" y="186223"/>
                </a:lnTo>
                <a:lnTo>
                  <a:pt x="2584951" y="186508"/>
                </a:lnTo>
                <a:lnTo>
                  <a:pt x="2584580" y="186780"/>
                </a:lnTo>
                <a:lnTo>
                  <a:pt x="2584200" y="187041"/>
                </a:lnTo>
                <a:lnTo>
                  <a:pt x="2583810" y="187290"/>
                </a:lnTo>
                <a:lnTo>
                  <a:pt x="2583411" y="187527"/>
                </a:lnTo>
                <a:lnTo>
                  <a:pt x="2583003" y="187753"/>
                </a:lnTo>
                <a:lnTo>
                  <a:pt x="2582586" y="187968"/>
                </a:lnTo>
                <a:lnTo>
                  <a:pt x="2582160" y="188174"/>
                </a:lnTo>
                <a:lnTo>
                  <a:pt x="2581725" y="188371"/>
                </a:lnTo>
                <a:lnTo>
                  <a:pt x="2581282" y="188558"/>
                </a:lnTo>
                <a:lnTo>
                  <a:pt x="2580831" y="188737"/>
                </a:lnTo>
                <a:lnTo>
                  <a:pt x="2580371" y="188906"/>
                </a:lnTo>
                <a:lnTo>
                  <a:pt x="2579903" y="189066"/>
                </a:lnTo>
                <a:lnTo>
                  <a:pt x="2579426" y="189217"/>
                </a:lnTo>
                <a:lnTo>
                  <a:pt x="2578941" y="189359"/>
                </a:lnTo>
                <a:lnTo>
                  <a:pt x="2578447" y="189492"/>
                </a:lnTo>
                <a:lnTo>
                  <a:pt x="2577944" y="189615"/>
                </a:lnTo>
                <a:lnTo>
                  <a:pt x="2577434" y="189730"/>
                </a:lnTo>
                <a:lnTo>
                  <a:pt x="2576914" y="189835"/>
                </a:lnTo>
                <a:lnTo>
                  <a:pt x="2576386" y="189931"/>
                </a:lnTo>
                <a:lnTo>
                  <a:pt x="2575850" y="190018"/>
                </a:lnTo>
                <a:lnTo>
                  <a:pt x="2575305" y="190096"/>
                </a:lnTo>
                <a:lnTo>
                  <a:pt x="2574752" y="190164"/>
                </a:lnTo>
                <a:lnTo>
                  <a:pt x="2574190" y="190224"/>
                </a:lnTo>
                <a:lnTo>
                  <a:pt x="2573620" y="190274"/>
                </a:lnTo>
                <a:lnTo>
                  <a:pt x="2573041" y="190315"/>
                </a:lnTo>
                <a:lnTo>
                  <a:pt x="2572454" y="190347"/>
                </a:lnTo>
                <a:lnTo>
                  <a:pt x="2571858" y="190370"/>
                </a:lnTo>
                <a:lnTo>
                  <a:pt x="2571254" y="190384"/>
                </a:lnTo>
                <a:lnTo>
                  <a:pt x="2570641" y="190388"/>
                </a:lnTo>
                <a:lnTo>
                  <a:pt x="2559597" y="190388"/>
                </a:lnTo>
                <a:lnTo>
                  <a:pt x="2559597" y="217372"/>
                </a:lnTo>
                <a:lnTo>
                  <a:pt x="2574531" y="217372"/>
                </a:lnTo>
                <a:lnTo>
                  <a:pt x="2575653" y="217367"/>
                </a:lnTo>
                <a:lnTo>
                  <a:pt x="2576760" y="217352"/>
                </a:lnTo>
                <a:lnTo>
                  <a:pt x="2577850" y="217328"/>
                </a:lnTo>
                <a:lnTo>
                  <a:pt x="2578926" y="217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35FE2-7D8E-4B41-A207-99D608CD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75" y="1601278"/>
            <a:ext cx="1517971" cy="989941"/>
          </a:xfrm>
          <a:custGeom xmlns:a="http://schemas.openxmlformats.org/drawingml/2006/main">
            <a:pathLst>
              <a:path w="1517971" h="989941">
                <a:moveTo>
                  <a:pt x="0" y="68448"/>
                </a:moveTo>
                <a:cubicBezTo>
                  <a:pt x="0" y="30732"/>
                  <a:pt x="30732" y="0"/>
                  <a:pt x="68448" y="0"/>
                </a:cubicBezTo>
                <a:lnTo>
                  <a:pt x="1449523" y="0"/>
                </a:lnTo>
                <a:cubicBezTo>
                  <a:pt x="1487472" y="0"/>
                  <a:pt x="1517971" y="30732"/>
                  <a:pt x="1517971" y="68448"/>
                </a:cubicBezTo>
                <a:lnTo>
                  <a:pt x="1517971" y="921725"/>
                </a:lnTo>
                <a:cubicBezTo>
                  <a:pt x="1517971" y="959442"/>
                  <a:pt x="1487472" y="989941"/>
                  <a:pt x="1449523" y="989941"/>
                </a:cubicBezTo>
                <a:lnTo>
                  <a:pt x="68448" y="989941"/>
                </a:lnTo>
                <a:cubicBezTo>
                  <a:pt x="30732" y="989941"/>
                  <a:pt x="0" y="959442"/>
                  <a:pt x="0" y="921725"/>
                </a:cubicBezTo>
                <a:lnTo>
                  <a:pt x="0" y="68448"/>
                </a:lnTo>
                <a:close/>
              </a:path>
            </a:pathLst>
          </a:custGeom>
          <a:solidFill xmlns:a="http://schemas.openxmlformats.org/drawingml/2006/main">
            <a:srgbClr val="FBE3D6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035DF-B840-4998-B04F-219EF90C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75" y="1601278"/>
            <a:ext cx="1517971" cy="989941"/>
          </a:xfrm>
          <a:custGeom xmlns:a="http://schemas.openxmlformats.org/drawingml/2006/main">
            <a:pathLst>
              <a:path w="1517971" h="989941" fill="none">
                <a:moveTo>
                  <a:pt x="0" y="68448"/>
                </a:moveTo>
                <a:cubicBezTo>
                  <a:pt x="0" y="30732"/>
                  <a:pt x="30732" y="0"/>
                  <a:pt x="68448" y="0"/>
                </a:cubicBezTo>
                <a:lnTo>
                  <a:pt x="1449523" y="0"/>
                </a:lnTo>
                <a:cubicBezTo>
                  <a:pt x="1487472" y="0"/>
                  <a:pt x="1517971" y="30732"/>
                  <a:pt x="1517971" y="68448"/>
                </a:cubicBezTo>
                <a:lnTo>
                  <a:pt x="1517971" y="921725"/>
                </a:lnTo>
                <a:cubicBezTo>
                  <a:pt x="1517971" y="959442"/>
                  <a:pt x="1487472" y="989941"/>
                  <a:pt x="1449523" y="989941"/>
                </a:cubicBezTo>
                <a:lnTo>
                  <a:pt x="68448" y="989941"/>
                </a:lnTo>
                <a:cubicBezTo>
                  <a:pt x="30732" y="989941"/>
                  <a:pt x="0" y="959442"/>
                  <a:pt x="0" y="921725"/>
                </a:cubicBezTo>
                <a:lnTo>
                  <a:pt x="0" y="684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BA4609"/>
            </a:solidFill>
            <a:miter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779f1363e4fc9"/>
          <a:stretch xmlns:a="http://schemas.openxmlformats.org/drawingml/2006/main"/>
        </p:blipFill>
        <p:spPr>
          <a:xfrm xmlns:a="http://schemas.openxmlformats.org/drawingml/2006/main">
            <a:off x="6207709" y="1699293"/>
            <a:ext cx="918957" cy="619761"/>
          </a:xfrm>
          <a:prstGeom xmlns:a="http://schemas.openxmlformats.org/drawingml/2006/main" prst="rect">
            <a:avLst/>
          </a:prstGeom>
        </p:spPr>
      </p:pic>
      <p:sp>
        <p:nvSpPr>
          <p:cNvPr id="8" name="Text ActionSpace">
            <a:extLst xmlns:a="http://schemas.openxmlformats.org/drawingml/2006/main">
              <a:ext uri="{FF2B5EF4-FFF2-40B4-BE49-F238E27FC236}">
                <a16:creationId xmlns:a16="http://schemas.microsoft.com/office/drawing/2014/main" id="{D13B5C09-B9A9-4515-84A5-3BEEA6EB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051" y="2372879"/>
            <a:ext cx="1246167" cy="177205"/>
          </a:xfrm>
          <a:custGeom xmlns:a="http://schemas.openxmlformats.org/drawingml/2006/main">
            <a:pathLst>
              <a:path w="1246167" h="177205">
                <a:moveTo>
                  <a:pt x="0" y="140577"/>
                </a:moveTo>
                <a:lnTo>
                  <a:pt x="49519" y="2865"/>
                </a:lnTo>
                <a:lnTo>
                  <a:pt x="79701" y="2865"/>
                </a:lnTo>
                <a:lnTo>
                  <a:pt x="129323" y="140577"/>
                </a:lnTo>
                <a:lnTo>
                  <a:pt x="99345" y="140577"/>
                </a:lnTo>
                <a:lnTo>
                  <a:pt x="89523" y="110293"/>
                </a:lnTo>
                <a:lnTo>
                  <a:pt x="39800" y="110293"/>
                </a:lnTo>
                <a:lnTo>
                  <a:pt x="29671" y="140577"/>
                </a:lnTo>
                <a:lnTo>
                  <a:pt x="0" y="140577"/>
                </a:lnTo>
                <a:moveTo>
                  <a:pt x="46654" y="86454"/>
                </a:moveTo>
                <a:lnTo>
                  <a:pt x="82464" y="86454"/>
                </a:lnTo>
                <a:lnTo>
                  <a:pt x="64559" y="31308"/>
                </a:lnTo>
                <a:lnTo>
                  <a:pt x="46654" y="86454"/>
                </a:lnTo>
                <a:close/>
                <a:moveTo>
                  <a:pt x="190203" y="142419"/>
                </a:moveTo>
                <a:cubicBezTo>
                  <a:pt x="180927" y="142419"/>
                  <a:pt x="172503" y="140618"/>
                  <a:pt x="164932" y="137016"/>
                </a:cubicBezTo>
                <a:cubicBezTo>
                  <a:pt x="157361" y="133411"/>
                  <a:pt x="151358" y="127798"/>
                  <a:pt x="146925" y="120176"/>
                </a:cubicBezTo>
                <a:cubicBezTo>
                  <a:pt x="142491" y="112553"/>
                  <a:pt x="140274" y="102713"/>
                  <a:pt x="140274" y="90655"/>
                </a:cubicBezTo>
                <a:cubicBezTo>
                  <a:pt x="140274" y="78599"/>
                  <a:pt x="142389" y="68691"/>
                  <a:pt x="146618" y="60930"/>
                </a:cubicBezTo>
                <a:cubicBezTo>
                  <a:pt x="150847" y="53169"/>
                  <a:pt x="156730" y="47401"/>
                  <a:pt x="164267" y="43623"/>
                </a:cubicBezTo>
                <a:cubicBezTo>
                  <a:pt x="171804" y="39846"/>
                  <a:pt x="180449" y="37958"/>
                  <a:pt x="190203" y="37958"/>
                </a:cubicBezTo>
                <a:cubicBezTo>
                  <a:pt x="198661" y="37958"/>
                  <a:pt x="206300" y="39380"/>
                  <a:pt x="213121" y="42223"/>
                </a:cubicBezTo>
                <a:cubicBezTo>
                  <a:pt x="219942" y="45064"/>
                  <a:pt x="225364" y="49309"/>
                  <a:pt x="229389" y="54958"/>
                </a:cubicBezTo>
                <a:cubicBezTo>
                  <a:pt x="233413" y="60606"/>
                  <a:pt x="235459" y="67729"/>
                  <a:pt x="235527" y="76325"/>
                </a:cubicBezTo>
                <a:lnTo>
                  <a:pt x="209233" y="76325"/>
                </a:lnTo>
                <a:cubicBezTo>
                  <a:pt x="209097" y="71022"/>
                  <a:pt x="207391" y="66797"/>
                  <a:pt x="204117" y="63651"/>
                </a:cubicBezTo>
                <a:cubicBezTo>
                  <a:pt x="200843" y="60505"/>
                  <a:pt x="196239" y="58932"/>
                  <a:pt x="190305" y="58932"/>
                </a:cubicBezTo>
                <a:cubicBezTo>
                  <a:pt x="182461" y="58932"/>
                  <a:pt x="176783" y="61699"/>
                  <a:pt x="173270" y="67232"/>
                </a:cubicBezTo>
                <a:cubicBezTo>
                  <a:pt x="169758" y="72765"/>
                  <a:pt x="168001" y="80575"/>
                  <a:pt x="168001" y="90662"/>
                </a:cubicBezTo>
                <a:cubicBezTo>
                  <a:pt x="168001" y="97176"/>
                  <a:pt x="168769" y="102727"/>
                  <a:pt x="170303" y="107316"/>
                </a:cubicBezTo>
                <a:cubicBezTo>
                  <a:pt x="171838" y="111903"/>
                  <a:pt x="174259" y="115405"/>
                  <a:pt x="177567" y="117822"/>
                </a:cubicBezTo>
                <a:cubicBezTo>
                  <a:pt x="180875" y="120237"/>
                  <a:pt x="185121" y="121445"/>
                  <a:pt x="190305" y="121445"/>
                </a:cubicBezTo>
                <a:cubicBezTo>
                  <a:pt x="196376" y="121445"/>
                  <a:pt x="201167" y="119729"/>
                  <a:pt x="204680" y="116297"/>
                </a:cubicBezTo>
                <a:cubicBezTo>
                  <a:pt x="208193" y="112863"/>
                  <a:pt x="210017" y="107997"/>
                  <a:pt x="210154" y="101699"/>
                </a:cubicBezTo>
                <a:lnTo>
                  <a:pt x="236448" y="101699"/>
                </a:lnTo>
                <a:cubicBezTo>
                  <a:pt x="236244" y="110517"/>
                  <a:pt x="234146" y="117946"/>
                  <a:pt x="230156" y="123987"/>
                </a:cubicBezTo>
                <a:cubicBezTo>
                  <a:pt x="226166" y="130025"/>
                  <a:pt x="220726" y="134607"/>
                  <a:pt x="213837" y="137732"/>
                </a:cubicBezTo>
                <a:cubicBezTo>
                  <a:pt x="206948" y="140857"/>
                  <a:pt x="199070" y="142419"/>
                  <a:pt x="190203" y="142419"/>
                </a:cubicBezTo>
                <a:close/>
                <a:moveTo>
                  <a:pt x="303090" y="140577"/>
                </a:moveTo>
                <a:cubicBezTo>
                  <a:pt x="292995" y="140577"/>
                  <a:pt x="285168" y="139349"/>
                  <a:pt x="279609" y="136891"/>
                </a:cubicBezTo>
                <a:cubicBezTo>
                  <a:pt x="274050" y="134431"/>
                  <a:pt x="270179" y="130621"/>
                  <a:pt x="267997" y="125461"/>
                </a:cubicBezTo>
                <a:cubicBezTo>
                  <a:pt x="265814" y="120300"/>
                  <a:pt x="264723" y="113564"/>
                  <a:pt x="264723" y="105251"/>
                </a:cubicBezTo>
                <a:lnTo>
                  <a:pt x="264723" y="60364"/>
                </a:lnTo>
                <a:lnTo>
                  <a:pt x="248148" y="60364"/>
                </a:lnTo>
                <a:lnTo>
                  <a:pt x="248148" y="39493"/>
                </a:lnTo>
                <a:lnTo>
                  <a:pt x="264723" y="39493"/>
                </a:lnTo>
                <a:lnTo>
                  <a:pt x="264723" y="15961"/>
                </a:lnTo>
                <a:lnTo>
                  <a:pt x="291836" y="15961"/>
                </a:lnTo>
                <a:lnTo>
                  <a:pt x="291836" y="39493"/>
                </a:lnTo>
                <a:lnTo>
                  <a:pt x="313628" y="39493"/>
                </a:lnTo>
                <a:lnTo>
                  <a:pt x="313628" y="60364"/>
                </a:lnTo>
                <a:lnTo>
                  <a:pt x="291836" y="60364"/>
                </a:lnTo>
                <a:lnTo>
                  <a:pt x="291836" y="103828"/>
                </a:lnTo>
                <a:cubicBezTo>
                  <a:pt x="291836" y="109191"/>
                  <a:pt x="292569" y="113161"/>
                  <a:pt x="294035" y="115738"/>
                </a:cubicBezTo>
                <a:cubicBezTo>
                  <a:pt x="295502" y="118315"/>
                  <a:pt x="298827" y="119603"/>
                  <a:pt x="304011" y="119603"/>
                </a:cubicBezTo>
                <a:lnTo>
                  <a:pt x="313628" y="119603"/>
                </a:lnTo>
                <a:lnTo>
                  <a:pt x="313628" y="140577"/>
                </a:lnTo>
                <a:lnTo>
                  <a:pt x="303090" y="140577"/>
                </a:lnTo>
                <a:close/>
                <a:moveTo>
                  <a:pt x="334811" y="140577"/>
                </a:moveTo>
                <a:lnTo>
                  <a:pt x="334811" y="39493"/>
                </a:lnTo>
                <a:lnTo>
                  <a:pt x="361924" y="39493"/>
                </a:lnTo>
                <a:lnTo>
                  <a:pt x="361924" y="140577"/>
                </a:lnTo>
                <a:lnTo>
                  <a:pt x="334811" y="140577"/>
                </a:lnTo>
                <a:moveTo>
                  <a:pt x="348418" y="26397"/>
                </a:moveTo>
                <a:cubicBezTo>
                  <a:pt x="343439" y="26397"/>
                  <a:pt x="339637" y="25135"/>
                  <a:pt x="337011" y="22611"/>
                </a:cubicBezTo>
                <a:cubicBezTo>
                  <a:pt x="334385" y="20087"/>
                  <a:pt x="333072" y="16950"/>
                  <a:pt x="333072" y="13198"/>
                </a:cubicBezTo>
                <a:cubicBezTo>
                  <a:pt x="333072" y="9379"/>
                  <a:pt x="334385" y="6224"/>
                  <a:pt x="337011" y="3734"/>
                </a:cubicBezTo>
                <a:cubicBezTo>
                  <a:pt x="339637" y="1245"/>
                  <a:pt x="343439" y="0"/>
                  <a:pt x="348418" y="0"/>
                </a:cubicBezTo>
                <a:cubicBezTo>
                  <a:pt x="353398" y="0"/>
                  <a:pt x="357200" y="1245"/>
                  <a:pt x="359826" y="3734"/>
                </a:cubicBezTo>
                <a:cubicBezTo>
                  <a:pt x="362452" y="6224"/>
                  <a:pt x="363765" y="9379"/>
                  <a:pt x="363765" y="13198"/>
                </a:cubicBezTo>
                <a:cubicBezTo>
                  <a:pt x="363765" y="16950"/>
                  <a:pt x="362452" y="20087"/>
                  <a:pt x="359826" y="22611"/>
                </a:cubicBezTo>
                <a:cubicBezTo>
                  <a:pt x="357200" y="25135"/>
                  <a:pt x="353398" y="26397"/>
                  <a:pt x="348418" y="26397"/>
                </a:cubicBezTo>
                <a:close/>
                <a:moveTo>
                  <a:pt x="436291" y="142419"/>
                </a:moveTo>
                <a:cubicBezTo>
                  <a:pt x="426196" y="142419"/>
                  <a:pt x="417346" y="140383"/>
                  <a:pt x="409741" y="136312"/>
                </a:cubicBezTo>
                <a:cubicBezTo>
                  <a:pt x="402136" y="132239"/>
                  <a:pt x="396253" y="126338"/>
                  <a:pt x="392092" y="118609"/>
                </a:cubicBezTo>
                <a:cubicBezTo>
                  <a:pt x="387931" y="110878"/>
                  <a:pt x="385851" y="101525"/>
                  <a:pt x="385851" y="90550"/>
                </a:cubicBezTo>
                <a:cubicBezTo>
                  <a:pt x="385851" y="79370"/>
                  <a:pt x="387931" y="69863"/>
                  <a:pt x="392092" y="62030"/>
                </a:cubicBezTo>
                <a:cubicBezTo>
                  <a:pt x="396253" y="54195"/>
                  <a:pt x="402136" y="48224"/>
                  <a:pt x="409741" y="44119"/>
                </a:cubicBezTo>
                <a:cubicBezTo>
                  <a:pt x="417346" y="40012"/>
                  <a:pt x="426196" y="37958"/>
                  <a:pt x="436291" y="37958"/>
                </a:cubicBezTo>
                <a:cubicBezTo>
                  <a:pt x="446522" y="37958"/>
                  <a:pt x="455440" y="40012"/>
                  <a:pt x="463046" y="44119"/>
                </a:cubicBezTo>
                <a:cubicBezTo>
                  <a:pt x="470651" y="48224"/>
                  <a:pt x="476568" y="54195"/>
                  <a:pt x="480797" y="62030"/>
                </a:cubicBezTo>
                <a:cubicBezTo>
                  <a:pt x="485026" y="69863"/>
                  <a:pt x="487140" y="79370"/>
                  <a:pt x="487140" y="90550"/>
                </a:cubicBezTo>
                <a:cubicBezTo>
                  <a:pt x="487140" y="101525"/>
                  <a:pt x="485026" y="110878"/>
                  <a:pt x="480797" y="118609"/>
                </a:cubicBezTo>
                <a:cubicBezTo>
                  <a:pt x="476568" y="126338"/>
                  <a:pt x="470651" y="132239"/>
                  <a:pt x="463046" y="136312"/>
                </a:cubicBezTo>
                <a:cubicBezTo>
                  <a:pt x="455440" y="140383"/>
                  <a:pt x="446522" y="142419"/>
                  <a:pt x="436291" y="142419"/>
                </a:cubicBezTo>
                <a:moveTo>
                  <a:pt x="436291" y="121752"/>
                </a:moveTo>
                <a:cubicBezTo>
                  <a:pt x="442225" y="121752"/>
                  <a:pt x="446880" y="120343"/>
                  <a:pt x="450257" y="117525"/>
                </a:cubicBezTo>
                <a:cubicBezTo>
                  <a:pt x="453633" y="114707"/>
                  <a:pt x="456020" y="110933"/>
                  <a:pt x="457418" y="106204"/>
                </a:cubicBezTo>
                <a:cubicBezTo>
                  <a:pt x="458817" y="101474"/>
                  <a:pt x="459516" y="96257"/>
                  <a:pt x="459516" y="90553"/>
                </a:cubicBezTo>
                <a:cubicBezTo>
                  <a:pt x="459516" y="84708"/>
                  <a:pt x="458817" y="79386"/>
                  <a:pt x="457418" y="74586"/>
                </a:cubicBezTo>
                <a:cubicBezTo>
                  <a:pt x="456020" y="69786"/>
                  <a:pt x="453633" y="65960"/>
                  <a:pt x="450257" y="63108"/>
                </a:cubicBezTo>
                <a:cubicBezTo>
                  <a:pt x="446880" y="60256"/>
                  <a:pt x="442225" y="58830"/>
                  <a:pt x="436291" y="58830"/>
                </a:cubicBezTo>
                <a:cubicBezTo>
                  <a:pt x="430493" y="58830"/>
                  <a:pt x="425940" y="60256"/>
                  <a:pt x="422632" y="63108"/>
                </a:cubicBezTo>
                <a:cubicBezTo>
                  <a:pt x="419324" y="65960"/>
                  <a:pt x="416988" y="69786"/>
                  <a:pt x="415624" y="74586"/>
                </a:cubicBezTo>
                <a:cubicBezTo>
                  <a:pt x="414260" y="79386"/>
                  <a:pt x="413578" y="84708"/>
                  <a:pt x="413578" y="90553"/>
                </a:cubicBezTo>
                <a:cubicBezTo>
                  <a:pt x="413578" y="96257"/>
                  <a:pt x="414260" y="101474"/>
                  <a:pt x="415624" y="106204"/>
                </a:cubicBezTo>
                <a:cubicBezTo>
                  <a:pt x="416988" y="110933"/>
                  <a:pt x="419324" y="114707"/>
                  <a:pt x="422632" y="117525"/>
                </a:cubicBezTo>
                <a:cubicBezTo>
                  <a:pt x="425940" y="120343"/>
                  <a:pt x="430493" y="121752"/>
                  <a:pt x="436291" y="121752"/>
                </a:cubicBezTo>
                <a:close/>
                <a:moveTo>
                  <a:pt x="511031" y="140577"/>
                </a:moveTo>
                <a:lnTo>
                  <a:pt x="511031" y="39493"/>
                </a:lnTo>
                <a:lnTo>
                  <a:pt x="537120" y="39493"/>
                </a:lnTo>
                <a:lnTo>
                  <a:pt x="537632" y="54328"/>
                </a:lnTo>
                <a:cubicBezTo>
                  <a:pt x="540974" y="50031"/>
                  <a:pt x="545374" y="46228"/>
                  <a:pt x="550830" y="42920"/>
                </a:cubicBezTo>
                <a:cubicBezTo>
                  <a:pt x="556287" y="39612"/>
                  <a:pt x="563381" y="37958"/>
                  <a:pt x="572111" y="37958"/>
                </a:cubicBezTo>
                <a:cubicBezTo>
                  <a:pt x="582274" y="37958"/>
                  <a:pt x="590152" y="41085"/>
                  <a:pt x="595745" y="47339"/>
                </a:cubicBezTo>
                <a:cubicBezTo>
                  <a:pt x="601338" y="53593"/>
                  <a:pt x="604135" y="62731"/>
                  <a:pt x="604135" y="74755"/>
                </a:cubicBezTo>
                <a:lnTo>
                  <a:pt x="604135" y="140577"/>
                </a:lnTo>
                <a:lnTo>
                  <a:pt x="577227" y="140577"/>
                </a:lnTo>
                <a:lnTo>
                  <a:pt x="577227" y="78061"/>
                </a:lnTo>
                <a:cubicBezTo>
                  <a:pt x="577227" y="74384"/>
                  <a:pt x="576715" y="71159"/>
                  <a:pt x="575692" y="68386"/>
                </a:cubicBezTo>
                <a:cubicBezTo>
                  <a:pt x="574669" y="65613"/>
                  <a:pt x="573049" y="63464"/>
                  <a:pt x="570832" y="61937"/>
                </a:cubicBezTo>
                <a:cubicBezTo>
                  <a:pt x="568616" y="60411"/>
                  <a:pt x="565700" y="59648"/>
                  <a:pt x="562085" y="59648"/>
                </a:cubicBezTo>
                <a:cubicBezTo>
                  <a:pt x="556696" y="59648"/>
                  <a:pt x="552075" y="60931"/>
                  <a:pt x="548221" y="63498"/>
                </a:cubicBezTo>
                <a:cubicBezTo>
                  <a:pt x="544367" y="66064"/>
                  <a:pt x="541008" y="69185"/>
                  <a:pt x="538143" y="72859"/>
                </a:cubicBezTo>
                <a:lnTo>
                  <a:pt x="538143" y="140577"/>
                </a:lnTo>
                <a:lnTo>
                  <a:pt x="511031" y="140577"/>
                </a:lnTo>
                <a:close/>
                <a:moveTo>
                  <a:pt x="724636" y="142419"/>
                </a:moveTo>
                <a:cubicBezTo>
                  <a:pt x="714200" y="142419"/>
                  <a:pt x="704804" y="140934"/>
                  <a:pt x="696449" y="137965"/>
                </a:cubicBezTo>
                <a:cubicBezTo>
                  <a:pt x="688093" y="134996"/>
                  <a:pt x="681460" y="130269"/>
                  <a:pt x="676549" y="123785"/>
                </a:cubicBezTo>
                <a:cubicBezTo>
                  <a:pt x="671638" y="117301"/>
                  <a:pt x="669183" y="108837"/>
                  <a:pt x="669183" y="98393"/>
                </a:cubicBezTo>
                <a:lnTo>
                  <a:pt x="698649" y="98393"/>
                </a:lnTo>
                <a:cubicBezTo>
                  <a:pt x="698785" y="103721"/>
                  <a:pt x="700013" y="107906"/>
                  <a:pt x="702332" y="110945"/>
                </a:cubicBezTo>
                <a:cubicBezTo>
                  <a:pt x="704651" y="113985"/>
                  <a:pt x="707772" y="116153"/>
                  <a:pt x="711693" y="117452"/>
                </a:cubicBezTo>
                <a:cubicBezTo>
                  <a:pt x="715615" y="118750"/>
                  <a:pt x="720100" y="119399"/>
                  <a:pt x="725148" y="119399"/>
                </a:cubicBezTo>
                <a:cubicBezTo>
                  <a:pt x="729990" y="119399"/>
                  <a:pt x="734253" y="118818"/>
                  <a:pt x="737937" y="117656"/>
                </a:cubicBezTo>
                <a:cubicBezTo>
                  <a:pt x="741620" y="116494"/>
                  <a:pt x="744502" y="114701"/>
                  <a:pt x="746582" y="112275"/>
                </a:cubicBezTo>
                <a:cubicBezTo>
                  <a:pt x="748662" y="109849"/>
                  <a:pt x="749703" y="106758"/>
                  <a:pt x="749703" y="103000"/>
                </a:cubicBezTo>
                <a:cubicBezTo>
                  <a:pt x="749703" y="99383"/>
                  <a:pt x="748816" y="96396"/>
                  <a:pt x="747042" y="94041"/>
                </a:cubicBezTo>
                <a:cubicBezTo>
                  <a:pt x="745269" y="91686"/>
                  <a:pt x="742131" y="89536"/>
                  <a:pt x="737630" y="87592"/>
                </a:cubicBezTo>
                <a:cubicBezTo>
                  <a:pt x="733128" y="85646"/>
                  <a:pt x="726819" y="83547"/>
                  <a:pt x="718702" y="81294"/>
                </a:cubicBezTo>
                <a:cubicBezTo>
                  <a:pt x="709221" y="78563"/>
                  <a:pt x="701019" y="75560"/>
                  <a:pt x="694096" y="72284"/>
                </a:cubicBezTo>
                <a:cubicBezTo>
                  <a:pt x="687173" y="69008"/>
                  <a:pt x="681818" y="64777"/>
                  <a:pt x="678033" y="59591"/>
                </a:cubicBezTo>
                <a:cubicBezTo>
                  <a:pt x="674247" y="54403"/>
                  <a:pt x="672354" y="47645"/>
                  <a:pt x="672354" y="39317"/>
                </a:cubicBezTo>
                <a:cubicBezTo>
                  <a:pt x="672354" y="30375"/>
                  <a:pt x="674520" y="23089"/>
                  <a:pt x="678851" y="17457"/>
                </a:cubicBezTo>
                <a:cubicBezTo>
                  <a:pt x="683182" y="11826"/>
                  <a:pt x="689168" y="7679"/>
                  <a:pt x="696807" y="5017"/>
                </a:cubicBezTo>
                <a:cubicBezTo>
                  <a:pt x="704446" y="2354"/>
                  <a:pt x="713211" y="1023"/>
                  <a:pt x="723101" y="1023"/>
                </a:cubicBezTo>
                <a:cubicBezTo>
                  <a:pt x="732514" y="1023"/>
                  <a:pt x="741159" y="2457"/>
                  <a:pt x="749038" y="5323"/>
                </a:cubicBezTo>
                <a:cubicBezTo>
                  <a:pt x="756916" y="8190"/>
                  <a:pt x="763208" y="12559"/>
                  <a:pt x="767914" y="18429"/>
                </a:cubicBezTo>
                <a:cubicBezTo>
                  <a:pt x="772621" y="24299"/>
                  <a:pt x="774974" y="31773"/>
                  <a:pt x="774974" y="40851"/>
                </a:cubicBezTo>
                <a:lnTo>
                  <a:pt x="745508" y="40851"/>
                </a:lnTo>
                <a:cubicBezTo>
                  <a:pt x="745576" y="34975"/>
                  <a:pt x="743393" y="30585"/>
                  <a:pt x="738960" y="27682"/>
                </a:cubicBezTo>
                <a:cubicBezTo>
                  <a:pt x="734526" y="24779"/>
                  <a:pt x="729206" y="23327"/>
                  <a:pt x="722999" y="23327"/>
                </a:cubicBezTo>
                <a:cubicBezTo>
                  <a:pt x="716860" y="23327"/>
                  <a:pt x="711779" y="24472"/>
                  <a:pt x="707754" y="26761"/>
                </a:cubicBezTo>
                <a:cubicBezTo>
                  <a:pt x="703730" y="29050"/>
                  <a:pt x="701718" y="32587"/>
                  <a:pt x="701718" y="37370"/>
                </a:cubicBezTo>
                <a:cubicBezTo>
                  <a:pt x="701718" y="40100"/>
                  <a:pt x="702571" y="42507"/>
                  <a:pt x="704276" y="44589"/>
                </a:cubicBezTo>
                <a:cubicBezTo>
                  <a:pt x="705981" y="46672"/>
                  <a:pt x="709136" y="48703"/>
                  <a:pt x="713740" y="50683"/>
                </a:cubicBezTo>
                <a:cubicBezTo>
                  <a:pt x="718344" y="52661"/>
                  <a:pt x="725011" y="54913"/>
                  <a:pt x="733742" y="57439"/>
                </a:cubicBezTo>
                <a:cubicBezTo>
                  <a:pt x="744178" y="60510"/>
                  <a:pt x="752738" y="63735"/>
                  <a:pt x="759422" y="67114"/>
                </a:cubicBezTo>
                <a:cubicBezTo>
                  <a:pt x="766107" y="70492"/>
                  <a:pt x="771069" y="74861"/>
                  <a:pt x="774309" y="80219"/>
                </a:cubicBezTo>
                <a:cubicBezTo>
                  <a:pt x="777549" y="85578"/>
                  <a:pt x="779169" y="92626"/>
                  <a:pt x="779169" y="101363"/>
                </a:cubicBezTo>
                <a:cubicBezTo>
                  <a:pt x="779169" y="111123"/>
                  <a:pt x="776781" y="119006"/>
                  <a:pt x="772007" y="125013"/>
                </a:cubicBezTo>
                <a:cubicBezTo>
                  <a:pt x="767232" y="131020"/>
                  <a:pt x="760735" y="135422"/>
                  <a:pt x="752516" y="138221"/>
                </a:cubicBezTo>
                <a:cubicBezTo>
                  <a:pt x="744297" y="141020"/>
                  <a:pt x="735004" y="142419"/>
                  <a:pt x="724636" y="142419"/>
                </a:cubicBezTo>
                <a:close/>
                <a:moveTo>
                  <a:pt x="801237" y="177205"/>
                </a:moveTo>
                <a:lnTo>
                  <a:pt x="801237" y="39493"/>
                </a:lnTo>
                <a:lnTo>
                  <a:pt x="826815" y="39493"/>
                </a:lnTo>
                <a:lnTo>
                  <a:pt x="828350" y="54737"/>
                </a:lnTo>
                <a:cubicBezTo>
                  <a:pt x="832033" y="49349"/>
                  <a:pt x="836467" y="45205"/>
                  <a:pt x="841651" y="42306"/>
                </a:cubicBezTo>
                <a:cubicBezTo>
                  <a:pt x="846834" y="39407"/>
                  <a:pt x="852973" y="37958"/>
                  <a:pt x="860067" y="37958"/>
                </a:cubicBezTo>
                <a:cubicBezTo>
                  <a:pt x="867843" y="37958"/>
                  <a:pt x="874749" y="39856"/>
                  <a:pt x="880785" y="43652"/>
                </a:cubicBezTo>
                <a:cubicBezTo>
                  <a:pt x="886822" y="47448"/>
                  <a:pt x="891562" y="53212"/>
                  <a:pt x="895007" y="60943"/>
                </a:cubicBezTo>
                <a:cubicBezTo>
                  <a:pt x="898451" y="68672"/>
                  <a:pt x="900173" y="78576"/>
                  <a:pt x="900173" y="90655"/>
                </a:cubicBezTo>
                <a:cubicBezTo>
                  <a:pt x="900173" y="102319"/>
                  <a:pt x="898315" y="111947"/>
                  <a:pt x="894597" y="119539"/>
                </a:cubicBezTo>
                <a:cubicBezTo>
                  <a:pt x="890880" y="127132"/>
                  <a:pt x="885850" y="132826"/>
                  <a:pt x="879506" y="136622"/>
                </a:cubicBezTo>
                <a:cubicBezTo>
                  <a:pt x="873163" y="140419"/>
                  <a:pt x="866035" y="142351"/>
                  <a:pt x="858123" y="142419"/>
                </a:cubicBezTo>
                <a:cubicBezTo>
                  <a:pt x="851643" y="142487"/>
                  <a:pt x="845863" y="141157"/>
                  <a:pt x="840781" y="138429"/>
                </a:cubicBezTo>
                <a:cubicBezTo>
                  <a:pt x="835699" y="135700"/>
                  <a:pt x="831556" y="131881"/>
                  <a:pt x="828350" y="126970"/>
                </a:cubicBezTo>
                <a:lnTo>
                  <a:pt x="828350" y="177205"/>
                </a:lnTo>
                <a:lnTo>
                  <a:pt x="801237" y="177205"/>
                </a:lnTo>
                <a:moveTo>
                  <a:pt x="851370" y="121650"/>
                </a:moveTo>
                <a:cubicBezTo>
                  <a:pt x="858191" y="121650"/>
                  <a:pt x="863409" y="118971"/>
                  <a:pt x="867024" y="113615"/>
                </a:cubicBezTo>
                <a:cubicBezTo>
                  <a:pt x="870639" y="108258"/>
                  <a:pt x="872447" y="100503"/>
                  <a:pt x="872447" y="90348"/>
                </a:cubicBezTo>
                <a:cubicBezTo>
                  <a:pt x="872447" y="79565"/>
                  <a:pt x="870759" y="71565"/>
                  <a:pt x="867382" y="66350"/>
                </a:cubicBezTo>
                <a:cubicBezTo>
                  <a:pt x="864006" y="61132"/>
                  <a:pt x="859385" y="58523"/>
                  <a:pt x="853519" y="58523"/>
                </a:cubicBezTo>
                <a:cubicBezTo>
                  <a:pt x="847380" y="58523"/>
                  <a:pt x="842128" y="60279"/>
                  <a:pt x="837763" y="63792"/>
                </a:cubicBezTo>
                <a:cubicBezTo>
                  <a:pt x="833397" y="67305"/>
                  <a:pt x="830260" y="71148"/>
                  <a:pt x="828350" y="75321"/>
                </a:cubicBezTo>
                <a:lnTo>
                  <a:pt x="828350" y="105372"/>
                </a:lnTo>
                <a:cubicBezTo>
                  <a:pt x="830533" y="109825"/>
                  <a:pt x="833585" y="113651"/>
                  <a:pt x="837507" y="116850"/>
                </a:cubicBezTo>
                <a:cubicBezTo>
                  <a:pt x="841429" y="120050"/>
                  <a:pt x="846050" y="121650"/>
                  <a:pt x="851370" y="121650"/>
                </a:cubicBezTo>
                <a:close/>
                <a:moveTo>
                  <a:pt x="951240" y="142419"/>
                </a:moveTo>
                <a:cubicBezTo>
                  <a:pt x="945579" y="142419"/>
                  <a:pt x="940293" y="141317"/>
                  <a:pt x="935382" y="139113"/>
                </a:cubicBezTo>
                <a:cubicBezTo>
                  <a:pt x="930471" y="136909"/>
                  <a:pt x="926498" y="133586"/>
                  <a:pt x="923462" y="129144"/>
                </a:cubicBezTo>
                <a:cubicBezTo>
                  <a:pt x="920427" y="124700"/>
                  <a:pt x="918910" y="119138"/>
                  <a:pt x="918910" y="112457"/>
                </a:cubicBezTo>
                <a:cubicBezTo>
                  <a:pt x="918910" y="103160"/>
                  <a:pt x="921672" y="96152"/>
                  <a:pt x="927197" y="91435"/>
                </a:cubicBezTo>
                <a:cubicBezTo>
                  <a:pt x="932722" y="86716"/>
                  <a:pt x="940446" y="83513"/>
                  <a:pt x="950371" y="81824"/>
                </a:cubicBezTo>
                <a:cubicBezTo>
                  <a:pt x="960295" y="80136"/>
                  <a:pt x="971839" y="79155"/>
                  <a:pt x="985003" y="78880"/>
                </a:cubicBezTo>
                <a:lnTo>
                  <a:pt x="985003" y="73390"/>
                </a:lnTo>
                <a:cubicBezTo>
                  <a:pt x="985003" y="66701"/>
                  <a:pt x="983452" y="62125"/>
                  <a:pt x="980348" y="59661"/>
                </a:cubicBezTo>
                <a:cubicBezTo>
                  <a:pt x="977245" y="57197"/>
                  <a:pt x="973237" y="55965"/>
                  <a:pt x="968326" y="55965"/>
                </a:cubicBezTo>
                <a:cubicBezTo>
                  <a:pt x="962938" y="55965"/>
                  <a:pt x="958504" y="57279"/>
                  <a:pt x="955026" y="59907"/>
                </a:cubicBezTo>
                <a:cubicBezTo>
                  <a:pt x="951547" y="62533"/>
                  <a:pt x="949808" y="66789"/>
                  <a:pt x="949808" y="72674"/>
                </a:cubicBezTo>
                <a:lnTo>
                  <a:pt x="924434" y="72674"/>
                </a:lnTo>
                <a:cubicBezTo>
                  <a:pt x="924434" y="64039"/>
                  <a:pt x="926293" y="57200"/>
                  <a:pt x="930010" y="52157"/>
                </a:cubicBezTo>
                <a:cubicBezTo>
                  <a:pt x="933728" y="47112"/>
                  <a:pt x="938878" y="43484"/>
                  <a:pt x="945460" y="41273"/>
                </a:cubicBezTo>
                <a:cubicBezTo>
                  <a:pt x="952042" y="39063"/>
                  <a:pt x="959664" y="37958"/>
                  <a:pt x="968326" y="37958"/>
                </a:cubicBezTo>
                <a:cubicBezTo>
                  <a:pt x="974670" y="37958"/>
                  <a:pt x="980468" y="38493"/>
                  <a:pt x="985720" y="39563"/>
                </a:cubicBezTo>
                <a:cubicBezTo>
                  <a:pt x="990972" y="40633"/>
                  <a:pt x="995525" y="42480"/>
                  <a:pt x="999378" y="45104"/>
                </a:cubicBezTo>
                <a:cubicBezTo>
                  <a:pt x="1003232" y="47726"/>
                  <a:pt x="1006216" y="51298"/>
                  <a:pt x="1008331" y="55821"/>
                </a:cubicBezTo>
                <a:cubicBezTo>
                  <a:pt x="1010445" y="60342"/>
                  <a:pt x="1011502" y="65985"/>
                  <a:pt x="1011502" y="72751"/>
                </a:cubicBezTo>
                <a:lnTo>
                  <a:pt x="1011502" y="140577"/>
                </a:lnTo>
                <a:lnTo>
                  <a:pt x="986129" y="140577"/>
                </a:lnTo>
                <a:lnTo>
                  <a:pt x="985310" y="127686"/>
                </a:lnTo>
                <a:cubicBezTo>
                  <a:pt x="981081" y="132529"/>
                  <a:pt x="976170" y="136195"/>
                  <a:pt x="970577" y="138685"/>
                </a:cubicBezTo>
                <a:cubicBezTo>
                  <a:pt x="964984" y="141174"/>
                  <a:pt x="958539" y="142419"/>
                  <a:pt x="951240" y="142419"/>
                </a:cubicBezTo>
                <a:moveTo>
                  <a:pt x="960141" y="123798"/>
                </a:moveTo>
                <a:cubicBezTo>
                  <a:pt x="965257" y="123798"/>
                  <a:pt x="969980" y="122440"/>
                  <a:pt x="974312" y="119725"/>
                </a:cubicBezTo>
                <a:cubicBezTo>
                  <a:pt x="978643" y="117007"/>
                  <a:pt x="982105" y="113908"/>
                  <a:pt x="984696" y="110427"/>
                </a:cubicBezTo>
                <a:lnTo>
                  <a:pt x="984696" y="93920"/>
                </a:lnTo>
                <a:cubicBezTo>
                  <a:pt x="970373" y="93990"/>
                  <a:pt x="960346" y="95366"/>
                  <a:pt x="954617" y="98047"/>
                </a:cubicBezTo>
                <a:cubicBezTo>
                  <a:pt x="948887" y="100729"/>
                  <a:pt x="946022" y="105064"/>
                  <a:pt x="946022" y="111054"/>
                </a:cubicBezTo>
                <a:cubicBezTo>
                  <a:pt x="946022" y="115372"/>
                  <a:pt x="947335" y="118576"/>
                  <a:pt x="949961" y="120665"/>
                </a:cubicBezTo>
                <a:cubicBezTo>
                  <a:pt x="952587" y="122754"/>
                  <a:pt x="955981" y="123798"/>
                  <a:pt x="960141" y="123798"/>
                </a:cubicBezTo>
                <a:close/>
                <a:moveTo>
                  <a:pt x="1084501" y="142419"/>
                </a:moveTo>
                <a:cubicBezTo>
                  <a:pt x="1075225" y="142419"/>
                  <a:pt x="1066801" y="140618"/>
                  <a:pt x="1059230" y="137016"/>
                </a:cubicBezTo>
                <a:cubicBezTo>
                  <a:pt x="1051659" y="133411"/>
                  <a:pt x="1045656" y="127798"/>
                  <a:pt x="1041223" y="120176"/>
                </a:cubicBezTo>
                <a:cubicBezTo>
                  <a:pt x="1036789" y="112553"/>
                  <a:pt x="1034573" y="102713"/>
                  <a:pt x="1034573" y="90655"/>
                </a:cubicBezTo>
                <a:cubicBezTo>
                  <a:pt x="1034573" y="78599"/>
                  <a:pt x="1036687" y="68691"/>
                  <a:pt x="1040916" y="60930"/>
                </a:cubicBezTo>
                <a:cubicBezTo>
                  <a:pt x="1045145" y="53169"/>
                  <a:pt x="1051028" y="47401"/>
                  <a:pt x="1058565" y="43623"/>
                </a:cubicBezTo>
                <a:cubicBezTo>
                  <a:pt x="1066102" y="39846"/>
                  <a:pt x="1074747" y="37958"/>
                  <a:pt x="1084501" y="37958"/>
                </a:cubicBezTo>
                <a:cubicBezTo>
                  <a:pt x="1092959" y="37958"/>
                  <a:pt x="1100598" y="39380"/>
                  <a:pt x="1107419" y="42223"/>
                </a:cubicBezTo>
                <a:cubicBezTo>
                  <a:pt x="1114240" y="45064"/>
                  <a:pt x="1119662" y="49309"/>
                  <a:pt x="1123687" y="54958"/>
                </a:cubicBezTo>
                <a:cubicBezTo>
                  <a:pt x="1127711" y="60606"/>
                  <a:pt x="1129757" y="67729"/>
                  <a:pt x="1129825" y="76325"/>
                </a:cubicBezTo>
                <a:lnTo>
                  <a:pt x="1103531" y="76325"/>
                </a:lnTo>
                <a:cubicBezTo>
                  <a:pt x="1103395" y="71022"/>
                  <a:pt x="1101690" y="66797"/>
                  <a:pt x="1098416" y="63651"/>
                </a:cubicBezTo>
                <a:cubicBezTo>
                  <a:pt x="1095142" y="60505"/>
                  <a:pt x="1090537" y="58932"/>
                  <a:pt x="1084603" y="58932"/>
                </a:cubicBezTo>
                <a:cubicBezTo>
                  <a:pt x="1076759" y="58932"/>
                  <a:pt x="1071081" y="61699"/>
                  <a:pt x="1067568" y="67232"/>
                </a:cubicBezTo>
                <a:cubicBezTo>
                  <a:pt x="1064056" y="72765"/>
                  <a:pt x="1062299" y="80575"/>
                  <a:pt x="1062299" y="90662"/>
                </a:cubicBezTo>
                <a:cubicBezTo>
                  <a:pt x="1062299" y="97176"/>
                  <a:pt x="1063067" y="102727"/>
                  <a:pt x="1064601" y="107316"/>
                </a:cubicBezTo>
                <a:cubicBezTo>
                  <a:pt x="1066136" y="111903"/>
                  <a:pt x="1068557" y="115405"/>
                  <a:pt x="1071865" y="117822"/>
                </a:cubicBezTo>
                <a:cubicBezTo>
                  <a:pt x="1075174" y="120237"/>
                  <a:pt x="1079420" y="121445"/>
                  <a:pt x="1084603" y="121445"/>
                </a:cubicBezTo>
                <a:cubicBezTo>
                  <a:pt x="1090674" y="121445"/>
                  <a:pt x="1095466" y="119729"/>
                  <a:pt x="1098978" y="116297"/>
                </a:cubicBezTo>
                <a:cubicBezTo>
                  <a:pt x="1102491" y="112863"/>
                  <a:pt x="1104316" y="107997"/>
                  <a:pt x="1104452" y="101699"/>
                </a:cubicBezTo>
                <a:lnTo>
                  <a:pt x="1130746" y="101699"/>
                </a:lnTo>
                <a:cubicBezTo>
                  <a:pt x="1130542" y="110517"/>
                  <a:pt x="1128444" y="117946"/>
                  <a:pt x="1124454" y="123987"/>
                </a:cubicBezTo>
                <a:cubicBezTo>
                  <a:pt x="1120464" y="130025"/>
                  <a:pt x="1115024" y="134607"/>
                  <a:pt x="1108135" y="137732"/>
                </a:cubicBezTo>
                <a:cubicBezTo>
                  <a:pt x="1101246" y="140857"/>
                  <a:pt x="1093368" y="142419"/>
                  <a:pt x="1084501" y="142419"/>
                </a:cubicBezTo>
                <a:close/>
                <a:moveTo>
                  <a:pt x="1199614" y="142419"/>
                </a:moveTo>
                <a:cubicBezTo>
                  <a:pt x="1188496" y="142419"/>
                  <a:pt x="1179152" y="140331"/>
                  <a:pt x="1171581" y="136156"/>
                </a:cubicBezTo>
                <a:cubicBezTo>
                  <a:pt x="1164010" y="131980"/>
                  <a:pt x="1158280" y="125958"/>
                  <a:pt x="1154392" y="118091"/>
                </a:cubicBezTo>
                <a:cubicBezTo>
                  <a:pt x="1150504" y="110221"/>
                  <a:pt x="1148561" y="100765"/>
                  <a:pt x="1148561" y="89722"/>
                </a:cubicBezTo>
                <a:cubicBezTo>
                  <a:pt x="1148561" y="79024"/>
                  <a:pt x="1150453" y="69810"/>
                  <a:pt x="1154239" y="62081"/>
                </a:cubicBezTo>
                <a:cubicBezTo>
                  <a:pt x="1158024" y="54350"/>
                  <a:pt x="1163583" y="48397"/>
                  <a:pt x="1170916" y="44221"/>
                </a:cubicBezTo>
                <a:cubicBezTo>
                  <a:pt x="1178248" y="40046"/>
                  <a:pt x="1187269" y="37958"/>
                  <a:pt x="1197977" y="37958"/>
                </a:cubicBezTo>
                <a:cubicBezTo>
                  <a:pt x="1212847" y="37958"/>
                  <a:pt x="1224596" y="42353"/>
                  <a:pt x="1233224" y="51143"/>
                </a:cubicBezTo>
                <a:cubicBezTo>
                  <a:pt x="1241852" y="59934"/>
                  <a:pt x="1246167" y="72465"/>
                  <a:pt x="1246167" y="88737"/>
                </a:cubicBezTo>
                <a:cubicBezTo>
                  <a:pt x="1246167" y="89564"/>
                  <a:pt x="1246132" y="90684"/>
                  <a:pt x="1246064" y="92097"/>
                </a:cubicBezTo>
                <a:cubicBezTo>
                  <a:pt x="1245996" y="93510"/>
                  <a:pt x="1245894" y="94596"/>
                  <a:pt x="1245757" y="95355"/>
                </a:cubicBezTo>
                <a:lnTo>
                  <a:pt x="1175673" y="95355"/>
                </a:lnTo>
                <a:cubicBezTo>
                  <a:pt x="1175810" y="100170"/>
                  <a:pt x="1176679" y="104671"/>
                  <a:pt x="1178282" y="108857"/>
                </a:cubicBezTo>
                <a:cubicBezTo>
                  <a:pt x="1179885" y="113044"/>
                  <a:pt x="1182426" y="116410"/>
                  <a:pt x="1185905" y="118957"/>
                </a:cubicBezTo>
                <a:cubicBezTo>
                  <a:pt x="1189383" y="121502"/>
                  <a:pt x="1193953" y="122775"/>
                  <a:pt x="1199614" y="122775"/>
                </a:cubicBezTo>
                <a:cubicBezTo>
                  <a:pt x="1205480" y="122775"/>
                  <a:pt x="1210187" y="121458"/>
                  <a:pt x="1213734" y="118823"/>
                </a:cubicBezTo>
                <a:cubicBezTo>
                  <a:pt x="1217280" y="116189"/>
                  <a:pt x="1219088" y="112271"/>
                  <a:pt x="1219156" y="107070"/>
                </a:cubicBezTo>
                <a:lnTo>
                  <a:pt x="1245860" y="107070"/>
                </a:lnTo>
                <a:cubicBezTo>
                  <a:pt x="1245519" y="114948"/>
                  <a:pt x="1243387" y="121513"/>
                  <a:pt x="1239465" y="126765"/>
                </a:cubicBezTo>
                <a:cubicBezTo>
                  <a:pt x="1235543" y="132017"/>
                  <a:pt x="1230189" y="135939"/>
                  <a:pt x="1223402" y="138531"/>
                </a:cubicBezTo>
                <a:cubicBezTo>
                  <a:pt x="1216615" y="141123"/>
                  <a:pt x="1208686" y="142419"/>
                  <a:pt x="1199614" y="142419"/>
                </a:cubicBezTo>
                <a:moveTo>
                  <a:pt x="1175980" y="78167"/>
                </a:moveTo>
                <a:lnTo>
                  <a:pt x="1219258" y="78167"/>
                </a:lnTo>
                <a:cubicBezTo>
                  <a:pt x="1219054" y="71005"/>
                  <a:pt x="1216990" y="65650"/>
                  <a:pt x="1213069" y="62104"/>
                </a:cubicBezTo>
                <a:cubicBezTo>
                  <a:pt x="1209147" y="58557"/>
                  <a:pt x="1204116" y="56783"/>
                  <a:pt x="1197977" y="56783"/>
                </a:cubicBezTo>
                <a:cubicBezTo>
                  <a:pt x="1191702" y="56783"/>
                  <a:pt x="1186570" y="58609"/>
                  <a:pt x="1182579" y="62260"/>
                </a:cubicBezTo>
                <a:cubicBezTo>
                  <a:pt x="1178589" y="65912"/>
                  <a:pt x="1176389" y="71214"/>
                  <a:pt x="1175980" y="78167"/>
                </a:cubicBezTo>
                <a:close/>
              </a:path>
            </a:pathLst>
          </a:custGeom>
          <a:solidFill xmlns:a="http://schemas.openxmlformats.org/drawingml/2006/main">
            <a:srgbClr val="BA460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6FBD4-1EC5-4B03-9067-C6E3EB3F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033" y="950320"/>
            <a:ext cx="357142" cy="139691"/>
          </a:xfrm>
          <a:custGeom xmlns:a="http://schemas.openxmlformats.org/drawingml/2006/main">
            <a:pathLst>
              <a:path w="357142" h="139691">
                <a:moveTo>
                  <a:pt x="0" y="52384"/>
                </a:moveTo>
                <a:lnTo>
                  <a:pt x="0" y="87307"/>
                </a:lnTo>
                <a:lnTo>
                  <a:pt x="217452" y="87307"/>
                </a:lnTo>
                <a:lnTo>
                  <a:pt x="217452" y="139691"/>
                </a:lnTo>
                <a:lnTo>
                  <a:pt x="357142" y="69845"/>
                </a:lnTo>
                <a:lnTo>
                  <a:pt x="217452" y="0"/>
                </a:lnTo>
                <a:lnTo>
                  <a:pt x="217452" y="52384"/>
                </a:lnTo>
                <a:lnTo>
                  <a:pt x="0" y="52384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7B902-2288-4770-9B3D-5059F89F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033" y="2016392"/>
            <a:ext cx="357142" cy="139691"/>
          </a:xfrm>
          <a:custGeom xmlns:a="http://schemas.openxmlformats.org/drawingml/2006/main">
            <a:pathLst>
              <a:path w="357142" h="139691">
                <a:moveTo>
                  <a:pt x="139691" y="0"/>
                </a:moveTo>
                <a:lnTo>
                  <a:pt x="0" y="69845"/>
                </a:lnTo>
                <a:lnTo>
                  <a:pt x="139691" y="139691"/>
                </a:lnTo>
                <a:lnTo>
                  <a:pt x="139691" y="87307"/>
                </a:lnTo>
                <a:lnTo>
                  <a:pt x="357142" y="87307"/>
                </a:lnTo>
                <a:lnTo>
                  <a:pt x="357142" y="52384"/>
                </a:lnTo>
                <a:lnTo>
                  <a:pt x="139691" y="52384"/>
                </a:lnTo>
                <a:lnTo>
                  <a:pt x="139691" y="0"/>
                </a:lnTo>
                <a:close/>
              </a:path>
            </a:pathLst>
          </a:custGeom>
          <a:solidFill xmlns:a="http://schemas.openxmlformats.org/drawingml/2006/main">
            <a:srgbClr val="BA460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48823-78C6-4833-8C4E-319FFD70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1" y="525195"/>
            <a:ext cx="2106301" cy="2066024"/>
          </a:xfrm>
          <a:custGeom xmlns:a="http://schemas.openxmlformats.org/drawingml/2006/main">
            <a:pathLst>
              <a:path w="2106301" h="2066024">
                <a:moveTo>
                  <a:pt x="0" y="142717"/>
                </a:moveTo>
                <a:cubicBezTo>
                  <a:pt x="0" y="63792"/>
                  <a:pt x="63792" y="0"/>
                  <a:pt x="142717" y="0"/>
                </a:cubicBezTo>
                <a:lnTo>
                  <a:pt x="1963584" y="0"/>
                </a:lnTo>
                <a:cubicBezTo>
                  <a:pt x="2042509" y="0"/>
                  <a:pt x="2106301" y="63792"/>
                  <a:pt x="2106301" y="142717"/>
                </a:cubicBezTo>
                <a:lnTo>
                  <a:pt x="2106301" y="1923307"/>
                </a:lnTo>
                <a:cubicBezTo>
                  <a:pt x="2106301" y="2002232"/>
                  <a:pt x="2042509" y="2066024"/>
                  <a:pt x="1963584" y="2066024"/>
                </a:cubicBezTo>
                <a:lnTo>
                  <a:pt x="142717" y="2066024"/>
                </a:lnTo>
                <a:cubicBezTo>
                  <a:pt x="63792" y="2066024"/>
                  <a:pt x="0" y="2002232"/>
                  <a:pt x="0" y="1923307"/>
                </a:cubicBezTo>
                <a:lnTo>
                  <a:pt x="0" y="142717"/>
                </a:lnTo>
                <a:close/>
              </a:path>
            </a:pathLst>
          </a:custGeom>
          <a:solidFill xmlns:a="http://schemas.openxmlformats.org/drawingml/2006/main">
            <a:srgbClr val="C2F1C8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EC7CA-6E0D-4E0F-AD73-D0AC1C2C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1" y="525195"/>
            <a:ext cx="2106301" cy="2066024"/>
          </a:xfrm>
          <a:custGeom xmlns:a="http://schemas.openxmlformats.org/drawingml/2006/main">
            <a:pathLst>
              <a:path w="2106301" h="2066024" fill="none">
                <a:moveTo>
                  <a:pt x="0" y="142717"/>
                </a:moveTo>
                <a:cubicBezTo>
                  <a:pt x="0" y="63792"/>
                  <a:pt x="63792" y="0"/>
                  <a:pt x="142717" y="0"/>
                </a:cubicBezTo>
                <a:lnTo>
                  <a:pt x="1963584" y="0"/>
                </a:lnTo>
                <a:cubicBezTo>
                  <a:pt x="2042509" y="0"/>
                  <a:pt x="2106301" y="63792"/>
                  <a:pt x="2106301" y="142717"/>
                </a:cubicBezTo>
                <a:lnTo>
                  <a:pt x="2106301" y="1923307"/>
                </a:lnTo>
                <a:cubicBezTo>
                  <a:pt x="2106301" y="2002232"/>
                  <a:pt x="2042509" y="2066024"/>
                  <a:pt x="1963584" y="2066024"/>
                </a:cubicBezTo>
                <a:lnTo>
                  <a:pt x="142717" y="2066024"/>
                </a:lnTo>
                <a:cubicBezTo>
                  <a:pt x="63792" y="2066024"/>
                  <a:pt x="0" y="2002232"/>
                  <a:pt x="0" y="1923307"/>
                </a:cubicBezTo>
                <a:lnTo>
                  <a:pt x="0" y="1427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2D830E"/>
            </a:solidFill>
            <a:miter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530170e05423a"/>
          <a:stretch xmlns:a="http://schemas.openxmlformats.org/drawingml/2006/main"/>
        </p:blipFill>
        <p:spPr>
          <a:xfrm xmlns:a="http://schemas.openxmlformats.org/drawingml/2006/main">
            <a:off x="3877100" y="918916"/>
            <a:ext cx="1235796" cy="1128646"/>
          </a:xfrm>
          <a:prstGeom xmlns:a="http://schemas.openxmlformats.org/drawingml/2006/main" prst="rect">
            <a:avLst/>
          </a:prstGeom>
        </p:spPr>
      </p:pic>
      <p:sp>
        <p:nvSpPr>
          <p:cNvPr id="14" name="Text GameStates">
            <a:extLst xmlns:a="http://schemas.openxmlformats.org/drawingml/2006/main">
              <a:ext uri="{FF2B5EF4-FFF2-40B4-BE49-F238E27FC236}">
                <a16:creationId xmlns:a16="http://schemas.microsoft.com/office/drawing/2014/main" id="{0D7135E7-0B58-4A17-AB41-F5684D8A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558" y="2379955"/>
            <a:ext cx="1209844" cy="141396"/>
          </a:xfrm>
          <a:custGeom xmlns:a="http://schemas.openxmlformats.org/drawingml/2006/main">
            <a:pathLst>
              <a:path w="1209844" h="141396">
                <a:moveTo>
                  <a:pt x="358445" y="52800"/>
                </a:moveTo>
                <a:lnTo>
                  <a:pt x="357957" y="51820"/>
                </a:lnTo>
                <a:lnTo>
                  <a:pt x="357441" y="50867"/>
                </a:lnTo>
                <a:lnTo>
                  <a:pt x="356897" y="49943"/>
                </a:lnTo>
                <a:lnTo>
                  <a:pt x="356326" y="49046"/>
                </a:lnTo>
                <a:lnTo>
                  <a:pt x="355726" y="48177"/>
                </a:lnTo>
                <a:lnTo>
                  <a:pt x="355099" y="47336"/>
                </a:lnTo>
                <a:lnTo>
                  <a:pt x="354443" y="46523"/>
                </a:lnTo>
                <a:lnTo>
                  <a:pt x="353762" y="45741"/>
                </a:lnTo>
                <a:lnTo>
                  <a:pt x="353056" y="44992"/>
                </a:lnTo>
                <a:lnTo>
                  <a:pt x="352326" y="44276"/>
                </a:lnTo>
                <a:lnTo>
                  <a:pt x="351571" y="43594"/>
                </a:lnTo>
                <a:lnTo>
                  <a:pt x="350793" y="42944"/>
                </a:lnTo>
                <a:lnTo>
                  <a:pt x="349990" y="42328"/>
                </a:lnTo>
                <a:lnTo>
                  <a:pt x="349162" y="41746"/>
                </a:lnTo>
                <a:lnTo>
                  <a:pt x="348310" y="41196"/>
                </a:lnTo>
                <a:lnTo>
                  <a:pt x="347434" y="40680"/>
                </a:lnTo>
                <a:lnTo>
                  <a:pt x="346534" y="40198"/>
                </a:lnTo>
                <a:lnTo>
                  <a:pt x="345609" y="39748"/>
                </a:lnTo>
                <a:lnTo>
                  <a:pt x="344660" y="39332"/>
                </a:lnTo>
                <a:lnTo>
                  <a:pt x="343686" y="38949"/>
                </a:lnTo>
                <a:lnTo>
                  <a:pt x="342688" y="38599"/>
                </a:lnTo>
                <a:lnTo>
                  <a:pt x="341666" y="38283"/>
                </a:lnTo>
                <a:lnTo>
                  <a:pt x="340620" y="38000"/>
                </a:lnTo>
                <a:lnTo>
                  <a:pt x="339549" y="37750"/>
                </a:lnTo>
                <a:lnTo>
                  <a:pt x="338454" y="37534"/>
                </a:lnTo>
                <a:lnTo>
                  <a:pt x="337334" y="37351"/>
                </a:lnTo>
                <a:lnTo>
                  <a:pt x="336190" y="37201"/>
                </a:lnTo>
                <a:lnTo>
                  <a:pt x="335022" y="37085"/>
                </a:lnTo>
                <a:lnTo>
                  <a:pt x="333830" y="37001"/>
                </a:lnTo>
                <a:lnTo>
                  <a:pt x="332613" y="36951"/>
                </a:lnTo>
                <a:lnTo>
                  <a:pt x="331372" y="36935"/>
                </a:lnTo>
                <a:lnTo>
                  <a:pt x="330322" y="36943"/>
                </a:lnTo>
                <a:lnTo>
                  <a:pt x="329285" y="36969"/>
                </a:lnTo>
                <a:lnTo>
                  <a:pt x="328263" y="37012"/>
                </a:lnTo>
                <a:lnTo>
                  <a:pt x="327255" y="37073"/>
                </a:lnTo>
                <a:lnTo>
                  <a:pt x="326261" y="37150"/>
                </a:lnTo>
                <a:lnTo>
                  <a:pt x="325281" y="37245"/>
                </a:lnTo>
                <a:lnTo>
                  <a:pt x="324315" y="37357"/>
                </a:lnTo>
                <a:lnTo>
                  <a:pt x="323363" y="37486"/>
                </a:lnTo>
                <a:lnTo>
                  <a:pt x="322425" y="37633"/>
                </a:lnTo>
                <a:lnTo>
                  <a:pt x="321501" y="37796"/>
                </a:lnTo>
                <a:lnTo>
                  <a:pt x="320591" y="37977"/>
                </a:lnTo>
                <a:lnTo>
                  <a:pt x="319695" y="38175"/>
                </a:lnTo>
                <a:lnTo>
                  <a:pt x="318814" y="38391"/>
                </a:lnTo>
                <a:lnTo>
                  <a:pt x="317946" y="38623"/>
                </a:lnTo>
                <a:lnTo>
                  <a:pt x="317092" y="38873"/>
                </a:lnTo>
                <a:lnTo>
                  <a:pt x="316252" y="39140"/>
                </a:lnTo>
                <a:lnTo>
                  <a:pt x="315427" y="39424"/>
                </a:lnTo>
                <a:lnTo>
                  <a:pt x="314615" y="39726"/>
                </a:lnTo>
                <a:lnTo>
                  <a:pt x="313817" y="40045"/>
                </a:lnTo>
                <a:lnTo>
                  <a:pt x="313034" y="40381"/>
                </a:lnTo>
                <a:lnTo>
                  <a:pt x="312264" y="40734"/>
                </a:lnTo>
                <a:lnTo>
                  <a:pt x="311509" y="41104"/>
                </a:lnTo>
                <a:lnTo>
                  <a:pt x="310767" y="41492"/>
                </a:lnTo>
                <a:lnTo>
                  <a:pt x="310040" y="41897"/>
                </a:lnTo>
                <a:lnTo>
                  <a:pt x="309326" y="42313"/>
                </a:lnTo>
                <a:lnTo>
                  <a:pt x="308625" y="42734"/>
                </a:lnTo>
                <a:lnTo>
                  <a:pt x="307937" y="43161"/>
                </a:lnTo>
                <a:lnTo>
                  <a:pt x="307262" y="43592"/>
                </a:lnTo>
                <a:lnTo>
                  <a:pt x="306600" y="44029"/>
                </a:lnTo>
                <a:lnTo>
                  <a:pt x="305950" y="44471"/>
                </a:lnTo>
                <a:lnTo>
                  <a:pt x="305314" y="44918"/>
                </a:lnTo>
                <a:lnTo>
                  <a:pt x="304691" y="45370"/>
                </a:lnTo>
                <a:lnTo>
                  <a:pt x="304081" y="45827"/>
                </a:lnTo>
                <a:lnTo>
                  <a:pt x="303484" y="46290"/>
                </a:lnTo>
                <a:lnTo>
                  <a:pt x="302899" y="46757"/>
                </a:lnTo>
                <a:lnTo>
                  <a:pt x="302328" y="47230"/>
                </a:lnTo>
                <a:lnTo>
                  <a:pt x="301770" y="47708"/>
                </a:lnTo>
                <a:lnTo>
                  <a:pt x="301224" y="48191"/>
                </a:lnTo>
                <a:lnTo>
                  <a:pt x="300692" y="48679"/>
                </a:lnTo>
                <a:lnTo>
                  <a:pt x="300172" y="49173"/>
                </a:lnTo>
                <a:lnTo>
                  <a:pt x="299666" y="49671"/>
                </a:lnTo>
                <a:lnTo>
                  <a:pt x="299172" y="50175"/>
                </a:lnTo>
                <a:lnTo>
                  <a:pt x="298692" y="50683"/>
                </a:lnTo>
                <a:lnTo>
                  <a:pt x="298224" y="51197"/>
                </a:lnTo>
                <a:lnTo>
                  <a:pt x="297769" y="51717"/>
                </a:lnTo>
                <a:lnTo>
                  <a:pt x="297328" y="52241"/>
                </a:lnTo>
                <a:lnTo>
                  <a:pt x="296899" y="52770"/>
                </a:lnTo>
                <a:lnTo>
                  <a:pt x="296483" y="53305"/>
                </a:lnTo>
                <a:lnTo>
                  <a:pt x="295972" y="38469"/>
                </a:lnTo>
                <a:lnTo>
                  <a:pt x="269882" y="38469"/>
                </a:lnTo>
                <a:lnTo>
                  <a:pt x="269882" y="139554"/>
                </a:lnTo>
                <a:lnTo>
                  <a:pt x="296995" y="139554"/>
                </a:lnTo>
                <a:lnTo>
                  <a:pt x="296995" y="71836"/>
                </a:lnTo>
                <a:lnTo>
                  <a:pt x="297355" y="71380"/>
                </a:lnTo>
                <a:lnTo>
                  <a:pt x="297720" y="70929"/>
                </a:lnTo>
                <a:lnTo>
                  <a:pt x="298090" y="70484"/>
                </a:lnTo>
                <a:lnTo>
                  <a:pt x="298464" y="70045"/>
                </a:lnTo>
                <a:lnTo>
                  <a:pt x="298843" y="69612"/>
                </a:lnTo>
                <a:lnTo>
                  <a:pt x="299227" y="69184"/>
                </a:lnTo>
                <a:lnTo>
                  <a:pt x="299615" y="68762"/>
                </a:lnTo>
                <a:lnTo>
                  <a:pt x="300007" y="68346"/>
                </a:lnTo>
                <a:lnTo>
                  <a:pt x="300405" y="67936"/>
                </a:lnTo>
                <a:lnTo>
                  <a:pt x="300807" y="67531"/>
                </a:lnTo>
                <a:lnTo>
                  <a:pt x="301213" y="67133"/>
                </a:lnTo>
                <a:lnTo>
                  <a:pt x="301624" y="66740"/>
                </a:lnTo>
                <a:lnTo>
                  <a:pt x="302040" y="66353"/>
                </a:lnTo>
                <a:lnTo>
                  <a:pt x="302461" y="65971"/>
                </a:lnTo>
                <a:lnTo>
                  <a:pt x="302886" y="65595"/>
                </a:lnTo>
                <a:lnTo>
                  <a:pt x="303315" y="65226"/>
                </a:lnTo>
                <a:lnTo>
                  <a:pt x="303750" y="64862"/>
                </a:lnTo>
                <a:lnTo>
                  <a:pt x="304189" y="64503"/>
                </a:lnTo>
                <a:lnTo>
                  <a:pt x="304632" y="64151"/>
                </a:lnTo>
                <a:lnTo>
                  <a:pt x="305080" y="63804"/>
                </a:lnTo>
                <a:lnTo>
                  <a:pt x="305533" y="63463"/>
                </a:lnTo>
                <a:lnTo>
                  <a:pt x="305991" y="63128"/>
                </a:lnTo>
                <a:lnTo>
                  <a:pt x="306453" y="62798"/>
                </a:lnTo>
                <a:lnTo>
                  <a:pt x="306919" y="62475"/>
                </a:lnTo>
                <a:lnTo>
                  <a:pt x="307392" y="62160"/>
                </a:lnTo>
                <a:lnTo>
                  <a:pt x="307873" y="61860"/>
                </a:lnTo>
                <a:lnTo>
                  <a:pt x="308361" y="61572"/>
                </a:lnTo>
                <a:lnTo>
                  <a:pt x="308857" y="61298"/>
                </a:lnTo>
                <a:lnTo>
                  <a:pt x="309362" y="61038"/>
                </a:lnTo>
                <a:lnTo>
                  <a:pt x="309873" y="60790"/>
                </a:lnTo>
                <a:lnTo>
                  <a:pt x="310393" y="60556"/>
                </a:lnTo>
                <a:lnTo>
                  <a:pt x="310921" y="60336"/>
                </a:lnTo>
                <a:lnTo>
                  <a:pt x="311456" y="60129"/>
                </a:lnTo>
                <a:lnTo>
                  <a:pt x="311999" y="59935"/>
                </a:lnTo>
                <a:lnTo>
                  <a:pt x="312550" y="59754"/>
                </a:lnTo>
                <a:lnTo>
                  <a:pt x="313109" y="59587"/>
                </a:lnTo>
                <a:lnTo>
                  <a:pt x="313676" y="59434"/>
                </a:lnTo>
                <a:lnTo>
                  <a:pt x="314250" y="59293"/>
                </a:lnTo>
                <a:lnTo>
                  <a:pt x="314832" y="59166"/>
                </a:lnTo>
                <a:lnTo>
                  <a:pt x="315422" y="59053"/>
                </a:lnTo>
                <a:lnTo>
                  <a:pt x="316020" y="58953"/>
                </a:lnTo>
                <a:lnTo>
                  <a:pt x="316626" y="58866"/>
                </a:lnTo>
                <a:lnTo>
                  <a:pt x="317240" y="58792"/>
                </a:lnTo>
                <a:lnTo>
                  <a:pt x="317861" y="58732"/>
                </a:lnTo>
                <a:lnTo>
                  <a:pt x="318490" y="58685"/>
                </a:lnTo>
                <a:lnTo>
                  <a:pt x="319127" y="58652"/>
                </a:lnTo>
                <a:lnTo>
                  <a:pt x="319772" y="58632"/>
                </a:lnTo>
                <a:lnTo>
                  <a:pt x="320424" y="58625"/>
                </a:lnTo>
                <a:lnTo>
                  <a:pt x="320864" y="58629"/>
                </a:lnTo>
                <a:lnTo>
                  <a:pt x="321297" y="58641"/>
                </a:lnTo>
                <a:lnTo>
                  <a:pt x="321723" y="58661"/>
                </a:lnTo>
                <a:lnTo>
                  <a:pt x="322142" y="58689"/>
                </a:lnTo>
                <a:lnTo>
                  <a:pt x="322555" y="58724"/>
                </a:lnTo>
                <a:lnTo>
                  <a:pt x="322960" y="58768"/>
                </a:lnTo>
                <a:lnTo>
                  <a:pt x="323358" y="58820"/>
                </a:lnTo>
                <a:lnTo>
                  <a:pt x="323750" y="58879"/>
                </a:lnTo>
                <a:lnTo>
                  <a:pt x="324134" y="58947"/>
                </a:lnTo>
                <a:lnTo>
                  <a:pt x="324512" y="59022"/>
                </a:lnTo>
                <a:lnTo>
                  <a:pt x="324882" y="59106"/>
                </a:lnTo>
                <a:lnTo>
                  <a:pt x="325246" y="59197"/>
                </a:lnTo>
                <a:lnTo>
                  <a:pt x="325603" y="59297"/>
                </a:lnTo>
                <a:lnTo>
                  <a:pt x="325952" y="59404"/>
                </a:lnTo>
                <a:lnTo>
                  <a:pt x="326295" y="59519"/>
                </a:lnTo>
                <a:lnTo>
                  <a:pt x="326631" y="59642"/>
                </a:lnTo>
                <a:lnTo>
                  <a:pt x="326960" y="59774"/>
                </a:lnTo>
                <a:lnTo>
                  <a:pt x="327283" y="59913"/>
                </a:lnTo>
                <a:lnTo>
                  <a:pt x="327598" y="60060"/>
                </a:lnTo>
                <a:lnTo>
                  <a:pt x="327906" y="60215"/>
                </a:lnTo>
                <a:lnTo>
                  <a:pt x="328207" y="60378"/>
                </a:lnTo>
                <a:lnTo>
                  <a:pt x="328502" y="60549"/>
                </a:lnTo>
                <a:lnTo>
                  <a:pt x="328789" y="60727"/>
                </a:lnTo>
                <a:lnTo>
                  <a:pt x="329070" y="60914"/>
                </a:lnTo>
                <a:lnTo>
                  <a:pt x="329344" y="61108"/>
                </a:lnTo>
                <a:lnTo>
                  <a:pt x="329611" y="61309"/>
                </a:lnTo>
                <a:lnTo>
                  <a:pt x="329872" y="61516"/>
                </a:lnTo>
                <a:lnTo>
                  <a:pt x="330127" y="61729"/>
                </a:lnTo>
                <a:lnTo>
                  <a:pt x="330375" y="61949"/>
                </a:lnTo>
                <a:lnTo>
                  <a:pt x="330617" y="62176"/>
                </a:lnTo>
                <a:lnTo>
                  <a:pt x="330853" y="62409"/>
                </a:lnTo>
                <a:lnTo>
                  <a:pt x="331082" y="62648"/>
                </a:lnTo>
                <a:lnTo>
                  <a:pt x="331305" y="62894"/>
                </a:lnTo>
                <a:lnTo>
                  <a:pt x="331521" y="63147"/>
                </a:lnTo>
                <a:lnTo>
                  <a:pt x="331731" y="63406"/>
                </a:lnTo>
                <a:lnTo>
                  <a:pt x="331935" y="63671"/>
                </a:lnTo>
                <a:lnTo>
                  <a:pt x="332132" y="63943"/>
                </a:lnTo>
                <a:lnTo>
                  <a:pt x="332322" y="64222"/>
                </a:lnTo>
                <a:lnTo>
                  <a:pt x="332507" y="64506"/>
                </a:lnTo>
                <a:lnTo>
                  <a:pt x="332685" y="64798"/>
                </a:lnTo>
                <a:lnTo>
                  <a:pt x="332856" y="65096"/>
                </a:lnTo>
                <a:lnTo>
                  <a:pt x="333022" y="65400"/>
                </a:lnTo>
                <a:lnTo>
                  <a:pt x="333180" y="65711"/>
                </a:lnTo>
                <a:lnTo>
                  <a:pt x="333333" y="66029"/>
                </a:lnTo>
                <a:lnTo>
                  <a:pt x="333479" y="66352"/>
                </a:lnTo>
                <a:lnTo>
                  <a:pt x="333618" y="66683"/>
                </a:lnTo>
                <a:lnTo>
                  <a:pt x="333752" y="67020"/>
                </a:lnTo>
                <a:lnTo>
                  <a:pt x="333878" y="67363"/>
                </a:lnTo>
                <a:lnTo>
                  <a:pt x="334000" y="67712"/>
                </a:lnTo>
                <a:lnTo>
                  <a:pt x="334115" y="68066"/>
                </a:lnTo>
                <a:lnTo>
                  <a:pt x="334226" y="68424"/>
                </a:lnTo>
                <a:lnTo>
                  <a:pt x="334332" y="68787"/>
                </a:lnTo>
                <a:lnTo>
                  <a:pt x="334432" y="69155"/>
                </a:lnTo>
                <a:lnTo>
                  <a:pt x="334528" y="69528"/>
                </a:lnTo>
                <a:lnTo>
                  <a:pt x="334618" y="69905"/>
                </a:lnTo>
                <a:lnTo>
                  <a:pt x="334703" y="70287"/>
                </a:lnTo>
                <a:lnTo>
                  <a:pt x="334783" y="70674"/>
                </a:lnTo>
                <a:lnTo>
                  <a:pt x="334857" y="71065"/>
                </a:lnTo>
                <a:lnTo>
                  <a:pt x="334927" y="71461"/>
                </a:lnTo>
                <a:lnTo>
                  <a:pt x="334991" y="71862"/>
                </a:lnTo>
                <a:lnTo>
                  <a:pt x="335050" y="72267"/>
                </a:lnTo>
                <a:lnTo>
                  <a:pt x="335104" y="72677"/>
                </a:lnTo>
                <a:lnTo>
                  <a:pt x="335153" y="73092"/>
                </a:lnTo>
                <a:lnTo>
                  <a:pt x="335197" y="73512"/>
                </a:lnTo>
                <a:lnTo>
                  <a:pt x="335236" y="73936"/>
                </a:lnTo>
                <a:lnTo>
                  <a:pt x="335269" y="74365"/>
                </a:lnTo>
                <a:lnTo>
                  <a:pt x="335298" y="74799"/>
                </a:lnTo>
                <a:lnTo>
                  <a:pt x="335321" y="75237"/>
                </a:lnTo>
                <a:lnTo>
                  <a:pt x="335339" y="75680"/>
                </a:lnTo>
                <a:lnTo>
                  <a:pt x="335352" y="76128"/>
                </a:lnTo>
                <a:lnTo>
                  <a:pt x="335359" y="76581"/>
                </a:lnTo>
                <a:lnTo>
                  <a:pt x="335362" y="77038"/>
                </a:lnTo>
                <a:lnTo>
                  <a:pt x="335362" y="139554"/>
                </a:lnTo>
                <a:lnTo>
                  <a:pt x="362475" y="139554"/>
                </a:lnTo>
                <a:lnTo>
                  <a:pt x="362475" y="73732"/>
                </a:lnTo>
                <a:lnTo>
                  <a:pt x="362461" y="72278"/>
                </a:lnTo>
                <a:lnTo>
                  <a:pt x="362419" y="70851"/>
                </a:lnTo>
                <a:lnTo>
                  <a:pt x="362409" y="70642"/>
                </a:lnTo>
                <a:lnTo>
                  <a:pt x="362647" y="70368"/>
                </a:lnTo>
                <a:lnTo>
                  <a:pt x="363029" y="69943"/>
                </a:lnTo>
                <a:lnTo>
                  <a:pt x="363414" y="69523"/>
                </a:lnTo>
                <a:lnTo>
                  <a:pt x="363803" y="69109"/>
                </a:lnTo>
                <a:lnTo>
                  <a:pt x="364197" y="68702"/>
                </a:lnTo>
                <a:lnTo>
                  <a:pt x="364595" y="68300"/>
                </a:lnTo>
                <a:lnTo>
                  <a:pt x="364996" y="67904"/>
                </a:lnTo>
                <a:lnTo>
                  <a:pt x="365402" y="67515"/>
                </a:lnTo>
                <a:lnTo>
                  <a:pt x="365812" y="67131"/>
                </a:lnTo>
                <a:lnTo>
                  <a:pt x="366226" y="66754"/>
                </a:lnTo>
                <a:lnTo>
                  <a:pt x="366644" y="66382"/>
                </a:lnTo>
                <a:lnTo>
                  <a:pt x="367066" y="66017"/>
                </a:lnTo>
                <a:lnTo>
                  <a:pt x="367492" y="65658"/>
                </a:lnTo>
                <a:lnTo>
                  <a:pt x="367923" y="65304"/>
                </a:lnTo>
                <a:lnTo>
                  <a:pt x="368357" y="64957"/>
                </a:lnTo>
                <a:lnTo>
                  <a:pt x="368795" y="64616"/>
                </a:lnTo>
                <a:lnTo>
                  <a:pt x="369238" y="64281"/>
                </a:lnTo>
                <a:lnTo>
                  <a:pt x="369685" y="63952"/>
                </a:lnTo>
                <a:lnTo>
                  <a:pt x="370135" y="63629"/>
                </a:lnTo>
                <a:lnTo>
                  <a:pt x="370590" y="63312"/>
                </a:lnTo>
                <a:lnTo>
                  <a:pt x="371049" y="63000"/>
                </a:lnTo>
                <a:lnTo>
                  <a:pt x="371512" y="62696"/>
                </a:lnTo>
                <a:lnTo>
                  <a:pt x="371979" y="62397"/>
                </a:lnTo>
                <a:lnTo>
                  <a:pt x="372450" y="62104"/>
                </a:lnTo>
                <a:lnTo>
                  <a:pt x="372927" y="61820"/>
                </a:lnTo>
                <a:lnTo>
                  <a:pt x="373412" y="61548"/>
                </a:lnTo>
                <a:lnTo>
                  <a:pt x="373904" y="61288"/>
                </a:lnTo>
                <a:lnTo>
                  <a:pt x="374404" y="61041"/>
                </a:lnTo>
                <a:lnTo>
                  <a:pt x="374912" y="60805"/>
                </a:lnTo>
                <a:lnTo>
                  <a:pt x="375427" y="60582"/>
                </a:lnTo>
                <a:lnTo>
                  <a:pt x="375950" y="60370"/>
                </a:lnTo>
                <a:lnTo>
                  <a:pt x="376480" y="60171"/>
                </a:lnTo>
                <a:lnTo>
                  <a:pt x="377018" y="59984"/>
                </a:lnTo>
                <a:lnTo>
                  <a:pt x="377564" y="59809"/>
                </a:lnTo>
                <a:lnTo>
                  <a:pt x="378118" y="59646"/>
                </a:lnTo>
                <a:lnTo>
                  <a:pt x="378679" y="59495"/>
                </a:lnTo>
                <a:lnTo>
                  <a:pt x="379247" y="59356"/>
                </a:lnTo>
                <a:lnTo>
                  <a:pt x="379824" y="59229"/>
                </a:lnTo>
                <a:lnTo>
                  <a:pt x="380407" y="59114"/>
                </a:lnTo>
                <a:lnTo>
                  <a:pt x="380999" y="59012"/>
                </a:lnTo>
                <a:lnTo>
                  <a:pt x="381598" y="58921"/>
                </a:lnTo>
                <a:lnTo>
                  <a:pt x="382205" y="58842"/>
                </a:lnTo>
                <a:lnTo>
                  <a:pt x="382820" y="58776"/>
                </a:lnTo>
                <a:lnTo>
                  <a:pt x="383442" y="58722"/>
                </a:lnTo>
                <a:lnTo>
                  <a:pt x="384072" y="58679"/>
                </a:lnTo>
                <a:lnTo>
                  <a:pt x="384709" y="58649"/>
                </a:lnTo>
                <a:lnTo>
                  <a:pt x="385354" y="58631"/>
                </a:lnTo>
                <a:lnTo>
                  <a:pt x="386007" y="58625"/>
                </a:lnTo>
                <a:lnTo>
                  <a:pt x="386447" y="58629"/>
                </a:lnTo>
                <a:lnTo>
                  <a:pt x="386880" y="58641"/>
                </a:lnTo>
                <a:lnTo>
                  <a:pt x="387306" y="58661"/>
                </a:lnTo>
                <a:lnTo>
                  <a:pt x="387725" y="58689"/>
                </a:lnTo>
                <a:lnTo>
                  <a:pt x="388137" y="58724"/>
                </a:lnTo>
                <a:lnTo>
                  <a:pt x="388542" y="58768"/>
                </a:lnTo>
                <a:lnTo>
                  <a:pt x="388940" y="58820"/>
                </a:lnTo>
                <a:lnTo>
                  <a:pt x="389332" y="58879"/>
                </a:lnTo>
                <a:lnTo>
                  <a:pt x="389716" y="58947"/>
                </a:lnTo>
                <a:lnTo>
                  <a:pt x="390094" y="59022"/>
                </a:lnTo>
                <a:lnTo>
                  <a:pt x="390464" y="59106"/>
                </a:lnTo>
                <a:lnTo>
                  <a:pt x="390828" y="59197"/>
                </a:lnTo>
                <a:lnTo>
                  <a:pt x="391185" y="59297"/>
                </a:lnTo>
                <a:lnTo>
                  <a:pt x="391535" y="59404"/>
                </a:lnTo>
                <a:lnTo>
                  <a:pt x="391878" y="59519"/>
                </a:lnTo>
                <a:lnTo>
                  <a:pt x="392214" y="59642"/>
                </a:lnTo>
                <a:lnTo>
                  <a:pt x="392543" y="59774"/>
                </a:lnTo>
                <a:lnTo>
                  <a:pt x="392865" y="59913"/>
                </a:lnTo>
                <a:lnTo>
                  <a:pt x="393180" y="60060"/>
                </a:lnTo>
                <a:lnTo>
                  <a:pt x="393488" y="60215"/>
                </a:lnTo>
                <a:lnTo>
                  <a:pt x="393790" y="60378"/>
                </a:lnTo>
                <a:lnTo>
                  <a:pt x="394084" y="60549"/>
                </a:lnTo>
                <a:lnTo>
                  <a:pt x="394372" y="60727"/>
                </a:lnTo>
                <a:lnTo>
                  <a:pt x="394652" y="60914"/>
                </a:lnTo>
                <a:lnTo>
                  <a:pt x="394926" y="61108"/>
                </a:lnTo>
                <a:lnTo>
                  <a:pt x="395193" y="61309"/>
                </a:lnTo>
                <a:lnTo>
                  <a:pt x="395455" y="61516"/>
                </a:lnTo>
                <a:lnTo>
                  <a:pt x="395709" y="61729"/>
                </a:lnTo>
                <a:lnTo>
                  <a:pt x="395958" y="61949"/>
                </a:lnTo>
                <a:lnTo>
                  <a:pt x="396200" y="62176"/>
                </a:lnTo>
                <a:lnTo>
                  <a:pt x="396435" y="62409"/>
                </a:lnTo>
                <a:lnTo>
                  <a:pt x="396664" y="62648"/>
                </a:lnTo>
                <a:lnTo>
                  <a:pt x="396887" y="62894"/>
                </a:lnTo>
                <a:lnTo>
                  <a:pt x="397103" y="63147"/>
                </a:lnTo>
                <a:lnTo>
                  <a:pt x="397313" y="63406"/>
                </a:lnTo>
                <a:lnTo>
                  <a:pt x="397517" y="63671"/>
                </a:lnTo>
                <a:lnTo>
                  <a:pt x="397714" y="63943"/>
                </a:lnTo>
                <a:lnTo>
                  <a:pt x="397905" y="64222"/>
                </a:lnTo>
                <a:lnTo>
                  <a:pt x="398089" y="64506"/>
                </a:lnTo>
                <a:lnTo>
                  <a:pt x="398267" y="64798"/>
                </a:lnTo>
                <a:lnTo>
                  <a:pt x="398439" y="65096"/>
                </a:lnTo>
                <a:lnTo>
                  <a:pt x="398604" y="65400"/>
                </a:lnTo>
                <a:lnTo>
                  <a:pt x="398763" y="65711"/>
                </a:lnTo>
                <a:lnTo>
                  <a:pt x="398915" y="66029"/>
                </a:lnTo>
                <a:lnTo>
                  <a:pt x="399061" y="66352"/>
                </a:lnTo>
                <a:lnTo>
                  <a:pt x="399201" y="66683"/>
                </a:lnTo>
                <a:lnTo>
                  <a:pt x="399334" y="67020"/>
                </a:lnTo>
                <a:lnTo>
                  <a:pt x="399461" y="67363"/>
                </a:lnTo>
                <a:lnTo>
                  <a:pt x="399582" y="67712"/>
                </a:lnTo>
                <a:lnTo>
                  <a:pt x="399698" y="68066"/>
                </a:lnTo>
                <a:lnTo>
                  <a:pt x="399808" y="68424"/>
                </a:lnTo>
                <a:lnTo>
                  <a:pt x="399914" y="68787"/>
                </a:lnTo>
                <a:lnTo>
                  <a:pt x="400015" y="69155"/>
                </a:lnTo>
                <a:lnTo>
                  <a:pt x="400110" y="69528"/>
                </a:lnTo>
                <a:lnTo>
                  <a:pt x="400200" y="69905"/>
                </a:lnTo>
                <a:lnTo>
                  <a:pt x="400285" y="70287"/>
                </a:lnTo>
                <a:lnTo>
                  <a:pt x="400365" y="70674"/>
                </a:lnTo>
                <a:lnTo>
                  <a:pt x="400439" y="71065"/>
                </a:lnTo>
                <a:lnTo>
                  <a:pt x="400509" y="71461"/>
                </a:lnTo>
                <a:lnTo>
                  <a:pt x="400573" y="71862"/>
                </a:lnTo>
                <a:lnTo>
                  <a:pt x="400633" y="72267"/>
                </a:lnTo>
                <a:lnTo>
                  <a:pt x="400687" y="72677"/>
                </a:lnTo>
                <a:lnTo>
                  <a:pt x="400736" y="73092"/>
                </a:lnTo>
                <a:lnTo>
                  <a:pt x="400779" y="73512"/>
                </a:lnTo>
                <a:lnTo>
                  <a:pt x="400818" y="73936"/>
                </a:lnTo>
                <a:lnTo>
                  <a:pt x="400852" y="74365"/>
                </a:lnTo>
                <a:lnTo>
                  <a:pt x="400880" y="74799"/>
                </a:lnTo>
                <a:lnTo>
                  <a:pt x="400903" y="75237"/>
                </a:lnTo>
                <a:lnTo>
                  <a:pt x="400921" y="75680"/>
                </a:lnTo>
                <a:lnTo>
                  <a:pt x="400934" y="76128"/>
                </a:lnTo>
                <a:lnTo>
                  <a:pt x="400942" y="76581"/>
                </a:lnTo>
                <a:lnTo>
                  <a:pt x="400944" y="77038"/>
                </a:lnTo>
                <a:lnTo>
                  <a:pt x="400944" y="139554"/>
                </a:lnTo>
                <a:lnTo>
                  <a:pt x="428057" y="139554"/>
                </a:lnTo>
                <a:lnTo>
                  <a:pt x="428057" y="73732"/>
                </a:lnTo>
                <a:lnTo>
                  <a:pt x="428043" y="72278"/>
                </a:lnTo>
                <a:lnTo>
                  <a:pt x="428001" y="70851"/>
                </a:lnTo>
                <a:lnTo>
                  <a:pt x="427930" y="69453"/>
                </a:lnTo>
                <a:lnTo>
                  <a:pt x="427831" y="68082"/>
                </a:lnTo>
                <a:lnTo>
                  <a:pt x="427704" y="66739"/>
                </a:lnTo>
                <a:lnTo>
                  <a:pt x="427549" y="65424"/>
                </a:lnTo>
                <a:lnTo>
                  <a:pt x="427365" y="64137"/>
                </a:lnTo>
                <a:lnTo>
                  <a:pt x="427153" y="62878"/>
                </a:lnTo>
                <a:lnTo>
                  <a:pt x="426913" y="61646"/>
                </a:lnTo>
                <a:lnTo>
                  <a:pt x="426645" y="60443"/>
                </a:lnTo>
                <a:lnTo>
                  <a:pt x="426348" y="59268"/>
                </a:lnTo>
                <a:lnTo>
                  <a:pt x="426024" y="58120"/>
                </a:lnTo>
                <a:lnTo>
                  <a:pt x="425671" y="57000"/>
                </a:lnTo>
                <a:lnTo>
                  <a:pt x="425289" y="55908"/>
                </a:lnTo>
                <a:lnTo>
                  <a:pt x="424880" y="54844"/>
                </a:lnTo>
                <a:lnTo>
                  <a:pt x="424442" y="53808"/>
                </a:lnTo>
                <a:lnTo>
                  <a:pt x="423976" y="52800"/>
                </a:lnTo>
                <a:lnTo>
                  <a:pt x="423482" y="51820"/>
                </a:lnTo>
                <a:lnTo>
                  <a:pt x="422959" y="50867"/>
                </a:lnTo>
                <a:lnTo>
                  <a:pt x="422409" y="49943"/>
                </a:lnTo>
                <a:lnTo>
                  <a:pt x="421830" y="49046"/>
                </a:lnTo>
                <a:lnTo>
                  <a:pt x="421222" y="48177"/>
                </a:lnTo>
                <a:lnTo>
                  <a:pt x="420587" y="47336"/>
                </a:lnTo>
                <a:lnTo>
                  <a:pt x="419923" y="46523"/>
                </a:lnTo>
                <a:lnTo>
                  <a:pt x="419234" y="45741"/>
                </a:lnTo>
                <a:lnTo>
                  <a:pt x="418520" y="44992"/>
                </a:lnTo>
                <a:lnTo>
                  <a:pt x="417784" y="44276"/>
                </a:lnTo>
                <a:lnTo>
                  <a:pt x="417023" y="43594"/>
                </a:lnTo>
                <a:lnTo>
                  <a:pt x="416239" y="42944"/>
                </a:lnTo>
                <a:lnTo>
                  <a:pt x="415431" y="42328"/>
                </a:lnTo>
                <a:lnTo>
                  <a:pt x="414600" y="41746"/>
                </a:lnTo>
                <a:lnTo>
                  <a:pt x="413745" y="41196"/>
                </a:lnTo>
                <a:lnTo>
                  <a:pt x="412866" y="40680"/>
                </a:lnTo>
                <a:lnTo>
                  <a:pt x="411964" y="40198"/>
                </a:lnTo>
                <a:lnTo>
                  <a:pt x="411038" y="39748"/>
                </a:lnTo>
                <a:lnTo>
                  <a:pt x="410088" y="39332"/>
                </a:lnTo>
                <a:lnTo>
                  <a:pt x="409115" y="38949"/>
                </a:lnTo>
                <a:lnTo>
                  <a:pt x="408119" y="38599"/>
                </a:lnTo>
                <a:lnTo>
                  <a:pt x="407098" y="38283"/>
                </a:lnTo>
                <a:lnTo>
                  <a:pt x="406054" y="38000"/>
                </a:lnTo>
                <a:lnTo>
                  <a:pt x="404987" y="37750"/>
                </a:lnTo>
                <a:lnTo>
                  <a:pt x="403895" y="37534"/>
                </a:lnTo>
                <a:lnTo>
                  <a:pt x="402781" y="37351"/>
                </a:lnTo>
                <a:lnTo>
                  <a:pt x="401642" y="37201"/>
                </a:lnTo>
                <a:lnTo>
                  <a:pt x="400480" y="37085"/>
                </a:lnTo>
                <a:lnTo>
                  <a:pt x="399294" y="37001"/>
                </a:lnTo>
                <a:lnTo>
                  <a:pt x="398085" y="36951"/>
                </a:lnTo>
                <a:lnTo>
                  <a:pt x="396852" y="36935"/>
                </a:lnTo>
                <a:lnTo>
                  <a:pt x="395800" y="36944"/>
                </a:lnTo>
                <a:lnTo>
                  <a:pt x="394760" y="36970"/>
                </a:lnTo>
                <a:lnTo>
                  <a:pt x="393732" y="37015"/>
                </a:lnTo>
                <a:lnTo>
                  <a:pt x="392715" y="37077"/>
                </a:lnTo>
                <a:lnTo>
                  <a:pt x="391710" y="37157"/>
                </a:lnTo>
                <a:lnTo>
                  <a:pt x="390716" y="37255"/>
                </a:lnTo>
                <a:lnTo>
                  <a:pt x="389734" y="37370"/>
                </a:lnTo>
                <a:lnTo>
                  <a:pt x="388763" y="37503"/>
                </a:lnTo>
                <a:lnTo>
                  <a:pt x="387804" y="37654"/>
                </a:lnTo>
                <a:lnTo>
                  <a:pt x="386857" y="37823"/>
                </a:lnTo>
                <a:lnTo>
                  <a:pt x="385921" y="38009"/>
                </a:lnTo>
                <a:lnTo>
                  <a:pt x="384996" y="38214"/>
                </a:lnTo>
                <a:lnTo>
                  <a:pt x="384083" y="38436"/>
                </a:lnTo>
                <a:lnTo>
                  <a:pt x="383182" y="38676"/>
                </a:lnTo>
                <a:lnTo>
                  <a:pt x="382292" y="38933"/>
                </a:lnTo>
                <a:lnTo>
                  <a:pt x="381414" y="39208"/>
                </a:lnTo>
                <a:lnTo>
                  <a:pt x="380547" y="39501"/>
                </a:lnTo>
                <a:lnTo>
                  <a:pt x="379692" y="39812"/>
                </a:lnTo>
                <a:lnTo>
                  <a:pt x="378848" y="40141"/>
                </a:lnTo>
                <a:lnTo>
                  <a:pt x="378016" y="40487"/>
                </a:lnTo>
                <a:lnTo>
                  <a:pt x="377196" y="40851"/>
                </a:lnTo>
                <a:lnTo>
                  <a:pt x="376387" y="41233"/>
                </a:lnTo>
                <a:lnTo>
                  <a:pt x="375589" y="41633"/>
                </a:lnTo>
                <a:lnTo>
                  <a:pt x="374803" y="42050"/>
                </a:lnTo>
                <a:lnTo>
                  <a:pt x="374028" y="42480"/>
                </a:lnTo>
                <a:lnTo>
                  <a:pt x="373263" y="42915"/>
                </a:lnTo>
                <a:lnTo>
                  <a:pt x="372509" y="43356"/>
                </a:lnTo>
                <a:lnTo>
                  <a:pt x="371764" y="43804"/>
                </a:lnTo>
                <a:lnTo>
                  <a:pt x="371029" y="44257"/>
                </a:lnTo>
                <a:lnTo>
                  <a:pt x="370305" y="44717"/>
                </a:lnTo>
                <a:lnTo>
                  <a:pt x="369591" y="45182"/>
                </a:lnTo>
                <a:lnTo>
                  <a:pt x="368886" y="45654"/>
                </a:lnTo>
                <a:lnTo>
                  <a:pt x="368192" y="46132"/>
                </a:lnTo>
                <a:lnTo>
                  <a:pt x="367508" y="46615"/>
                </a:lnTo>
                <a:lnTo>
                  <a:pt x="366835" y="47105"/>
                </a:lnTo>
                <a:lnTo>
                  <a:pt x="366171" y="47601"/>
                </a:lnTo>
                <a:lnTo>
                  <a:pt x="365517" y="48103"/>
                </a:lnTo>
                <a:lnTo>
                  <a:pt x="364874" y="48610"/>
                </a:lnTo>
                <a:lnTo>
                  <a:pt x="364241" y="49124"/>
                </a:lnTo>
                <a:lnTo>
                  <a:pt x="363617" y="49644"/>
                </a:lnTo>
                <a:lnTo>
                  <a:pt x="363004" y="50170"/>
                </a:lnTo>
                <a:lnTo>
                  <a:pt x="362401" y="50702"/>
                </a:lnTo>
                <a:lnTo>
                  <a:pt x="361808" y="51240"/>
                </a:lnTo>
                <a:lnTo>
                  <a:pt x="361226" y="51784"/>
                </a:lnTo>
                <a:lnTo>
                  <a:pt x="360653" y="52334"/>
                </a:lnTo>
                <a:lnTo>
                  <a:pt x="360091" y="52891"/>
                </a:lnTo>
                <a:lnTo>
                  <a:pt x="359538" y="53453"/>
                </a:lnTo>
                <a:lnTo>
                  <a:pt x="358996" y="54021"/>
                </a:lnTo>
                <a:lnTo>
                  <a:pt x="358998" y="54031"/>
                </a:lnTo>
                <a:lnTo>
                  <a:pt x="358905" y="53808"/>
                </a:lnTo>
                <a:lnTo>
                  <a:pt x="358445" y="52800"/>
                </a:lnTo>
                <a:close/>
                <a:moveTo>
                  <a:pt x="74243" y="141183"/>
                </a:moveTo>
                <a:lnTo>
                  <a:pt x="75818" y="141063"/>
                </a:lnTo>
                <a:lnTo>
                  <a:pt x="77371" y="140916"/>
                </a:lnTo>
                <a:lnTo>
                  <a:pt x="78902" y="140743"/>
                </a:lnTo>
                <a:lnTo>
                  <a:pt x="80412" y="140543"/>
                </a:lnTo>
                <a:lnTo>
                  <a:pt x="81900" y="140317"/>
                </a:lnTo>
                <a:lnTo>
                  <a:pt x="83367" y="140064"/>
                </a:lnTo>
                <a:lnTo>
                  <a:pt x="84813" y="139784"/>
                </a:lnTo>
                <a:lnTo>
                  <a:pt x="86237" y="139477"/>
                </a:lnTo>
                <a:lnTo>
                  <a:pt x="87639" y="139144"/>
                </a:lnTo>
                <a:lnTo>
                  <a:pt x="89020" y="138785"/>
                </a:lnTo>
                <a:lnTo>
                  <a:pt x="90379" y="138398"/>
                </a:lnTo>
                <a:lnTo>
                  <a:pt x="91717" y="137985"/>
                </a:lnTo>
                <a:lnTo>
                  <a:pt x="93034" y="137546"/>
                </a:lnTo>
                <a:lnTo>
                  <a:pt x="94329" y="137080"/>
                </a:lnTo>
                <a:lnTo>
                  <a:pt x="95602" y="136587"/>
                </a:lnTo>
                <a:lnTo>
                  <a:pt x="96854" y="136067"/>
                </a:lnTo>
                <a:lnTo>
                  <a:pt x="98085" y="135521"/>
                </a:lnTo>
                <a:lnTo>
                  <a:pt x="99294" y="134948"/>
                </a:lnTo>
                <a:lnTo>
                  <a:pt x="100481" y="134349"/>
                </a:lnTo>
                <a:lnTo>
                  <a:pt x="101647" y="133722"/>
                </a:lnTo>
                <a:lnTo>
                  <a:pt x="102791" y="133073"/>
                </a:lnTo>
                <a:lnTo>
                  <a:pt x="103912" y="132402"/>
                </a:lnTo>
                <a:lnTo>
                  <a:pt x="105009" y="131711"/>
                </a:lnTo>
                <a:lnTo>
                  <a:pt x="106084" y="131000"/>
                </a:lnTo>
                <a:lnTo>
                  <a:pt x="107135" y="130268"/>
                </a:lnTo>
                <a:lnTo>
                  <a:pt x="108163" y="129515"/>
                </a:lnTo>
                <a:lnTo>
                  <a:pt x="109169" y="128741"/>
                </a:lnTo>
                <a:lnTo>
                  <a:pt x="110151" y="127947"/>
                </a:lnTo>
                <a:lnTo>
                  <a:pt x="111110" y="127133"/>
                </a:lnTo>
                <a:lnTo>
                  <a:pt x="112046" y="126298"/>
                </a:lnTo>
                <a:lnTo>
                  <a:pt x="112958" y="125442"/>
                </a:lnTo>
                <a:lnTo>
                  <a:pt x="113848" y="124565"/>
                </a:lnTo>
                <a:lnTo>
                  <a:pt x="114715" y="123668"/>
                </a:lnTo>
                <a:lnTo>
                  <a:pt x="115558" y="122751"/>
                </a:lnTo>
                <a:lnTo>
                  <a:pt x="116379" y="121813"/>
                </a:lnTo>
                <a:lnTo>
                  <a:pt x="117176" y="120854"/>
                </a:lnTo>
                <a:lnTo>
                  <a:pt x="117950" y="119874"/>
                </a:lnTo>
                <a:lnTo>
                  <a:pt x="118702" y="118874"/>
                </a:lnTo>
                <a:lnTo>
                  <a:pt x="119430" y="117854"/>
                </a:lnTo>
                <a:lnTo>
                  <a:pt x="120135" y="116812"/>
                </a:lnTo>
                <a:lnTo>
                  <a:pt x="120817" y="115751"/>
                </a:lnTo>
                <a:lnTo>
                  <a:pt x="121475" y="114668"/>
                </a:lnTo>
                <a:lnTo>
                  <a:pt x="122111" y="113565"/>
                </a:lnTo>
                <a:lnTo>
                  <a:pt x="122724" y="112441"/>
                </a:lnTo>
                <a:lnTo>
                  <a:pt x="123312" y="111300"/>
                </a:lnTo>
                <a:lnTo>
                  <a:pt x="123876" y="110144"/>
                </a:lnTo>
                <a:lnTo>
                  <a:pt x="124414" y="108972"/>
                </a:lnTo>
                <a:lnTo>
                  <a:pt x="124928" y="107786"/>
                </a:lnTo>
                <a:lnTo>
                  <a:pt x="125416" y="106585"/>
                </a:lnTo>
                <a:lnTo>
                  <a:pt x="125879" y="105369"/>
                </a:lnTo>
                <a:lnTo>
                  <a:pt x="126318" y="104138"/>
                </a:lnTo>
                <a:lnTo>
                  <a:pt x="126731" y="102892"/>
                </a:lnTo>
                <a:lnTo>
                  <a:pt x="127119" y="101631"/>
                </a:lnTo>
                <a:lnTo>
                  <a:pt x="127482" y="100356"/>
                </a:lnTo>
                <a:lnTo>
                  <a:pt x="127821" y="99065"/>
                </a:lnTo>
                <a:lnTo>
                  <a:pt x="128134" y="97760"/>
                </a:lnTo>
                <a:lnTo>
                  <a:pt x="128422" y="96439"/>
                </a:lnTo>
                <a:lnTo>
                  <a:pt x="128685" y="95104"/>
                </a:lnTo>
                <a:lnTo>
                  <a:pt x="128922" y="93753"/>
                </a:lnTo>
                <a:lnTo>
                  <a:pt x="129135" y="92388"/>
                </a:lnTo>
                <a:lnTo>
                  <a:pt x="129323" y="91008"/>
                </a:lnTo>
                <a:lnTo>
                  <a:pt x="129486" y="89613"/>
                </a:lnTo>
                <a:lnTo>
                  <a:pt x="129624" y="88203"/>
                </a:lnTo>
                <a:lnTo>
                  <a:pt x="129736" y="86778"/>
                </a:lnTo>
                <a:lnTo>
                  <a:pt x="129824" y="85338"/>
                </a:lnTo>
                <a:lnTo>
                  <a:pt x="129887" y="83883"/>
                </a:lnTo>
                <a:lnTo>
                  <a:pt x="129924" y="82414"/>
                </a:lnTo>
                <a:lnTo>
                  <a:pt x="129937" y="80929"/>
                </a:lnTo>
                <a:lnTo>
                  <a:pt x="129937" y="66912"/>
                </a:lnTo>
                <a:lnTo>
                  <a:pt x="68447" y="66912"/>
                </a:lnTo>
                <a:lnTo>
                  <a:pt x="68447" y="89830"/>
                </a:lnTo>
                <a:lnTo>
                  <a:pt x="101085" y="89830"/>
                </a:lnTo>
                <a:lnTo>
                  <a:pt x="101028" y="90509"/>
                </a:lnTo>
                <a:lnTo>
                  <a:pt x="100959" y="91181"/>
                </a:lnTo>
                <a:lnTo>
                  <a:pt x="100878" y="91846"/>
                </a:lnTo>
                <a:lnTo>
                  <a:pt x="100785" y="92505"/>
                </a:lnTo>
                <a:lnTo>
                  <a:pt x="100680" y="93156"/>
                </a:lnTo>
                <a:lnTo>
                  <a:pt x="100564" y="93801"/>
                </a:lnTo>
                <a:lnTo>
                  <a:pt x="100435" y="94440"/>
                </a:lnTo>
                <a:lnTo>
                  <a:pt x="100295" y="95071"/>
                </a:lnTo>
                <a:lnTo>
                  <a:pt x="100142" y="95696"/>
                </a:lnTo>
                <a:lnTo>
                  <a:pt x="99978" y="96314"/>
                </a:lnTo>
                <a:lnTo>
                  <a:pt x="99802" y="96925"/>
                </a:lnTo>
                <a:lnTo>
                  <a:pt x="99614" y="97529"/>
                </a:lnTo>
                <a:lnTo>
                  <a:pt x="99414" y="98127"/>
                </a:lnTo>
                <a:lnTo>
                  <a:pt x="99202" y="98718"/>
                </a:lnTo>
                <a:lnTo>
                  <a:pt x="98979" y="99302"/>
                </a:lnTo>
                <a:lnTo>
                  <a:pt x="98743" y="99880"/>
                </a:lnTo>
                <a:lnTo>
                  <a:pt x="98495" y="100450"/>
                </a:lnTo>
                <a:lnTo>
                  <a:pt x="98236" y="101014"/>
                </a:lnTo>
                <a:lnTo>
                  <a:pt x="97965" y="101572"/>
                </a:lnTo>
                <a:lnTo>
                  <a:pt x="97681" y="102122"/>
                </a:lnTo>
                <a:lnTo>
                  <a:pt x="97386" y="102666"/>
                </a:lnTo>
                <a:lnTo>
                  <a:pt x="97079" y="103203"/>
                </a:lnTo>
                <a:lnTo>
                  <a:pt x="96760" y="103733"/>
                </a:lnTo>
                <a:lnTo>
                  <a:pt x="96429" y="104256"/>
                </a:lnTo>
                <a:lnTo>
                  <a:pt x="96087" y="104772"/>
                </a:lnTo>
                <a:lnTo>
                  <a:pt x="95734" y="105278"/>
                </a:lnTo>
                <a:lnTo>
                  <a:pt x="95370" y="105774"/>
                </a:lnTo>
                <a:lnTo>
                  <a:pt x="94994" y="106261"/>
                </a:lnTo>
                <a:lnTo>
                  <a:pt x="94608" y="106739"/>
                </a:lnTo>
                <a:lnTo>
                  <a:pt x="94211" y="107207"/>
                </a:lnTo>
                <a:lnTo>
                  <a:pt x="93802" y="107666"/>
                </a:lnTo>
                <a:lnTo>
                  <a:pt x="93383" y="108116"/>
                </a:lnTo>
                <a:lnTo>
                  <a:pt x="92952" y="108556"/>
                </a:lnTo>
                <a:lnTo>
                  <a:pt x="92511" y="108987"/>
                </a:lnTo>
                <a:lnTo>
                  <a:pt x="92059" y="109408"/>
                </a:lnTo>
                <a:lnTo>
                  <a:pt x="91595" y="109820"/>
                </a:lnTo>
                <a:lnTo>
                  <a:pt x="91121" y="110222"/>
                </a:lnTo>
                <a:lnTo>
                  <a:pt x="90635" y="110615"/>
                </a:lnTo>
                <a:lnTo>
                  <a:pt x="90139" y="110999"/>
                </a:lnTo>
                <a:lnTo>
                  <a:pt x="89631" y="111373"/>
                </a:lnTo>
                <a:lnTo>
                  <a:pt x="89113" y="111738"/>
                </a:lnTo>
                <a:lnTo>
                  <a:pt x="88583" y="112093"/>
                </a:lnTo>
                <a:lnTo>
                  <a:pt x="88043" y="112439"/>
                </a:lnTo>
                <a:lnTo>
                  <a:pt x="87491" y="112775"/>
                </a:lnTo>
                <a:lnTo>
                  <a:pt x="86929" y="113102"/>
                </a:lnTo>
                <a:lnTo>
                  <a:pt x="86355" y="113420"/>
                </a:lnTo>
                <a:lnTo>
                  <a:pt x="85771" y="113728"/>
                </a:lnTo>
                <a:lnTo>
                  <a:pt x="85175" y="114027"/>
                </a:lnTo>
                <a:lnTo>
                  <a:pt x="84569" y="114315"/>
                </a:lnTo>
                <a:lnTo>
                  <a:pt x="83952" y="114591"/>
                </a:lnTo>
                <a:lnTo>
                  <a:pt x="83325" y="114855"/>
                </a:lnTo>
                <a:lnTo>
                  <a:pt x="82687" y="115106"/>
                </a:lnTo>
                <a:lnTo>
                  <a:pt x="82039" y="115345"/>
                </a:lnTo>
                <a:lnTo>
                  <a:pt x="81380" y="115572"/>
                </a:lnTo>
                <a:lnTo>
                  <a:pt x="80711" y="115786"/>
                </a:lnTo>
                <a:lnTo>
                  <a:pt x="80031" y="115988"/>
                </a:lnTo>
                <a:lnTo>
                  <a:pt x="79341" y="116178"/>
                </a:lnTo>
                <a:lnTo>
                  <a:pt x="78640" y="116356"/>
                </a:lnTo>
                <a:lnTo>
                  <a:pt x="77929" y="116521"/>
                </a:lnTo>
                <a:lnTo>
                  <a:pt x="77208" y="116675"/>
                </a:lnTo>
                <a:lnTo>
                  <a:pt x="76475" y="116816"/>
                </a:lnTo>
                <a:lnTo>
                  <a:pt x="75733" y="116944"/>
                </a:lnTo>
                <a:lnTo>
                  <a:pt x="74980" y="117061"/>
                </a:lnTo>
                <a:lnTo>
                  <a:pt x="74216" y="117165"/>
                </a:lnTo>
                <a:lnTo>
                  <a:pt x="73442" y="117257"/>
                </a:lnTo>
                <a:lnTo>
                  <a:pt x="72658" y="117336"/>
                </a:lnTo>
                <a:lnTo>
                  <a:pt x="71863" y="117404"/>
                </a:lnTo>
                <a:lnTo>
                  <a:pt x="71057" y="117459"/>
                </a:lnTo>
                <a:lnTo>
                  <a:pt x="70242" y="117502"/>
                </a:lnTo>
                <a:lnTo>
                  <a:pt x="69415" y="117532"/>
                </a:lnTo>
                <a:lnTo>
                  <a:pt x="68578" y="117551"/>
                </a:lnTo>
                <a:lnTo>
                  <a:pt x="67731" y="117557"/>
                </a:lnTo>
                <a:lnTo>
                  <a:pt x="66589" y="117546"/>
                </a:lnTo>
                <a:lnTo>
                  <a:pt x="65466" y="117512"/>
                </a:lnTo>
                <a:lnTo>
                  <a:pt x="64363" y="117456"/>
                </a:lnTo>
                <a:lnTo>
                  <a:pt x="63277" y="117378"/>
                </a:lnTo>
                <a:lnTo>
                  <a:pt x="62211" y="117277"/>
                </a:lnTo>
                <a:lnTo>
                  <a:pt x="61164" y="117154"/>
                </a:lnTo>
                <a:lnTo>
                  <a:pt x="60135" y="117009"/>
                </a:lnTo>
                <a:lnTo>
                  <a:pt x="59125" y="116841"/>
                </a:lnTo>
                <a:lnTo>
                  <a:pt x="58134" y="116651"/>
                </a:lnTo>
                <a:lnTo>
                  <a:pt x="57162" y="116438"/>
                </a:lnTo>
                <a:lnTo>
                  <a:pt x="56209" y="116203"/>
                </a:lnTo>
                <a:lnTo>
                  <a:pt x="55274" y="115946"/>
                </a:lnTo>
                <a:lnTo>
                  <a:pt x="54359" y="115666"/>
                </a:lnTo>
                <a:lnTo>
                  <a:pt x="53462" y="115364"/>
                </a:lnTo>
                <a:lnTo>
                  <a:pt x="52584" y="115039"/>
                </a:lnTo>
                <a:lnTo>
                  <a:pt x="51725" y="114692"/>
                </a:lnTo>
                <a:lnTo>
                  <a:pt x="50884" y="114323"/>
                </a:lnTo>
                <a:lnTo>
                  <a:pt x="50063" y="113931"/>
                </a:lnTo>
                <a:lnTo>
                  <a:pt x="49260" y="113517"/>
                </a:lnTo>
                <a:lnTo>
                  <a:pt x="48476" y="113081"/>
                </a:lnTo>
                <a:lnTo>
                  <a:pt x="47711" y="112622"/>
                </a:lnTo>
                <a:lnTo>
                  <a:pt x="46965" y="112141"/>
                </a:lnTo>
                <a:lnTo>
                  <a:pt x="46238" y="111637"/>
                </a:lnTo>
                <a:lnTo>
                  <a:pt x="45529" y="111111"/>
                </a:lnTo>
                <a:lnTo>
                  <a:pt x="44838" y="110567"/>
                </a:lnTo>
                <a:lnTo>
                  <a:pt x="44162" y="110008"/>
                </a:lnTo>
                <a:lnTo>
                  <a:pt x="43503" y="109434"/>
                </a:lnTo>
                <a:lnTo>
                  <a:pt x="42859" y="108846"/>
                </a:lnTo>
                <a:lnTo>
                  <a:pt x="42231" y="108244"/>
                </a:lnTo>
                <a:lnTo>
                  <a:pt x="41619" y="107626"/>
                </a:lnTo>
                <a:lnTo>
                  <a:pt x="41022" y="106994"/>
                </a:lnTo>
                <a:lnTo>
                  <a:pt x="40442" y="106348"/>
                </a:lnTo>
                <a:lnTo>
                  <a:pt x="39877" y="105687"/>
                </a:lnTo>
                <a:lnTo>
                  <a:pt x="39328" y="105012"/>
                </a:lnTo>
                <a:lnTo>
                  <a:pt x="38795" y="104322"/>
                </a:lnTo>
                <a:lnTo>
                  <a:pt x="38278" y="103617"/>
                </a:lnTo>
                <a:lnTo>
                  <a:pt x="37776" y="102898"/>
                </a:lnTo>
                <a:lnTo>
                  <a:pt x="37290" y="102164"/>
                </a:lnTo>
                <a:lnTo>
                  <a:pt x="36820" y="101416"/>
                </a:lnTo>
                <a:lnTo>
                  <a:pt x="36366" y="100653"/>
                </a:lnTo>
                <a:lnTo>
                  <a:pt x="35928" y="99875"/>
                </a:lnTo>
                <a:lnTo>
                  <a:pt x="35506" y="99083"/>
                </a:lnTo>
                <a:lnTo>
                  <a:pt x="35099" y="98277"/>
                </a:lnTo>
                <a:lnTo>
                  <a:pt x="34708" y="97455"/>
                </a:lnTo>
                <a:lnTo>
                  <a:pt x="34333" y="96620"/>
                </a:lnTo>
                <a:lnTo>
                  <a:pt x="33974" y="95769"/>
                </a:lnTo>
                <a:lnTo>
                  <a:pt x="33630" y="94905"/>
                </a:lnTo>
                <a:lnTo>
                  <a:pt x="33303" y="94025"/>
                </a:lnTo>
                <a:lnTo>
                  <a:pt x="32990" y="93135"/>
                </a:lnTo>
                <a:lnTo>
                  <a:pt x="32690" y="92238"/>
                </a:lnTo>
                <a:lnTo>
                  <a:pt x="32403" y="91335"/>
                </a:lnTo>
                <a:lnTo>
                  <a:pt x="32130" y="90424"/>
                </a:lnTo>
                <a:lnTo>
                  <a:pt x="31871" y="89507"/>
                </a:lnTo>
                <a:lnTo>
                  <a:pt x="31624" y="88583"/>
                </a:lnTo>
                <a:lnTo>
                  <a:pt x="31391" y="87653"/>
                </a:lnTo>
                <a:lnTo>
                  <a:pt x="31171" y="86715"/>
                </a:lnTo>
                <a:lnTo>
                  <a:pt x="30965" y="85771"/>
                </a:lnTo>
                <a:lnTo>
                  <a:pt x="30772" y="84821"/>
                </a:lnTo>
                <a:lnTo>
                  <a:pt x="30592" y="83863"/>
                </a:lnTo>
                <a:lnTo>
                  <a:pt x="30425" y="82899"/>
                </a:lnTo>
                <a:lnTo>
                  <a:pt x="30272" y="81928"/>
                </a:lnTo>
                <a:lnTo>
                  <a:pt x="30132" y="80950"/>
                </a:lnTo>
                <a:lnTo>
                  <a:pt x="30006" y="79965"/>
                </a:lnTo>
                <a:lnTo>
                  <a:pt x="29892" y="78974"/>
                </a:lnTo>
                <a:lnTo>
                  <a:pt x="29792" y="77976"/>
                </a:lnTo>
                <a:lnTo>
                  <a:pt x="29706" y="76971"/>
                </a:lnTo>
                <a:lnTo>
                  <a:pt x="29633" y="75959"/>
                </a:lnTo>
                <a:lnTo>
                  <a:pt x="29573" y="74941"/>
                </a:lnTo>
                <a:lnTo>
                  <a:pt x="29526" y="73916"/>
                </a:lnTo>
                <a:lnTo>
                  <a:pt x="29493" y="72884"/>
                </a:lnTo>
                <a:lnTo>
                  <a:pt x="29473" y="71846"/>
                </a:lnTo>
                <a:lnTo>
                  <a:pt x="29466" y="70800"/>
                </a:lnTo>
                <a:lnTo>
                  <a:pt x="29473" y="69747"/>
                </a:lnTo>
                <a:lnTo>
                  <a:pt x="29492" y="68700"/>
                </a:lnTo>
                <a:lnTo>
                  <a:pt x="29525" y="67661"/>
                </a:lnTo>
                <a:lnTo>
                  <a:pt x="29571" y="66630"/>
                </a:lnTo>
                <a:lnTo>
                  <a:pt x="29630" y="65605"/>
                </a:lnTo>
                <a:lnTo>
                  <a:pt x="29703" y="64588"/>
                </a:lnTo>
                <a:lnTo>
                  <a:pt x="29788" y="63578"/>
                </a:lnTo>
                <a:lnTo>
                  <a:pt x="29887" y="62575"/>
                </a:lnTo>
                <a:lnTo>
                  <a:pt x="29998" y="61580"/>
                </a:lnTo>
                <a:lnTo>
                  <a:pt x="30123" y="60592"/>
                </a:lnTo>
                <a:lnTo>
                  <a:pt x="30261" y="59611"/>
                </a:lnTo>
                <a:lnTo>
                  <a:pt x="30412" y="58638"/>
                </a:lnTo>
                <a:lnTo>
                  <a:pt x="30577" y="57672"/>
                </a:lnTo>
                <a:lnTo>
                  <a:pt x="30754" y="56713"/>
                </a:lnTo>
                <a:lnTo>
                  <a:pt x="30945" y="55761"/>
                </a:lnTo>
                <a:lnTo>
                  <a:pt x="31148" y="54817"/>
                </a:lnTo>
                <a:lnTo>
                  <a:pt x="31365" y="53880"/>
                </a:lnTo>
                <a:lnTo>
                  <a:pt x="31595" y="52950"/>
                </a:lnTo>
                <a:lnTo>
                  <a:pt x="31839" y="52027"/>
                </a:lnTo>
                <a:lnTo>
                  <a:pt x="32095" y="51112"/>
                </a:lnTo>
                <a:lnTo>
                  <a:pt x="32364" y="50204"/>
                </a:lnTo>
                <a:lnTo>
                  <a:pt x="32647" y="49304"/>
                </a:lnTo>
                <a:lnTo>
                  <a:pt x="32943" y="48410"/>
                </a:lnTo>
                <a:lnTo>
                  <a:pt x="33252" y="47524"/>
                </a:lnTo>
                <a:lnTo>
                  <a:pt x="33575" y="46649"/>
                </a:lnTo>
                <a:lnTo>
                  <a:pt x="33914" y="45788"/>
                </a:lnTo>
                <a:lnTo>
                  <a:pt x="34268" y="44941"/>
                </a:lnTo>
                <a:lnTo>
                  <a:pt x="34638" y="44108"/>
                </a:lnTo>
                <a:lnTo>
                  <a:pt x="35024" y="43290"/>
                </a:lnTo>
                <a:lnTo>
                  <a:pt x="35426" y="42485"/>
                </a:lnTo>
                <a:lnTo>
                  <a:pt x="35843" y="41695"/>
                </a:lnTo>
                <a:lnTo>
                  <a:pt x="36275" y="40919"/>
                </a:lnTo>
                <a:lnTo>
                  <a:pt x="36724" y="40158"/>
                </a:lnTo>
                <a:lnTo>
                  <a:pt x="37188" y="39410"/>
                </a:lnTo>
                <a:lnTo>
                  <a:pt x="37667" y="38677"/>
                </a:lnTo>
                <a:lnTo>
                  <a:pt x="38163" y="37958"/>
                </a:lnTo>
                <a:lnTo>
                  <a:pt x="38673" y="37253"/>
                </a:lnTo>
                <a:lnTo>
                  <a:pt x="39200" y="36562"/>
                </a:lnTo>
                <a:lnTo>
                  <a:pt x="39742" y="35886"/>
                </a:lnTo>
                <a:lnTo>
                  <a:pt x="40300" y="35224"/>
                </a:lnTo>
                <a:lnTo>
                  <a:pt x="40873" y="34576"/>
                </a:lnTo>
                <a:lnTo>
                  <a:pt x="41462" y="33942"/>
                </a:lnTo>
                <a:lnTo>
                  <a:pt x="42067" y="33323"/>
                </a:lnTo>
                <a:lnTo>
                  <a:pt x="42687" y="32717"/>
                </a:lnTo>
                <a:lnTo>
                  <a:pt x="43323" y="32126"/>
                </a:lnTo>
                <a:lnTo>
                  <a:pt x="43974" y="31549"/>
                </a:lnTo>
                <a:lnTo>
                  <a:pt x="44642" y="30986"/>
                </a:lnTo>
                <a:lnTo>
                  <a:pt x="45324" y="30438"/>
                </a:lnTo>
                <a:lnTo>
                  <a:pt x="46024" y="29908"/>
                </a:lnTo>
                <a:lnTo>
                  <a:pt x="46742" y="29400"/>
                </a:lnTo>
                <a:lnTo>
                  <a:pt x="47478" y="28915"/>
                </a:lnTo>
                <a:lnTo>
                  <a:pt x="48232" y="28453"/>
                </a:lnTo>
                <a:lnTo>
                  <a:pt x="49004" y="28013"/>
                </a:lnTo>
                <a:lnTo>
                  <a:pt x="49794" y="27596"/>
                </a:lnTo>
                <a:lnTo>
                  <a:pt x="50603" y="27201"/>
                </a:lnTo>
                <a:lnTo>
                  <a:pt x="51429" y="26829"/>
                </a:lnTo>
                <a:lnTo>
                  <a:pt x="52274" y="26479"/>
                </a:lnTo>
                <a:lnTo>
                  <a:pt x="53136" y="26152"/>
                </a:lnTo>
                <a:lnTo>
                  <a:pt x="54017" y="25847"/>
                </a:lnTo>
                <a:lnTo>
                  <a:pt x="54916" y="25565"/>
                </a:lnTo>
                <a:lnTo>
                  <a:pt x="55833" y="25306"/>
                </a:lnTo>
                <a:lnTo>
                  <a:pt x="56768" y="25069"/>
                </a:lnTo>
                <a:lnTo>
                  <a:pt x="57722" y="24855"/>
                </a:lnTo>
                <a:lnTo>
                  <a:pt x="58693" y="24663"/>
                </a:lnTo>
                <a:lnTo>
                  <a:pt x="59683" y="24494"/>
                </a:lnTo>
                <a:lnTo>
                  <a:pt x="60690" y="24347"/>
                </a:lnTo>
                <a:lnTo>
                  <a:pt x="61716" y="24223"/>
                </a:lnTo>
                <a:lnTo>
                  <a:pt x="62760" y="24122"/>
                </a:lnTo>
                <a:lnTo>
                  <a:pt x="63822" y="24043"/>
                </a:lnTo>
                <a:lnTo>
                  <a:pt x="64902" y="23986"/>
                </a:lnTo>
                <a:lnTo>
                  <a:pt x="66001" y="23952"/>
                </a:lnTo>
                <a:lnTo>
                  <a:pt x="67117" y="23941"/>
                </a:lnTo>
                <a:lnTo>
                  <a:pt x="67897" y="23946"/>
                </a:lnTo>
                <a:lnTo>
                  <a:pt x="68667" y="23962"/>
                </a:lnTo>
                <a:lnTo>
                  <a:pt x="69429" y="23987"/>
                </a:lnTo>
                <a:lnTo>
                  <a:pt x="70181" y="24024"/>
                </a:lnTo>
                <a:lnTo>
                  <a:pt x="70923" y="24070"/>
                </a:lnTo>
                <a:lnTo>
                  <a:pt x="71657" y="24127"/>
                </a:lnTo>
                <a:lnTo>
                  <a:pt x="72381" y="24194"/>
                </a:lnTo>
                <a:lnTo>
                  <a:pt x="73097" y="24271"/>
                </a:lnTo>
                <a:lnTo>
                  <a:pt x="73802" y="24358"/>
                </a:lnTo>
                <a:lnTo>
                  <a:pt x="74499" y="24456"/>
                </a:lnTo>
                <a:lnTo>
                  <a:pt x="75187" y="24564"/>
                </a:lnTo>
                <a:lnTo>
                  <a:pt x="75865" y="24683"/>
                </a:lnTo>
                <a:lnTo>
                  <a:pt x="76534" y="24812"/>
                </a:lnTo>
                <a:lnTo>
                  <a:pt x="77193" y="24951"/>
                </a:lnTo>
                <a:lnTo>
                  <a:pt x="77844" y="25100"/>
                </a:lnTo>
                <a:lnTo>
                  <a:pt x="78485" y="25260"/>
                </a:lnTo>
                <a:lnTo>
                  <a:pt x="79117" y="25430"/>
                </a:lnTo>
                <a:lnTo>
                  <a:pt x="79740" y="25610"/>
                </a:lnTo>
                <a:lnTo>
                  <a:pt x="80353" y="25801"/>
                </a:lnTo>
                <a:lnTo>
                  <a:pt x="80958" y="26002"/>
                </a:lnTo>
                <a:lnTo>
                  <a:pt x="81553" y="26213"/>
                </a:lnTo>
                <a:lnTo>
                  <a:pt x="82138" y="26434"/>
                </a:lnTo>
                <a:lnTo>
                  <a:pt x="82715" y="26666"/>
                </a:lnTo>
                <a:lnTo>
                  <a:pt x="83282" y="26908"/>
                </a:lnTo>
                <a:lnTo>
                  <a:pt x="83840" y="27159"/>
                </a:lnTo>
                <a:lnTo>
                  <a:pt x="84388" y="27418"/>
                </a:lnTo>
                <a:lnTo>
                  <a:pt x="84926" y="27685"/>
                </a:lnTo>
                <a:lnTo>
                  <a:pt x="85454" y="27960"/>
                </a:lnTo>
                <a:lnTo>
                  <a:pt x="85972" y="28242"/>
                </a:lnTo>
                <a:lnTo>
                  <a:pt x="86480" y="28532"/>
                </a:lnTo>
                <a:lnTo>
                  <a:pt x="86978" y="28830"/>
                </a:lnTo>
                <a:lnTo>
                  <a:pt x="87466" y="29136"/>
                </a:lnTo>
                <a:lnTo>
                  <a:pt x="87944" y="29450"/>
                </a:lnTo>
                <a:lnTo>
                  <a:pt x="88412" y="29771"/>
                </a:lnTo>
                <a:lnTo>
                  <a:pt x="88870" y="30101"/>
                </a:lnTo>
                <a:lnTo>
                  <a:pt x="89319" y="30438"/>
                </a:lnTo>
                <a:lnTo>
                  <a:pt x="89757" y="30783"/>
                </a:lnTo>
                <a:lnTo>
                  <a:pt x="90186" y="31136"/>
                </a:lnTo>
                <a:lnTo>
                  <a:pt x="90604" y="31496"/>
                </a:lnTo>
                <a:lnTo>
                  <a:pt x="91013" y="31865"/>
                </a:lnTo>
                <a:lnTo>
                  <a:pt x="91411" y="32241"/>
                </a:lnTo>
                <a:lnTo>
                  <a:pt x="91800" y="32625"/>
                </a:lnTo>
                <a:lnTo>
                  <a:pt x="92179" y="33017"/>
                </a:lnTo>
                <a:lnTo>
                  <a:pt x="92547" y="33416"/>
                </a:lnTo>
                <a:lnTo>
                  <a:pt x="92906" y="33824"/>
                </a:lnTo>
                <a:lnTo>
                  <a:pt x="93255" y="34239"/>
                </a:lnTo>
                <a:lnTo>
                  <a:pt x="93594" y="34662"/>
                </a:lnTo>
                <a:lnTo>
                  <a:pt x="93923" y="35093"/>
                </a:lnTo>
                <a:lnTo>
                  <a:pt x="94242" y="35531"/>
                </a:lnTo>
                <a:lnTo>
                  <a:pt x="94550" y="35973"/>
                </a:lnTo>
                <a:lnTo>
                  <a:pt x="94847" y="36422"/>
                </a:lnTo>
                <a:lnTo>
                  <a:pt x="95134" y="36875"/>
                </a:lnTo>
                <a:lnTo>
                  <a:pt x="95410" y="37334"/>
                </a:lnTo>
                <a:lnTo>
                  <a:pt x="95675" y="37798"/>
                </a:lnTo>
                <a:lnTo>
                  <a:pt x="95930" y="38268"/>
                </a:lnTo>
                <a:lnTo>
                  <a:pt x="96174" y="38742"/>
                </a:lnTo>
                <a:lnTo>
                  <a:pt x="96407" y="39222"/>
                </a:lnTo>
                <a:lnTo>
                  <a:pt x="96630" y="39708"/>
                </a:lnTo>
                <a:lnTo>
                  <a:pt x="96842" y="40199"/>
                </a:lnTo>
                <a:lnTo>
                  <a:pt x="97043" y="40695"/>
                </a:lnTo>
                <a:lnTo>
                  <a:pt x="97234" y="41196"/>
                </a:lnTo>
                <a:lnTo>
                  <a:pt x="97414" y="41703"/>
                </a:lnTo>
                <a:lnTo>
                  <a:pt x="97584" y="42215"/>
                </a:lnTo>
                <a:lnTo>
                  <a:pt x="97743" y="42732"/>
                </a:lnTo>
                <a:lnTo>
                  <a:pt x="97891" y="43255"/>
                </a:lnTo>
                <a:lnTo>
                  <a:pt x="98028" y="43783"/>
                </a:lnTo>
                <a:lnTo>
                  <a:pt x="98155" y="44317"/>
                </a:lnTo>
                <a:lnTo>
                  <a:pt x="98271" y="44855"/>
                </a:lnTo>
                <a:lnTo>
                  <a:pt x="98377" y="45400"/>
                </a:lnTo>
                <a:lnTo>
                  <a:pt x="98471" y="45949"/>
                </a:lnTo>
                <a:lnTo>
                  <a:pt x="98556" y="46504"/>
                </a:lnTo>
                <a:lnTo>
                  <a:pt x="98629" y="47064"/>
                </a:lnTo>
                <a:lnTo>
                  <a:pt x="127993" y="47064"/>
                </a:lnTo>
                <a:lnTo>
                  <a:pt x="127891" y="46055"/>
                </a:lnTo>
                <a:lnTo>
                  <a:pt x="127775" y="45057"/>
                </a:lnTo>
                <a:lnTo>
                  <a:pt x="127643" y="44071"/>
                </a:lnTo>
                <a:lnTo>
                  <a:pt x="127496" y="43096"/>
                </a:lnTo>
                <a:lnTo>
                  <a:pt x="127333" y="42133"/>
                </a:lnTo>
                <a:lnTo>
                  <a:pt x="127155" y="41181"/>
                </a:lnTo>
                <a:lnTo>
                  <a:pt x="126962" y="40240"/>
                </a:lnTo>
                <a:lnTo>
                  <a:pt x="126754" y="39311"/>
                </a:lnTo>
                <a:lnTo>
                  <a:pt x="126530" y="38393"/>
                </a:lnTo>
                <a:lnTo>
                  <a:pt x="126291" y="37486"/>
                </a:lnTo>
                <a:lnTo>
                  <a:pt x="126037" y="36591"/>
                </a:lnTo>
                <a:lnTo>
                  <a:pt x="125768" y="35707"/>
                </a:lnTo>
                <a:lnTo>
                  <a:pt x="125483" y="34835"/>
                </a:lnTo>
                <a:lnTo>
                  <a:pt x="125183" y="33973"/>
                </a:lnTo>
                <a:lnTo>
                  <a:pt x="124868" y="33124"/>
                </a:lnTo>
                <a:lnTo>
                  <a:pt x="124537" y="32285"/>
                </a:lnTo>
                <a:lnTo>
                  <a:pt x="124191" y="31458"/>
                </a:lnTo>
                <a:lnTo>
                  <a:pt x="123830" y="30643"/>
                </a:lnTo>
                <a:lnTo>
                  <a:pt x="123454" y="29838"/>
                </a:lnTo>
                <a:lnTo>
                  <a:pt x="123062" y="29045"/>
                </a:lnTo>
                <a:lnTo>
                  <a:pt x="122655" y="28264"/>
                </a:lnTo>
                <a:lnTo>
                  <a:pt x="122233" y="27494"/>
                </a:lnTo>
                <a:lnTo>
                  <a:pt x="121795" y="26735"/>
                </a:lnTo>
                <a:lnTo>
                  <a:pt x="121343" y="25987"/>
                </a:lnTo>
                <a:lnTo>
                  <a:pt x="120877" y="25251"/>
                </a:lnTo>
                <a:lnTo>
                  <a:pt x="120401" y="24525"/>
                </a:lnTo>
                <a:lnTo>
                  <a:pt x="119915" y="23811"/>
                </a:lnTo>
                <a:lnTo>
                  <a:pt x="119419" y="23107"/>
                </a:lnTo>
                <a:lnTo>
                  <a:pt x="118912" y="22414"/>
                </a:lnTo>
                <a:lnTo>
                  <a:pt x="118395" y="21732"/>
                </a:lnTo>
                <a:lnTo>
                  <a:pt x="117867" y="21060"/>
                </a:lnTo>
                <a:lnTo>
                  <a:pt x="117330" y="20400"/>
                </a:lnTo>
                <a:lnTo>
                  <a:pt x="116782" y="19750"/>
                </a:lnTo>
                <a:lnTo>
                  <a:pt x="116223" y="19111"/>
                </a:lnTo>
                <a:lnTo>
                  <a:pt x="115655" y="18483"/>
                </a:lnTo>
                <a:lnTo>
                  <a:pt x="115076" y="17866"/>
                </a:lnTo>
                <a:lnTo>
                  <a:pt x="114487" y="17260"/>
                </a:lnTo>
                <a:lnTo>
                  <a:pt x="113887" y="16664"/>
                </a:lnTo>
                <a:lnTo>
                  <a:pt x="113277" y="16080"/>
                </a:lnTo>
                <a:lnTo>
                  <a:pt x="112657" y="15506"/>
                </a:lnTo>
                <a:lnTo>
                  <a:pt x="112027" y="14943"/>
                </a:lnTo>
                <a:lnTo>
                  <a:pt x="111386" y="14391"/>
                </a:lnTo>
                <a:lnTo>
                  <a:pt x="110735" y="13850"/>
                </a:lnTo>
                <a:lnTo>
                  <a:pt x="110074" y="13319"/>
                </a:lnTo>
                <a:lnTo>
                  <a:pt x="109402" y="12799"/>
                </a:lnTo>
                <a:lnTo>
                  <a:pt x="108720" y="12291"/>
                </a:lnTo>
                <a:lnTo>
                  <a:pt x="108028" y="11793"/>
                </a:lnTo>
                <a:lnTo>
                  <a:pt x="107326" y="11306"/>
                </a:lnTo>
                <a:lnTo>
                  <a:pt x="106615" y="10829"/>
                </a:lnTo>
                <a:lnTo>
                  <a:pt x="105898" y="10363"/>
                </a:lnTo>
                <a:lnTo>
                  <a:pt x="105176" y="9908"/>
                </a:lnTo>
                <a:lnTo>
                  <a:pt x="104447" y="9462"/>
                </a:lnTo>
                <a:lnTo>
                  <a:pt x="103712" y="9028"/>
                </a:lnTo>
                <a:lnTo>
                  <a:pt x="102971" y="8604"/>
                </a:lnTo>
                <a:lnTo>
                  <a:pt x="102224" y="8190"/>
                </a:lnTo>
                <a:lnTo>
                  <a:pt x="101471" y="7787"/>
                </a:lnTo>
                <a:lnTo>
                  <a:pt x="100712" y="7394"/>
                </a:lnTo>
                <a:lnTo>
                  <a:pt x="99947" y="7012"/>
                </a:lnTo>
                <a:lnTo>
                  <a:pt x="99176" y="6641"/>
                </a:lnTo>
                <a:lnTo>
                  <a:pt x="98399" y="6279"/>
                </a:lnTo>
                <a:lnTo>
                  <a:pt x="97616" y="5929"/>
                </a:lnTo>
                <a:lnTo>
                  <a:pt x="96827" y="5588"/>
                </a:lnTo>
                <a:lnTo>
                  <a:pt x="96031" y="5259"/>
                </a:lnTo>
                <a:lnTo>
                  <a:pt x="95230" y="4939"/>
                </a:lnTo>
                <a:lnTo>
                  <a:pt x="94423" y="4631"/>
                </a:lnTo>
                <a:lnTo>
                  <a:pt x="93610" y="4332"/>
                </a:lnTo>
                <a:lnTo>
                  <a:pt x="92790" y="4044"/>
                </a:lnTo>
                <a:lnTo>
                  <a:pt x="91965" y="3767"/>
                </a:lnTo>
                <a:lnTo>
                  <a:pt x="91133" y="3500"/>
                </a:lnTo>
                <a:lnTo>
                  <a:pt x="90296" y="3244"/>
                </a:lnTo>
                <a:lnTo>
                  <a:pt x="89452" y="2998"/>
                </a:lnTo>
                <a:lnTo>
                  <a:pt x="88603" y="2762"/>
                </a:lnTo>
                <a:lnTo>
                  <a:pt x="87749" y="2537"/>
                </a:lnTo>
                <a:lnTo>
                  <a:pt x="86895" y="2321"/>
                </a:lnTo>
                <a:lnTo>
                  <a:pt x="86038" y="2115"/>
                </a:lnTo>
                <a:lnTo>
                  <a:pt x="85181" y="1918"/>
                </a:lnTo>
                <a:lnTo>
                  <a:pt x="84322" y="1731"/>
                </a:lnTo>
                <a:lnTo>
                  <a:pt x="83461" y="1554"/>
                </a:lnTo>
                <a:lnTo>
                  <a:pt x="82600" y="1386"/>
                </a:lnTo>
                <a:lnTo>
                  <a:pt x="81736" y="1228"/>
                </a:lnTo>
                <a:lnTo>
                  <a:pt x="80872" y="1079"/>
                </a:lnTo>
                <a:lnTo>
                  <a:pt x="80006" y="940"/>
                </a:lnTo>
                <a:lnTo>
                  <a:pt x="79138" y="811"/>
                </a:lnTo>
                <a:lnTo>
                  <a:pt x="78269" y="691"/>
                </a:lnTo>
                <a:lnTo>
                  <a:pt x="77399" y="580"/>
                </a:lnTo>
                <a:lnTo>
                  <a:pt x="76527" y="480"/>
                </a:lnTo>
                <a:lnTo>
                  <a:pt x="75654" y="388"/>
                </a:lnTo>
                <a:lnTo>
                  <a:pt x="74779" y="307"/>
                </a:lnTo>
                <a:lnTo>
                  <a:pt x="73903" y="235"/>
                </a:lnTo>
                <a:lnTo>
                  <a:pt x="73026" y="173"/>
                </a:lnTo>
                <a:lnTo>
                  <a:pt x="72147" y="120"/>
                </a:lnTo>
                <a:lnTo>
                  <a:pt x="71266" y="77"/>
                </a:lnTo>
                <a:lnTo>
                  <a:pt x="70385" y="43"/>
                </a:lnTo>
                <a:lnTo>
                  <a:pt x="69501" y="19"/>
                </a:lnTo>
                <a:lnTo>
                  <a:pt x="68617" y="5"/>
                </a:lnTo>
                <a:lnTo>
                  <a:pt x="67731" y="0"/>
                </a:lnTo>
                <a:lnTo>
                  <a:pt x="65976" y="15"/>
                </a:lnTo>
                <a:lnTo>
                  <a:pt x="64243" y="61"/>
                </a:lnTo>
                <a:lnTo>
                  <a:pt x="62531" y="137"/>
                </a:lnTo>
                <a:lnTo>
                  <a:pt x="60839" y="243"/>
                </a:lnTo>
                <a:lnTo>
                  <a:pt x="59168" y="380"/>
                </a:lnTo>
                <a:lnTo>
                  <a:pt x="57519" y="547"/>
                </a:lnTo>
                <a:lnTo>
                  <a:pt x="55890" y="744"/>
                </a:lnTo>
                <a:lnTo>
                  <a:pt x="54282" y="972"/>
                </a:lnTo>
                <a:lnTo>
                  <a:pt x="52696" y="1230"/>
                </a:lnTo>
                <a:lnTo>
                  <a:pt x="51130" y="1519"/>
                </a:lnTo>
                <a:lnTo>
                  <a:pt x="49585" y="1838"/>
                </a:lnTo>
                <a:lnTo>
                  <a:pt x="48061" y="2187"/>
                </a:lnTo>
                <a:lnTo>
                  <a:pt x="46558" y="2567"/>
                </a:lnTo>
                <a:lnTo>
                  <a:pt x="45076" y="2977"/>
                </a:lnTo>
                <a:lnTo>
                  <a:pt x="43615" y="3417"/>
                </a:lnTo>
                <a:lnTo>
                  <a:pt x="42175" y="3888"/>
                </a:lnTo>
                <a:lnTo>
                  <a:pt x="40756" y="4389"/>
                </a:lnTo>
                <a:lnTo>
                  <a:pt x="39358" y="4921"/>
                </a:lnTo>
                <a:lnTo>
                  <a:pt x="37981" y="5483"/>
                </a:lnTo>
                <a:lnTo>
                  <a:pt x="36625" y="6075"/>
                </a:lnTo>
                <a:lnTo>
                  <a:pt x="35290" y="6697"/>
                </a:lnTo>
                <a:lnTo>
                  <a:pt x="33976" y="7351"/>
                </a:lnTo>
                <a:lnTo>
                  <a:pt x="32682" y="8034"/>
                </a:lnTo>
                <a:lnTo>
                  <a:pt x="31410" y="8748"/>
                </a:lnTo>
                <a:lnTo>
                  <a:pt x="30160" y="9489"/>
                </a:lnTo>
                <a:lnTo>
                  <a:pt x="28935" y="10255"/>
                </a:lnTo>
                <a:lnTo>
                  <a:pt x="27734" y="11047"/>
                </a:lnTo>
                <a:lnTo>
                  <a:pt x="26557" y="11863"/>
                </a:lnTo>
                <a:lnTo>
                  <a:pt x="25405" y="12703"/>
                </a:lnTo>
                <a:lnTo>
                  <a:pt x="24277" y="13569"/>
                </a:lnTo>
                <a:lnTo>
                  <a:pt x="23173" y="14460"/>
                </a:lnTo>
                <a:lnTo>
                  <a:pt x="22094" y="15375"/>
                </a:lnTo>
                <a:lnTo>
                  <a:pt x="21039" y="16316"/>
                </a:lnTo>
                <a:lnTo>
                  <a:pt x="20008" y="17281"/>
                </a:lnTo>
                <a:lnTo>
                  <a:pt x="19002" y="18271"/>
                </a:lnTo>
                <a:lnTo>
                  <a:pt x="18020" y="19286"/>
                </a:lnTo>
                <a:lnTo>
                  <a:pt x="17062" y="20326"/>
                </a:lnTo>
                <a:lnTo>
                  <a:pt x="16129" y="21390"/>
                </a:lnTo>
                <a:lnTo>
                  <a:pt x="15220" y="22480"/>
                </a:lnTo>
                <a:lnTo>
                  <a:pt x="14335" y="23594"/>
                </a:lnTo>
                <a:lnTo>
                  <a:pt x="13475" y="24734"/>
                </a:lnTo>
                <a:lnTo>
                  <a:pt x="12639" y="25898"/>
                </a:lnTo>
                <a:lnTo>
                  <a:pt x="11827" y="27087"/>
                </a:lnTo>
                <a:lnTo>
                  <a:pt x="11040" y="28301"/>
                </a:lnTo>
                <a:lnTo>
                  <a:pt x="10277" y="29540"/>
                </a:lnTo>
                <a:lnTo>
                  <a:pt x="9538" y="30803"/>
                </a:lnTo>
                <a:lnTo>
                  <a:pt x="8824" y="32092"/>
                </a:lnTo>
                <a:lnTo>
                  <a:pt x="8134" y="33405"/>
                </a:lnTo>
                <a:lnTo>
                  <a:pt x="7470" y="34740"/>
                </a:lnTo>
                <a:lnTo>
                  <a:pt x="6835" y="36095"/>
                </a:lnTo>
                <a:lnTo>
                  <a:pt x="6227" y="37470"/>
                </a:lnTo>
                <a:lnTo>
                  <a:pt x="5648" y="38863"/>
                </a:lnTo>
                <a:lnTo>
                  <a:pt x="5098" y="40276"/>
                </a:lnTo>
                <a:lnTo>
                  <a:pt x="4575" y="41708"/>
                </a:lnTo>
                <a:lnTo>
                  <a:pt x="4081" y="43160"/>
                </a:lnTo>
                <a:lnTo>
                  <a:pt x="3615" y="44631"/>
                </a:lnTo>
                <a:lnTo>
                  <a:pt x="3177" y="46121"/>
                </a:lnTo>
                <a:lnTo>
                  <a:pt x="2768" y="47631"/>
                </a:lnTo>
                <a:lnTo>
                  <a:pt x="2386" y="49160"/>
                </a:lnTo>
                <a:lnTo>
                  <a:pt x="2033" y="50709"/>
                </a:lnTo>
                <a:lnTo>
                  <a:pt x="1709" y="52276"/>
                </a:lnTo>
                <a:lnTo>
                  <a:pt x="1412" y="53864"/>
                </a:lnTo>
                <a:lnTo>
                  <a:pt x="1144" y="55470"/>
                </a:lnTo>
                <a:lnTo>
                  <a:pt x="904" y="57096"/>
                </a:lnTo>
                <a:lnTo>
                  <a:pt x="692" y="58741"/>
                </a:lnTo>
                <a:lnTo>
                  <a:pt x="508" y="60406"/>
                </a:lnTo>
                <a:lnTo>
                  <a:pt x="353" y="62090"/>
                </a:lnTo>
                <a:lnTo>
                  <a:pt x="226" y="63793"/>
                </a:lnTo>
                <a:lnTo>
                  <a:pt x="127" y="65516"/>
                </a:lnTo>
                <a:lnTo>
                  <a:pt x="56" y="67258"/>
                </a:lnTo>
                <a:lnTo>
                  <a:pt x="14" y="69019"/>
                </a:lnTo>
                <a:lnTo>
                  <a:pt x="0" y="70800"/>
                </a:lnTo>
                <a:lnTo>
                  <a:pt x="14" y="72573"/>
                </a:lnTo>
                <a:lnTo>
                  <a:pt x="56" y="74326"/>
                </a:lnTo>
                <a:lnTo>
                  <a:pt x="127" y="76060"/>
                </a:lnTo>
                <a:lnTo>
                  <a:pt x="226" y="77775"/>
                </a:lnTo>
                <a:lnTo>
                  <a:pt x="353" y="79470"/>
                </a:lnTo>
                <a:lnTo>
                  <a:pt x="508" y="81147"/>
                </a:lnTo>
                <a:lnTo>
                  <a:pt x="692" y="82804"/>
                </a:lnTo>
                <a:lnTo>
                  <a:pt x="904" y="84442"/>
                </a:lnTo>
                <a:lnTo>
                  <a:pt x="1144" y="86061"/>
                </a:lnTo>
                <a:lnTo>
                  <a:pt x="1412" y="87660"/>
                </a:lnTo>
                <a:lnTo>
                  <a:pt x="1709" y="89241"/>
                </a:lnTo>
                <a:lnTo>
                  <a:pt x="2033" y="90802"/>
                </a:lnTo>
                <a:lnTo>
                  <a:pt x="2386" y="92344"/>
                </a:lnTo>
                <a:lnTo>
                  <a:pt x="2768" y="93867"/>
                </a:lnTo>
                <a:lnTo>
                  <a:pt x="3177" y="95371"/>
                </a:lnTo>
                <a:lnTo>
                  <a:pt x="3615" y="96856"/>
                </a:lnTo>
                <a:lnTo>
                  <a:pt x="4081" y="98321"/>
                </a:lnTo>
                <a:lnTo>
                  <a:pt x="4575" y="99767"/>
                </a:lnTo>
                <a:lnTo>
                  <a:pt x="5098" y="101194"/>
                </a:lnTo>
                <a:lnTo>
                  <a:pt x="5648" y="102602"/>
                </a:lnTo>
                <a:lnTo>
                  <a:pt x="6227" y="103991"/>
                </a:lnTo>
                <a:lnTo>
                  <a:pt x="6835" y="105361"/>
                </a:lnTo>
                <a:lnTo>
                  <a:pt x="7470" y="106711"/>
                </a:lnTo>
                <a:lnTo>
                  <a:pt x="8134" y="108042"/>
                </a:lnTo>
                <a:lnTo>
                  <a:pt x="8824" y="109351"/>
                </a:lnTo>
                <a:lnTo>
                  <a:pt x="9538" y="110636"/>
                </a:lnTo>
                <a:lnTo>
                  <a:pt x="10277" y="111895"/>
                </a:lnTo>
                <a:lnTo>
                  <a:pt x="11040" y="113131"/>
                </a:lnTo>
                <a:lnTo>
                  <a:pt x="11827" y="114341"/>
                </a:lnTo>
                <a:lnTo>
                  <a:pt x="12639" y="115527"/>
                </a:lnTo>
                <a:lnTo>
                  <a:pt x="13475" y="116688"/>
                </a:lnTo>
                <a:lnTo>
                  <a:pt x="14335" y="117824"/>
                </a:lnTo>
                <a:lnTo>
                  <a:pt x="15220" y="118936"/>
                </a:lnTo>
                <a:lnTo>
                  <a:pt x="16129" y="120023"/>
                </a:lnTo>
                <a:lnTo>
                  <a:pt x="17062" y="121085"/>
                </a:lnTo>
                <a:lnTo>
                  <a:pt x="18020" y="122123"/>
                </a:lnTo>
                <a:lnTo>
                  <a:pt x="19002" y="123136"/>
                </a:lnTo>
                <a:lnTo>
                  <a:pt x="20008" y="124124"/>
                </a:lnTo>
                <a:lnTo>
                  <a:pt x="21039" y="125087"/>
                </a:lnTo>
                <a:lnTo>
                  <a:pt x="22094" y="126026"/>
                </a:lnTo>
                <a:lnTo>
                  <a:pt x="23173" y="126940"/>
                </a:lnTo>
                <a:lnTo>
                  <a:pt x="24277" y="127830"/>
                </a:lnTo>
                <a:lnTo>
                  <a:pt x="25405" y="128695"/>
                </a:lnTo>
                <a:lnTo>
                  <a:pt x="26557" y="129535"/>
                </a:lnTo>
                <a:lnTo>
                  <a:pt x="27734" y="130350"/>
                </a:lnTo>
                <a:lnTo>
                  <a:pt x="28935" y="131141"/>
                </a:lnTo>
                <a:lnTo>
                  <a:pt x="30160" y="131907"/>
                </a:lnTo>
                <a:lnTo>
                  <a:pt x="31410" y="132648"/>
                </a:lnTo>
                <a:lnTo>
                  <a:pt x="32682" y="133362"/>
                </a:lnTo>
                <a:lnTo>
                  <a:pt x="33976" y="134045"/>
                </a:lnTo>
                <a:lnTo>
                  <a:pt x="35290" y="134698"/>
                </a:lnTo>
                <a:lnTo>
                  <a:pt x="36625" y="135321"/>
                </a:lnTo>
                <a:lnTo>
                  <a:pt x="37981" y="135913"/>
                </a:lnTo>
                <a:lnTo>
                  <a:pt x="39358" y="136475"/>
                </a:lnTo>
                <a:lnTo>
                  <a:pt x="40756" y="137007"/>
                </a:lnTo>
                <a:lnTo>
                  <a:pt x="42175" y="137508"/>
                </a:lnTo>
                <a:lnTo>
                  <a:pt x="43615" y="137979"/>
                </a:lnTo>
                <a:lnTo>
                  <a:pt x="45076" y="138419"/>
                </a:lnTo>
                <a:lnTo>
                  <a:pt x="46558" y="138829"/>
                </a:lnTo>
                <a:lnTo>
                  <a:pt x="48061" y="139209"/>
                </a:lnTo>
                <a:lnTo>
                  <a:pt x="49585" y="139558"/>
                </a:lnTo>
                <a:lnTo>
                  <a:pt x="51130" y="139877"/>
                </a:lnTo>
                <a:lnTo>
                  <a:pt x="52696" y="140166"/>
                </a:lnTo>
                <a:lnTo>
                  <a:pt x="54282" y="140424"/>
                </a:lnTo>
                <a:lnTo>
                  <a:pt x="55890" y="140652"/>
                </a:lnTo>
                <a:lnTo>
                  <a:pt x="57519" y="140849"/>
                </a:lnTo>
                <a:lnTo>
                  <a:pt x="59168" y="141016"/>
                </a:lnTo>
                <a:lnTo>
                  <a:pt x="60839" y="141153"/>
                </a:lnTo>
                <a:lnTo>
                  <a:pt x="62531" y="141259"/>
                </a:lnTo>
                <a:lnTo>
                  <a:pt x="64243" y="141335"/>
                </a:lnTo>
                <a:lnTo>
                  <a:pt x="65976" y="141381"/>
                </a:lnTo>
                <a:lnTo>
                  <a:pt x="67731" y="141396"/>
                </a:lnTo>
                <a:lnTo>
                  <a:pt x="69391" y="141382"/>
                </a:lnTo>
                <a:lnTo>
                  <a:pt x="71030" y="141343"/>
                </a:lnTo>
                <a:lnTo>
                  <a:pt x="72647" y="141276"/>
                </a:lnTo>
                <a:lnTo>
                  <a:pt x="74243" y="141183"/>
                </a:lnTo>
                <a:close/>
                <a:moveTo>
                  <a:pt x="185640" y="141292"/>
                </a:moveTo>
                <a:lnTo>
                  <a:pt x="186512" y="141234"/>
                </a:lnTo>
                <a:lnTo>
                  <a:pt x="187375" y="141162"/>
                </a:lnTo>
                <a:lnTo>
                  <a:pt x="188230" y="141078"/>
                </a:lnTo>
                <a:lnTo>
                  <a:pt x="189076" y="140981"/>
                </a:lnTo>
                <a:lnTo>
                  <a:pt x="189913" y="140871"/>
                </a:lnTo>
                <a:lnTo>
                  <a:pt x="190740" y="140747"/>
                </a:lnTo>
                <a:lnTo>
                  <a:pt x="191559" y="140611"/>
                </a:lnTo>
                <a:lnTo>
                  <a:pt x="192370" y="140462"/>
                </a:lnTo>
                <a:lnTo>
                  <a:pt x="193171" y="140300"/>
                </a:lnTo>
                <a:lnTo>
                  <a:pt x="193963" y="140125"/>
                </a:lnTo>
                <a:lnTo>
                  <a:pt x="194747" y="139937"/>
                </a:lnTo>
                <a:lnTo>
                  <a:pt x="195521" y="139736"/>
                </a:lnTo>
                <a:lnTo>
                  <a:pt x="196287" y="139522"/>
                </a:lnTo>
                <a:lnTo>
                  <a:pt x="197044" y="139295"/>
                </a:lnTo>
                <a:lnTo>
                  <a:pt x="197792" y="139055"/>
                </a:lnTo>
                <a:lnTo>
                  <a:pt x="198531" y="138802"/>
                </a:lnTo>
                <a:lnTo>
                  <a:pt x="199261" y="138537"/>
                </a:lnTo>
                <a:lnTo>
                  <a:pt x="199983" y="138258"/>
                </a:lnTo>
                <a:lnTo>
                  <a:pt x="200695" y="137966"/>
                </a:lnTo>
                <a:lnTo>
                  <a:pt x="201399" y="137661"/>
                </a:lnTo>
                <a:lnTo>
                  <a:pt x="202094" y="137344"/>
                </a:lnTo>
                <a:lnTo>
                  <a:pt x="202783" y="137014"/>
                </a:lnTo>
                <a:lnTo>
                  <a:pt x="203464" y="136673"/>
                </a:lnTo>
                <a:lnTo>
                  <a:pt x="204138" y="136319"/>
                </a:lnTo>
                <a:lnTo>
                  <a:pt x="204806" y="135952"/>
                </a:lnTo>
                <a:lnTo>
                  <a:pt x="205466" y="135574"/>
                </a:lnTo>
                <a:lnTo>
                  <a:pt x="206119" y="135183"/>
                </a:lnTo>
                <a:lnTo>
                  <a:pt x="206764" y="134780"/>
                </a:lnTo>
                <a:lnTo>
                  <a:pt x="207403" y="134364"/>
                </a:lnTo>
                <a:lnTo>
                  <a:pt x="208035" y="133937"/>
                </a:lnTo>
                <a:lnTo>
                  <a:pt x="208659" y="133497"/>
                </a:lnTo>
                <a:lnTo>
                  <a:pt x="209277" y="133045"/>
                </a:lnTo>
                <a:lnTo>
                  <a:pt x="209887" y="132580"/>
                </a:lnTo>
                <a:lnTo>
                  <a:pt x="210490" y="132103"/>
                </a:lnTo>
                <a:lnTo>
                  <a:pt x="211086" y="131615"/>
                </a:lnTo>
                <a:lnTo>
                  <a:pt x="211675" y="131113"/>
                </a:lnTo>
                <a:lnTo>
                  <a:pt x="212257" y="130600"/>
                </a:lnTo>
                <a:lnTo>
                  <a:pt x="212832" y="130074"/>
                </a:lnTo>
                <a:lnTo>
                  <a:pt x="213400" y="129536"/>
                </a:lnTo>
                <a:lnTo>
                  <a:pt x="213960" y="128986"/>
                </a:lnTo>
                <a:lnTo>
                  <a:pt x="214514" y="128424"/>
                </a:lnTo>
                <a:lnTo>
                  <a:pt x="215060" y="127849"/>
                </a:lnTo>
                <a:lnTo>
                  <a:pt x="215600" y="127262"/>
                </a:lnTo>
                <a:lnTo>
                  <a:pt x="216132" y="126663"/>
                </a:lnTo>
                <a:lnTo>
                  <a:pt x="216950" y="139554"/>
                </a:lnTo>
                <a:lnTo>
                  <a:pt x="242324" y="139554"/>
                </a:lnTo>
                <a:lnTo>
                  <a:pt x="242324" y="71727"/>
                </a:lnTo>
                <a:lnTo>
                  <a:pt x="242318" y="70888"/>
                </a:lnTo>
                <a:lnTo>
                  <a:pt x="242302" y="70059"/>
                </a:lnTo>
                <a:lnTo>
                  <a:pt x="242274" y="69243"/>
                </a:lnTo>
                <a:lnTo>
                  <a:pt x="242236" y="68438"/>
                </a:lnTo>
                <a:lnTo>
                  <a:pt x="242186" y="67645"/>
                </a:lnTo>
                <a:lnTo>
                  <a:pt x="242125" y="66864"/>
                </a:lnTo>
                <a:lnTo>
                  <a:pt x="242054" y="66094"/>
                </a:lnTo>
                <a:lnTo>
                  <a:pt x="241971" y="65336"/>
                </a:lnTo>
                <a:lnTo>
                  <a:pt x="241878" y="64590"/>
                </a:lnTo>
                <a:lnTo>
                  <a:pt x="241773" y="63855"/>
                </a:lnTo>
                <a:lnTo>
                  <a:pt x="241657" y="63132"/>
                </a:lnTo>
                <a:lnTo>
                  <a:pt x="241531" y="62421"/>
                </a:lnTo>
                <a:lnTo>
                  <a:pt x="241393" y="61721"/>
                </a:lnTo>
                <a:lnTo>
                  <a:pt x="241244" y="61034"/>
                </a:lnTo>
                <a:lnTo>
                  <a:pt x="241085" y="60357"/>
                </a:lnTo>
                <a:lnTo>
                  <a:pt x="240914" y="59693"/>
                </a:lnTo>
                <a:lnTo>
                  <a:pt x="240732" y="59040"/>
                </a:lnTo>
                <a:lnTo>
                  <a:pt x="240540" y="58399"/>
                </a:lnTo>
                <a:lnTo>
                  <a:pt x="240336" y="57770"/>
                </a:lnTo>
                <a:lnTo>
                  <a:pt x="240121" y="57152"/>
                </a:lnTo>
                <a:lnTo>
                  <a:pt x="239895" y="56546"/>
                </a:lnTo>
                <a:lnTo>
                  <a:pt x="239659" y="55952"/>
                </a:lnTo>
                <a:lnTo>
                  <a:pt x="239411" y="55369"/>
                </a:lnTo>
                <a:lnTo>
                  <a:pt x="239152" y="54798"/>
                </a:lnTo>
                <a:lnTo>
                  <a:pt x="238883" y="54237"/>
                </a:lnTo>
                <a:lnTo>
                  <a:pt x="238605" y="53687"/>
                </a:lnTo>
                <a:lnTo>
                  <a:pt x="238318" y="53146"/>
                </a:lnTo>
                <a:lnTo>
                  <a:pt x="238022" y="52616"/>
                </a:lnTo>
                <a:lnTo>
                  <a:pt x="237717" y="52095"/>
                </a:lnTo>
                <a:lnTo>
                  <a:pt x="237403" y="51584"/>
                </a:lnTo>
                <a:lnTo>
                  <a:pt x="237080" y="51083"/>
                </a:lnTo>
                <a:lnTo>
                  <a:pt x="236748" y="50592"/>
                </a:lnTo>
                <a:lnTo>
                  <a:pt x="236406" y="50111"/>
                </a:lnTo>
                <a:lnTo>
                  <a:pt x="236056" y="49639"/>
                </a:lnTo>
                <a:lnTo>
                  <a:pt x="235697" y="49178"/>
                </a:lnTo>
                <a:lnTo>
                  <a:pt x="235328" y="48726"/>
                </a:lnTo>
                <a:lnTo>
                  <a:pt x="234951" y="48285"/>
                </a:lnTo>
                <a:lnTo>
                  <a:pt x="234564" y="47853"/>
                </a:lnTo>
                <a:lnTo>
                  <a:pt x="234168" y="47431"/>
                </a:lnTo>
                <a:lnTo>
                  <a:pt x="233764" y="47019"/>
                </a:lnTo>
                <a:lnTo>
                  <a:pt x="233350" y="46617"/>
                </a:lnTo>
                <a:lnTo>
                  <a:pt x="232927" y="46225"/>
                </a:lnTo>
                <a:lnTo>
                  <a:pt x="232495" y="45843"/>
                </a:lnTo>
                <a:lnTo>
                  <a:pt x="232054" y="45471"/>
                </a:lnTo>
                <a:lnTo>
                  <a:pt x="231604" y="45108"/>
                </a:lnTo>
                <a:lnTo>
                  <a:pt x="231145" y="44756"/>
                </a:lnTo>
                <a:lnTo>
                  <a:pt x="230677" y="44413"/>
                </a:lnTo>
                <a:lnTo>
                  <a:pt x="230200" y="44081"/>
                </a:lnTo>
                <a:lnTo>
                  <a:pt x="229714" y="43757"/>
                </a:lnTo>
                <a:lnTo>
                  <a:pt x="229222" y="43441"/>
                </a:lnTo>
                <a:lnTo>
                  <a:pt x="228722" y="43133"/>
                </a:lnTo>
                <a:lnTo>
                  <a:pt x="228215" y="42833"/>
                </a:lnTo>
                <a:lnTo>
                  <a:pt x="227700" y="42542"/>
                </a:lnTo>
                <a:lnTo>
                  <a:pt x="227178" y="42258"/>
                </a:lnTo>
                <a:lnTo>
                  <a:pt x="226649" y="41983"/>
                </a:lnTo>
                <a:lnTo>
                  <a:pt x="226113" y="41716"/>
                </a:lnTo>
                <a:lnTo>
                  <a:pt x="225569" y="41457"/>
                </a:lnTo>
                <a:lnTo>
                  <a:pt x="225018" y="41205"/>
                </a:lnTo>
                <a:lnTo>
                  <a:pt x="224460" y="40962"/>
                </a:lnTo>
                <a:lnTo>
                  <a:pt x="223895" y="40728"/>
                </a:lnTo>
                <a:lnTo>
                  <a:pt x="223322" y="40501"/>
                </a:lnTo>
                <a:lnTo>
                  <a:pt x="222742" y="40282"/>
                </a:lnTo>
                <a:lnTo>
                  <a:pt x="222155" y="40071"/>
                </a:lnTo>
                <a:lnTo>
                  <a:pt x="221560" y="39869"/>
                </a:lnTo>
                <a:lnTo>
                  <a:pt x="220958" y="39674"/>
                </a:lnTo>
                <a:lnTo>
                  <a:pt x="220349" y="39488"/>
                </a:lnTo>
                <a:lnTo>
                  <a:pt x="219732" y="39310"/>
                </a:lnTo>
                <a:lnTo>
                  <a:pt x="219109" y="39140"/>
                </a:lnTo>
                <a:lnTo>
                  <a:pt x="218478" y="38977"/>
                </a:lnTo>
                <a:lnTo>
                  <a:pt x="217839" y="38824"/>
                </a:lnTo>
                <a:lnTo>
                  <a:pt x="217194" y="38678"/>
                </a:lnTo>
                <a:lnTo>
                  <a:pt x="216541" y="38540"/>
                </a:lnTo>
                <a:lnTo>
                  <a:pt x="215882" y="38409"/>
                </a:lnTo>
                <a:lnTo>
                  <a:pt x="215217" y="38283"/>
                </a:lnTo>
                <a:lnTo>
                  <a:pt x="214546" y="38164"/>
                </a:lnTo>
                <a:lnTo>
                  <a:pt x="213869" y="38049"/>
                </a:lnTo>
                <a:lnTo>
                  <a:pt x="213187" y="37941"/>
                </a:lnTo>
                <a:lnTo>
                  <a:pt x="212500" y="37838"/>
                </a:lnTo>
                <a:lnTo>
                  <a:pt x="211806" y="37740"/>
                </a:lnTo>
                <a:lnTo>
                  <a:pt x="211107" y="37648"/>
                </a:lnTo>
                <a:lnTo>
                  <a:pt x="210402" y="37562"/>
                </a:lnTo>
                <a:lnTo>
                  <a:pt x="209692" y="37481"/>
                </a:lnTo>
                <a:lnTo>
                  <a:pt x="208976" y="37406"/>
                </a:lnTo>
                <a:lnTo>
                  <a:pt x="208254" y="37336"/>
                </a:lnTo>
                <a:lnTo>
                  <a:pt x="207526" y="37272"/>
                </a:lnTo>
                <a:lnTo>
                  <a:pt x="206793" y="37213"/>
                </a:lnTo>
                <a:lnTo>
                  <a:pt x="206054" y="37160"/>
                </a:lnTo>
                <a:lnTo>
                  <a:pt x="205309" y="37113"/>
                </a:lnTo>
                <a:lnTo>
                  <a:pt x="204559" y="37071"/>
                </a:lnTo>
                <a:lnTo>
                  <a:pt x="203803" y="37035"/>
                </a:lnTo>
                <a:lnTo>
                  <a:pt x="203041" y="37004"/>
                </a:lnTo>
                <a:lnTo>
                  <a:pt x="202274" y="36979"/>
                </a:lnTo>
                <a:lnTo>
                  <a:pt x="201501" y="36960"/>
                </a:lnTo>
                <a:lnTo>
                  <a:pt x="200722" y="36946"/>
                </a:lnTo>
                <a:lnTo>
                  <a:pt x="199938" y="36938"/>
                </a:lnTo>
                <a:lnTo>
                  <a:pt x="199148" y="36935"/>
                </a:lnTo>
                <a:lnTo>
                  <a:pt x="198070" y="36941"/>
                </a:lnTo>
                <a:lnTo>
                  <a:pt x="197004" y="36958"/>
                </a:lnTo>
                <a:lnTo>
                  <a:pt x="195948" y="36987"/>
                </a:lnTo>
                <a:lnTo>
                  <a:pt x="194903" y="37027"/>
                </a:lnTo>
                <a:lnTo>
                  <a:pt x="193869" y="37079"/>
                </a:lnTo>
                <a:lnTo>
                  <a:pt x="192846" y="37142"/>
                </a:lnTo>
                <a:lnTo>
                  <a:pt x="191834" y="37217"/>
                </a:lnTo>
                <a:lnTo>
                  <a:pt x="190832" y="37303"/>
                </a:lnTo>
                <a:lnTo>
                  <a:pt x="189841" y="37401"/>
                </a:lnTo>
                <a:lnTo>
                  <a:pt x="188862" y="37510"/>
                </a:lnTo>
                <a:lnTo>
                  <a:pt x="187892" y="37631"/>
                </a:lnTo>
                <a:lnTo>
                  <a:pt x="186934" y="37764"/>
                </a:lnTo>
                <a:lnTo>
                  <a:pt x="185987" y="37908"/>
                </a:lnTo>
                <a:lnTo>
                  <a:pt x="185050" y="38063"/>
                </a:lnTo>
                <a:lnTo>
                  <a:pt x="184125" y="38230"/>
                </a:lnTo>
                <a:lnTo>
                  <a:pt x="183210" y="38408"/>
                </a:lnTo>
                <a:lnTo>
                  <a:pt x="182306" y="38598"/>
                </a:lnTo>
                <a:lnTo>
                  <a:pt x="181413" y="38800"/>
                </a:lnTo>
                <a:lnTo>
                  <a:pt x="180530" y="39013"/>
                </a:lnTo>
                <a:lnTo>
                  <a:pt x="179659" y="39237"/>
                </a:lnTo>
                <a:lnTo>
                  <a:pt x="178798" y="39473"/>
                </a:lnTo>
                <a:lnTo>
                  <a:pt x="177948" y="39721"/>
                </a:lnTo>
                <a:lnTo>
                  <a:pt x="177109" y="39980"/>
                </a:lnTo>
                <a:lnTo>
                  <a:pt x="176281" y="40250"/>
                </a:lnTo>
                <a:lnTo>
                  <a:pt x="175466" y="40534"/>
                </a:lnTo>
                <a:lnTo>
                  <a:pt x="174665" y="40832"/>
                </a:lnTo>
                <a:lnTo>
                  <a:pt x="173880" y="41146"/>
                </a:lnTo>
                <a:lnTo>
                  <a:pt x="173109" y="41474"/>
                </a:lnTo>
                <a:lnTo>
                  <a:pt x="172354" y="41816"/>
                </a:lnTo>
                <a:lnTo>
                  <a:pt x="171613" y="42174"/>
                </a:lnTo>
                <a:lnTo>
                  <a:pt x="170887" y="42546"/>
                </a:lnTo>
                <a:lnTo>
                  <a:pt x="170176" y="42933"/>
                </a:lnTo>
                <a:lnTo>
                  <a:pt x="169480" y="43335"/>
                </a:lnTo>
                <a:lnTo>
                  <a:pt x="168799" y="43752"/>
                </a:lnTo>
                <a:lnTo>
                  <a:pt x="168133" y="44183"/>
                </a:lnTo>
                <a:lnTo>
                  <a:pt x="167482" y="44629"/>
                </a:lnTo>
                <a:lnTo>
                  <a:pt x="166846" y="45090"/>
                </a:lnTo>
                <a:lnTo>
                  <a:pt x="166225" y="45565"/>
                </a:lnTo>
                <a:lnTo>
                  <a:pt x="165618" y="46056"/>
                </a:lnTo>
                <a:lnTo>
                  <a:pt x="165027" y="46561"/>
                </a:lnTo>
                <a:lnTo>
                  <a:pt x="164450" y="47081"/>
                </a:lnTo>
                <a:lnTo>
                  <a:pt x="163888" y="47616"/>
                </a:lnTo>
                <a:lnTo>
                  <a:pt x="163342" y="48165"/>
                </a:lnTo>
                <a:lnTo>
                  <a:pt x="162810" y="48729"/>
                </a:lnTo>
                <a:lnTo>
                  <a:pt x="162293" y="49308"/>
                </a:lnTo>
                <a:lnTo>
                  <a:pt x="161791" y="49902"/>
                </a:lnTo>
                <a:lnTo>
                  <a:pt x="161304" y="50511"/>
                </a:lnTo>
                <a:lnTo>
                  <a:pt x="160832" y="51134"/>
                </a:lnTo>
                <a:lnTo>
                  <a:pt x="160377" y="51774"/>
                </a:lnTo>
                <a:lnTo>
                  <a:pt x="159941" y="52432"/>
                </a:lnTo>
                <a:lnTo>
                  <a:pt x="159525" y="53109"/>
                </a:lnTo>
                <a:lnTo>
                  <a:pt x="159128" y="53805"/>
                </a:lnTo>
                <a:lnTo>
                  <a:pt x="158750" y="54520"/>
                </a:lnTo>
                <a:lnTo>
                  <a:pt x="158392" y="55253"/>
                </a:lnTo>
                <a:lnTo>
                  <a:pt x="158053" y="56005"/>
                </a:lnTo>
                <a:lnTo>
                  <a:pt x="157734" y="56776"/>
                </a:lnTo>
                <a:lnTo>
                  <a:pt x="157434" y="57565"/>
                </a:lnTo>
                <a:lnTo>
                  <a:pt x="157153" y="58373"/>
                </a:lnTo>
                <a:lnTo>
                  <a:pt x="156892" y="59200"/>
                </a:lnTo>
                <a:lnTo>
                  <a:pt x="156650" y="60045"/>
                </a:lnTo>
                <a:lnTo>
                  <a:pt x="156427" y="60910"/>
                </a:lnTo>
                <a:lnTo>
                  <a:pt x="156224" y="61793"/>
                </a:lnTo>
                <a:lnTo>
                  <a:pt x="156040" y="62694"/>
                </a:lnTo>
                <a:lnTo>
                  <a:pt x="155875" y="63615"/>
                </a:lnTo>
                <a:lnTo>
                  <a:pt x="155730" y="64554"/>
                </a:lnTo>
                <a:lnTo>
                  <a:pt x="155604" y="65511"/>
                </a:lnTo>
                <a:lnTo>
                  <a:pt x="155498" y="66488"/>
                </a:lnTo>
                <a:lnTo>
                  <a:pt x="155411" y="67483"/>
                </a:lnTo>
                <a:lnTo>
                  <a:pt x="155343" y="68497"/>
                </a:lnTo>
                <a:lnTo>
                  <a:pt x="155294" y="69529"/>
                </a:lnTo>
                <a:lnTo>
                  <a:pt x="155265" y="70581"/>
                </a:lnTo>
                <a:lnTo>
                  <a:pt x="155256" y="71651"/>
                </a:lnTo>
                <a:lnTo>
                  <a:pt x="180629" y="71651"/>
                </a:lnTo>
                <a:lnTo>
                  <a:pt x="180638" y="70924"/>
                </a:lnTo>
                <a:lnTo>
                  <a:pt x="180666" y="70213"/>
                </a:lnTo>
                <a:lnTo>
                  <a:pt x="180711" y="69520"/>
                </a:lnTo>
                <a:lnTo>
                  <a:pt x="180774" y="68844"/>
                </a:lnTo>
                <a:lnTo>
                  <a:pt x="180856" y="68185"/>
                </a:lnTo>
                <a:lnTo>
                  <a:pt x="180955" y="67542"/>
                </a:lnTo>
                <a:lnTo>
                  <a:pt x="181073" y="66917"/>
                </a:lnTo>
                <a:lnTo>
                  <a:pt x="181209" y="66309"/>
                </a:lnTo>
                <a:lnTo>
                  <a:pt x="181363" y="65717"/>
                </a:lnTo>
                <a:lnTo>
                  <a:pt x="181535" y="65143"/>
                </a:lnTo>
                <a:lnTo>
                  <a:pt x="181725" y="64586"/>
                </a:lnTo>
                <a:lnTo>
                  <a:pt x="181934" y="64045"/>
                </a:lnTo>
                <a:lnTo>
                  <a:pt x="182160" y="63522"/>
                </a:lnTo>
                <a:lnTo>
                  <a:pt x="182405" y="63015"/>
                </a:lnTo>
                <a:lnTo>
                  <a:pt x="182668" y="62526"/>
                </a:lnTo>
                <a:lnTo>
                  <a:pt x="182948" y="62053"/>
                </a:lnTo>
                <a:lnTo>
                  <a:pt x="183247" y="61598"/>
                </a:lnTo>
                <a:lnTo>
                  <a:pt x="183564" y="61159"/>
                </a:lnTo>
                <a:lnTo>
                  <a:pt x="183900" y="60737"/>
                </a:lnTo>
                <a:lnTo>
                  <a:pt x="184253" y="60333"/>
                </a:lnTo>
                <a:lnTo>
                  <a:pt x="184624" y="59945"/>
                </a:lnTo>
                <a:lnTo>
                  <a:pt x="185014" y="59574"/>
                </a:lnTo>
                <a:lnTo>
                  <a:pt x="185421" y="59221"/>
                </a:lnTo>
                <a:lnTo>
                  <a:pt x="185847" y="58884"/>
                </a:lnTo>
                <a:lnTo>
                  <a:pt x="186287" y="58562"/>
                </a:lnTo>
                <a:lnTo>
                  <a:pt x="186737" y="58254"/>
                </a:lnTo>
                <a:lnTo>
                  <a:pt x="187196" y="57960"/>
                </a:lnTo>
                <a:lnTo>
                  <a:pt x="187666" y="57679"/>
                </a:lnTo>
                <a:lnTo>
                  <a:pt x="188146" y="57413"/>
                </a:lnTo>
                <a:lnTo>
                  <a:pt x="188635" y="57159"/>
                </a:lnTo>
                <a:lnTo>
                  <a:pt x="189135" y="56920"/>
                </a:lnTo>
                <a:lnTo>
                  <a:pt x="189644" y="56694"/>
                </a:lnTo>
                <a:lnTo>
                  <a:pt x="190164" y="56482"/>
                </a:lnTo>
                <a:lnTo>
                  <a:pt x="190693" y="56283"/>
                </a:lnTo>
                <a:lnTo>
                  <a:pt x="191232" y="56098"/>
                </a:lnTo>
                <a:lnTo>
                  <a:pt x="191781" y="55927"/>
                </a:lnTo>
                <a:lnTo>
                  <a:pt x="192340" y="55770"/>
                </a:lnTo>
                <a:lnTo>
                  <a:pt x="192910" y="55626"/>
                </a:lnTo>
                <a:lnTo>
                  <a:pt x="193489" y="55496"/>
                </a:lnTo>
                <a:lnTo>
                  <a:pt x="194078" y="55380"/>
                </a:lnTo>
                <a:lnTo>
                  <a:pt x="194677" y="55277"/>
                </a:lnTo>
                <a:lnTo>
                  <a:pt x="195286" y="55188"/>
                </a:lnTo>
                <a:lnTo>
                  <a:pt x="195904" y="55113"/>
                </a:lnTo>
                <a:lnTo>
                  <a:pt x="196533" y="55051"/>
                </a:lnTo>
                <a:lnTo>
                  <a:pt x="197172" y="55003"/>
                </a:lnTo>
                <a:lnTo>
                  <a:pt x="197821" y="54969"/>
                </a:lnTo>
                <a:lnTo>
                  <a:pt x="198479" y="54949"/>
                </a:lnTo>
                <a:lnTo>
                  <a:pt x="199148" y="54942"/>
                </a:lnTo>
                <a:lnTo>
                  <a:pt x="199757" y="54948"/>
                </a:lnTo>
                <a:lnTo>
                  <a:pt x="200357" y="54967"/>
                </a:lnTo>
                <a:lnTo>
                  <a:pt x="200947" y="55000"/>
                </a:lnTo>
                <a:lnTo>
                  <a:pt x="201528" y="55044"/>
                </a:lnTo>
                <a:lnTo>
                  <a:pt x="202100" y="55102"/>
                </a:lnTo>
                <a:lnTo>
                  <a:pt x="202662" y="55173"/>
                </a:lnTo>
                <a:lnTo>
                  <a:pt x="203214" y="55256"/>
                </a:lnTo>
                <a:lnTo>
                  <a:pt x="203758" y="55352"/>
                </a:lnTo>
                <a:lnTo>
                  <a:pt x="204291" y="55462"/>
                </a:lnTo>
                <a:lnTo>
                  <a:pt x="204816" y="55583"/>
                </a:lnTo>
                <a:lnTo>
                  <a:pt x="205331" y="55718"/>
                </a:lnTo>
                <a:lnTo>
                  <a:pt x="205837" y="55866"/>
                </a:lnTo>
                <a:lnTo>
                  <a:pt x="206333" y="56026"/>
                </a:lnTo>
                <a:lnTo>
                  <a:pt x="206819" y="56199"/>
                </a:lnTo>
                <a:lnTo>
                  <a:pt x="207297" y="56386"/>
                </a:lnTo>
                <a:lnTo>
                  <a:pt x="207765" y="56584"/>
                </a:lnTo>
                <a:lnTo>
                  <a:pt x="208223" y="56796"/>
                </a:lnTo>
                <a:lnTo>
                  <a:pt x="208672" y="57021"/>
                </a:lnTo>
                <a:lnTo>
                  <a:pt x="209112" y="57258"/>
                </a:lnTo>
                <a:lnTo>
                  <a:pt x="209542" y="57508"/>
                </a:lnTo>
                <a:lnTo>
                  <a:pt x="209963" y="57772"/>
                </a:lnTo>
                <a:lnTo>
                  <a:pt x="210375" y="58047"/>
                </a:lnTo>
                <a:lnTo>
                  <a:pt x="210777" y="58336"/>
                </a:lnTo>
                <a:lnTo>
                  <a:pt x="211170" y="58638"/>
                </a:lnTo>
                <a:lnTo>
                  <a:pt x="211549" y="58957"/>
                </a:lnTo>
                <a:lnTo>
                  <a:pt x="211913" y="59298"/>
                </a:lnTo>
                <a:lnTo>
                  <a:pt x="212261" y="59661"/>
                </a:lnTo>
                <a:lnTo>
                  <a:pt x="212592" y="60046"/>
                </a:lnTo>
                <a:lnTo>
                  <a:pt x="212907" y="60453"/>
                </a:lnTo>
                <a:lnTo>
                  <a:pt x="213206" y="60882"/>
                </a:lnTo>
                <a:lnTo>
                  <a:pt x="213489" y="61333"/>
                </a:lnTo>
                <a:lnTo>
                  <a:pt x="213756" y="61806"/>
                </a:lnTo>
                <a:lnTo>
                  <a:pt x="214006" y="62301"/>
                </a:lnTo>
                <a:lnTo>
                  <a:pt x="214241" y="62818"/>
                </a:lnTo>
                <a:lnTo>
                  <a:pt x="214459" y="63357"/>
                </a:lnTo>
                <a:lnTo>
                  <a:pt x="214661" y="63918"/>
                </a:lnTo>
                <a:lnTo>
                  <a:pt x="214847" y="64501"/>
                </a:lnTo>
                <a:lnTo>
                  <a:pt x="215017" y="65106"/>
                </a:lnTo>
                <a:lnTo>
                  <a:pt x="215170" y="65733"/>
                </a:lnTo>
                <a:lnTo>
                  <a:pt x="215308" y="66382"/>
                </a:lnTo>
                <a:lnTo>
                  <a:pt x="215429" y="67053"/>
                </a:lnTo>
                <a:lnTo>
                  <a:pt x="215534" y="67746"/>
                </a:lnTo>
                <a:lnTo>
                  <a:pt x="215623" y="68461"/>
                </a:lnTo>
                <a:lnTo>
                  <a:pt x="215695" y="69199"/>
                </a:lnTo>
                <a:lnTo>
                  <a:pt x="215752" y="69958"/>
                </a:lnTo>
                <a:lnTo>
                  <a:pt x="215792" y="70739"/>
                </a:lnTo>
                <a:lnTo>
                  <a:pt x="215817" y="71542"/>
                </a:lnTo>
                <a:lnTo>
                  <a:pt x="215825" y="72367"/>
                </a:lnTo>
                <a:lnTo>
                  <a:pt x="215825" y="77857"/>
                </a:lnTo>
                <a:lnTo>
                  <a:pt x="214188" y="77895"/>
                </a:lnTo>
                <a:lnTo>
                  <a:pt x="212567" y="77940"/>
                </a:lnTo>
                <a:lnTo>
                  <a:pt x="210964" y="77993"/>
                </a:lnTo>
                <a:lnTo>
                  <a:pt x="209378" y="78053"/>
                </a:lnTo>
                <a:lnTo>
                  <a:pt x="207808" y="78120"/>
                </a:lnTo>
                <a:lnTo>
                  <a:pt x="206255" y="78195"/>
                </a:lnTo>
                <a:lnTo>
                  <a:pt x="204719" y="78278"/>
                </a:lnTo>
                <a:lnTo>
                  <a:pt x="203201" y="78367"/>
                </a:lnTo>
                <a:lnTo>
                  <a:pt x="201698" y="78464"/>
                </a:lnTo>
                <a:lnTo>
                  <a:pt x="200213" y="78568"/>
                </a:lnTo>
                <a:lnTo>
                  <a:pt x="198745" y="78680"/>
                </a:lnTo>
                <a:lnTo>
                  <a:pt x="197293" y="78799"/>
                </a:lnTo>
                <a:lnTo>
                  <a:pt x="195859" y="78925"/>
                </a:lnTo>
                <a:lnTo>
                  <a:pt x="194441" y="79059"/>
                </a:lnTo>
                <a:lnTo>
                  <a:pt x="193040" y="79200"/>
                </a:lnTo>
                <a:lnTo>
                  <a:pt x="191656" y="79349"/>
                </a:lnTo>
                <a:lnTo>
                  <a:pt x="190289" y="79504"/>
                </a:lnTo>
                <a:lnTo>
                  <a:pt x="188939" y="79668"/>
                </a:lnTo>
                <a:lnTo>
                  <a:pt x="187606" y="79838"/>
                </a:lnTo>
                <a:lnTo>
                  <a:pt x="186289" y="80016"/>
                </a:lnTo>
                <a:lnTo>
                  <a:pt x="184990" y="80201"/>
                </a:lnTo>
                <a:lnTo>
                  <a:pt x="183707" y="80394"/>
                </a:lnTo>
                <a:lnTo>
                  <a:pt x="182441" y="80594"/>
                </a:lnTo>
                <a:lnTo>
                  <a:pt x="181192" y="80801"/>
                </a:lnTo>
                <a:lnTo>
                  <a:pt x="179963" y="81020"/>
                </a:lnTo>
                <a:lnTo>
                  <a:pt x="178757" y="81255"/>
                </a:lnTo>
                <a:lnTo>
                  <a:pt x="177573" y="81505"/>
                </a:lnTo>
                <a:lnTo>
                  <a:pt x="176413" y="81772"/>
                </a:lnTo>
                <a:lnTo>
                  <a:pt x="175276" y="82054"/>
                </a:lnTo>
                <a:lnTo>
                  <a:pt x="174161" y="82352"/>
                </a:lnTo>
                <a:lnTo>
                  <a:pt x="173070" y="82665"/>
                </a:lnTo>
                <a:lnTo>
                  <a:pt x="172001" y="82995"/>
                </a:lnTo>
                <a:lnTo>
                  <a:pt x="170955" y="83340"/>
                </a:lnTo>
                <a:lnTo>
                  <a:pt x="169932" y="83701"/>
                </a:lnTo>
                <a:lnTo>
                  <a:pt x="168932" y="84078"/>
                </a:lnTo>
                <a:lnTo>
                  <a:pt x="167955" y="84470"/>
                </a:lnTo>
                <a:lnTo>
                  <a:pt x="167001" y="84878"/>
                </a:lnTo>
                <a:lnTo>
                  <a:pt x="166070" y="85303"/>
                </a:lnTo>
                <a:lnTo>
                  <a:pt x="165162" y="85743"/>
                </a:lnTo>
                <a:lnTo>
                  <a:pt x="164276" y="86198"/>
                </a:lnTo>
                <a:lnTo>
                  <a:pt x="163414" y="86670"/>
                </a:lnTo>
                <a:lnTo>
                  <a:pt x="162574" y="87157"/>
                </a:lnTo>
                <a:lnTo>
                  <a:pt x="161758" y="87660"/>
                </a:lnTo>
                <a:lnTo>
                  <a:pt x="160964" y="88179"/>
                </a:lnTo>
                <a:lnTo>
                  <a:pt x="160193" y="88714"/>
                </a:lnTo>
                <a:lnTo>
                  <a:pt x="159445" y="89264"/>
                </a:lnTo>
                <a:lnTo>
                  <a:pt x="158720" y="89830"/>
                </a:lnTo>
                <a:lnTo>
                  <a:pt x="158018" y="90412"/>
                </a:lnTo>
                <a:lnTo>
                  <a:pt x="157342" y="91014"/>
                </a:lnTo>
                <a:lnTo>
                  <a:pt x="156695" y="91639"/>
                </a:lnTo>
                <a:lnTo>
                  <a:pt x="156076" y="92288"/>
                </a:lnTo>
                <a:lnTo>
                  <a:pt x="155486" y="92962"/>
                </a:lnTo>
                <a:lnTo>
                  <a:pt x="154925" y="93659"/>
                </a:lnTo>
                <a:lnTo>
                  <a:pt x="154393" y="94379"/>
                </a:lnTo>
                <a:lnTo>
                  <a:pt x="153889" y="95124"/>
                </a:lnTo>
                <a:lnTo>
                  <a:pt x="153414" y="95893"/>
                </a:lnTo>
                <a:lnTo>
                  <a:pt x="152968" y="96685"/>
                </a:lnTo>
                <a:lnTo>
                  <a:pt x="152551" y="97501"/>
                </a:lnTo>
                <a:lnTo>
                  <a:pt x="152162" y="98342"/>
                </a:lnTo>
                <a:lnTo>
                  <a:pt x="151803" y="99206"/>
                </a:lnTo>
                <a:lnTo>
                  <a:pt x="151472" y="100093"/>
                </a:lnTo>
                <a:lnTo>
                  <a:pt x="151170" y="101005"/>
                </a:lnTo>
                <a:lnTo>
                  <a:pt x="150896" y="101941"/>
                </a:lnTo>
                <a:lnTo>
                  <a:pt x="150652" y="102900"/>
                </a:lnTo>
                <a:lnTo>
                  <a:pt x="150436" y="103883"/>
                </a:lnTo>
                <a:lnTo>
                  <a:pt x="150249" y="104890"/>
                </a:lnTo>
                <a:lnTo>
                  <a:pt x="150091" y="105921"/>
                </a:lnTo>
                <a:lnTo>
                  <a:pt x="149961" y="106976"/>
                </a:lnTo>
                <a:lnTo>
                  <a:pt x="149860" y="108055"/>
                </a:lnTo>
                <a:lnTo>
                  <a:pt x="149788" y="109158"/>
                </a:lnTo>
                <a:lnTo>
                  <a:pt x="149745" y="110284"/>
                </a:lnTo>
                <a:lnTo>
                  <a:pt x="149731" y="111434"/>
                </a:lnTo>
                <a:lnTo>
                  <a:pt x="149739" y="112263"/>
                </a:lnTo>
                <a:lnTo>
                  <a:pt x="149763" y="113081"/>
                </a:lnTo>
                <a:lnTo>
                  <a:pt x="149802" y="113887"/>
                </a:lnTo>
                <a:lnTo>
                  <a:pt x="149857" y="114681"/>
                </a:lnTo>
                <a:lnTo>
                  <a:pt x="149929" y="115464"/>
                </a:lnTo>
                <a:lnTo>
                  <a:pt x="150015" y="116235"/>
                </a:lnTo>
                <a:lnTo>
                  <a:pt x="150118" y="116994"/>
                </a:lnTo>
                <a:lnTo>
                  <a:pt x="150237" y="117742"/>
                </a:lnTo>
                <a:lnTo>
                  <a:pt x="150371" y="118478"/>
                </a:lnTo>
                <a:lnTo>
                  <a:pt x="150521" y="119202"/>
                </a:lnTo>
                <a:lnTo>
                  <a:pt x="150687" y="119915"/>
                </a:lnTo>
                <a:lnTo>
                  <a:pt x="150869" y="120616"/>
                </a:lnTo>
                <a:lnTo>
                  <a:pt x="151067" y="121305"/>
                </a:lnTo>
                <a:lnTo>
                  <a:pt x="151280" y="121983"/>
                </a:lnTo>
                <a:lnTo>
                  <a:pt x="151509" y="122649"/>
                </a:lnTo>
                <a:lnTo>
                  <a:pt x="151754" y="123304"/>
                </a:lnTo>
                <a:lnTo>
                  <a:pt x="152015" y="123947"/>
                </a:lnTo>
                <a:lnTo>
                  <a:pt x="152292" y="124578"/>
                </a:lnTo>
                <a:lnTo>
                  <a:pt x="152584" y="125198"/>
                </a:lnTo>
                <a:lnTo>
                  <a:pt x="152893" y="125806"/>
                </a:lnTo>
                <a:lnTo>
                  <a:pt x="153217" y="126402"/>
                </a:lnTo>
                <a:lnTo>
                  <a:pt x="153557" y="126986"/>
                </a:lnTo>
                <a:lnTo>
                  <a:pt x="153912" y="127559"/>
                </a:lnTo>
                <a:lnTo>
                  <a:pt x="154284" y="128121"/>
                </a:lnTo>
                <a:lnTo>
                  <a:pt x="154668" y="128670"/>
                </a:lnTo>
                <a:lnTo>
                  <a:pt x="155062" y="129208"/>
                </a:lnTo>
                <a:lnTo>
                  <a:pt x="155466" y="129734"/>
                </a:lnTo>
                <a:lnTo>
                  <a:pt x="155880" y="130249"/>
                </a:lnTo>
                <a:lnTo>
                  <a:pt x="156303" y="130751"/>
                </a:lnTo>
                <a:lnTo>
                  <a:pt x="156736" y="131243"/>
                </a:lnTo>
                <a:lnTo>
                  <a:pt x="157179" y="131722"/>
                </a:lnTo>
                <a:lnTo>
                  <a:pt x="157632" y="132190"/>
                </a:lnTo>
                <a:lnTo>
                  <a:pt x="158094" y="132646"/>
                </a:lnTo>
                <a:lnTo>
                  <a:pt x="158566" y="133091"/>
                </a:lnTo>
                <a:lnTo>
                  <a:pt x="159048" y="133523"/>
                </a:lnTo>
                <a:lnTo>
                  <a:pt x="159540" y="133945"/>
                </a:lnTo>
                <a:lnTo>
                  <a:pt x="160042" y="134354"/>
                </a:lnTo>
                <a:lnTo>
                  <a:pt x="160553" y="134752"/>
                </a:lnTo>
                <a:lnTo>
                  <a:pt x="161074" y="135138"/>
                </a:lnTo>
                <a:lnTo>
                  <a:pt x="161605" y="135513"/>
                </a:lnTo>
                <a:lnTo>
                  <a:pt x="162145" y="135876"/>
                </a:lnTo>
                <a:lnTo>
                  <a:pt x="162696" y="136227"/>
                </a:lnTo>
                <a:lnTo>
                  <a:pt x="163256" y="136567"/>
                </a:lnTo>
                <a:lnTo>
                  <a:pt x="163826" y="136895"/>
                </a:lnTo>
                <a:lnTo>
                  <a:pt x="164406" y="137211"/>
                </a:lnTo>
                <a:lnTo>
                  <a:pt x="164995" y="137516"/>
                </a:lnTo>
                <a:lnTo>
                  <a:pt x="165594" y="137809"/>
                </a:lnTo>
                <a:lnTo>
                  <a:pt x="166203" y="138090"/>
                </a:lnTo>
                <a:lnTo>
                  <a:pt x="166819" y="138360"/>
                </a:lnTo>
                <a:lnTo>
                  <a:pt x="167439" y="138618"/>
                </a:lnTo>
                <a:lnTo>
                  <a:pt x="168062" y="138865"/>
                </a:lnTo>
                <a:lnTo>
                  <a:pt x="168690" y="139100"/>
                </a:lnTo>
                <a:lnTo>
                  <a:pt x="169321" y="139324"/>
                </a:lnTo>
                <a:lnTo>
                  <a:pt x="169957" y="139536"/>
                </a:lnTo>
                <a:lnTo>
                  <a:pt x="170596" y="139737"/>
                </a:lnTo>
                <a:lnTo>
                  <a:pt x="171239" y="139926"/>
                </a:lnTo>
                <a:lnTo>
                  <a:pt x="171886" y="140104"/>
                </a:lnTo>
                <a:lnTo>
                  <a:pt x="172537" y="140271"/>
                </a:lnTo>
                <a:lnTo>
                  <a:pt x="173192" y="140426"/>
                </a:lnTo>
                <a:lnTo>
                  <a:pt x="173851" y="140569"/>
                </a:lnTo>
                <a:lnTo>
                  <a:pt x="174514" y="140701"/>
                </a:lnTo>
                <a:lnTo>
                  <a:pt x="175180" y="140822"/>
                </a:lnTo>
                <a:lnTo>
                  <a:pt x="175851" y="140931"/>
                </a:lnTo>
                <a:lnTo>
                  <a:pt x="176525" y="141028"/>
                </a:lnTo>
                <a:lnTo>
                  <a:pt x="177204" y="141115"/>
                </a:lnTo>
                <a:lnTo>
                  <a:pt x="177886" y="141189"/>
                </a:lnTo>
                <a:lnTo>
                  <a:pt x="178572" y="141252"/>
                </a:lnTo>
                <a:lnTo>
                  <a:pt x="179262" y="141304"/>
                </a:lnTo>
                <a:lnTo>
                  <a:pt x="179956" y="141344"/>
                </a:lnTo>
                <a:lnTo>
                  <a:pt x="180654" y="141373"/>
                </a:lnTo>
                <a:lnTo>
                  <a:pt x="181356" y="141390"/>
                </a:lnTo>
                <a:lnTo>
                  <a:pt x="182062" y="141396"/>
                </a:lnTo>
                <a:lnTo>
                  <a:pt x="182969" y="141389"/>
                </a:lnTo>
                <a:lnTo>
                  <a:pt x="183868" y="141370"/>
                </a:lnTo>
                <a:lnTo>
                  <a:pt x="184759" y="141337"/>
                </a:lnTo>
                <a:lnTo>
                  <a:pt x="185640" y="141292"/>
                </a:lnTo>
                <a:close/>
                <a:moveTo>
                  <a:pt x="188946" y="122688"/>
                </a:moveTo>
                <a:lnTo>
                  <a:pt x="188462" y="122639"/>
                </a:lnTo>
                <a:lnTo>
                  <a:pt x="187986" y="122579"/>
                </a:lnTo>
                <a:lnTo>
                  <a:pt x="187518" y="122508"/>
                </a:lnTo>
                <a:lnTo>
                  <a:pt x="187058" y="122427"/>
                </a:lnTo>
                <a:lnTo>
                  <a:pt x="186606" y="122334"/>
                </a:lnTo>
                <a:lnTo>
                  <a:pt x="186162" y="122231"/>
                </a:lnTo>
                <a:lnTo>
                  <a:pt x="185725" y="122117"/>
                </a:lnTo>
                <a:lnTo>
                  <a:pt x="185297" y="121992"/>
                </a:lnTo>
                <a:lnTo>
                  <a:pt x="184877" y="121856"/>
                </a:lnTo>
                <a:lnTo>
                  <a:pt x="184465" y="121709"/>
                </a:lnTo>
                <a:lnTo>
                  <a:pt x="184061" y="121551"/>
                </a:lnTo>
                <a:lnTo>
                  <a:pt x="183665" y="121382"/>
                </a:lnTo>
                <a:lnTo>
                  <a:pt x="183276" y="121203"/>
                </a:lnTo>
                <a:lnTo>
                  <a:pt x="182896" y="121012"/>
                </a:lnTo>
                <a:lnTo>
                  <a:pt x="182524" y="120811"/>
                </a:lnTo>
                <a:lnTo>
                  <a:pt x="182160" y="120599"/>
                </a:lnTo>
                <a:lnTo>
                  <a:pt x="181803" y="120376"/>
                </a:lnTo>
                <a:lnTo>
                  <a:pt x="181455" y="120142"/>
                </a:lnTo>
                <a:lnTo>
                  <a:pt x="181115" y="119897"/>
                </a:lnTo>
                <a:lnTo>
                  <a:pt x="180783" y="119642"/>
                </a:lnTo>
                <a:lnTo>
                  <a:pt x="180461" y="119375"/>
                </a:lnTo>
                <a:lnTo>
                  <a:pt x="180154" y="119096"/>
                </a:lnTo>
                <a:lnTo>
                  <a:pt x="179860" y="118806"/>
                </a:lnTo>
                <a:lnTo>
                  <a:pt x="179579" y="118504"/>
                </a:lnTo>
                <a:lnTo>
                  <a:pt x="179312" y="118191"/>
                </a:lnTo>
                <a:lnTo>
                  <a:pt x="179059" y="117866"/>
                </a:lnTo>
                <a:lnTo>
                  <a:pt x="178820" y="117529"/>
                </a:lnTo>
                <a:lnTo>
                  <a:pt x="178594" y="117181"/>
                </a:lnTo>
                <a:lnTo>
                  <a:pt x="178382" y="116821"/>
                </a:lnTo>
                <a:lnTo>
                  <a:pt x="178184" y="116450"/>
                </a:lnTo>
                <a:lnTo>
                  <a:pt x="177999" y="116067"/>
                </a:lnTo>
                <a:lnTo>
                  <a:pt x="177828" y="115672"/>
                </a:lnTo>
                <a:lnTo>
                  <a:pt x="177671" y="115266"/>
                </a:lnTo>
                <a:lnTo>
                  <a:pt x="177528" y="114848"/>
                </a:lnTo>
                <a:lnTo>
                  <a:pt x="177398" y="114419"/>
                </a:lnTo>
                <a:lnTo>
                  <a:pt x="177281" y="113977"/>
                </a:lnTo>
                <a:lnTo>
                  <a:pt x="177179" y="113525"/>
                </a:lnTo>
                <a:lnTo>
                  <a:pt x="177090" y="113060"/>
                </a:lnTo>
                <a:lnTo>
                  <a:pt x="177015" y="112585"/>
                </a:lnTo>
                <a:lnTo>
                  <a:pt x="176953" y="112097"/>
                </a:lnTo>
                <a:lnTo>
                  <a:pt x="176905" y="111598"/>
                </a:lnTo>
                <a:lnTo>
                  <a:pt x="176871" y="111087"/>
                </a:lnTo>
                <a:lnTo>
                  <a:pt x="176851" y="110565"/>
                </a:lnTo>
                <a:lnTo>
                  <a:pt x="176844" y="110031"/>
                </a:lnTo>
                <a:lnTo>
                  <a:pt x="176859" y="109291"/>
                </a:lnTo>
                <a:lnTo>
                  <a:pt x="176903" y="108568"/>
                </a:lnTo>
                <a:lnTo>
                  <a:pt x="176978" y="107862"/>
                </a:lnTo>
                <a:lnTo>
                  <a:pt x="177082" y="107174"/>
                </a:lnTo>
                <a:lnTo>
                  <a:pt x="177217" y="106503"/>
                </a:lnTo>
                <a:lnTo>
                  <a:pt x="177381" y="105849"/>
                </a:lnTo>
                <a:lnTo>
                  <a:pt x="177575" y="105212"/>
                </a:lnTo>
                <a:lnTo>
                  <a:pt x="177799" y="104592"/>
                </a:lnTo>
                <a:lnTo>
                  <a:pt x="178052" y="103990"/>
                </a:lnTo>
                <a:lnTo>
                  <a:pt x="178336" y="103405"/>
                </a:lnTo>
                <a:lnTo>
                  <a:pt x="178649" y="102837"/>
                </a:lnTo>
                <a:lnTo>
                  <a:pt x="178992" y="102287"/>
                </a:lnTo>
                <a:lnTo>
                  <a:pt x="179365" y="101754"/>
                </a:lnTo>
                <a:lnTo>
                  <a:pt x="179768" y="101237"/>
                </a:lnTo>
                <a:lnTo>
                  <a:pt x="180201" y="100739"/>
                </a:lnTo>
                <a:lnTo>
                  <a:pt x="180663" y="100257"/>
                </a:lnTo>
                <a:lnTo>
                  <a:pt x="181156" y="99793"/>
                </a:lnTo>
                <a:lnTo>
                  <a:pt x="181678" y="99345"/>
                </a:lnTo>
                <a:lnTo>
                  <a:pt x="182230" y="98915"/>
                </a:lnTo>
                <a:lnTo>
                  <a:pt x="182812" y="98503"/>
                </a:lnTo>
                <a:lnTo>
                  <a:pt x="183424" y="98107"/>
                </a:lnTo>
                <a:lnTo>
                  <a:pt x="184065" y="97729"/>
                </a:lnTo>
                <a:lnTo>
                  <a:pt x="184737" y="97368"/>
                </a:lnTo>
                <a:lnTo>
                  <a:pt x="185438" y="97024"/>
                </a:lnTo>
                <a:lnTo>
                  <a:pt x="186177" y="96696"/>
                </a:lnTo>
                <a:lnTo>
                  <a:pt x="186960" y="96381"/>
                </a:lnTo>
                <a:lnTo>
                  <a:pt x="187788" y="96080"/>
                </a:lnTo>
                <a:lnTo>
                  <a:pt x="188661" y="95792"/>
                </a:lnTo>
                <a:lnTo>
                  <a:pt x="189578" y="95518"/>
                </a:lnTo>
                <a:lnTo>
                  <a:pt x="190541" y="95258"/>
                </a:lnTo>
                <a:lnTo>
                  <a:pt x="191548" y="95011"/>
                </a:lnTo>
                <a:lnTo>
                  <a:pt x="192600" y="94778"/>
                </a:lnTo>
                <a:lnTo>
                  <a:pt x="193696" y="94558"/>
                </a:lnTo>
                <a:lnTo>
                  <a:pt x="194838" y="94352"/>
                </a:lnTo>
                <a:lnTo>
                  <a:pt x="196024" y="94160"/>
                </a:lnTo>
                <a:lnTo>
                  <a:pt x="197255" y="93981"/>
                </a:lnTo>
                <a:lnTo>
                  <a:pt x="198531" y="93816"/>
                </a:lnTo>
                <a:lnTo>
                  <a:pt x="199851" y="93664"/>
                </a:lnTo>
                <a:lnTo>
                  <a:pt x="201216" y="93526"/>
                </a:lnTo>
                <a:lnTo>
                  <a:pt x="202626" y="93402"/>
                </a:lnTo>
                <a:lnTo>
                  <a:pt x="204081" y="93291"/>
                </a:lnTo>
                <a:lnTo>
                  <a:pt x="205581" y="93194"/>
                </a:lnTo>
                <a:lnTo>
                  <a:pt x="207125" y="93110"/>
                </a:lnTo>
                <a:lnTo>
                  <a:pt x="208714" y="93040"/>
                </a:lnTo>
                <a:lnTo>
                  <a:pt x="210348" y="92984"/>
                </a:lnTo>
                <a:lnTo>
                  <a:pt x="212026" y="92941"/>
                </a:lnTo>
                <a:lnTo>
                  <a:pt x="213750" y="92912"/>
                </a:lnTo>
                <a:lnTo>
                  <a:pt x="215518" y="92897"/>
                </a:lnTo>
                <a:lnTo>
                  <a:pt x="215518" y="109404"/>
                </a:lnTo>
                <a:lnTo>
                  <a:pt x="215189" y="109837"/>
                </a:lnTo>
                <a:lnTo>
                  <a:pt x="214852" y="110266"/>
                </a:lnTo>
                <a:lnTo>
                  <a:pt x="214505" y="110691"/>
                </a:lnTo>
                <a:lnTo>
                  <a:pt x="214149" y="111113"/>
                </a:lnTo>
                <a:lnTo>
                  <a:pt x="213785" y="111530"/>
                </a:lnTo>
                <a:lnTo>
                  <a:pt x="213411" y="111943"/>
                </a:lnTo>
                <a:lnTo>
                  <a:pt x="213028" y="112352"/>
                </a:lnTo>
                <a:lnTo>
                  <a:pt x="212636" y="112758"/>
                </a:lnTo>
                <a:lnTo>
                  <a:pt x="212235" y="113159"/>
                </a:lnTo>
                <a:lnTo>
                  <a:pt x="211825" y="113556"/>
                </a:lnTo>
                <a:lnTo>
                  <a:pt x="211406" y="113950"/>
                </a:lnTo>
                <a:lnTo>
                  <a:pt x="210978" y="114339"/>
                </a:lnTo>
                <a:lnTo>
                  <a:pt x="210540" y="114724"/>
                </a:lnTo>
                <a:lnTo>
                  <a:pt x="210094" y="115106"/>
                </a:lnTo>
                <a:lnTo>
                  <a:pt x="209639" y="115483"/>
                </a:lnTo>
                <a:lnTo>
                  <a:pt x="209174" y="115857"/>
                </a:lnTo>
                <a:lnTo>
                  <a:pt x="208701" y="116226"/>
                </a:lnTo>
                <a:lnTo>
                  <a:pt x="208218" y="116592"/>
                </a:lnTo>
                <a:lnTo>
                  <a:pt x="207727" y="116953"/>
                </a:lnTo>
                <a:lnTo>
                  <a:pt x="207226" y="117311"/>
                </a:lnTo>
                <a:lnTo>
                  <a:pt x="206717" y="117665"/>
                </a:lnTo>
                <a:lnTo>
                  <a:pt x="206198" y="118014"/>
                </a:lnTo>
                <a:lnTo>
                  <a:pt x="205670" y="118360"/>
                </a:lnTo>
                <a:lnTo>
                  <a:pt x="205133" y="118702"/>
                </a:lnTo>
                <a:lnTo>
                  <a:pt x="204590" y="119034"/>
                </a:lnTo>
                <a:lnTo>
                  <a:pt x="204042" y="119352"/>
                </a:lnTo>
                <a:lnTo>
                  <a:pt x="203491" y="119656"/>
                </a:lnTo>
                <a:lnTo>
                  <a:pt x="202935" y="119946"/>
                </a:lnTo>
                <a:lnTo>
                  <a:pt x="202375" y="120222"/>
                </a:lnTo>
                <a:lnTo>
                  <a:pt x="201811" y="120484"/>
                </a:lnTo>
                <a:lnTo>
                  <a:pt x="201243" y="120731"/>
                </a:lnTo>
                <a:lnTo>
                  <a:pt x="200671" y="120965"/>
                </a:lnTo>
                <a:lnTo>
                  <a:pt x="200095" y="121184"/>
                </a:lnTo>
                <a:lnTo>
                  <a:pt x="199515" y="121389"/>
                </a:lnTo>
                <a:lnTo>
                  <a:pt x="198930" y="121580"/>
                </a:lnTo>
                <a:lnTo>
                  <a:pt x="198342" y="121757"/>
                </a:lnTo>
                <a:lnTo>
                  <a:pt x="197750" y="121919"/>
                </a:lnTo>
                <a:lnTo>
                  <a:pt x="197153" y="122068"/>
                </a:lnTo>
                <a:lnTo>
                  <a:pt x="196552" y="122202"/>
                </a:lnTo>
                <a:lnTo>
                  <a:pt x="195948" y="122322"/>
                </a:lnTo>
                <a:lnTo>
                  <a:pt x="195339" y="122428"/>
                </a:lnTo>
                <a:lnTo>
                  <a:pt x="194726" y="122520"/>
                </a:lnTo>
                <a:lnTo>
                  <a:pt x="194109" y="122598"/>
                </a:lnTo>
                <a:lnTo>
                  <a:pt x="193488" y="122662"/>
                </a:lnTo>
                <a:lnTo>
                  <a:pt x="192863" y="122711"/>
                </a:lnTo>
                <a:lnTo>
                  <a:pt x="192234" y="122747"/>
                </a:lnTo>
                <a:lnTo>
                  <a:pt x="191600" y="122768"/>
                </a:lnTo>
                <a:lnTo>
                  <a:pt x="190963" y="122775"/>
                </a:lnTo>
                <a:lnTo>
                  <a:pt x="190447" y="122770"/>
                </a:lnTo>
                <a:lnTo>
                  <a:pt x="189939" y="122753"/>
                </a:lnTo>
                <a:lnTo>
                  <a:pt x="189439" y="122726"/>
                </a:lnTo>
                <a:lnTo>
                  <a:pt x="188946" y="122688"/>
                </a:lnTo>
                <a:close/>
                <a:moveTo>
                  <a:pt x="507167" y="141288"/>
                </a:moveTo>
                <a:lnTo>
                  <a:pt x="508247" y="141227"/>
                </a:lnTo>
                <a:lnTo>
                  <a:pt x="509316" y="141153"/>
                </a:lnTo>
                <a:lnTo>
                  <a:pt x="510372" y="141065"/>
                </a:lnTo>
                <a:lnTo>
                  <a:pt x="511417" y="140964"/>
                </a:lnTo>
                <a:lnTo>
                  <a:pt x="512450" y="140849"/>
                </a:lnTo>
                <a:lnTo>
                  <a:pt x="513471" y="140721"/>
                </a:lnTo>
                <a:lnTo>
                  <a:pt x="514480" y="140579"/>
                </a:lnTo>
                <a:lnTo>
                  <a:pt x="515477" y="140424"/>
                </a:lnTo>
                <a:lnTo>
                  <a:pt x="516462" y="140255"/>
                </a:lnTo>
                <a:lnTo>
                  <a:pt x="517435" y="140073"/>
                </a:lnTo>
                <a:lnTo>
                  <a:pt x="518397" y="139877"/>
                </a:lnTo>
                <a:lnTo>
                  <a:pt x="519346" y="139668"/>
                </a:lnTo>
                <a:lnTo>
                  <a:pt x="520284" y="139445"/>
                </a:lnTo>
                <a:lnTo>
                  <a:pt x="521210" y="139209"/>
                </a:lnTo>
                <a:lnTo>
                  <a:pt x="522123" y="138959"/>
                </a:lnTo>
                <a:lnTo>
                  <a:pt x="523025" y="138696"/>
                </a:lnTo>
                <a:lnTo>
                  <a:pt x="523915" y="138419"/>
                </a:lnTo>
                <a:lnTo>
                  <a:pt x="524793" y="138129"/>
                </a:lnTo>
                <a:lnTo>
                  <a:pt x="525660" y="137825"/>
                </a:lnTo>
                <a:lnTo>
                  <a:pt x="526514" y="137508"/>
                </a:lnTo>
                <a:lnTo>
                  <a:pt x="527355" y="137177"/>
                </a:lnTo>
                <a:lnTo>
                  <a:pt x="528181" y="136832"/>
                </a:lnTo>
                <a:lnTo>
                  <a:pt x="528992" y="136474"/>
                </a:lnTo>
                <a:lnTo>
                  <a:pt x="529788" y="136101"/>
                </a:lnTo>
                <a:lnTo>
                  <a:pt x="530569" y="135715"/>
                </a:lnTo>
                <a:lnTo>
                  <a:pt x="531335" y="135315"/>
                </a:lnTo>
                <a:lnTo>
                  <a:pt x="532087" y="134901"/>
                </a:lnTo>
                <a:lnTo>
                  <a:pt x="532823" y="134473"/>
                </a:lnTo>
                <a:lnTo>
                  <a:pt x="533545" y="134031"/>
                </a:lnTo>
                <a:lnTo>
                  <a:pt x="534251" y="133575"/>
                </a:lnTo>
                <a:lnTo>
                  <a:pt x="534943" y="133106"/>
                </a:lnTo>
                <a:lnTo>
                  <a:pt x="535620" y="132623"/>
                </a:lnTo>
                <a:lnTo>
                  <a:pt x="536282" y="132125"/>
                </a:lnTo>
                <a:lnTo>
                  <a:pt x="536928" y="131614"/>
                </a:lnTo>
                <a:lnTo>
                  <a:pt x="537560" y="131089"/>
                </a:lnTo>
                <a:lnTo>
                  <a:pt x="538178" y="130551"/>
                </a:lnTo>
                <a:lnTo>
                  <a:pt x="538780" y="129998"/>
                </a:lnTo>
                <a:lnTo>
                  <a:pt x="539367" y="129432"/>
                </a:lnTo>
                <a:lnTo>
                  <a:pt x="539939" y="128851"/>
                </a:lnTo>
                <a:lnTo>
                  <a:pt x="540497" y="128257"/>
                </a:lnTo>
                <a:lnTo>
                  <a:pt x="541039" y="127649"/>
                </a:lnTo>
                <a:lnTo>
                  <a:pt x="541567" y="127027"/>
                </a:lnTo>
                <a:lnTo>
                  <a:pt x="542079" y="126392"/>
                </a:lnTo>
                <a:lnTo>
                  <a:pt x="542577" y="125742"/>
                </a:lnTo>
                <a:lnTo>
                  <a:pt x="543058" y="125079"/>
                </a:lnTo>
                <a:lnTo>
                  <a:pt x="543520" y="124402"/>
                </a:lnTo>
                <a:lnTo>
                  <a:pt x="543964" y="123711"/>
                </a:lnTo>
                <a:lnTo>
                  <a:pt x="544389" y="123007"/>
                </a:lnTo>
                <a:lnTo>
                  <a:pt x="544795" y="122289"/>
                </a:lnTo>
                <a:lnTo>
                  <a:pt x="545183" y="121557"/>
                </a:lnTo>
                <a:lnTo>
                  <a:pt x="545552" y="120811"/>
                </a:lnTo>
                <a:lnTo>
                  <a:pt x="545902" y="120052"/>
                </a:lnTo>
                <a:lnTo>
                  <a:pt x="546234" y="119280"/>
                </a:lnTo>
                <a:lnTo>
                  <a:pt x="546547" y="118493"/>
                </a:lnTo>
                <a:lnTo>
                  <a:pt x="546841" y="117693"/>
                </a:lnTo>
                <a:lnTo>
                  <a:pt x="547117" y="116879"/>
                </a:lnTo>
                <a:lnTo>
                  <a:pt x="547374" y="116052"/>
                </a:lnTo>
                <a:lnTo>
                  <a:pt x="547613" y="115211"/>
                </a:lnTo>
                <a:lnTo>
                  <a:pt x="547832" y="114356"/>
                </a:lnTo>
                <a:lnTo>
                  <a:pt x="548034" y="113487"/>
                </a:lnTo>
                <a:lnTo>
                  <a:pt x="548216" y="112605"/>
                </a:lnTo>
                <a:lnTo>
                  <a:pt x="548380" y="111709"/>
                </a:lnTo>
                <a:lnTo>
                  <a:pt x="548525" y="110800"/>
                </a:lnTo>
                <a:lnTo>
                  <a:pt x="548652" y="109876"/>
                </a:lnTo>
                <a:lnTo>
                  <a:pt x="548760" y="108940"/>
                </a:lnTo>
                <a:lnTo>
                  <a:pt x="548849" y="107989"/>
                </a:lnTo>
                <a:lnTo>
                  <a:pt x="548920" y="107025"/>
                </a:lnTo>
                <a:lnTo>
                  <a:pt x="548972" y="106047"/>
                </a:lnTo>
                <a:lnTo>
                  <a:pt x="522268" y="106047"/>
                </a:lnTo>
                <a:lnTo>
                  <a:pt x="522250" y="106690"/>
                </a:lnTo>
                <a:lnTo>
                  <a:pt x="522215" y="107320"/>
                </a:lnTo>
                <a:lnTo>
                  <a:pt x="522161" y="107937"/>
                </a:lnTo>
                <a:lnTo>
                  <a:pt x="522089" y="108540"/>
                </a:lnTo>
                <a:lnTo>
                  <a:pt x="521999" y="109130"/>
                </a:lnTo>
                <a:lnTo>
                  <a:pt x="521891" y="109707"/>
                </a:lnTo>
                <a:lnTo>
                  <a:pt x="521764" y="110270"/>
                </a:lnTo>
                <a:lnTo>
                  <a:pt x="521620" y="110820"/>
                </a:lnTo>
                <a:lnTo>
                  <a:pt x="521457" y="111357"/>
                </a:lnTo>
                <a:lnTo>
                  <a:pt x="521277" y="111880"/>
                </a:lnTo>
                <a:lnTo>
                  <a:pt x="521078" y="112389"/>
                </a:lnTo>
                <a:lnTo>
                  <a:pt x="520861" y="112886"/>
                </a:lnTo>
                <a:lnTo>
                  <a:pt x="520626" y="113369"/>
                </a:lnTo>
                <a:lnTo>
                  <a:pt x="520373" y="113839"/>
                </a:lnTo>
                <a:lnTo>
                  <a:pt x="520102" y="114295"/>
                </a:lnTo>
                <a:lnTo>
                  <a:pt x="519812" y="114738"/>
                </a:lnTo>
                <a:lnTo>
                  <a:pt x="519505" y="115167"/>
                </a:lnTo>
                <a:lnTo>
                  <a:pt x="519179" y="115584"/>
                </a:lnTo>
                <a:lnTo>
                  <a:pt x="518836" y="115986"/>
                </a:lnTo>
                <a:lnTo>
                  <a:pt x="518474" y="116376"/>
                </a:lnTo>
                <a:lnTo>
                  <a:pt x="518094" y="116752"/>
                </a:lnTo>
                <a:lnTo>
                  <a:pt x="517696" y="117115"/>
                </a:lnTo>
                <a:lnTo>
                  <a:pt x="517280" y="117464"/>
                </a:lnTo>
                <a:lnTo>
                  <a:pt x="516845" y="117800"/>
                </a:lnTo>
                <a:lnTo>
                  <a:pt x="516396" y="118122"/>
                </a:lnTo>
                <a:lnTo>
                  <a:pt x="515935" y="118431"/>
                </a:lnTo>
                <a:lnTo>
                  <a:pt x="515461" y="118726"/>
                </a:lnTo>
                <a:lnTo>
                  <a:pt x="514975" y="119008"/>
                </a:lnTo>
                <a:lnTo>
                  <a:pt x="514478" y="119275"/>
                </a:lnTo>
                <a:lnTo>
                  <a:pt x="513968" y="119529"/>
                </a:lnTo>
                <a:lnTo>
                  <a:pt x="513446" y="119769"/>
                </a:lnTo>
                <a:lnTo>
                  <a:pt x="512912" y="119995"/>
                </a:lnTo>
                <a:lnTo>
                  <a:pt x="512366" y="120208"/>
                </a:lnTo>
                <a:lnTo>
                  <a:pt x="511808" y="120407"/>
                </a:lnTo>
                <a:lnTo>
                  <a:pt x="511238" y="120592"/>
                </a:lnTo>
                <a:lnTo>
                  <a:pt x="510655" y="120764"/>
                </a:lnTo>
                <a:lnTo>
                  <a:pt x="510061" y="120922"/>
                </a:lnTo>
                <a:lnTo>
                  <a:pt x="509455" y="121066"/>
                </a:lnTo>
                <a:lnTo>
                  <a:pt x="508836" y="121196"/>
                </a:lnTo>
                <a:lnTo>
                  <a:pt x="508206" y="121313"/>
                </a:lnTo>
                <a:lnTo>
                  <a:pt x="507563" y="121416"/>
                </a:lnTo>
                <a:lnTo>
                  <a:pt x="506908" y="121505"/>
                </a:lnTo>
                <a:lnTo>
                  <a:pt x="506241" y="121580"/>
                </a:lnTo>
                <a:lnTo>
                  <a:pt x="505563" y="121642"/>
                </a:lnTo>
                <a:lnTo>
                  <a:pt x="504872" y="121690"/>
                </a:lnTo>
                <a:lnTo>
                  <a:pt x="504169" y="121724"/>
                </a:lnTo>
                <a:lnTo>
                  <a:pt x="503453" y="121745"/>
                </a:lnTo>
                <a:lnTo>
                  <a:pt x="502726" y="121752"/>
                </a:lnTo>
                <a:lnTo>
                  <a:pt x="502024" y="121745"/>
                </a:lnTo>
                <a:lnTo>
                  <a:pt x="501334" y="121725"/>
                </a:lnTo>
                <a:lnTo>
                  <a:pt x="500654" y="121692"/>
                </a:lnTo>
                <a:lnTo>
                  <a:pt x="499987" y="121646"/>
                </a:lnTo>
                <a:lnTo>
                  <a:pt x="499330" y="121586"/>
                </a:lnTo>
                <a:lnTo>
                  <a:pt x="498685" y="121513"/>
                </a:lnTo>
                <a:lnTo>
                  <a:pt x="498051" y="121427"/>
                </a:lnTo>
                <a:lnTo>
                  <a:pt x="497429" y="121328"/>
                </a:lnTo>
                <a:lnTo>
                  <a:pt x="496818" y="121215"/>
                </a:lnTo>
                <a:lnTo>
                  <a:pt x="496218" y="121089"/>
                </a:lnTo>
                <a:lnTo>
                  <a:pt x="495630" y="120950"/>
                </a:lnTo>
                <a:lnTo>
                  <a:pt x="495053" y="120797"/>
                </a:lnTo>
                <a:lnTo>
                  <a:pt x="494487" y="120632"/>
                </a:lnTo>
                <a:lnTo>
                  <a:pt x="493933" y="120453"/>
                </a:lnTo>
                <a:lnTo>
                  <a:pt x="493390" y="120261"/>
                </a:lnTo>
                <a:lnTo>
                  <a:pt x="492859" y="120055"/>
                </a:lnTo>
                <a:lnTo>
                  <a:pt x="492339" y="119836"/>
                </a:lnTo>
                <a:lnTo>
                  <a:pt x="491830" y="119604"/>
                </a:lnTo>
                <a:lnTo>
                  <a:pt x="491333" y="119359"/>
                </a:lnTo>
                <a:lnTo>
                  <a:pt x="490847" y="119101"/>
                </a:lnTo>
                <a:lnTo>
                  <a:pt x="490372" y="118829"/>
                </a:lnTo>
                <a:lnTo>
                  <a:pt x="489909" y="118544"/>
                </a:lnTo>
                <a:lnTo>
                  <a:pt x="489457" y="118246"/>
                </a:lnTo>
                <a:lnTo>
                  <a:pt x="489016" y="117934"/>
                </a:lnTo>
                <a:lnTo>
                  <a:pt x="488586" y="117612"/>
                </a:lnTo>
                <a:lnTo>
                  <a:pt x="488166" y="117280"/>
                </a:lnTo>
                <a:lnTo>
                  <a:pt x="487756" y="116941"/>
                </a:lnTo>
                <a:lnTo>
                  <a:pt x="487355" y="116592"/>
                </a:lnTo>
                <a:lnTo>
                  <a:pt x="486964" y="116236"/>
                </a:lnTo>
                <a:lnTo>
                  <a:pt x="486583" y="115870"/>
                </a:lnTo>
                <a:lnTo>
                  <a:pt x="486212" y="115496"/>
                </a:lnTo>
                <a:lnTo>
                  <a:pt x="485850" y="115114"/>
                </a:lnTo>
                <a:lnTo>
                  <a:pt x="485499" y="114723"/>
                </a:lnTo>
                <a:lnTo>
                  <a:pt x="485157" y="114323"/>
                </a:lnTo>
                <a:lnTo>
                  <a:pt x="484824" y="113915"/>
                </a:lnTo>
                <a:lnTo>
                  <a:pt x="484502" y="113499"/>
                </a:lnTo>
                <a:lnTo>
                  <a:pt x="484189" y="113074"/>
                </a:lnTo>
                <a:lnTo>
                  <a:pt x="483886" y="112640"/>
                </a:lnTo>
                <a:lnTo>
                  <a:pt x="483593" y="112198"/>
                </a:lnTo>
                <a:lnTo>
                  <a:pt x="483310" y="111747"/>
                </a:lnTo>
                <a:lnTo>
                  <a:pt x="483036" y="111288"/>
                </a:lnTo>
                <a:lnTo>
                  <a:pt x="482772" y="110820"/>
                </a:lnTo>
                <a:lnTo>
                  <a:pt x="482518" y="110344"/>
                </a:lnTo>
                <a:lnTo>
                  <a:pt x="482274" y="109859"/>
                </a:lnTo>
                <a:lnTo>
                  <a:pt x="482039" y="109366"/>
                </a:lnTo>
                <a:lnTo>
                  <a:pt x="481814" y="108864"/>
                </a:lnTo>
                <a:lnTo>
                  <a:pt x="481599" y="108353"/>
                </a:lnTo>
                <a:lnTo>
                  <a:pt x="481394" y="107834"/>
                </a:lnTo>
                <a:lnTo>
                  <a:pt x="481198" y="107309"/>
                </a:lnTo>
                <a:lnTo>
                  <a:pt x="481009" y="106781"/>
                </a:lnTo>
                <a:lnTo>
                  <a:pt x="480827" y="106250"/>
                </a:lnTo>
                <a:lnTo>
                  <a:pt x="480654" y="105715"/>
                </a:lnTo>
                <a:lnTo>
                  <a:pt x="480488" y="105177"/>
                </a:lnTo>
                <a:lnTo>
                  <a:pt x="480329" y="104635"/>
                </a:lnTo>
                <a:lnTo>
                  <a:pt x="480179" y="104091"/>
                </a:lnTo>
                <a:lnTo>
                  <a:pt x="480036" y="103543"/>
                </a:lnTo>
                <a:lnTo>
                  <a:pt x="479900" y="102992"/>
                </a:lnTo>
                <a:lnTo>
                  <a:pt x="479772" y="102438"/>
                </a:lnTo>
                <a:lnTo>
                  <a:pt x="479652" y="101880"/>
                </a:lnTo>
                <a:lnTo>
                  <a:pt x="479540" y="101319"/>
                </a:lnTo>
                <a:lnTo>
                  <a:pt x="479435" y="100755"/>
                </a:lnTo>
                <a:lnTo>
                  <a:pt x="479338" y="100187"/>
                </a:lnTo>
                <a:lnTo>
                  <a:pt x="479248" y="99616"/>
                </a:lnTo>
                <a:lnTo>
                  <a:pt x="479166" y="99042"/>
                </a:lnTo>
                <a:lnTo>
                  <a:pt x="479092" y="98465"/>
                </a:lnTo>
                <a:lnTo>
                  <a:pt x="479025" y="97884"/>
                </a:lnTo>
                <a:lnTo>
                  <a:pt x="478966" y="97301"/>
                </a:lnTo>
                <a:lnTo>
                  <a:pt x="478914" y="96713"/>
                </a:lnTo>
                <a:lnTo>
                  <a:pt x="478871" y="96123"/>
                </a:lnTo>
                <a:lnTo>
                  <a:pt x="478835" y="95529"/>
                </a:lnTo>
                <a:lnTo>
                  <a:pt x="478806" y="94932"/>
                </a:lnTo>
                <a:lnTo>
                  <a:pt x="478785" y="94332"/>
                </a:lnTo>
                <a:lnTo>
                  <a:pt x="548869" y="94332"/>
                </a:lnTo>
                <a:lnTo>
                  <a:pt x="548886" y="94236"/>
                </a:lnTo>
                <a:lnTo>
                  <a:pt x="548903" y="94136"/>
                </a:lnTo>
                <a:lnTo>
                  <a:pt x="548919" y="94032"/>
                </a:lnTo>
                <a:lnTo>
                  <a:pt x="548935" y="93925"/>
                </a:lnTo>
                <a:lnTo>
                  <a:pt x="548950" y="93815"/>
                </a:lnTo>
                <a:lnTo>
                  <a:pt x="548965" y="93702"/>
                </a:lnTo>
                <a:lnTo>
                  <a:pt x="548980" y="93585"/>
                </a:lnTo>
                <a:lnTo>
                  <a:pt x="548994" y="93464"/>
                </a:lnTo>
                <a:lnTo>
                  <a:pt x="549008" y="93340"/>
                </a:lnTo>
                <a:lnTo>
                  <a:pt x="549022" y="93213"/>
                </a:lnTo>
                <a:lnTo>
                  <a:pt x="549035" y="93083"/>
                </a:lnTo>
                <a:lnTo>
                  <a:pt x="549048" y="92948"/>
                </a:lnTo>
                <a:lnTo>
                  <a:pt x="549061" y="92811"/>
                </a:lnTo>
                <a:lnTo>
                  <a:pt x="549073" y="92670"/>
                </a:lnTo>
                <a:lnTo>
                  <a:pt x="549085" y="92526"/>
                </a:lnTo>
                <a:lnTo>
                  <a:pt x="549097" y="92378"/>
                </a:lnTo>
                <a:lnTo>
                  <a:pt x="549108" y="92227"/>
                </a:lnTo>
                <a:lnTo>
                  <a:pt x="549119" y="92073"/>
                </a:lnTo>
                <a:lnTo>
                  <a:pt x="549129" y="91915"/>
                </a:lnTo>
                <a:lnTo>
                  <a:pt x="549139" y="91753"/>
                </a:lnTo>
                <a:lnTo>
                  <a:pt x="549149" y="91589"/>
                </a:lnTo>
                <a:lnTo>
                  <a:pt x="549158" y="91421"/>
                </a:lnTo>
                <a:lnTo>
                  <a:pt x="549167" y="91249"/>
                </a:lnTo>
                <a:lnTo>
                  <a:pt x="549176" y="91074"/>
                </a:lnTo>
                <a:lnTo>
                  <a:pt x="549184" y="90899"/>
                </a:lnTo>
                <a:lnTo>
                  <a:pt x="549192" y="90727"/>
                </a:lnTo>
                <a:lnTo>
                  <a:pt x="549200" y="90558"/>
                </a:lnTo>
                <a:lnTo>
                  <a:pt x="549207" y="90392"/>
                </a:lnTo>
                <a:lnTo>
                  <a:pt x="549214" y="90229"/>
                </a:lnTo>
                <a:lnTo>
                  <a:pt x="549221" y="90069"/>
                </a:lnTo>
                <a:lnTo>
                  <a:pt x="549227" y="89912"/>
                </a:lnTo>
                <a:lnTo>
                  <a:pt x="549233" y="89759"/>
                </a:lnTo>
                <a:lnTo>
                  <a:pt x="549238" y="89608"/>
                </a:lnTo>
                <a:lnTo>
                  <a:pt x="549244" y="89460"/>
                </a:lnTo>
                <a:lnTo>
                  <a:pt x="549248" y="89316"/>
                </a:lnTo>
                <a:lnTo>
                  <a:pt x="549253" y="89174"/>
                </a:lnTo>
                <a:lnTo>
                  <a:pt x="549257" y="89036"/>
                </a:lnTo>
                <a:lnTo>
                  <a:pt x="549261" y="88900"/>
                </a:lnTo>
                <a:lnTo>
                  <a:pt x="549264" y="88768"/>
                </a:lnTo>
                <a:lnTo>
                  <a:pt x="549267" y="88638"/>
                </a:lnTo>
                <a:lnTo>
                  <a:pt x="549270" y="88512"/>
                </a:lnTo>
                <a:lnTo>
                  <a:pt x="549272" y="88389"/>
                </a:lnTo>
                <a:lnTo>
                  <a:pt x="549274" y="88269"/>
                </a:lnTo>
                <a:lnTo>
                  <a:pt x="549276" y="88152"/>
                </a:lnTo>
                <a:lnTo>
                  <a:pt x="549277" y="88038"/>
                </a:lnTo>
                <a:lnTo>
                  <a:pt x="549278" y="87927"/>
                </a:lnTo>
                <a:lnTo>
                  <a:pt x="549278" y="87819"/>
                </a:lnTo>
                <a:lnTo>
                  <a:pt x="549278" y="87714"/>
                </a:lnTo>
                <a:lnTo>
                  <a:pt x="549256" y="85699"/>
                </a:lnTo>
                <a:lnTo>
                  <a:pt x="549189" y="83724"/>
                </a:lnTo>
                <a:lnTo>
                  <a:pt x="549076" y="81787"/>
                </a:lnTo>
                <a:lnTo>
                  <a:pt x="548919" y="79890"/>
                </a:lnTo>
                <a:lnTo>
                  <a:pt x="548717" y="78031"/>
                </a:lnTo>
                <a:lnTo>
                  <a:pt x="548470" y="76211"/>
                </a:lnTo>
                <a:lnTo>
                  <a:pt x="548177" y="74430"/>
                </a:lnTo>
                <a:lnTo>
                  <a:pt x="547840" y="72689"/>
                </a:lnTo>
                <a:lnTo>
                  <a:pt x="547458" y="70986"/>
                </a:lnTo>
                <a:lnTo>
                  <a:pt x="547031" y="69322"/>
                </a:lnTo>
                <a:lnTo>
                  <a:pt x="546560" y="67697"/>
                </a:lnTo>
                <a:lnTo>
                  <a:pt x="546043" y="66111"/>
                </a:lnTo>
                <a:lnTo>
                  <a:pt x="545481" y="64565"/>
                </a:lnTo>
                <a:lnTo>
                  <a:pt x="544874" y="63057"/>
                </a:lnTo>
                <a:lnTo>
                  <a:pt x="544223" y="61588"/>
                </a:lnTo>
                <a:lnTo>
                  <a:pt x="543526" y="60158"/>
                </a:lnTo>
                <a:lnTo>
                  <a:pt x="542785" y="58767"/>
                </a:lnTo>
                <a:lnTo>
                  <a:pt x="541998" y="57414"/>
                </a:lnTo>
                <a:lnTo>
                  <a:pt x="541167" y="56101"/>
                </a:lnTo>
                <a:lnTo>
                  <a:pt x="540291" y="54827"/>
                </a:lnTo>
                <a:lnTo>
                  <a:pt x="539369" y="53592"/>
                </a:lnTo>
                <a:lnTo>
                  <a:pt x="538403" y="52396"/>
                </a:lnTo>
                <a:lnTo>
                  <a:pt x="537392" y="51239"/>
                </a:lnTo>
                <a:lnTo>
                  <a:pt x="536336" y="50120"/>
                </a:lnTo>
                <a:lnTo>
                  <a:pt x="535241" y="49044"/>
                </a:lnTo>
                <a:lnTo>
                  <a:pt x="534114" y="48014"/>
                </a:lnTo>
                <a:lnTo>
                  <a:pt x="532954" y="47030"/>
                </a:lnTo>
                <a:lnTo>
                  <a:pt x="531762" y="46091"/>
                </a:lnTo>
                <a:lnTo>
                  <a:pt x="530537" y="45199"/>
                </a:lnTo>
                <a:lnTo>
                  <a:pt x="529280" y="44352"/>
                </a:lnTo>
                <a:lnTo>
                  <a:pt x="527990" y="43550"/>
                </a:lnTo>
                <a:lnTo>
                  <a:pt x="526667" y="42795"/>
                </a:lnTo>
                <a:lnTo>
                  <a:pt x="525313" y="42085"/>
                </a:lnTo>
                <a:lnTo>
                  <a:pt x="523925" y="41422"/>
                </a:lnTo>
                <a:lnTo>
                  <a:pt x="522505" y="40803"/>
                </a:lnTo>
                <a:lnTo>
                  <a:pt x="521053" y="40231"/>
                </a:lnTo>
                <a:lnTo>
                  <a:pt x="519568" y="39705"/>
                </a:lnTo>
                <a:lnTo>
                  <a:pt x="518051" y="39224"/>
                </a:lnTo>
                <a:lnTo>
                  <a:pt x="516501" y="38789"/>
                </a:lnTo>
                <a:lnTo>
                  <a:pt x="514919" y="38400"/>
                </a:lnTo>
                <a:lnTo>
                  <a:pt x="513304" y="38056"/>
                </a:lnTo>
                <a:lnTo>
                  <a:pt x="511656" y="37759"/>
                </a:lnTo>
                <a:lnTo>
                  <a:pt x="509976" y="37507"/>
                </a:lnTo>
                <a:lnTo>
                  <a:pt x="508264" y="37301"/>
                </a:lnTo>
                <a:lnTo>
                  <a:pt x="506519" y="37141"/>
                </a:lnTo>
                <a:lnTo>
                  <a:pt x="504742" y="37026"/>
                </a:lnTo>
                <a:lnTo>
                  <a:pt x="502932" y="36958"/>
                </a:lnTo>
                <a:lnTo>
                  <a:pt x="501089" y="36935"/>
                </a:lnTo>
                <a:lnTo>
                  <a:pt x="499759" y="36946"/>
                </a:lnTo>
                <a:lnTo>
                  <a:pt x="498447" y="36978"/>
                </a:lnTo>
                <a:lnTo>
                  <a:pt x="497153" y="37033"/>
                </a:lnTo>
                <a:lnTo>
                  <a:pt x="495876" y="37109"/>
                </a:lnTo>
                <a:lnTo>
                  <a:pt x="494616" y="37207"/>
                </a:lnTo>
                <a:lnTo>
                  <a:pt x="493374" y="37326"/>
                </a:lnTo>
                <a:lnTo>
                  <a:pt x="492150" y="37468"/>
                </a:lnTo>
                <a:lnTo>
                  <a:pt x="490943" y="37631"/>
                </a:lnTo>
                <a:lnTo>
                  <a:pt x="489754" y="37816"/>
                </a:lnTo>
                <a:lnTo>
                  <a:pt x="488583" y="38022"/>
                </a:lnTo>
                <a:lnTo>
                  <a:pt x="487429" y="38251"/>
                </a:lnTo>
                <a:lnTo>
                  <a:pt x="486292" y="38501"/>
                </a:lnTo>
                <a:lnTo>
                  <a:pt x="485174" y="38773"/>
                </a:lnTo>
                <a:lnTo>
                  <a:pt x="484072" y="39066"/>
                </a:lnTo>
                <a:lnTo>
                  <a:pt x="482989" y="39381"/>
                </a:lnTo>
                <a:lnTo>
                  <a:pt x="481923" y="39719"/>
                </a:lnTo>
                <a:lnTo>
                  <a:pt x="480874" y="40077"/>
                </a:lnTo>
                <a:lnTo>
                  <a:pt x="479843" y="40458"/>
                </a:lnTo>
                <a:lnTo>
                  <a:pt x="478830" y="40860"/>
                </a:lnTo>
                <a:lnTo>
                  <a:pt x="477835" y="41284"/>
                </a:lnTo>
                <a:lnTo>
                  <a:pt x="476856" y="41730"/>
                </a:lnTo>
                <a:lnTo>
                  <a:pt x="475896" y="42198"/>
                </a:lnTo>
                <a:lnTo>
                  <a:pt x="474953" y="42687"/>
                </a:lnTo>
                <a:lnTo>
                  <a:pt x="474028" y="43198"/>
                </a:lnTo>
                <a:lnTo>
                  <a:pt x="473120" y="43729"/>
                </a:lnTo>
                <a:lnTo>
                  <a:pt x="472231" y="44279"/>
                </a:lnTo>
                <a:lnTo>
                  <a:pt x="471361" y="44847"/>
                </a:lnTo>
                <a:lnTo>
                  <a:pt x="470509" y="45434"/>
                </a:lnTo>
                <a:lnTo>
                  <a:pt x="469676" y="46039"/>
                </a:lnTo>
                <a:lnTo>
                  <a:pt x="468861" y="46663"/>
                </a:lnTo>
                <a:lnTo>
                  <a:pt x="468064" y="47306"/>
                </a:lnTo>
                <a:lnTo>
                  <a:pt x="467286" y="47966"/>
                </a:lnTo>
                <a:lnTo>
                  <a:pt x="466527" y="48646"/>
                </a:lnTo>
                <a:lnTo>
                  <a:pt x="465786" y="49344"/>
                </a:lnTo>
                <a:lnTo>
                  <a:pt x="465063" y="50060"/>
                </a:lnTo>
                <a:lnTo>
                  <a:pt x="464359" y="50795"/>
                </a:lnTo>
                <a:lnTo>
                  <a:pt x="463673" y="51548"/>
                </a:lnTo>
                <a:lnTo>
                  <a:pt x="463006" y="52320"/>
                </a:lnTo>
                <a:lnTo>
                  <a:pt x="462358" y="53111"/>
                </a:lnTo>
                <a:lnTo>
                  <a:pt x="461727" y="53920"/>
                </a:lnTo>
                <a:lnTo>
                  <a:pt x="461116" y="54747"/>
                </a:lnTo>
                <a:lnTo>
                  <a:pt x="460522" y="55593"/>
                </a:lnTo>
                <a:lnTo>
                  <a:pt x="459948" y="56458"/>
                </a:lnTo>
                <a:lnTo>
                  <a:pt x="459391" y="57341"/>
                </a:lnTo>
                <a:lnTo>
                  <a:pt x="458853" y="58242"/>
                </a:lnTo>
                <a:lnTo>
                  <a:pt x="458334" y="59162"/>
                </a:lnTo>
                <a:lnTo>
                  <a:pt x="457833" y="60101"/>
                </a:lnTo>
                <a:lnTo>
                  <a:pt x="457351" y="61058"/>
                </a:lnTo>
                <a:lnTo>
                  <a:pt x="456887" y="62032"/>
                </a:lnTo>
                <a:lnTo>
                  <a:pt x="456444" y="63021"/>
                </a:lnTo>
                <a:lnTo>
                  <a:pt x="456020" y="64026"/>
                </a:lnTo>
                <a:lnTo>
                  <a:pt x="455616" y="65046"/>
                </a:lnTo>
                <a:lnTo>
                  <a:pt x="455231" y="66082"/>
                </a:lnTo>
                <a:lnTo>
                  <a:pt x="454866" y="67133"/>
                </a:lnTo>
                <a:lnTo>
                  <a:pt x="454521" y="68200"/>
                </a:lnTo>
                <a:lnTo>
                  <a:pt x="454196" y="69282"/>
                </a:lnTo>
                <a:lnTo>
                  <a:pt x="453890" y="70379"/>
                </a:lnTo>
                <a:lnTo>
                  <a:pt x="453605" y="71492"/>
                </a:lnTo>
                <a:lnTo>
                  <a:pt x="453338" y="72621"/>
                </a:lnTo>
                <a:lnTo>
                  <a:pt x="453092" y="73765"/>
                </a:lnTo>
                <a:lnTo>
                  <a:pt x="452865" y="74924"/>
                </a:lnTo>
                <a:lnTo>
                  <a:pt x="452658" y="76099"/>
                </a:lnTo>
                <a:lnTo>
                  <a:pt x="452471" y="77290"/>
                </a:lnTo>
                <a:lnTo>
                  <a:pt x="452303" y="78495"/>
                </a:lnTo>
                <a:lnTo>
                  <a:pt x="452155" y="79717"/>
                </a:lnTo>
                <a:lnTo>
                  <a:pt x="452027" y="80953"/>
                </a:lnTo>
                <a:lnTo>
                  <a:pt x="451919" y="82206"/>
                </a:lnTo>
                <a:lnTo>
                  <a:pt x="451830" y="83473"/>
                </a:lnTo>
                <a:lnTo>
                  <a:pt x="451761" y="84756"/>
                </a:lnTo>
                <a:lnTo>
                  <a:pt x="451712" y="86055"/>
                </a:lnTo>
                <a:lnTo>
                  <a:pt x="451682" y="87369"/>
                </a:lnTo>
                <a:lnTo>
                  <a:pt x="451672" y="88699"/>
                </a:lnTo>
                <a:lnTo>
                  <a:pt x="451682" y="90071"/>
                </a:lnTo>
                <a:lnTo>
                  <a:pt x="451713" y="91426"/>
                </a:lnTo>
                <a:lnTo>
                  <a:pt x="451763" y="92765"/>
                </a:lnTo>
                <a:lnTo>
                  <a:pt x="451834" y="94088"/>
                </a:lnTo>
                <a:lnTo>
                  <a:pt x="451925" y="95394"/>
                </a:lnTo>
                <a:lnTo>
                  <a:pt x="452037" y="96683"/>
                </a:lnTo>
                <a:lnTo>
                  <a:pt x="452168" y="97956"/>
                </a:lnTo>
                <a:lnTo>
                  <a:pt x="452320" y="99213"/>
                </a:lnTo>
                <a:lnTo>
                  <a:pt x="452492" y="100453"/>
                </a:lnTo>
                <a:lnTo>
                  <a:pt x="452685" y="101676"/>
                </a:lnTo>
                <a:lnTo>
                  <a:pt x="452897" y="102883"/>
                </a:lnTo>
                <a:lnTo>
                  <a:pt x="453130" y="104073"/>
                </a:lnTo>
                <a:lnTo>
                  <a:pt x="453383" y="105247"/>
                </a:lnTo>
                <a:lnTo>
                  <a:pt x="453657" y="106404"/>
                </a:lnTo>
                <a:lnTo>
                  <a:pt x="453950" y="107545"/>
                </a:lnTo>
                <a:lnTo>
                  <a:pt x="454264" y="108669"/>
                </a:lnTo>
                <a:lnTo>
                  <a:pt x="454598" y="109777"/>
                </a:lnTo>
                <a:lnTo>
                  <a:pt x="454953" y="110868"/>
                </a:lnTo>
                <a:lnTo>
                  <a:pt x="455327" y="111943"/>
                </a:lnTo>
                <a:lnTo>
                  <a:pt x="455722" y="113001"/>
                </a:lnTo>
                <a:lnTo>
                  <a:pt x="456137" y="114042"/>
                </a:lnTo>
                <a:lnTo>
                  <a:pt x="456573" y="115067"/>
                </a:lnTo>
                <a:lnTo>
                  <a:pt x="457028" y="116076"/>
                </a:lnTo>
                <a:lnTo>
                  <a:pt x="457504" y="117068"/>
                </a:lnTo>
                <a:lnTo>
                  <a:pt x="458000" y="118042"/>
                </a:lnTo>
                <a:lnTo>
                  <a:pt x="458515" y="118996"/>
                </a:lnTo>
                <a:lnTo>
                  <a:pt x="459048" y="119932"/>
                </a:lnTo>
                <a:lnTo>
                  <a:pt x="459602" y="120848"/>
                </a:lnTo>
                <a:lnTo>
                  <a:pt x="460174" y="121745"/>
                </a:lnTo>
                <a:lnTo>
                  <a:pt x="460765" y="122622"/>
                </a:lnTo>
                <a:lnTo>
                  <a:pt x="461376" y="123481"/>
                </a:lnTo>
                <a:lnTo>
                  <a:pt x="462006" y="124320"/>
                </a:lnTo>
                <a:lnTo>
                  <a:pt x="462655" y="125140"/>
                </a:lnTo>
                <a:lnTo>
                  <a:pt x="463323" y="125941"/>
                </a:lnTo>
                <a:lnTo>
                  <a:pt x="464011" y="126722"/>
                </a:lnTo>
                <a:lnTo>
                  <a:pt x="464717" y="127485"/>
                </a:lnTo>
                <a:lnTo>
                  <a:pt x="465443" y="128228"/>
                </a:lnTo>
                <a:lnTo>
                  <a:pt x="466188" y="128951"/>
                </a:lnTo>
                <a:lnTo>
                  <a:pt x="466952" y="129656"/>
                </a:lnTo>
                <a:lnTo>
                  <a:pt x="467735" y="130341"/>
                </a:lnTo>
                <a:lnTo>
                  <a:pt x="468538" y="131008"/>
                </a:lnTo>
                <a:lnTo>
                  <a:pt x="469360" y="131655"/>
                </a:lnTo>
                <a:lnTo>
                  <a:pt x="470201" y="132282"/>
                </a:lnTo>
                <a:lnTo>
                  <a:pt x="471061" y="132891"/>
                </a:lnTo>
                <a:lnTo>
                  <a:pt x="471940" y="133480"/>
                </a:lnTo>
                <a:lnTo>
                  <a:pt x="472838" y="134050"/>
                </a:lnTo>
                <a:lnTo>
                  <a:pt x="473756" y="134601"/>
                </a:lnTo>
                <a:lnTo>
                  <a:pt x="474693" y="135132"/>
                </a:lnTo>
                <a:lnTo>
                  <a:pt x="475648" y="135643"/>
                </a:lnTo>
                <a:lnTo>
                  <a:pt x="476622" y="136133"/>
                </a:lnTo>
                <a:lnTo>
                  <a:pt x="477615" y="136600"/>
                </a:lnTo>
                <a:lnTo>
                  <a:pt x="478626" y="137046"/>
                </a:lnTo>
                <a:lnTo>
                  <a:pt x="479656" y="137470"/>
                </a:lnTo>
                <a:lnTo>
                  <a:pt x="480704" y="137873"/>
                </a:lnTo>
                <a:lnTo>
                  <a:pt x="481770" y="138253"/>
                </a:lnTo>
                <a:lnTo>
                  <a:pt x="482855" y="138612"/>
                </a:lnTo>
                <a:lnTo>
                  <a:pt x="483958" y="138949"/>
                </a:lnTo>
                <a:lnTo>
                  <a:pt x="485080" y="139265"/>
                </a:lnTo>
                <a:lnTo>
                  <a:pt x="486221" y="139558"/>
                </a:lnTo>
                <a:lnTo>
                  <a:pt x="487379" y="139830"/>
                </a:lnTo>
                <a:lnTo>
                  <a:pt x="488557" y="140080"/>
                </a:lnTo>
                <a:lnTo>
                  <a:pt x="489752" y="140308"/>
                </a:lnTo>
                <a:lnTo>
                  <a:pt x="490967" y="140515"/>
                </a:lnTo>
                <a:lnTo>
                  <a:pt x="492199" y="140700"/>
                </a:lnTo>
                <a:lnTo>
                  <a:pt x="493451" y="140863"/>
                </a:lnTo>
                <a:lnTo>
                  <a:pt x="494720" y="141004"/>
                </a:lnTo>
                <a:lnTo>
                  <a:pt x="496008" y="141124"/>
                </a:lnTo>
                <a:lnTo>
                  <a:pt x="497315" y="141222"/>
                </a:lnTo>
                <a:lnTo>
                  <a:pt x="498640" y="141298"/>
                </a:lnTo>
                <a:lnTo>
                  <a:pt x="499984" y="141352"/>
                </a:lnTo>
                <a:lnTo>
                  <a:pt x="501346" y="141385"/>
                </a:lnTo>
                <a:lnTo>
                  <a:pt x="502726" y="141396"/>
                </a:lnTo>
                <a:lnTo>
                  <a:pt x="503854" y="141389"/>
                </a:lnTo>
                <a:lnTo>
                  <a:pt x="504970" y="141369"/>
                </a:lnTo>
                <a:lnTo>
                  <a:pt x="506075" y="141335"/>
                </a:lnTo>
                <a:lnTo>
                  <a:pt x="507167" y="141288"/>
                </a:lnTo>
                <a:close/>
                <a:moveTo>
                  <a:pt x="479446" y="73805"/>
                </a:moveTo>
                <a:lnTo>
                  <a:pt x="479581" y="73013"/>
                </a:lnTo>
                <a:lnTo>
                  <a:pt x="479735" y="72238"/>
                </a:lnTo>
                <a:lnTo>
                  <a:pt x="479907" y="71481"/>
                </a:lnTo>
                <a:lnTo>
                  <a:pt x="480098" y="70741"/>
                </a:lnTo>
                <a:lnTo>
                  <a:pt x="480308" y="70018"/>
                </a:lnTo>
                <a:lnTo>
                  <a:pt x="480536" y="69312"/>
                </a:lnTo>
                <a:lnTo>
                  <a:pt x="480783" y="68624"/>
                </a:lnTo>
                <a:lnTo>
                  <a:pt x="481049" y="67952"/>
                </a:lnTo>
                <a:lnTo>
                  <a:pt x="481333" y="67298"/>
                </a:lnTo>
                <a:lnTo>
                  <a:pt x="481636" y="66661"/>
                </a:lnTo>
                <a:lnTo>
                  <a:pt x="481958" y="66041"/>
                </a:lnTo>
                <a:lnTo>
                  <a:pt x="482298" y="65439"/>
                </a:lnTo>
                <a:lnTo>
                  <a:pt x="482657" y="64853"/>
                </a:lnTo>
                <a:lnTo>
                  <a:pt x="483034" y="64285"/>
                </a:lnTo>
                <a:lnTo>
                  <a:pt x="483431" y="63734"/>
                </a:lnTo>
                <a:lnTo>
                  <a:pt x="483845" y="63200"/>
                </a:lnTo>
                <a:lnTo>
                  <a:pt x="484279" y="62684"/>
                </a:lnTo>
                <a:lnTo>
                  <a:pt x="484731" y="62184"/>
                </a:lnTo>
                <a:lnTo>
                  <a:pt x="485202" y="61702"/>
                </a:lnTo>
                <a:lnTo>
                  <a:pt x="485691" y="61237"/>
                </a:lnTo>
                <a:lnTo>
                  <a:pt x="486196" y="60790"/>
                </a:lnTo>
                <a:lnTo>
                  <a:pt x="486713" y="60362"/>
                </a:lnTo>
                <a:lnTo>
                  <a:pt x="487241" y="59954"/>
                </a:lnTo>
                <a:lnTo>
                  <a:pt x="487782" y="59564"/>
                </a:lnTo>
                <a:lnTo>
                  <a:pt x="488334" y="59193"/>
                </a:lnTo>
                <a:lnTo>
                  <a:pt x="488898" y="58841"/>
                </a:lnTo>
                <a:lnTo>
                  <a:pt x="489474" y="58508"/>
                </a:lnTo>
                <a:lnTo>
                  <a:pt x="490062" y="58194"/>
                </a:lnTo>
                <a:lnTo>
                  <a:pt x="490662" y="57900"/>
                </a:lnTo>
                <a:lnTo>
                  <a:pt x="491274" y="57624"/>
                </a:lnTo>
                <a:lnTo>
                  <a:pt x="491898" y="57367"/>
                </a:lnTo>
                <a:lnTo>
                  <a:pt x="492533" y="57130"/>
                </a:lnTo>
                <a:lnTo>
                  <a:pt x="493181" y="56911"/>
                </a:lnTo>
                <a:lnTo>
                  <a:pt x="493840" y="56711"/>
                </a:lnTo>
                <a:lnTo>
                  <a:pt x="494512" y="56530"/>
                </a:lnTo>
                <a:lnTo>
                  <a:pt x="495195" y="56369"/>
                </a:lnTo>
                <a:lnTo>
                  <a:pt x="495890" y="56226"/>
                </a:lnTo>
                <a:lnTo>
                  <a:pt x="496597" y="56103"/>
                </a:lnTo>
                <a:lnTo>
                  <a:pt x="497316" y="55998"/>
                </a:lnTo>
                <a:lnTo>
                  <a:pt x="498047" y="55912"/>
                </a:lnTo>
                <a:lnTo>
                  <a:pt x="498790" y="55846"/>
                </a:lnTo>
                <a:lnTo>
                  <a:pt x="499544" y="55798"/>
                </a:lnTo>
                <a:lnTo>
                  <a:pt x="500311" y="55770"/>
                </a:lnTo>
                <a:lnTo>
                  <a:pt x="501089" y="55760"/>
                </a:lnTo>
                <a:lnTo>
                  <a:pt x="501851" y="55770"/>
                </a:lnTo>
                <a:lnTo>
                  <a:pt x="502601" y="55797"/>
                </a:lnTo>
                <a:lnTo>
                  <a:pt x="503339" y="55843"/>
                </a:lnTo>
                <a:lnTo>
                  <a:pt x="504066" y="55908"/>
                </a:lnTo>
                <a:lnTo>
                  <a:pt x="504782" y="55991"/>
                </a:lnTo>
                <a:lnTo>
                  <a:pt x="505486" y="56093"/>
                </a:lnTo>
                <a:lnTo>
                  <a:pt x="506178" y="56213"/>
                </a:lnTo>
                <a:lnTo>
                  <a:pt x="506859" y="56351"/>
                </a:lnTo>
                <a:lnTo>
                  <a:pt x="507528" y="56508"/>
                </a:lnTo>
                <a:lnTo>
                  <a:pt x="508185" y="56684"/>
                </a:lnTo>
                <a:lnTo>
                  <a:pt x="508832" y="56878"/>
                </a:lnTo>
                <a:lnTo>
                  <a:pt x="509466" y="57090"/>
                </a:lnTo>
                <a:lnTo>
                  <a:pt x="510089" y="57321"/>
                </a:lnTo>
                <a:lnTo>
                  <a:pt x="510701" y="57571"/>
                </a:lnTo>
                <a:lnTo>
                  <a:pt x="511301" y="57839"/>
                </a:lnTo>
                <a:lnTo>
                  <a:pt x="511889" y="58125"/>
                </a:lnTo>
                <a:lnTo>
                  <a:pt x="512466" y="58430"/>
                </a:lnTo>
                <a:lnTo>
                  <a:pt x="513031" y="58753"/>
                </a:lnTo>
                <a:lnTo>
                  <a:pt x="513585" y="59095"/>
                </a:lnTo>
                <a:lnTo>
                  <a:pt x="514127" y="59455"/>
                </a:lnTo>
                <a:lnTo>
                  <a:pt x="514658" y="59834"/>
                </a:lnTo>
                <a:lnTo>
                  <a:pt x="515177" y="60231"/>
                </a:lnTo>
                <a:lnTo>
                  <a:pt x="515684" y="60646"/>
                </a:lnTo>
                <a:lnTo>
                  <a:pt x="516180" y="61081"/>
                </a:lnTo>
                <a:lnTo>
                  <a:pt x="516661" y="61533"/>
                </a:lnTo>
                <a:lnTo>
                  <a:pt x="517122" y="62005"/>
                </a:lnTo>
                <a:lnTo>
                  <a:pt x="517564" y="62495"/>
                </a:lnTo>
                <a:lnTo>
                  <a:pt x="517986" y="63005"/>
                </a:lnTo>
                <a:lnTo>
                  <a:pt x="518390" y="63533"/>
                </a:lnTo>
                <a:lnTo>
                  <a:pt x="518773" y="64080"/>
                </a:lnTo>
                <a:lnTo>
                  <a:pt x="519138" y="64645"/>
                </a:lnTo>
                <a:lnTo>
                  <a:pt x="519483" y="65230"/>
                </a:lnTo>
                <a:lnTo>
                  <a:pt x="519808" y="65833"/>
                </a:lnTo>
                <a:lnTo>
                  <a:pt x="520115" y="66455"/>
                </a:lnTo>
                <a:lnTo>
                  <a:pt x="520402" y="67097"/>
                </a:lnTo>
                <a:lnTo>
                  <a:pt x="520669" y="67756"/>
                </a:lnTo>
                <a:lnTo>
                  <a:pt x="520918" y="68435"/>
                </a:lnTo>
                <a:lnTo>
                  <a:pt x="521146" y="69133"/>
                </a:lnTo>
                <a:lnTo>
                  <a:pt x="521356" y="69849"/>
                </a:lnTo>
                <a:lnTo>
                  <a:pt x="521546" y="70584"/>
                </a:lnTo>
                <a:lnTo>
                  <a:pt x="521717" y="71338"/>
                </a:lnTo>
                <a:lnTo>
                  <a:pt x="521868" y="72111"/>
                </a:lnTo>
                <a:lnTo>
                  <a:pt x="522000" y="72903"/>
                </a:lnTo>
                <a:lnTo>
                  <a:pt x="522113" y="73713"/>
                </a:lnTo>
                <a:lnTo>
                  <a:pt x="522206" y="74543"/>
                </a:lnTo>
                <a:lnTo>
                  <a:pt x="522280" y="75391"/>
                </a:lnTo>
                <a:lnTo>
                  <a:pt x="522335" y="76258"/>
                </a:lnTo>
                <a:lnTo>
                  <a:pt x="522370" y="77144"/>
                </a:lnTo>
                <a:lnTo>
                  <a:pt x="479092" y="77144"/>
                </a:lnTo>
                <a:lnTo>
                  <a:pt x="479153" y="76283"/>
                </a:lnTo>
                <a:lnTo>
                  <a:pt x="479232" y="75440"/>
                </a:lnTo>
                <a:lnTo>
                  <a:pt x="479329" y="74614"/>
                </a:lnTo>
                <a:lnTo>
                  <a:pt x="479446" y="73805"/>
                </a:lnTo>
                <a:close/>
                <a:moveTo>
                  <a:pt x="670878" y="141330"/>
                </a:moveTo>
                <a:lnTo>
                  <a:pt x="672135" y="141279"/>
                </a:lnTo>
                <a:lnTo>
                  <a:pt x="673381" y="141214"/>
                </a:lnTo>
                <a:lnTo>
                  <a:pt x="674615" y="141133"/>
                </a:lnTo>
                <a:lnTo>
                  <a:pt x="675838" y="141039"/>
                </a:lnTo>
                <a:lnTo>
                  <a:pt x="677050" y="140929"/>
                </a:lnTo>
                <a:lnTo>
                  <a:pt x="678251" y="140805"/>
                </a:lnTo>
                <a:lnTo>
                  <a:pt x="679441" y="140667"/>
                </a:lnTo>
                <a:lnTo>
                  <a:pt x="680619" y="140514"/>
                </a:lnTo>
                <a:lnTo>
                  <a:pt x="681786" y="140346"/>
                </a:lnTo>
                <a:lnTo>
                  <a:pt x="682942" y="140164"/>
                </a:lnTo>
                <a:lnTo>
                  <a:pt x="684087" y="139967"/>
                </a:lnTo>
                <a:lnTo>
                  <a:pt x="685221" y="139756"/>
                </a:lnTo>
                <a:lnTo>
                  <a:pt x="686344" y="139530"/>
                </a:lnTo>
                <a:lnTo>
                  <a:pt x="687455" y="139290"/>
                </a:lnTo>
                <a:lnTo>
                  <a:pt x="688555" y="139034"/>
                </a:lnTo>
                <a:lnTo>
                  <a:pt x="689644" y="138765"/>
                </a:lnTo>
                <a:lnTo>
                  <a:pt x="690722" y="138481"/>
                </a:lnTo>
                <a:lnTo>
                  <a:pt x="691788" y="138182"/>
                </a:lnTo>
                <a:lnTo>
                  <a:pt x="692844" y="137868"/>
                </a:lnTo>
                <a:lnTo>
                  <a:pt x="693888" y="137540"/>
                </a:lnTo>
                <a:lnTo>
                  <a:pt x="694921" y="137198"/>
                </a:lnTo>
                <a:lnTo>
                  <a:pt x="695939" y="136840"/>
                </a:lnTo>
                <a:lnTo>
                  <a:pt x="696940" y="136465"/>
                </a:lnTo>
                <a:lnTo>
                  <a:pt x="697922" y="136073"/>
                </a:lnTo>
                <a:lnTo>
                  <a:pt x="698887" y="135665"/>
                </a:lnTo>
                <a:lnTo>
                  <a:pt x="699833" y="135240"/>
                </a:lnTo>
                <a:lnTo>
                  <a:pt x="700762" y="134798"/>
                </a:lnTo>
                <a:lnTo>
                  <a:pt x="701673" y="134340"/>
                </a:lnTo>
                <a:lnTo>
                  <a:pt x="702566" y="133864"/>
                </a:lnTo>
                <a:lnTo>
                  <a:pt x="703441" y="133373"/>
                </a:lnTo>
                <a:lnTo>
                  <a:pt x="704298" y="132864"/>
                </a:lnTo>
                <a:lnTo>
                  <a:pt x="705137" y="132339"/>
                </a:lnTo>
                <a:lnTo>
                  <a:pt x="705958" y="131797"/>
                </a:lnTo>
                <a:lnTo>
                  <a:pt x="706761" y="131238"/>
                </a:lnTo>
                <a:lnTo>
                  <a:pt x="707546" y="130663"/>
                </a:lnTo>
                <a:lnTo>
                  <a:pt x="708313" y="130071"/>
                </a:lnTo>
                <a:lnTo>
                  <a:pt x="709063" y="129462"/>
                </a:lnTo>
                <a:lnTo>
                  <a:pt x="709794" y="128836"/>
                </a:lnTo>
                <a:lnTo>
                  <a:pt x="710507" y="128194"/>
                </a:lnTo>
                <a:lnTo>
                  <a:pt x="711203" y="127535"/>
                </a:lnTo>
                <a:lnTo>
                  <a:pt x="711880" y="126860"/>
                </a:lnTo>
                <a:lnTo>
                  <a:pt x="712540" y="126167"/>
                </a:lnTo>
                <a:lnTo>
                  <a:pt x="713182" y="125458"/>
                </a:lnTo>
                <a:lnTo>
                  <a:pt x="713805" y="124732"/>
                </a:lnTo>
                <a:lnTo>
                  <a:pt x="714411" y="123990"/>
                </a:lnTo>
                <a:lnTo>
                  <a:pt x="714996" y="123229"/>
                </a:lnTo>
                <a:lnTo>
                  <a:pt x="715555" y="122449"/>
                </a:lnTo>
                <a:lnTo>
                  <a:pt x="716090" y="121649"/>
                </a:lnTo>
                <a:lnTo>
                  <a:pt x="716600" y="120830"/>
                </a:lnTo>
                <a:lnTo>
                  <a:pt x="717085" y="119991"/>
                </a:lnTo>
                <a:lnTo>
                  <a:pt x="717545" y="119133"/>
                </a:lnTo>
                <a:lnTo>
                  <a:pt x="717980" y="118255"/>
                </a:lnTo>
                <a:lnTo>
                  <a:pt x="718390" y="117358"/>
                </a:lnTo>
                <a:lnTo>
                  <a:pt x="718776" y="116441"/>
                </a:lnTo>
                <a:lnTo>
                  <a:pt x="719136" y="115504"/>
                </a:lnTo>
                <a:lnTo>
                  <a:pt x="719472" y="114548"/>
                </a:lnTo>
                <a:lnTo>
                  <a:pt x="719783" y="113572"/>
                </a:lnTo>
                <a:lnTo>
                  <a:pt x="720069" y="112577"/>
                </a:lnTo>
                <a:lnTo>
                  <a:pt x="720330" y="111562"/>
                </a:lnTo>
                <a:lnTo>
                  <a:pt x="720566" y="110528"/>
                </a:lnTo>
                <a:lnTo>
                  <a:pt x="720777" y="109474"/>
                </a:lnTo>
                <a:lnTo>
                  <a:pt x="720964" y="108401"/>
                </a:lnTo>
                <a:lnTo>
                  <a:pt x="721126" y="107308"/>
                </a:lnTo>
                <a:lnTo>
                  <a:pt x="721262" y="106195"/>
                </a:lnTo>
                <a:lnTo>
                  <a:pt x="721374" y="105063"/>
                </a:lnTo>
                <a:lnTo>
                  <a:pt x="721461" y="103912"/>
                </a:lnTo>
                <a:lnTo>
                  <a:pt x="721523" y="102741"/>
                </a:lnTo>
                <a:lnTo>
                  <a:pt x="721561" y="101550"/>
                </a:lnTo>
                <a:lnTo>
                  <a:pt x="721573" y="100340"/>
                </a:lnTo>
                <a:lnTo>
                  <a:pt x="721565" y="99256"/>
                </a:lnTo>
                <a:lnTo>
                  <a:pt x="721539" y="98191"/>
                </a:lnTo>
                <a:lnTo>
                  <a:pt x="721497" y="97143"/>
                </a:lnTo>
                <a:lnTo>
                  <a:pt x="721438" y="96112"/>
                </a:lnTo>
                <a:lnTo>
                  <a:pt x="721362" y="95099"/>
                </a:lnTo>
                <a:lnTo>
                  <a:pt x="721269" y="94104"/>
                </a:lnTo>
                <a:lnTo>
                  <a:pt x="721160" y="93126"/>
                </a:lnTo>
                <a:lnTo>
                  <a:pt x="721033" y="92166"/>
                </a:lnTo>
                <a:lnTo>
                  <a:pt x="720890" y="91223"/>
                </a:lnTo>
                <a:lnTo>
                  <a:pt x="720729" y="90298"/>
                </a:lnTo>
                <a:lnTo>
                  <a:pt x="720552" y="89391"/>
                </a:lnTo>
                <a:lnTo>
                  <a:pt x="720358" y="88501"/>
                </a:lnTo>
                <a:lnTo>
                  <a:pt x="720147" y="87629"/>
                </a:lnTo>
                <a:lnTo>
                  <a:pt x="719919" y="86774"/>
                </a:lnTo>
                <a:lnTo>
                  <a:pt x="719675" y="85937"/>
                </a:lnTo>
                <a:lnTo>
                  <a:pt x="719413" y="85118"/>
                </a:lnTo>
                <a:lnTo>
                  <a:pt x="719135" y="84316"/>
                </a:lnTo>
                <a:lnTo>
                  <a:pt x="718839" y="83532"/>
                </a:lnTo>
                <a:lnTo>
                  <a:pt x="718527" y="82765"/>
                </a:lnTo>
                <a:lnTo>
                  <a:pt x="718198" y="82016"/>
                </a:lnTo>
                <a:lnTo>
                  <a:pt x="717852" y="81285"/>
                </a:lnTo>
                <a:lnTo>
                  <a:pt x="717490" y="80571"/>
                </a:lnTo>
                <a:lnTo>
                  <a:pt x="717110" y="79875"/>
                </a:lnTo>
                <a:lnTo>
                  <a:pt x="716713" y="79196"/>
                </a:lnTo>
                <a:lnTo>
                  <a:pt x="716299" y="78532"/>
                </a:lnTo>
                <a:lnTo>
                  <a:pt x="715867" y="77877"/>
                </a:lnTo>
                <a:lnTo>
                  <a:pt x="715418" y="77233"/>
                </a:lnTo>
                <a:lnTo>
                  <a:pt x="714950" y="76599"/>
                </a:lnTo>
                <a:lnTo>
                  <a:pt x="714464" y="75976"/>
                </a:lnTo>
                <a:lnTo>
                  <a:pt x="713960" y="75363"/>
                </a:lnTo>
                <a:lnTo>
                  <a:pt x="713439" y="74760"/>
                </a:lnTo>
                <a:lnTo>
                  <a:pt x="712899" y="74168"/>
                </a:lnTo>
                <a:lnTo>
                  <a:pt x="712342" y="73585"/>
                </a:lnTo>
                <a:lnTo>
                  <a:pt x="711766" y="73014"/>
                </a:lnTo>
                <a:lnTo>
                  <a:pt x="711173" y="72452"/>
                </a:lnTo>
                <a:lnTo>
                  <a:pt x="710562" y="71901"/>
                </a:lnTo>
                <a:lnTo>
                  <a:pt x="709933" y="71360"/>
                </a:lnTo>
                <a:lnTo>
                  <a:pt x="709285" y="70829"/>
                </a:lnTo>
                <a:lnTo>
                  <a:pt x="708620" y="70309"/>
                </a:lnTo>
                <a:lnTo>
                  <a:pt x="707937" y="69799"/>
                </a:lnTo>
                <a:lnTo>
                  <a:pt x="707236" y="69299"/>
                </a:lnTo>
                <a:lnTo>
                  <a:pt x="706517" y="68810"/>
                </a:lnTo>
                <a:lnTo>
                  <a:pt x="705780" y="68331"/>
                </a:lnTo>
                <a:lnTo>
                  <a:pt x="705026" y="67862"/>
                </a:lnTo>
                <a:lnTo>
                  <a:pt x="704253" y="67404"/>
                </a:lnTo>
                <a:lnTo>
                  <a:pt x="703462" y="66956"/>
                </a:lnTo>
                <a:lnTo>
                  <a:pt x="702653" y="66518"/>
                </a:lnTo>
                <a:lnTo>
                  <a:pt x="701827" y="66091"/>
                </a:lnTo>
                <a:lnTo>
                  <a:pt x="700982" y="65669"/>
                </a:lnTo>
                <a:lnTo>
                  <a:pt x="700117" y="65249"/>
                </a:lnTo>
                <a:lnTo>
                  <a:pt x="699232" y="64831"/>
                </a:lnTo>
                <a:lnTo>
                  <a:pt x="698328" y="64414"/>
                </a:lnTo>
                <a:lnTo>
                  <a:pt x="697405" y="63999"/>
                </a:lnTo>
                <a:lnTo>
                  <a:pt x="696462" y="63586"/>
                </a:lnTo>
                <a:lnTo>
                  <a:pt x="695499" y="63174"/>
                </a:lnTo>
                <a:lnTo>
                  <a:pt x="694517" y="62763"/>
                </a:lnTo>
                <a:lnTo>
                  <a:pt x="693516" y="62355"/>
                </a:lnTo>
                <a:lnTo>
                  <a:pt x="692494" y="61948"/>
                </a:lnTo>
                <a:lnTo>
                  <a:pt x="691454" y="61542"/>
                </a:lnTo>
                <a:lnTo>
                  <a:pt x="690393" y="61138"/>
                </a:lnTo>
                <a:lnTo>
                  <a:pt x="689314" y="60736"/>
                </a:lnTo>
                <a:lnTo>
                  <a:pt x="688214" y="60335"/>
                </a:lnTo>
                <a:lnTo>
                  <a:pt x="687095" y="59936"/>
                </a:lnTo>
                <a:lnTo>
                  <a:pt x="685957" y="59538"/>
                </a:lnTo>
                <a:lnTo>
                  <a:pt x="684799" y="59142"/>
                </a:lnTo>
                <a:lnTo>
                  <a:pt x="683622" y="58748"/>
                </a:lnTo>
                <a:lnTo>
                  <a:pt x="682425" y="58355"/>
                </a:lnTo>
                <a:lnTo>
                  <a:pt x="681208" y="57964"/>
                </a:lnTo>
                <a:lnTo>
                  <a:pt x="679972" y="57575"/>
                </a:lnTo>
                <a:lnTo>
                  <a:pt x="678716" y="57187"/>
                </a:lnTo>
                <a:lnTo>
                  <a:pt x="677441" y="56800"/>
                </a:lnTo>
                <a:lnTo>
                  <a:pt x="676146" y="56416"/>
                </a:lnTo>
                <a:lnTo>
                  <a:pt x="675066" y="56101"/>
                </a:lnTo>
                <a:lnTo>
                  <a:pt x="674007" y="55790"/>
                </a:lnTo>
                <a:lnTo>
                  <a:pt x="672969" y="55481"/>
                </a:lnTo>
                <a:lnTo>
                  <a:pt x="671953" y="55176"/>
                </a:lnTo>
                <a:lnTo>
                  <a:pt x="670958" y="54873"/>
                </a:lnTo>
                <a:lnTo>
                  <a:pt x="669985" y="54573"/>
                </a:lnTo>
                <a:lnTo>
                  <a:pt x="669034" y="54276"/>
                </a:lnTo>
                <a:lnTo>
                  <a:pt x="668104" y="53981"/>
                </a:lnTo>
                <a:lnTo>
                  <a:pt x="667195" y="53690"/>
                </a:lnTo>
                <a:lnTo>
                  <a:pt x="666308" y="53401"/>
                </a:lnTo>
                <a:lnTo>
                  <a:pt x="665442" y="53115"/>
                </a:lnTo>
                <a:lnTo>
                  <a:pt x="664598" y="52832"/>
                </a:lnTo>
                <a:lnTo>
                  <a:pt x="663775" y="52552"/>
                </a:lnTo>
                <a:lnTo>
                  <a:pt x="662974" y="52275"/>
                </a:lnTo>
                <a:lnTo>
                  <a:pt x="662194" y="52001"/>
                </a:lnTo>
                <a:lnTo>
                  <a:pt x="661436" y="51729"/>
                </a:lnTo>
                <a:lnTo>
                  <a:pt x="660699" y="51461"/>
                </a:lnTo>
                <a:lnTo>
                  <a:pt x="659984" y="51195"/>
                </a:lnTo>
                <a:lnTo>
                  <a:pt x="659291" y="50932"/>
                </a:lnTo>
                <a:lnTo>
                  <a:pt x="658618" y="50672"/>
                </a:lnTo>
                <a:lnTo>
                  <a:pt x="657968" y="50415"/>
                </a:lnTo>
                <a:lnTo>
                  <a:pt x="657338" y="50160"/>
                </a:lnTo>
                <a:lnTo>
                  <a:pt x="656731" y="49909"/>
                </a:lnTo>
                <a:lnTo>
                  <a:pt x="656144" y="49660"/>
                </a:lnTo>
                <a:lnTo>
                  <a:pt x="655576" y="49412"/>
                </a:lnTo>
                <a:lnTo>
                  <a:pt x="655024" y="49164"/>
                </a:lnTo>
                <a:lnTo>
                  <a:pt x="654486" y="48915"/>
                </a:lnTo>
                <a:lnTo>
                  <a:pt x="653963" y="48666"/>
                </a:lnTo>
                <a:lnTo>
                  <a:pt x="653456" y="48416"/>
                </a:lnTo>
                <a:lnTo>
                  <a:pt x="652963" y="48165"/>
                </a:lnTo>
                <a:lnTo>
                  <a:pt x="652486" y="47914"/>
                </a:lnTo>
                <a:lnTo>
                  <a:pt x="652023" y="47663"/>
                </a:lnTo>
                <a:lnTo>
                  <a:pt x="651576" y="47411"/>
                </a:lnTo>
                <a:lnTo>
                  <a:pt x="651144" y="47158"/>
                </a:lnTo>
                <a:lnTo>
                  <a:pt x="650727" y="46905"/>
                </a:lnTo>
                <a:lnTo>
                  <a:pt x="650325" y="46651"/>
                </a:lnTo>
                <a:lnTo>
                  <a:pt x="649939" y="46397"/>
                </a:lnTo>
                <a:lnTo>
                  <a:pt x="649567" y="46142"/>
                </a:lnTo>
                <a:lnTo>
                  <a:pt x="649210" y="45887"/>
                </a:lnTo>
                <a:lnTo>
                  <a:pt x="648869" y="45631"/>
                </a:lnTo>
                <a:lnTo>
                  <a:pt x="648542" y="45375"/>
                </a:lnTo>
                <a:lnTo>
                  <a:pt x="648231" y="45118"/>
                </a:lnTo>
                <a:lnTo>
                  <a:pt x="647935" y="44861"/>
                </a:lnTo>
                <a:lnTo>
                  <a:pt x="647654" y="44603"/>
                </a:lnTo>
                <a:lnTo>
                  <a:pt x="647388" y="44344"/>
                </a:lnTo>
                <a:lnTo>
                  <a:pt x="647137" y="44085"/>
                </a:lnTo>
                <a:lnTo>
                  <a:pt x="646901" y="43826"/>
                </a:lnTo>
                <a:lnTo>
                  <a:pt x="646680" y="43566"/>
                </a:lnTo>
                <a:lnTo>
                  <a:pt x="646472" y="43304"/>
                </a:lnTo>
                <a:lnTo>
                  <a:pt x="646272" y="43039"/>
                </a:lnTo>
                <a:lnTo>
                  <a:pt x="646081" y="42770"/>
                </a:lnTo>
                <a:lnTo>
                  <a:pt x="645899" y="42498"/>
                </a:lnTo>
                <a:lnTo>
                  <a:pt x="645726" y="42222"/>
                </a:lnTo>
                <a:lnTo>
                  <a:pt x="645561" y="41943"/>
                </a:lnTo>
                <a:lnTo>
                  <a:pt x="645406" y="41661"/>
                </a:lnTo>
                <a:lnTo>
                  <a:pt x="645259" y="41375"/>
                </a:lnTo>
                <a:lnTo>
                  <a:pt x="645122" y="41086"/>
                </a:lnTo>
                <a:lnTo>
                  <a:pt x="644993" y="40794"/>
                </a:lnTo>
                <a:lnTo>
                  <a:pt x="644873" y="40498"/>
                </a:lnTo>
                <a:lnTo>
                  <a:pt x="644762" y="40199"/>
                </a:lnTo>
                <a:lnTo>
                  <a:pt x="644660" y="39897"/>
                </a:lnTo>
                <a:lnTo>
                  <a:pt x="644567" y="39591"/>
                </a:lnTo>
                <a:lnTo>
                  <a:pt x="644482" y="39282"/>
                </a:lnTo>
                <a:lnTo>
                  <a:pt x="644407" y="38969"/>
                </a:lnTo>
                <a:lnTo>
                  <a:pt x="644340" y="38653"/>
                </a:lnTo>
                <a:lnTo>
                  <a:pt x="644282" y="38334"/>
                </a:lnTo>
                <a:lnTo>
                  <a:pt x="644234" y="38011"/>
                </a:lnTo>
                <a:lnTo>
                  <a:pt x="644194" y="37685"/>
                </a:lnTo>
                <a:lnTo>
                  <a:pt x="644163" y="37355"/>
                </a:lnTo>
                <a:lnTo>
                  <a:pt x="644140" y="37022"/>
                </a:lnTo>
                <a:lnTo>
                  <a:pt x="644127" y="36686"/>
                </a:lnTo>
                <a:lnTo>
                  <a:pt x="644123" y="36346"/>
                </a:lnTo>
                <a:lnTo>
                  <a:pt x="644133" y="35755"/>
                </a:lnTo>
                <a:lnTo>
                  <a:pt x="644165" y="35177"/>
                </a:lnTo>
                <a:lnTo>
                  <a:pt x="644217" y="34611"/>
                </a:lnTo>
                <a:lnTo>
                  <a:pt x="644290" y="34059"/>
                </a:lnTo>
                <a:lnTo>
                  <a:pt x="644385" y="33519"/>
                </a:lnTo>
                <a:lnTo>
                  <a:pt x="644500" y="32993"/>
                </a:lnTo>
                <a:lnTo>
                  <a:pt x="644636" y="32480"/>
                </a:lnTo>
                <a:lnTo>
                  <a:pt x="644793" y="31979"/>
                </a:lnTo>
                <a:lnTo>
                  <a:pt x="644971" y="31492"/>
                </a:lnTo>
                <a:lnTo>
                  <a:pt x="645171" y="31017"/>
                </a:lnTo>
                <a:lnTo>
                  <a:pt x="645391" y="30556"/>
                </a:lnTo>
                <a:lnTo>
                  <a:pt x="645632" y="30107"/>
                </a:lnTo>
                <a:lnTo>
                  <a:pt x="645894" y="29672"/>
                </a:lnTo>
                <a:lnTo>
                  <a:pt x="646177" y="29249"/>
                </a:lnTo>
                <a:lnTo>
                  <a:pt x="646481" y="28839"/>
                </a:lnTo>
                <a:lnTo>
                  <a:pt x="646805" y="28443"/>
                </a:lnTo>
                <a:lnTo>
                  <a:pt x="647151" y="28059"/>
                </a:lnTo>
                <a:lnTo>
                  <a:pt x="647518" y="27689"/>
                </a:lnTo>
                <a:lnTo>
                  <a:pt x="647906" y="27331"/>
                </a:lnTo>
                <a:lnTo>
                  <a:pt x="648315" y="26986"/>
                </a:lnTo>
                <a:lnTo>
                  <a:pt x="648744" y="26655"/>
                </a:lnTo>
                <a:lnTo>
                  <a:pt x="649195" y="26336"/>
                </a:lnTo>
                <a:lnTo>
                  <a:pt x="649667" y="26031"/>
                </a:lnTo>
                <a:lnTo>
                  <a:pt x="650159" y="25738"/>
                </a:lnTo>
                <a:lnTo>
                  <a:pt x="650668" y="25458"/>
                </a:lnTo>
                <a:lnTo>
                  <a:pt x="651187" y="25190"/>
                </a:lnTo>
                <a:lnTo>
                  <a:pt x="651718" y="24933"/>
                </a:lnTo>
                <a:lnTo>
                  <a:pt x="652259" y="24689"/>
                </a:lnTo>
                <a:lnTo>
                  <a:pt x="652812" y="24456"/>
                </a:lnTo>
                <a:lnTo>
                  <a:pt x="653376" y="24236"/>
                </a:lnTo>
                <a:lnTo>
                  <a:pt x="653950" y="24027"/>
                </a:lnTo>
                <a:lnTo>
                  <a:pt x="654536" y="23830"/>
                </a:lnTo>
                <a:lnTo>
                  <a:pt x="655132" y="23645"/>
                </a:lnTo>
                <a:lnTo>
                  <a:pt x="655740" y="23473"/>
                </a:lnTo>
                <a:lnTo>
                  <a:pt x="656359" y="23312"/>
                </a:lnTo>
                <a:lnTo>
                  <a:pt x="656988" y="23163"/>
                </a:lnTo>
                <a:lnTo>
                  <a:pt x="657629" y="23025"/>
                </a:lnTo>
                <a:lnTo>
                  <a:pt x="658281" y="22900"/>
                </a:lnTo>
                <a:lnTo>
                  <a:pt x="658944" y="22787"/>
                </a:lnTo>
                <a:lnTo>
                  <a:pt x="659617" y="22686"/>
                </a:lnTo>
                <a:lnTo>
                  <a:pt x="660302" y="22596"/>
                </a:lnTo>
                <a:lnTo>
                  <a:pt x="660998" y="22519"/>
                </a:lnTo>
                <a:lnTo>
                  <a:pt x="661705" y="22453"/>
                </a:lnTo>
                <a:lnTo>
                  <a:pt x="662422" y="22399"/>
                </a:lnTo>
                <a:lnTo>
                  <a:pt x="663151" y="22358"/>
                </a:lnTo>
                <a:lnTo>
                  <a:pt x="663891" y="22328"/>
                </a:lnTo>
                <a:lnTo>
                  <a:pt x="664642" y="22310"/>
                </a:lnTo>
                <a:lnTo>
                  <a:pt x="665404" y="22304"/>
                </a:lnTo>
                <a:lnTo>
                  <a:pt x="666175" y="22312"/>
                </a:lnTo>
                <a:lnTo>
                  <a:pt x="666937" y="22334"/>
                </a:lnTo>
                <a:lnTo>
                  <a:pt x="667690" y="22372"/>
                </a:lnTo>
                <a:lnTo>
                  <a:pt x="668433" y="22425"/>
                </a:lnTo>
                <a:lnTo>
                  <a:pt x="669168" y="22493"/>
                </a:lnTo>
                <a:lnTo>
                  <a:pt x="669893" y="22576"/>
                </a:lnTo>
                <a:lnTo>
                  <a:pt x="670608" y="22675"/>
                </a:lnTo>
                <a:lnTo>
                  <a:pt x="671315" y="22788"/>
                </a:lnTo>
                <a:lnTo>
                  <a:pt x="672012" y="22916"/>
                </a:lnTo>
                <a:lnTo>
                  <a:pt x="672700" y="23060"/>
                </a:lnTo>
                <a:lnTo>
                  <a:pt x="673379" y="23219"/>
                </a:lnTo>
                <a:lnTo>
                  <a:pt x="674049" y="23393"/>
                </a:lnTo>
                <a:lnTo>
                  <a:pt x="674709" y="23582"/>
                </a:lnTo>
                <a:lnTo>
                  <a:pt x="675361" y="23786"/>
                </a:lnTo>
                <a:lnTo>
                  <a:pt x="676003" y="24005"/>
                </a:lnTo>
                <a:lnTo>
                  <a:pt x="676635" y="24240"/>
                </a:lnTo>
                <a:lnTo>
                  <a:pt x="677259" y="24489"/>
                </a:lnTo>
                <a:lnTo>
                  <a:pt x="677873" y="24754"/>
                </a:lnTo>
                <a:lnTo>
                  <a:pt x="678478" y="25033"/>
                </a:lnTo>
                <a:lnTo>
                  <a:pt x="679074" y="25328"/>
                </a:lnTo>
                <a:lnTo>
                  <a:pt x="679660" y="25638"/>
                </a:lnTo>
                <a:lnTo>
                  <a:pt x="680238" y="25963"/>
                </a:lnTo>
                <a:lnTo>
                  <a:pt x="680806" y="26303"/>
                </a:lnTo>
                <a:lnTo>
                  <a:pt x="681364" y="26659"/>
                </a:lnTo>
                <a:lnTo>
                  <a:pt x="681907" y="27029"/>
                </a:lnTo>
                <a:lnTo>
                  <a:pt x="682426" y="27416"/>
                </a:lnTo>
                <a:lnTo>
                  <a:pt x="682921" y="27817"/>
                </a:lnTo>
                <a:lnTo>
                  <a:pt x="683394" y="28234"/>
                </a:lnTo>
                <a:lnTo>
                  <a:pt x="683842" y="28667"/>
                </a:lnTo>
                <a:lnTo>
                  <a:pt x="684267" y="29115"/>
                </a:lnTo>
                <a:lnTo>
                  <a:pt x="684669" y="29578"/>
                </a:lnTo>
                <a:lnTo>
                  <a:pt x="685048" y="30057"/>
                </a:lnTo>
                <a:lnTo>
                  <a:pt x="685403" y="30552"/>
                </a:lnTo>
                <a:lnTo>
                  <a:pt x="685734" y="31062"/>
                </a:lnTo>
                <a:lnTo>
                  <a:pt x="686042" y="31588"/>
                </a:lnTo>
                <a:lnTo>
                  <a:pt x="686327" y="32129"/>
                </a:lnTo>
                <a:lnTo>
                  <a:pt x="686588" y="32685"/>
                </a:lnTo>
                <a:lnTo>
                  <a:pt x="686825" y="33257"/>
                </a:lnTo>
                <a:lnTo>
                  <a:pt x="687040" y="33844"/>
                </a:lnTo>
                <a:lnTo>
                  <a:pt x="687230" y="34447"/>
                </a:lnTo>
                <a:lnTo>
                  <a:pt x="687398" y="35066"/>
                </a:lnTo>
                <a:lnTo>
                  <a:pt x="687541" y="35700"/>
                </a:lnTo>
                <a:lnTo>
                  <a:pt x="687662" y="36349"/>
                </a:lnTo>
                <a:lnTo>
                  <a:pt x="687759" y="37014"/>
                </a:lnTo>
                <a:lnTo>
                  <a:pt x="687832" y="37694"/>
                </a:lnTo>
                <a:lnTo>
                  <a:pt x="687883" y="38390"/>
                </a:lnTo>
                <a:lnTo>
                  <a:pt x="687909" y="39101"/>
                </a:lnTo>
                <a:lnTo>
                  <a:pt x="687912" y="39828"/>
                </a:lnTo>
                <a:lnTo>
                  <a:pt x="717378" y="39828"/>
                </a:lnTo>
                <a:lnTo>
                  <a:pt x="717366" y="38702"/>
                </a:lnTo>
                <a:lnTo>
                  <a:pt x="717329" y="37592"/>
                </a:lnTo>
                <a:lnTo>
                  <a:pt x="717268" y="36499"/>
                </a:lnTo>
                <a:lnTo>
                  <a:pt x="717182" y="35423"/>
                </a:lnTo>
                <a:lnTo>
                  <a:pt x="717072" y="34363"/>
                </a:lnTo>
                <a:lnTo>
                  <a:pt x="716937" y="33320"/>
                </a:lnTo>
                <a:lnTo>
                  <a:pt x="716778" y="32294"/>
                </a:lnTo>
                <a:lnTo>
                  <a:pt x="716594" y="31285"/>
                </a:lnTo>
                <a:lnTo>
                  <a:pt x="716386" y="30292"/>
                </a:lnTo>
                <a:lnTo>
                  <a:pt x="716153" y="29316"/>
                </a:lnTo>
                <a:lnTo>
                  <a:pt x="715895" y="28357"/>
                </a:lnTo>
                <a:lnTo>
                  <a:pt x="715613" y="27414"/>
                </a:lnTo>
                <a:lnTo>
                  <a:pt x="715307" y="26488"/>
                </a:lnTo>
                <a:lnTo>
                  <a:pt x="714976" y="25579"/>
                </a:lnTo>
                <a:lnTo>
                  <a:pt x="714621" y="24687"/>
                </a:lnTo>
                <a:lnTo>
                  <a:pt x="714241" y="23811"/>
                </a:lnTo>
                <a:lnTo>
                  <a:pt x="713836" y="22952"/>
                </a:lnTo>
                <a:lnTo>
                  <a:pt x="713407" y="22109"/>
                </a:lnTo>
                <a:lnTo>
                  <a:pt x="712954" y="21284"/>
                </a:lnTo>
                <a:lnTo>
                  <a:pt x="712476" y="20475"/>
                </a:lnTo>
                <a:lnTo>
                  <a:pt x="711973" y="19682"/>
                </a:lnTo>
                <a:lnTo>
                  <a:pt x="711446" y="18907"/>
                </a:lnTo>
                <a:lnTo>
                  <a:pt x="710895" y="18148"/>
                </a:lnTo>
                <a:lnTo>
                  <a:pt x="710319" y="17406"/>
                </a:lnTo>
                <a:lnTo>
                  <a:pt x="709722" y="16680"/>
                </a:lnTo>
                <a:lnTo>
                  <a:pt x="709109" y="15970"/>
                </a:lnTo>
                <a:lnTo>
                  <a:pt x="708480" y="15275"/>
                </a:lnTo>
                <a:lnTo>
                  <a:pt x="707833" y="14596"/>
                </a:lnTo>
                <a:lnTo>
                  <a:pt x="707171" y="13933"/>
                </a:lnTo>
                <a:lnTo>
                  <a:pt x="706492" y="13285"/>
                </a:lnTo>
                <a:lnTo>
                  <a:pt x="705796" y="12653"/>
                </a:lnTo>
                <a:lnTo>
                  <a:pt x="705084" y="12036"/>
                </a:lnTo>
                <a:lnTo>
                  <a:pt x="704355" y="11435"/>
                </a:lnTo>
                <a:lnTo>
                  <a:pt x="703610" y="10850"/>
                </a:lnTo>
                <a:lnTo>
                  <a:pt x="702848" y="10281"/>
                </a:lnTo>
                <a:lnTo>
                  <a:pt x="702070" y="9727"/>
                </a:lnTo>
                <a:lnTo>
                  <a:pt x="701275" y="9189"/>
                </a:lnTo>
                <a:lnTo>
                  <a:pt x="700464" y="8666"/>
                </a:lnTo>
                <a:lnTo>
                  <a:pt x="699636" y="8159"/>
                </a:lnTo>
                <a:lnTo>
                  <a:pt x="698792" y="7668"/>
                </a:lnTo>
                <a:lnTo>
                  <a:pt x="697931" y="7192"/>
                </a:lnTo>
                <a:lnTo>
                  <a:pt x="697053" y="6732"/>
                </a:lnTo>
                <a:lnTo>
                  <a:pt x="696159" y="6288"/>
                </a:lnTo>
                <a:lnTo>
                  <a:pt x="695249" y="5859"/>
                </a:lnTo>
                <a:lnTo>
                  <a:pt x="694322" y="5446"/>
                </a:lnTo>
                <a:lnTo>
                  <a:pt x="693379" y="5048"/>
                </a:lnTo>
                <a:lnTo>
                  <a:pt x="692419" y="4666"/>
                </a:lnTo>
                <a:lnTo>
                  <a:pt x="691442" y="4300"/>
                </a:lnTo>
                <a:lnTo>
                  <a:pt x="690453" y="3949"/>
                </a:lnTo>
                <a:lnTo>
                  <a:pt x="689457" y="3613"/>
                </a:lnTo>
                <a:lnTo>
                  <a:pt x="688452" y="3292"/>
                </a:lnTo>
                <a:lnTo>
                  <a:pt x="687439" y="2986"/>
                </a:lnTo>
                <a:lnTo>
                  <a:pt x="686418" y="2695"/>
                </a:lnTo>
                <a:lnTo>
                  <a:pt x="685390" y="2419"/>
                </a:lnTo>
                <a:lnTo>
                  <a:pt x="684353" y="2158"/>
                </a:lnTo>
                <a:lnTo>
                  <a:pt x="683308" y="1911"/>
                </a:lnTo>
                <a:lnTo>
                  <a:pt x="682256" y="1680"/>
                </a:lnTo>
                <a:lnTo>
                  <a:pt x="681195" y="1463"/>
                </a:lnTo>
                <a:lnTo>
                  <a:pt x="680126" y="1262"/>
                </a:lnTo>
                <a:lnTo>
                  <a:pt x="679050" y="1075"/>
                </a:lnTo>
                <a:lnTo>
                  <a:pt x="677965" y="903"/>
                </a:lnTo>
                <a:lnTo>
                  <a:pt x="676872" y="747"/>
                </a:lnTo>
                <a:lnTo>
                  <a:pt x="675772" y="605"/>
                </a:lnTo>
                <a:lnTo>
                  <a:pt x="674663" y="478"/>
                </a:lnTo>
                <a:lnTo>
                  <a:pt x="673546" y="366"/>
                </a:lnTo>
                <a:lnTo>
                  <a:pt x="672422" y="269"/>
                </a:lnTo>
                <a:lnTo>
                  <a:pt x="671289" y="187"/>
                </a:lnTo>
                <a:lnTo>
                  <a:pt x="670148" y="119"/>
                </a:lnTo>
                <a:lnTo>
                  <a:pt x="669000" y="67"/>
                </a:lnTo>
                <a:lnTo>
                  <a:pt x="667843" y="30"/>
                </a:lnTo>
                <a:lnTo>
                  <a:pt x="666679" y="7"/>
                </a:lnTo>
                <a:lnTo>
                  <a:pt x="665506" y="0"/>
                </a:lnTo>
                <a:lnTo>
                  <a:pt x="664276" y="7"/>
                </a:lnTo>
                <a:lnTo>
                  <a:pt x="663057" y="28"/>
                </a:lnTo>
                <a:lnTo>
                  <a:pt x="661850" y="62"/>
                </a:lnTo>
                <a:lnTo>
                  <a:pt x="660655" y="111"/>
                </a:lnTo>
                <a:lnTo>
                  <a:pt x="659471" y="173"/>
                </a:lnTo>
                <a:lnTo>
                  <a:pt x="658299" y="250"/>
                </a:lnTo>
                <a:lnTo>
                  <a:pt x="657139" y="340"/>
                </a:lnTo>
                <a:lnTo>
                  <a:pt x="655991" y="444"/>
                </a:lnTo>
                <a:lnTo>
                  <a:pt x="654854" y="562"/>
                </a:lnTo>
                <a:lnTo>
                  <a:pt x="653729" y="693"/>
                </a:lnTo>
                <a:lnTo>
                  <a:pt x="652616" y="839"/>
                </a:lnTo>
                <a:lnTo>
                  <a:pt x="651515" y="998"/>
                </a:lnTo>
                <a:lnTo>
                  <a:pt x="650425" y="1172"/>
                </a:lnTo>
                <a:lnTo>
                  <a:pt x="649347" y="1359"/>
                </a:lnTo>
                <a:lnTo>
                  <a:pt x="648281" y="1560"/>
                </a:lnTo>
                <a:lnTo>
                  <a:pt x="647226" y="1775"/>
                </a:lnTo>
                <a:lnTo>
                  <a:pt x="646183" y="2004"/>
                </a:lnTo>
                <a:lnTo>
                  <a:pt x="645152" y="2246"/>
                </a:lnTo>
                <a:lnTo>
                  <a:pt x="644133" y="2503"/>
                </a:lnTo>
                <a:lnTo>
                  <a:pt x="643125" y="2773"/>
                </a:lnTo>
                <a:lnTo>
                  <a:pt x="642129" y="3057"/>
                </a:lnTo>
                <a:lnTo>
                  <a:pt x="641145" y="3356"/>
                </a:lnTo>
                <a:lnTo>
                  <a:pt x="640172" y="3668"/>
                </a:lnTo>
                <a:lnTo>
                  <a:pt x="639212" y="3993"/>
                </a:lnTo>
                <a:lnTo>
                  <a:pt x="638265" y="4334"/>
                </a:lnTo>
                <a:lnTo>
                  <a:pt x="637336" y="4690"/>
                </a:lnTo>
                <a:lnTo>
                  <a:pt x="636424" y="5061"/>
                </a:lnTo>
                <a:lnTo>
                  <a:pt x="635530" y="5448"/>
                </a:lnTo>
                <a:lnTo>
                  <a:pt x="634652" y="5851"/>
                </a:lnTo>
                <a:lnTo>
                  <a:pt x="633792" y="6268"/>
                </a:lnTo>
                <a:lnTo>
                  <a:pt x="632949" y="6702"/>
                </a:lnTo>
                <a:lnTo>
                  <a:pt x="632124" y="7150"/>
                </a:lnTo>
                <a:lnTo>
                  <a:pt x="631315" y="7615"/>
                </a:lnTo>
                <a:lnTo>
                  <a:pt x="630524" y="8094"/>
                </a:lnTo>
                <a:lnTo>
                  <a:pt x="629750" y="8590"/>
                </a:lnTo>
                <a:lnTo>
                  <a:pt x="628993" y="9100"/>
                </a:lnTo>
                <a:lnTo>
                  <a:pt x="628254" y="9626"/>
                </a:lnTo>
                <a:lnTo>
                  <a:pt x="627531" y="10168"/>
                </a:lnTo>
                <a:lnTo>
                  <a:pt x="626826" y="10725"/>
                </a:lnTo>
                <a:lnTo>
                  <a:pt x="626138" y="11297"/>
                </a:lnTo>
                <a:lnTo>
                  <a:pt x="625468" y="11885"/>
                </a:lnTo>
                <a:lnTo>
                  <a:pt x="624814" y="12489"/>
                </a:lnTo>
                <a:lnTo>
                  <a:pt x="624178" y="13108"/>
                </a:lnTo>
                <a:lnTo>
                  <a:pt x="623559" y="13742"/>
                </a:lnTo>
                <a:lnTo>
                  <a:pt x="622958" y="14392"/>
                </a:lnTo>
                <a:lnTo>
                  <a:pt x="622373" y="15057"/>
                </a:lnTo>
                <a:lnTo>
                  <a:pt x="621806" y="15738"/>
                </a:lnTo>
                <a:lnTo>
                  <a:pt x="621256" y="16434"/>
                </a:lnTo>
                <a:lnTo>
                  <a:pt x="620726" y="17146"/>
                </a:lnTo>
                <a:lnTo>
                  <a:pt x="620218" y="17876"/>
                </a:lnTo>
                <a:lnTo>
                  <a:pt x="619733" y="18623"/>
                </a:lnTo>
                <a:lnTo>
                  <a:pt x="619271" y="19388"/>
                </a:lnTo>
                <a:lnTo>
                  <a:pt x="618831" y="20169"/>
                </a:lnTo>
                <a:lnTo>
                  <a:pt x="618413" y="20968"/>
                </a:lnTo>
                <a:lnTo>
                  <a:pt x="618019" y="21784"/>
                </a:lnTo>
                <a:lnTo>
                  <a:pt x="617646" y="22617"/>
                </a:lnTo>
                <a:lnTo>
                  <a:pt x="617297" y="23468"/>
                </a:lnTo>
                <a:lnTo>
                  <a:pt x="616970" y="24335"/>
                </a:lnTo>
                <a:lnTo>
                  <a:pt x="616665" y="25220"/>
                </a:lnTo>
                <a:lnTo>
                  <a:pt x="616383" y="26122"/>
                </a:lnTo>
                <a:lnTo>
                  <a:pt x="616124" y="27042"/>
                </a:lnTo>
                <a:lnTo>
                  <a:pt x="615887" y="27979"/>
                </a:lnTo>
                <a:lnTo>
                  <a:pt x="615673" y="28932"/>
                </a:lnTo>
                <a:lnTo>
                  <a:pt x="615481" y="29904"/>
                </a:lnTo>
                <a:lnTo>
                  <a:pt x="615312" y="30892"/>
                </a:lnTo>
                <a:lnTo>
                  <a:pt x="615165" y="31898"/>
                </a:lnTo>
                <a:lnTo>
                  <a:pt x="615041" y="32921"/>
                </a:lnTo>
                <a:lnTo>
                  <a:pt x="614939" y="33961"/>
                </a:lnTo>
                <a:lnTo>
                  <a:pt x="614860" y="35018"/>
                </a:lnTo>
                <a:lnTo>
                  <a:pt x="614804" y="36093"/>
                </a:lnTo>
                <a:lnTo>
                  <a:pt x="614770" y="37185"/>
                </a:lnTo>
                <a:lnTo>
                  <a:pt x="614759" y="38294"/>
                </a:lnTo>
                <a:lnTo>
                  <a:pt x="614769" y="39326"/>
                </a:lnTo>
                <a:lnTo>
                  <a:pt x="614798" y="40343"/>
                </a:lnTo>
                <a:lnTo>
                  <a:pt x="614848" y="41343"/>
                </a:lnTo>
                <a:lnTo>
                  <a:pt x="614917" y="42327"/>
                </a:lnTo>
                <a:lnTo>
                  <a:pt x="615005" y="43294"/>
                </a:lnTo>
                <a:lnTo>
                  <a:pt x="615114" y="44245"/>
                </a:lnTo>
                <a:lnTo>
                  <a:pt x="615242" y="45180"/>
                </a:lnTo>
                <a:lnTo>
                  <a:pt x="615390" y="46098"/>
                </a:lnTo>
                <a:lnTo>
                  <a:pt x="615557" y="47000"/>
                </a:lnTo>
                <a:lnTo>
                  <a:pt x="615745" y="47886"/>
                </a:lnTo>
                <a:lnTo>
                  <a:pt x="615952" y="48755"/>
                </a:lnTo>
                <a:lnTo>
                  <a:pt x="616179" y="49608"/>
                </a:lnTo>
                <a:lnTo>
                  <a:pt x="616425" y="50445"/>
                </a:lnTo>
                <a:lnTo>
                  <a:pt x="616691" y="51265"/>
                </a:lnTo>
                <a:lnTo>
                  <a:pt x="616977" y="52069"/>
                </a:lnTo>
                <a:lnTo>
                  <a:pt x="617283" y="52856"/>
                </a:lnTo>
                <a:lnTo>
                  <a:pt x="617608" y="53627"/>
                </a:lnTo>
                <a:lnTo>
                  <a:pt x="617953" y="54382"/>
                </a:lnTo>
                <a:lnTo>
                  <a:pt x="618318" y="55121"/>
                </a:lnTo>
                <a:lnTo>
                  <a:pt x="618702" y="55843"/>
                </a:lnTo>
                <a:lnTo>
                  <a:pt x="619106" y="56548"/>
                </a:lnTo>
                <a:lnTo>
                  <a:pt x="619530" y="57238"/>
                </a:lnTo>
                <a:lnTo>
                  <a:pt x="619974" y="57911"/>
                </a:lnTo>
                <a:lnTo>
                  <a:pt x="620437" y="58567"/>
                </a:lnTo>
                <a:lnTo>
                  <a:pt x="620919" y="59211"/>
                </a:lnTo>
                <a:lnTo>
                  <a:pt x="621416" y="59844"/>
                </a:lnTo>
                <a:lnTo>
                  <a:pt x="621930" y="60467"/>
                </a:lnTo>
                <a:lnTo>
                  <a:pt x="622461" y="61081"/>
                </a:lnTo>
                <a:lnTo>
                  <a:pt x="623008" y="61684"/>
                </a:lnTo>
                <a:lnTo>
                  <a:pt x="623571" y="62278"/>
                </a:lnTo>
                <a:lnTo>
                  <a:pt x="624150" y="62861"/>
                </a:lnTo>
                <a:lnTo>
                  <a:pt x="624746" y="63435"/>
                </a:lnTo>
                <a:lnTo>
                  <a:pt x="625358" y="63999"/>
                </a:lnTo>
                <a:lnTo>
                  <a:pt x="625986" y="64553"/>
                </a:lnTo>
                <a:lnTo>
                  <a:pt x="626631" y="65096"/>
                </a:lnTo>
                <a:lnTo>
                  <a:pt x="627292" y="65630"/>
                </a:lnTo>
                <a:lnTo>
                  <a:pt x="627970" y="66154"/>
                </a:lnTo>
                <a:lnTo>
                  <a:pt x="628663" y="66668"/>
                </a:lnTo>
                <a:lnTo>
                  <a:pt x="629374" y="67172"/>
                </a:lnTo>
                <a:lnTo>
                  <a:pt x="630100" y="67666"/>
                </a:lnTo>
                <a:lnTo>
                  <a:pt x="630843" y="68150"/>
                </a:lnTo>
                <a:lnTo>
                  <a:pt x="631602" y="68624"/>
                </a:lnTo>
                <a:lnTo>
                  <a:pt x="632378" y="69089"/>
                </a:lnTo>
                <a:lnTo>
                  <a:pt x="633170" y="69543"/>
                </a:lnTo>
                <a:lnTo>
                  <a:pt x="633978" y="69987"/>
                </a:lnTo>
                <a:lnTo>
                  <a:pt x="634802" y="70422"/>
                </a:lnTo>
                <a:lnTo>
                  <a:pt x="635643" y="70846"/>
                </a:lnTo>
                <a:lnTo>
                  <a:pt x="636500" y="71261"/>
                </a:lnTo>
                <a:lnTo>
                  <a:pt x="637372" y="71669"/>
                </a:lnTo>
                <a:lnTo>
                  <a:pt x="638258" y="72074"/>
                </a:lnTo>
                <a:lnTo>
                  <a:pt x="639156" y="72476"/>
                </a:lnTo>
                <a:lnTo>
                  <a:pt x="640068" y="72876"/>
                </a:lnTo>
                <a:lnTo>
                  <a:pt x="640994" y="73273"/>
                </a:lnTo>
                <a:lnTo>
                  <a:pt x="641932" y="73667"/>
                </a:lnTo>
                <a:lnTo>
                  <a:pt x="642884" y="74058"/>
                </a:lnTo>
                <a:lnTo>
                  <a:pt x="643850" y="74446"/>
                </a:lnTo>
                <a:lnTo>
                  <a:pt x="644828" y="74831"/>
                </a:lnTo>
                <a:lnTo>
                  <a:pt x="645820" y="75214"/>
                </a:lnTo>
                <a:lnTo>
                  <a:pt x="646826" y="75593"/>
                </a:lnTo>
                <a:lnTo>
                  <a:pt x="647844" y="75970"/>
                </a:lnTo>
                <a:lnTo>
                  <a:pt x="648876" y="76344"/>
                </a:lnTo>
                <a:lnTo>
                  <a:pt x="649921" y="76715"/>
                </a:lnTo>
                <a:lnTo>
                  <a:pt x="650980" y="77084"/>
                </a:lnTo>
                <a:lnTo>
                  <a:pt x="652052" y="77449"/>
                </a:lnTo>
                <a:lnTo>
                  <a:pt x="653137" y="77812"/>
                </a:lnTo>
                <a:lnTo>
                  <a:pt x="654236" y="78172"/>
                </a:lnTo>
                <a:lnTo>
                  <a:pt x="655347" y="78528"/>
                </a:lnTo>
                <a:lnTo>
                  <a:pt x="656473" y="78883"/>
                </a:lnTo>
                <a:lnTo>
                  <a:pt x="657611" y="79234"/>
                </a:lnTo>
                <a:lnTo>
                  <a:pt x="658763" y="79582"/>
                </a:lnTo>
                <a:lnTo>
                  <a:pt x="659928" y="79928"/>
                </a:lnTo>
                <a:lnTo>
                  <a:pt x="661106" y="80271"/>
                </a:lnTo>
                <a:lnTo>
                  <a:pt x="662112" y="80551"/>
                </a:lnTo>
                <a:lnTo>
                  <a:pt x="663098" y="80831"/>
                </a:lnTo>
                <a:lnTo>
                  <a:pt x="664066" y="81108"/>
                </a:lnTo>
                <a:lnTo>
                  <a:pt x="665014" y="81384"/>
                </a:lnTo>
                <a:lnTo>
                  <a:pt x="665944" y="81659"/>
                </a:lnTo>
                <a:lnTo>
                  <a:pt x="666855" y="81931"/>
                </a:lnTo>
                <a:lnTo>
                  <a:pt x="667747" y="82203"/>
                </a:lnTo>
                <a:lnTo>
                  <a:pt x="668621" y="82472"/>
                </a:lnTo>
                <a:lnTo>
                  <a:pt x="669475" y="82740"/>
                </a:lnTo>
                <a:lnTo>
                  <a:pt x="670311" y="83007"/>
                </a:lnTo>
                <a:lnTo>
                  <a:pt x="671128" y="83272"/>
                </a:lnTo>
                <a:lnTo>
                  <a:pt x="671926" y="83535"/>
                </a:lnTo>
                <a:lnTo>
                  <a:pt x="672705" y="83797"/>
                </a:lnTo>
                <a:lnTo>
                  <a:pt x="673466" y="84057"/>
                </a:lnTo>
                <a:lnTo>
                  <a:pt x="674207" y="84315"/>
                </a:lnTo>
                <a:lnTo>
                  <a:pt x="674930" y="84572"/>
                </a:lnTo>
                <a:lnTo>
                  <a:pt x="675634" y="84827"/>
                </a:lnTo>
                <a:lnTo>
                  <a:pt x="676319" y="85081"/>
                </a:lnTo>
                <a:lnTo>
                  <a:pt x="676985" y="85333"/>
                </a:lnTo>
                <a:lnTo>
                  <a:pt x="677633" y="85583"/>
                </a:lnTo>
                <a:lnTo>
                  <a:pt x="678261" y="85832"/>
                </a:lnTo>
                <a:lnTo>
                  <a:pt x="678871" y="86079"/>
                </a:lnTo>
                <a:lnTo>
                  <a:pt x="679462" y="86325"/>
                </a:lnTo>
                <a:lnTo>
                  <a:pt x="680034" y="86569"/>
                </a:lnTo>
                <a:lnTo>
                  <a:pt x="680590" y="86813"/>
                </a:lnTo>
                <a:lnTo>
                  <a:pt x="681131" y="87059"/>
                </a:lnTo>
                <a:lnTo>
                  <a:pt x="681659" y="87308"/>
                </a:lnTo>
                <a:lnTo>
                  <a:pt x="682171" y="87558"/>
                </a:lnTo>
                <a:lnTo>
                  <a:pt x="682670" y="87811"/>
                </a:lnTo>
                <a:lnTo>
                  <a:pt x="683155" y="88066"/>
                </a:lnTo>
                <a:lnTo>
                  <a:pt x="683625" y="88323"/>
                </a:lnTo>
                <a:lnTo>
                  <a:pt x="684081" y="88582"/>
                </a:lnTo>
                <a:lnTo>
                  <a:pt x="684523" y="88843"/>
                </a:lnTo>
                <a:lnTo>
                  <a:pt x="684951" y="89106"/>
                </a:lnTo>
                <a:lnTo>
                  <a:pt x="685364" y="89372"/>
                </a:lnTo>
                <a:lnTo>
                  <a:pt x="685764" y="89639"/>
                </a:lnTo>
                <a:lnTo>
                  <a:pt x="686149" y="89909"/>
                </a:lnTo>
                <a:lnTo>
                  <a:pt x="686520" y="90181"/>
                </a:lnTo>
                <a:lnTo>
                  <a:pt x="686876" y="90455"/>
                </a:lnTo>
                <a:lnTo>
                  <a:pt x="687219" y="90731"/>
                </a:lnTo>
                <a:lnTo>
                  <a:pt x="687547" y="91010"/>
                </a:lnTo>
                <a:lnTo>
                  <a:pt x="687861" y="91290"/>
                </a:lnTo>
                <a:lnTo>
                  <a:pt x="688161" y="91573"/>
                </a:lnTo>
                <a:lnTo>
                  <a:pt x="688447" y="91857"/>
                </a:lnTo>
                <a:lnTo>
                  <a:pt x="688718" y="92144"/>
                </a:lnTo>
                <a:lnTo>
                  <a:pt x="688975" y="92433"/>
                </a:lnTo>
                <a:lnTo>
                  <a:pt x="689218" y="92725"/>
                </a:lnTo>
                <a:lnTo>
                  <a:pt x="689447" y="93018"/>
                </a:lnTo>
                <a:lnTo>
                  <a:pt x="689664" y="93316"/>
                </a:lnTo>
                <a:lnTo>
                  <a:pt x="689872" y="93620"/>
                </a:lnTo>
                <a:lnTo>
                  <a:pt x="690071" y="93931"/>
                </a:lnTo>
                <a:lnTo>
                  <a:pt x="690260" y="94248"/>
                </a:lnTo>
                <a:lnTo>
                  <a:pt x="690440" y="94572"/>
                </a:lnTo>
                <a:lnTo>
                  <a:pt x="690611" y="94903"/>
                </a:lnTo>
                <a:lnTo>
                  <a:pt x="690772" y="95240"/>
                </a:lnTo>
                <a:lnTo>
                  <a:pt x="690925" y="95584"/>
                </a:lnTo>
                <a:lnTo>
                  <a:pt x="691068" y="95934"/>
                </a:lnTo>
                <a:lnTo>
                  <a:pt x="691202" y="96291"/>
                </a:lnTo>
                <a:lnTo>
                  <a:pt x="691327" y="96654"/>
                </a:lnTo>
                <a:lnTo>
                  <a:pt x="691442" y="97024"/>
                </a:lnTo>
                <a:lnTo>
                  <a:pt x="691548" y="97401"/>
                </a:lnTo>
                <a:lnTo>
                  <a:pt x="691645" y="97784"/>
                </a:lnTo>
                <a:lnTo>
                  <a:pt x="691733" y="98174"/>
                </a:lnTo>
                <a:lnTo>
                  <a:pt x="691812" y="98570"/>
                </a:lnTo>
                <a:lnTo>
                  <a:pt x="691881" y="98973"/>
                </a:lnTo>
                <a:lnTo>
                  <a:pt x="691941" y="99382"/>
                </a:lnTo>
                <a:lnTo>
                  <a:pt x="691992" y="99798"/>
                </a:lnTo>
                <a:lnTo>
                  <a:pt x="692033" y="100221"/>
                </a:lnTo>
                <a:lnTo>
                  <a:pt x="692066" y="100650"/>
                </a:lnTo>
                <a:lnTo>
                  <a:pt x="692089" y="101086"/>
                </a:lnTo>
                <a:lnTo>
                  <a:pt x="692103" y="101528"/>
                </a:lnTo>
                <a:lnTo>
                  <a:pt x="692107" y="101977"/>
                </a:lnTo>
                <a:lnTo>
                  <a:pt x="692102" y="102443"/>
                </a:lnTo>
                <a:lnTo>
                  <a:pt x="692085" y="102902"/>
                </a:lnTo>
                <a:lnTo>
                  <a:pt x="692058" y="103355"/>
                </a:lnTo>
                <a:lnTo>
                  <a:pt x="692020" y="103800"/>
                </a:lnTo>
                <a:lnTo>
                  <a:pt x="691972" y="104239"/>
                </a:lnTo>
                <a:lnTo>
                  <a:pt x="691912" y="104670"/>
                </a:lnTo>
                <a:lnTo>
                  <a:pt x="691842" y="105095"/>
                </a:lnTo>
                <a:lnTo>
                  <a:pt x="691760" y="105513"/>
                </a:lnTo>
                <a:lnTo>
                  <a:pt x="691668" y="105923"/>
                </a:lnTo>
                <a:lnTo>
                  <a:pt x="691565" y="106327"/>
                </a:lnTo>
                <a:lnTo>
                  <a:pt x="691452" y="106724"/>
                </a:lnTo>
                <a:lnTo>
                  <a:pt x="691327" y="107114"/>
                </a:lnTo>
                <a:lnTo>
                  <a:pt x="691192" y="107497"/>
                </a:lnTo>
                <a:lnTo>
                  <a:pt x="691045" y="107873"/>
                </a:lnTo>
                <a:lnTo>
                  <a:pt x="690888" y="108242"/>
                </a:lnTo>
                <a:lnTo>
                  <a:pt x="690720" y="108604"/>
                </a:lnTo>
                <a:lnTo>
                  <a:pt x="690541" y="108960"/>
                </a:lnTo>
                <a:lnTo>
                  <a:pt x="690352" y="109308"/>
                </a:lnTo>
                <a:lnTo>
                  <a:pt x="690151" y="109649"/>
                </a:lnTo>
                <a:lnTo>
                  <a:pt x="689940" y="109984"/>
                </a:lnTo>
                <a:lnTo>
                  <a:pt x="689718" y="110311"/>
                </a:lnTo>
                <a:lnTo>
                  <a:pt x="689485" y="110632"/>
                </a:lnTo>
                <a:lnTo>
                  <a:pt x="689241" y="110945"/>
                </a:lnTo>
                <a:lnTo>
                  <a:pt x="688987" y="111252"/>
                </a:lnTo>
                <a:lnTo>
                  <a:pt x="688722" y="111552"/>
                </a:lnTo>
                <a:lnTo>
                  <a:pt x="688450" y="111845"/>
                </a:lnTo>
                <a:lnTo>
                  <a:pt x="688169" y="112132"/>
                </a:lnTo>
                <a:lnTo>
                  <a:pt x="687880" y="112412"/>
                </a:lnTo>
                <a:lnTo>
                  <a:pt x="687582" y="112686"/>
                </a:lnTo>
                <a:lnTo>
                  <a:pt x="687276" y="112953"/>
                </a:lnTo>
                <a:lnTo>
                  <a:pt x="686962" y="113213"/>
                </a:lnTo>
                <a:lnTo>
                  <a:pt x="686639" y="113467"/>
                </a:lnTo>
                <a:lnTo>
                  <a:pt x="686308" y="113714"/>
                </a:lnTo>
                <a:lnTo>
                  <a:pt x="685969" y="113955"/>
                </a:lnTo>
                <a:lnTo>
                  <a:pt x="685621" y="114189"/>
                </a:lnTo>
                <a:lnTo>
                  <a:pt x="685265" y="114416"/>
                </a:lnTo>
                <a:lnTo>
                  <a:pt x="684901" y="114637"/>
                </a:lnTo>
                <a:lnTo>
                  <a:pt x="684528" y="114852"/>
                </a:lnTo>
                <a:lnTo>
                  <a:pt x="684147" y="115059"/>
                </a:lnTo>
                <a:lnTo>
                  <a:pt x="683757" y="115261"/>
                </a:lnTo>
                <a:lnTo>
                  <a:pt x="683360" y="115455"/>
                </a:lnTo>
                <a:lnTo>
                  <a:pt x="682953" y="115643"/>
                </a:lnTo>
                <a:lnTo>
                  <a:pt x="682539" y="115825"/>
                </a:lnTo>
                <a:lnTo>
                  <a:pt x="682116" y="116000"/>
                </a:lnTo>
                <a:lnTo>
                  <a:pt x="681685" y="116168"/>
                </a:lnTo>
                <a:lnTo>
                  <a:pt x="681245" y="116329"/>
                </a:lnTo>
                <a:lnTo>
                  <a:pt x="680797" y="116485"/>
                </a:lnTo>
                <a:lnTo>
                  <a:pt x="680341" y="116633"/>
                </a:lnTo>
                <a:lnTo>
                  <a:pt x="679878" y="116775"/>
                </a:lnTo>
                <a:lnTo>
                  <a:pt x="679408" y="116911"/>
                </a:lnTo>
                <a:lnTo>
                  <a:pt x="678933" y="117041"/>
                </a:lnTo>
                <a:lnTo>
                  <a:pt x="678451" y="117165"/>
                </a:lnTo>
                <a:lnTo>
                  <a:pt x="677964" y="117283"/>
                </a:lnTo>
                <a:lnTo>
                  <a:pt x="677470" y="117395"/>
                </a:lnTo>
                <a:lnTo>
                  <a:pt x="676970" y="117501"/>
                </a:lnTo>
                <a:lnTo>
                  <a:pt x="676465" y="117601"/>
                </a:lnTo>
                <a:lnTo>
                  <a:pt x="675953" y="117695"/>
                </a:lnTo>
                <a:lnTo>
                  <a:pt x="675435" y="117783"/>
                </a:lnTo>
                <a:lnTo>
                  <a:pt x="674911" y="117864"/>
                </a:lnTo>
                <a:lnTo>
                  <a:pt x="674382" y="117940"/>
                </a:lnTo>
                <a:lnTo>
                  <a:pt x="673846" y="118009"/>
                </a:lnTo>
                <a:lnTo>
                  <a:pt x="673304" y="118073"/>
                </a:lnTo>
                <a:lnTo>
                  <a:pt x="672756" y="118130"/>
                </a:lnTo>
                <a:lnTo>
                  <a:pt x="672202" y="118182"/>
                </a:lnTo>
                <a:lnTo>
                  <a:pt x="671642" y="118227"/>
                </a:lnTo>
                <a:lnTo>
                  <a:pt x="671076" y="118267"/>
                </a:lnTo>
                <a:lnTo>
                  <a:pt x="670503" y="118300"/>
                </a:lnTo>
                <a:lnTo>
                  <a:pt x="669925" y="118327"/>
                </a:lnTo>
                <a:lnTo>
                  <a:pt x="669341" y="118348"/>
                </a:lnTo>
                <a:lnTo>
                  <a:pt x="668751" y="118363"/>
                </a:lnTo>
                <a:lnTo>
                  <a:pt x="668155" y="118372"/>
                </a:lnTo>
                <a:lnTo>
                  <a:pt x="667552" y="118376"/>
                </a:lnTo>
                <a:lnTo>
                  <a:pt x="666924" y="118372"/>
                </a:lnTo>
                <a:lnTo>
                  <a:pt x="666302" y="118362"/>
                </a:lnTo>
                <a:lnTo>
                  <a:pt x="665686" y="118345"/>
                </a:lnTo>
                <a:lnTo>
                  <a:pt x="665075" y="118321"/>
                </a:lnTo>
                <a:lnTo>
                  <a:pt x="664471" y="118291"/>
                </a:lnTo>
                <a:lnTo>
                  <a:pt x="663872" y="118254"/>
                </a:lnTo>
                <a:lnTo>
                  <a:pt x="663279" y="118210"/>
                </a:lnTo>
                <a:lnTo>
                  <a:pt x="662692" y="118159"/>
                </a:lnTo>
                <a:lnTo>
                  <a:pt x="662111" y="118102"/>
                </a:lnTo>
                <a:lnTo>
                  <a:pt x="661536" y="118037"/>
                </a:lnTo>
                <a:lnTo>
                  <a:pt x="660967" y="117966"/>
                </a:lnTo>
                <a:lnTo>
                  <a:pt x="660403" y="117889"/>
                </a:lnTo>
                <a:lnTo>
                  <a:pt x="659845" y="117804"/>
                </a:lnTo>
                <a:lnTo>
                  <a:pt x="659294" y="117713"/>
                </a:lnTo>
                <a:lnTo>
                  <a:pt x="658748" y="117615"/>
                </a:lnTo>
                <a:lnTo>
                  <a:pt x="658208" y="117510"/>
                </a:lnTo>
                <a:lnTo>
                  <a:pt x="657673" y="117399"/>
                </a:lnTo>
                <a:lnTo>
                  <a:pt x="657145" y="117280"/>
                </a:lnTo>
                <a:lnTo>
                  <a:pt x="656623" y="117155"/>
                </a:lnTo>
                <a:lnTo>
                  <a:pt x="656106" y="117023"/>
                </a:lnTo>
                <a:lnTo>
                  <a:pt x="655595" y="116885"/>
                </a:lnTo>
                <a:lnTo>
                  <a:pt x="655090" y="116739"/>
                </a:lnTo>
                <a:lnTo>
                  <a:pt x="654591" y="116587"/>
                </a:lnTo>
                <a:lnTo>
                  <a:pt x="654098" y="116428"/>
                </a:lnTo>
                <a:lnTo>
                  <a:pt x="653612" y="116262"/>
                </a:lnTo>
                <a:lnTo>
                  <a:pt x="653134" y="116086"/>
                </a:lnTo>
                <a:lnTo>
                  <a:pt x="652665" y="115901"/>
                </a:lnTo>
                <a:lnTo>
                  <a:pt x="652204" y="115707"/>
                </a:lnTo>
                <a:lnTo>
                  <a:pt x="651751" y="115504"/>
                </a:lnTo>
                <a:lnTo>
                  <a:pt x="651307" y="115292"/>
                </a:lnTo>
                <a:lnTo>
                  <a:pt x="650871" y="115070"/>
                </a:lnTo>
                <a:lnTo>
                  <a:pt x="650443" y="114840"/>
                </a:lnTo>
                <a:lnTo>
                  <a:pt x="650024" y="114601"/>
                </a:lnTo>
                <a:lnTo>
                  <a:pt x="649613" y="114352"/>
                </a:lnTo>
                <a:lnTo>
                  <a:pt x="649210" y="114095"/>
                </a:lnTo>
                <a:lnTo>
                  <a:pt x="648816" y="113828"/>
                </a:lnTo>
                <a:lnTo>
                  <a:pt x="648430" y="113553"/>
                </a:lnTo>
                <a:lnTo>
                  <a:pt x="648053" y="113268"/>
                </a:lnTo>
                <a:lnTo>
                  <a:pt x="647684" y="112974"/>
                </a:lnTo>
                <a:lnTo>
                  <a:pt x="647323" y="112671"/>
                </a:lnTo>
                <a:lnTo>
                  <a:pt x="646970" y="112359"/>
                </a:lnTo>
                <a:lnTo>
                  <a:pt x="646626" y="112038"/>
                </a:lnTo>
                <a:lnTo>
                  <a:pt x="646290" y="111708"/>
                </a:lnTo>
                <a:lnTo>
                  <a:pt x="645963" y="111369"/>
                </a:lnTo>
                <a:lnTo>
                  <a:pt x="645644" y="111021"/>
                </a:lnTo>
                <a:lnTo>
                  <a:pt x="645333" y="110664"/>
                </a:lnTo>
                <a:lnTo>
                  <a:pt x="645031" y="110297"/>
                </a:lnTo>
                <a:lnTo>
                  <a:pt x="644736" y="109922"/>
                </a:lnTo>
                <a:lnTo>
                  <a:pt x="644452" y="109536"/>
                </a:lnTo>
                <a:lnTo>
                  <a:pt x="644179" y="109138"/>
                </a:lnTo>
                <a:lnTo>
                  <a:pt x="643918" y="108728"/>
                </a:lnTo>
                <a:lnTo>
                  <a:pt x="643668" y="108307"/>
                </a:lnTo>
                <a:lnTo>
                  <a:pt x="643429" y="107873"/>
                </a:lnTo>
                <a:lnTo>
                  <a:pt x="643202" y="107428"/>
                </a:lnTo>
                <a:lnTo>
                  <a:pt x="642986" y="106970"/>
                </a:lnTo>
                <a:lnTo>
                  <a:pt x="642781" y="106501"/>
                </a:lnTo>
                <a:lnTo>
                  <a:pt x="642588" y="106020"/>
                </a:lnTo>
                <a:lnTo>
                  <a:pt x="642406" y="105526"/>
                </a:lnTo>
                <a:lnTo>
                  <a:pt x="642236" y="105021"/>
                </a:lnTo>
                <a:lnTo>
                  <a:pt x="642076" y="104504"/>
                </a:lnTo>
                <a:lnTo>
                  <a:pt x="641929" y="103975"/>
                </a:lnTo>
                <a:lnTo>
                  <a:pt x="641792" y="103434"/>
                </a:lnTo>
                <a:lnTo>
                  <a:pt x="641667" y="102881"/>
                </a:lnTo>
                <a:lnTo>
                  <a:pt x="641553" y="102317"/>
                </a:lnTo>
                <a:lnTo>
                  <a:pt x="641451" y="101740"/>
                </a:lnTo>
                <a:lnTo>
                  <a:pt x="641360" y="101151"/>
                </a:lnTo>
                <a:lnTo>
                  <a:pt x="641281" y="100551"/>
                </a:lnTo>
                <a:lnTo>
                  <a:pt x="641212" y="99938"/>
                </a:lnTo>
                <a:lnTo>
                  <a:pt x="641156" y="99314"/>
                </a:lnTo>
                <a:lnTo>
                  <a:pt x="641110" y="98678"/>
                </a:lnTo>
                <a:lnTo>
                  <a:pt x="641076" y="98030"/>
                </a:lnTo>
                <a:lnTo>
                  <a:pt x="641053" y="97369"/>
                </a:lnTo>
                <a:lnTo>
                  <a:pt x="611587" y="97369"/>
                </a:lnTo>
                <a:lnTo>
                  <a:pt x="611600" y="98665"/>
                </a:lnTo>
                <a:lnTo>
                  <a:pt x="611638" y="99939"/>
                </a:lnTo>
                <a:lnTo>
                  <a:pt x="611702" y="101193"/>
                </a:lnTo>
                <a:lnTo>
                  <a:pt x="611792" y="102427"/>
                </a:lnTo>
                <a:lnTo>
                  <a:pt x="611907" y="103639"/>
                </a:lnTo>
                <a:lnTo>
                  <a:pt x="612048" y="104832"/>
                </a:lnTo>
                <a:lnTo>
                  <a:pt x="612214" y="106003"/>
                </a:lnTo>
                <a:lnTo>
                  <a:pt x="612406" y="107154"/>
                </a:lnTo>
                <a:lnTo>
                  <a:pt x="612623" y="108284"/>
                </a:lnTo>
                <a:lnTo>
                  <a:pt x="612866" y="109394"/>
                </a:lnTo>
                <a:lnTo>
                  <a:pt x="613135" y="110483"/>
                </a:lnTo>
                <a:lnTo>
                  <a:pt x="613429" y="111551"/>
                </a:lnTo>
                <a:lnTo>
                  <a:pt x="613749" y="112599"/>
                </a:lnTo>
                <a:lnTo>
                  <a:pt x="614094" y="113626"/>
                </a:lnTo>
                <a:lnTo>
                  <a:pt x="614465" y="114632"/>
                </a:lnTo>
                <a:lnTo>
                  <a:pt x="614861" y="115618"/>
                </a:lnTo>
                <a:lnTo>
                  <a:pt x="615283" y="116583"/>
                </a:lnTo>
                <a:lnTo>
                  <a:pt x="615731" y="117528"/>
                </a:lnTo>
                <a:lnTo>
                  <a:pt x="616204" y="118452"/>
                </a:lnTo>
                <a:lnTo>
                  <a:pt x="616703" y="119355"/>
                </a:lnTo>
                <a:lnTo>
                  <a:pt x="617227" y="120238"/>
                </a:lnTo>
                <a:lnTo>
                  <a:pt x="617777" y="121100"/>
                </a:lnTo>
                <a:lnTo>
                  <a:pt x="618353" y="121941"/>
                </a:lnTo>
                <a:lnTo>
                  <a:pt x="618954" y="122762"/>
                </a:lnTo>
                <a:lnTo>
                  <a:pt x="619577" y="123564"/>
                </a:lnTo>
                <a:lnTo>
                  <a:pt x="620217" y="124347"/>
                </a:lnTo>
                <a:lnTo>
                  <a:pt x="620876" y="125111"/>
                </a:lnTo>
                <a:lnTo>
                  <a:pt x="621553" y="125858"/>
                </a:lnTo>
                <a:lnTo>
                  <a:pt x="622247" y="126586"/>
                </a:lnTo>
                <a:lnTo>
                  <a:pt x="622960" y="127296"/>
                </a:lnTo>
                <a:lnTo>
                  <a:pt x="623690" y="127987"/>
                </a:lnTo>
                <a:lnTo>
                  <a:pt x="624439" y="128660"/>
                </a:lnTo>
                <a:lnTo>
                  <a:pt x="625205" y="129315"/>
                </a:lnTo>
                <a:lnTo>
                  <a:pt x="625990" y="129952"/>
                </a:lnTo>
                <a:lnTo>
                  <a:pt x="626792" y="130570"/>
                </a:lnTo>
                <a:lnTo>
                  <a:pt x="627612" y="131170"/>
                </a:lnTo>
                <a:lnTo>
                  <a:pt x="628450" y="131752"/>
                </a:lnTo>
                <a:lnTo>
                  <a:pt x="629306" y="132315"/>
                </a:lnTo>
                <a:lnTo>
                  <a:pt x="630180" y="132860"/>
                </a:lnTo>
                <a:lnTo>
                  <a:pt x="631072" y="133387"/>
                </a:lnTo>
                <a:lnTo>
                  <a:pt x="631982" y="133895"/>
                </a:lnTo>
                <a:lnTo>
                  <a:pt x="632910" y="134386"/>
                </a:lnTo>
                <a:lnTo>
                  <a:pt x="633856" y="134857"/>
                </a:lnTo>
                <a:lnTo>
                  <a:pt x="634819" y="135311"/>
                </a:lnTo>
                <a:lnTo>
                  <a:pt x="635801" y="135746"/>
                </a:lnTo>
                <a:lnTo>
                  <a:pt x="636801" y="136163"/>
                </a:lnTo>
                <a:lnTo>
                  <a:pt x="637818" y="136562"/>
                </a:lnTo>
                <a:lnTo>
                  <a:pt x="638854" y="136942"/>
                </a:lnTo>
                <a:lnTo>
                  <a:pt x="639903" y="137305"/>
                </a:lnTo>
                <a:lnTo>
                  <a:pt x="640964" y="137653"/>
                </a:lnTo>
                <a:lnTo>
                  <a:pt x="642036" y="137986"/>
                </a:lnTo>
                <a:lnTo>
                  <a:pt x="643118" y="138303"/>
                </a:lnTo>
                <a:lnTo>
                  <a:pt x="644211" y="138604"/>
                </a:lnTo>
                <a:lnTo>
                  <a:pt x="645315" y="138891"/>
                </a:lnTo>
                <a:lnTo>
                  <a:pt x="646430" y="139161"/>
                </a:lnTo>
                <a:lnTo>
                  <a:pt x="647556" y="139416"/>
                </a:lnTo>
                <a:lnTo>
                  <a:pt x="648692" y="139656"/>
                </a:lnTo>
                <a:lnTo>
                  <a:pt x="649840" y="139880"/>
                </a:lnTo>
                <a:lnTo>
                  <a:pt x="650998" y="140089"/>
                </a:lnTo>
                <a:lnTo>
                  <a:pt x="652167" y="140282"/>
                </a:lnTo>
                <a:lnTo>
                  <a:pt x="653347" y="140460"/>
                </a:lnTo>
                <a:lnTo>
                  <a:pt x="654538" y="140623"/>
                </a:lnTo>
                <a:lnTo>
                  <a:pt x="655739" y="140770"/>
                </a:lnTo>
                <a:lnTo>
                  <a:pt x="656951" y="140901"/>
                </a:lnTo>
                <a:lnTo>
                  <a:pt x="658175" y="141017"/>
                </a:lnTo>
                <a:lnTo>
                  <a:pt x="659409" y="141117"/>
                </a:lnTo>
                <a:lnTo>
                  <a:pt x="660654" y="141203"/>
                </a:lnTo>
                <a:lnTo>
                  <a:pt x="661909" y="141272"/>
                </a:lnTo>
                <a:lnTo>
                  <a:pt x="663176" y="141326"/>
                </a:lnTo>
                <a:lnTo>
                  <a:pt x="664453" y="141365"/>
                </a:lnTo>
                <a:lnTo>
                  <a:pt x="665742" y="141388"/>
                </a:lnTo>
                <a:lnTo>
                  <a:pt x="667041" y="141396"/>
                </a:lnTo>
                <a:lnTo>
                  <a:pt x="668331" y="141389"/>
                </a:lnTo>
                <a:lnTo>
                  <a:pt x="669610" y="141367"/>
                </a:lnTo>
                <a:lnTo>
                  <a:pt x="670878" y="141330"/>
                </a:lnTo>
                <a:close/>
                <a:moveTo>
                  <a:pt x="786589" y="118573"/>
                </a:moveTo>
                <a:lnTo>
                  <a:pt x="785970" y="118553"/>
                </a:lnTo>
                <a:lnTo>
                  <a:pt x="785371" y="118520"/>
                </a:lnTo>
                <a:lnTo>
                  <a:pt x="784790" y="118473"/>
                </a:lnTo>
                <a:lnTo>
                  <a:pt x="784230" y="118412"/>
                </a:lnTo>
                <a:lnTo>
                  <a:pt x="783688" y="118339"/>
                </a:lnTo>
                <a:lnTo>
                  <a:pt x="783166" y="118251"/>
                </a:lnTo>
                <a:lnTo>
                  <a:pt x="782663" y="118151"/>
                </a:lnTo>
                <a:lnTo>
                  <a:pt x="782180" y="118037"/>
                </a:lnTo>
                <a:lnTo>
                  <a:pt x="781716" y="117909"/>
                </a:lnTo>
                <a:lnTo>
                  <a:pt x="781271" y="117768"/>
                </a:lnTo>
                <a:lnTo>
                  <a:pt x="780846" y="117614"/>
                </a:lnTo>
                <a:lnTo>
                  <a:pt x="780440" y="117446"/>
                </a:lnTo>
                <a:lnTo>
                  <a:pt x="780053" y="117265"/>
                </a:lnTo>
                <a:lnTo>
                  <a:pt x="779686" y="117070"/>
                </a:lnTo>
                <a:lnTo>
                  <a:pt x="779338" y="116862"/>
                </a:lnTo>
                <a:lnTo>
                  <a:pt x="779010" y="116641"/>
                </a:lnTo>
                <a:lnTo>
                  <a:pt x="778700" y="116406"/>
                </a:lnTo>
                <a:lnTo>
                  <a:pt x="778411" y="116157"/>
                </a:lnTo>
                <a:lnTo>
                  <a:pt x="778140" y="115896"/>
                </a:lnTo>
                <a:lnTo>
                  <a:pt x="777889" y="115621"/>
                </a:lnTo>
                <a:lnTo>
                  <a:pt x="777657" y="115332"/>
                </a:lnTo>
                <a:lnTo>
                  <a:pt x="777445" y="115030"/>
                </a:lnTo>
                <a:lnTo>
                  <a:pt x="777252" y="114715"/>
                </a:lnTo>
                <a:lnTo>
                  <a:pt x="777073" y="114385"/>
                </a:lnTo>
                <a:lnTo>
                  <a:pt x="776901" y="114041"/>
                </a:lnTo>
                <a:lnTo>
                  <a:pt x="776736" y="113683"/>
                </a:lnTo>
                <a:lnTo>
                  <a:pt x="776580" y="113310"/>
                </a:lnTo>
                <a:lnTo>
                  <a:pt x="776431" y="112923"/>
                </a:lnTo>
                <a:lnTo>
                  <a:pt x="776290" y="112521"/>
                </a:lnTo>
                <a:lnTo>
                  <a:pt x="776156" y="112104"/>
                </a:lnTo>
                <a:lnTo>
                  <a:pt x="776030" y="111673"/>
                </a:lnTo>
                <a:lnTo>
                  <a:pt x="775912" y="111228"/>
                </a:lnTo>
                <a:lnTo>
                  <a:pt x="775801" y="110768"/>
                </a:lnTo>
                <a:lnTo>
                  <a:pt x="775698" y="110293"/>
                </a:lnTo>
                <a:lnTo>
                  <a:pt x="775602" y="109804"/>
                </a:lnTo>
                <a:lnTo>
                  <a:pt x="775514" y="109301"/>
                </a:lnTo>
                <a:lnTo>
                  <a:pt x="775434" y="108783"/>
                </a:lnTo>
                <a:lnTo>
                  <a:pt x="775362" y="108250"/>
                </a:lnTo>
                <a:lnTo>
                  <a:pt x="775297" y="107703"/>
                </a:lnTo>
                <a:lnTo>
                  <a:pt x="775239" y="107142"/>
                </a:lnTo>
                <a:lnTo>
                  <a:pt x="775190" y="106566"/>
                </a:lnTo>
                <a:lnTo>
                  <a:pt x="775148" y="105975"/>
                </a:lnTo>
                <a:lnTo>
                  <a:pt x="775113" y="105370"/>
                </a:lnTo>
                <a:lnTo>
                  <a:pt x="775087" y="104751"/>
                </a:lnTo>
                <a:lnTo>
                  <a:pt x="775068" y="104117"/>
                </a:lnTo>
                <a:lnTo>
                  <a:pt x="775056" y="103468"/>
                </a:lnTo>
                <a:lnTo>
                  <a:pt x="775052" y="102805"/>
                </a:lnTo>
                <a:lnTo>
                  <a:pt x="775052" y="59341"/>
                </a:lnTo>
                <a:lnTo>
                  <a:pt x="796845" y="59341"/>
                </a:lnTo>
                <a:lnTo>
                  <a:pt x="796845" y="38469"/>
                </a:lnTo>
                <a:lnTo>
                  <a:pt x="775052" y="38469"/>
                </a:lnTo>
                <a:lnTo>
                  <a:pt x="775052" y="14938"/>
                </a:lnTo>
                <a:lnTo>
                  <a:pt x="747940" y="14938"/>
                </a:lnTo>
                <a:lnTo>
                  <a:pt x="747940" y="38469"/>
                </a:lnTo>
                <a:lnTo>
                  <a:pt x="731365" y="38469"/>
                </a:lnTo>
                <a:lnTo>
                  <a:pt x="731365" y="59341"/>
                </a:lnTo>
                <a:lnTo>
                  <a:pt x="747940" y="59341"/>
                </a:lnTo>
                <a:lnTo>
                  <a:pt x="747940" y="104228"/>
                </a:lnTo>
                <a:lnTo>
                  <a:pt x="747945" y="105259"/>
                </a:lnTo>
                <a:lnTo>
                  <a:pt x="747962" y="106273"/>
                </a:lnTo>
                <a:lnTo>
                  <a:pt x="747991" y="107271"/>
                </a:lnTo>
                <a:lnTo>
                  <a:pt x="748030" y="108253"/>
                </a:lnTo>
                <a:lnTo>
                  <a:pt x="748082" y="109218"/>
                </a:lnTo>
                <a:lnTo>
                  <a:pt x="748144" y="110167"/>
                </a:lnTo>
                <a:lnTo>
                  <a:pt x="748218" y="111099"/>
                </a:lnTo>
                <a:lnTo>
                  <a:pt x="748303" y="112015"/>
                </a:lnTo>
                <a:lnTo>
                  <a:pt x="748400" y="112915"/>
                </a:lnTo>
                <a:lnTo>
                  <a:pt x="748508" y="113798"/>
                </a:lnTo>
                <a:lnTo>
                  <a:pt x="748627" y="114664"/>
                </a:lnTo>
                <a:lnTo>
                  <a:pt x="748758" y="115515"/>
                </a:lnTo>
                <a:lnTo>
                  <a:pt x="748900" y="116349"/>
                </a:lnTo>
                <a:lnTo>
                  <a:pt x="749054" y="117166"/>
                </a:lnTo>
                <a:lnTo>
                  <a:pt x="749218" y="117967"/>
                </a:lnTo>
                <a:lnTo>
                  <a:pt x="749395" y="118752"/>
                </a:lnTo>
                <a:lnTo>
                  <a:pt x="749582" y="119520"/>
                </a:lnTo>
                <a:lnTo>
                  <a:pt x="749781" y="120272"/>
                </a:lnTo>
                <a:lnTo>
                  <a:pt x="749991" y="121007"/>
                </a:lnTo>
                <a:lnTo>
                  <a:pt x="750213" y="121726"/>
                </a:lnTo>
                <a:lnTo>
                  <a:pt x="750446" y="122428"/>
                </a:lnTo>
                <a:lnTo>
                  <a:pt x="750691" y="123115"/>
                </a:lnTo>
                <a:lnTo>
                  <a:pt x="750946" y="123784"/>
                </a:lnTo>
                <a:lnTo>
                  <a:pt x="751214" y="124438"/>
                </a:lnTo>
                <a:lnTo>
                  <a:pt x="751495" y="125076"/>
                </a:lnTo>
                <a:lnTo>
                  <a:pt x="751794" y="125699"/>
                </a:lnTo>
                <a:lnTo>
                  <a:pt x="752111" y="126309"/>
                </a:lnTo>
                <a:lnTo>
                  <a:pt x="752446" y="126905"/>
                </a:lnTo>
                <a:lnTo>
                  <a:pt x="752798" y="127487"/>
                </a:lnTo>
                <a:lnTo>
                  <a:pt x="753167" y="128055"/>
                </a:lnTo>
                <a:lnTo>
                  <a:pt x="753554" y="128608"/>
                </a:lnTo>
                <a:lnTo>
                  <a:pt x="753959" y="129148"/>
                </a:lnTo>
                <a:lnTo>
                  <a:pt x="754381" y="129673"/>
                </a:lnTo>
                <a:lnTo>
                  <a:pt x="754821" y="130185"/>
                </a:lnTo>
                <a:lnTo>
                  <a:pt x="755279" y="130682"/>
                </a:lnTo>
                <a:lnTo>
                  <a:pt x="755754" y="131165"/>
                </a:lnTo>
                <a:lnTo>
                  <a:pt x="756246" y="131635"/>
                </a:lnTo>
                <a:lnTo>
                  <a:pt x="756757" y="132090"/>
                </a:lnTo>
                <a:lnTo>
                  <a:pt x="757284" y="132531"/>
                </a:lnTo>
                <a:lnTo>
                  <a:pt x="757830" y="132958"/>
                </a:lnTo>
                <a:lnTo>
                  <a:pt x="758393" y="133371"/>
                </a:lnTo>
                <a:lnTo>
                  <a:pt x="758973" y="133770"/>
                </a:lnTo>
                <a:lnTo>
                  <a:pt x="759571" y="134155"/>
                </a:lnTo>
                <a:lnTo>
                  <a:pt x="760187" y="134525"/>
                </a:lnTo>
                <a:lnTo>
                  <a:pt x="760821" y="134882"/>
                </a:lnTo>
                <a:lnTo>
                  <a:pt x="761471" y="135225"/>
                </a:lnTo>
                <a:lnTo>
                  <a:pt x="762140" y="135553"/>
                </a:lnTo>
                <a:lnTo>
                  <a:pt x="762826" y="135868"/>
                </a:lnTo>
                <a:lnTo>
                  <a:pt x="763533" y="136169"/>
                </a:lnTo>
                <a:lnTo>
                  <a:pt x="764263" y="136457"/>
                </a:lnTo>
                <a:lnTo>
                  <a:pt x="765017" y="136732"/>
                </a:lnTo>
                <a:lnTo>
                  <a:pt x="765794" y="136994"/>
                </a:lnTo>
                <a:lnTo>
                  <a:pt x="766596" y="137244"/>
                </a:lnTo>
                <a:lnTo>
                  <a:pt x="767420" y="137481"/>
                </a:lnTo>
                <a:lnTo>
                  <a:pt x="768269" y="137705"/>
                </a:lnTo>
                <a:lnTo>
                  <a:pt x="769141" y="137916"/>
                </a:lnTo>
                <a:lnTo>
                  <a:pt x="770037" y="138114"/>
                </a:lnTo>
                <a:lnTo>
                  <a:pt x="770956" y="138300"/>
                </a:lnTo>
                <a:lnTo>
                  <a:pt x="771899" y="138473"/>
                </a:lnTo>
                <a:lnTo>
                  <a:pt x="772865" y="138633"/>
                </a:lnTo>
                <a:lnTo>
                  <a:pt x="773856" y="138780"/>
                </a:lnTo>
                <a:lnTo>
                  <a:pt x="774869" y="138914"/>
                </a:lnTo>
                <a:lnTo>
                  <a:pt x="775907" y="139036"/>
                </a:lnTo>
                <a:lnTo>
                  <a:pt x="776968" y="139145"/>
                </a:lnTo>
                <a:lnTo>
                  <a:pt x="778053" y="139241"/>
                </a:lnTo>
                <a:lnTo>
                  <a:pt x="779161" y="139324"/>
                </a:lnTo>
                <a:lnTo>
                  <a:pt x="780293" y="139394"/>
                </a:lnTo>
                <a:lnTo>
                  <a:pt x="781448" y="139452"/>
                </a:lnTo>
                <a:lnTo>
                  <a:pt x="782627" y="139497"/>
                </a:lnTo>
                <a:lnTo>
                  <a:pt x="783830" y="139529"/>
                </a:lnTo>
                <a:lnTo>
                  <a:pt x="785057" y="139548"/>
                </a:lnTo>
                <a:lnTo>
                  <a:pt x="786307" y="139554"/>
                </a:lnTo>
                <a:lnTo>
                  <a:pt x="796845" y="139554"/>
                </a:lnTo>
                <a:lnTo>
                  <a:pt x="796845" y="118580"/>
                </a:lnTo>
                <a:lnTo>
                  <a:pt x="787228" y="118580"/>
                </a:lnTo>
                <a:lnTo>
                  <a:pt x="786589" y="118573"/>
                </a:lnTo>
                <a:close/>
                <a:moveTo>
                  <a:pt x="976848" y="118573"/>
                </a:moveTo>
                <a:lnTo>
                  <a:pt x="976229" y="118553"/>
                </a:lnTo>
                <a:lnTo>
                  <a:pt x="975629" y="118520"/>
                </a:lnTo>
                <a:lnTo>
                  <a:pt x="975049" y="118473"/>
                </a:lnTo>
                <a:lnTo>
                  <a:pt x="974488" y="118412"/>
                </a:lnTo>
                <a:lnTo>
                  <a:pt x="973947" y="118339"/>
                </a:lnTo>
                <a:lnTo>
                  <a:pt x="973425" y="118251"/>
                </a:lnTo>
                <a:lnTo>
                  <a:pt x="972922" y="118151"/>
                </a:lnTo>
                <a:lnTo>
                  <a:pt x="972438" y="118037"/>
                </a:lnTo>
                <a:lnTo>
                  <a:pt x="971974" y="117909"/>
                </a:lnTo>
                <a:lnTo>
                  <a:pt x="971530" y="117768"/>
                </a:lnTo>
                <a:lnTo>
                  <a:pt x="971104" y="117614"/>
                </a:lnTo>
                <a:lnTo>
                  <a:pt x="970698" y="117446"/>
                </a:lnTo>
                <a:lnTo>
                  <a:pt x="970312" y="117265"/>
                </a:lnTo>
                <a:lnTo>
                  <a:pt x="969945" y="117070"/>
                </a:lnTo>
                <a:lnTo>
                  <a:pt x="969597" y="116862"/>
                </a:lnTo>
                <a:lnTo>
                  <a:pt x="969268" y="116641"/>
                </a:lnTo>
                <a:lnTo>
                  <a:pt x="968959" y="116406"/>
                </a:lnTo>
                <a:lnTo>
                  <a:pt x="968669" y="116157"/>
                </a:lnTo>
                <a:lnTo>
                  <a:pt x="968399" y="115896"/>
                </a:lnTo>
                <a:lnTo>
                  <a:pt x="968148" y="115621"/>
                </a:lnTo>
                <a:lnTo>
                  <a:pt x="967916" y="115332"/>
                </a:lnTo>
                <a:lnTo>
                  <a:pt x="967704" y="115030"/>
                </a:lnTo>
                <a:lnTo>
                  <a:pt x="967511" y="114715"/>
                </a:lnTo>
                <a:lnTo>
                  <a:pt x="967331" y="114385"/>
                </a:lnTo>
                <a:lnTo>
                  <a:pt x="967159" y="114041"/>
                </a:lnTo>
                <a:lnTo>
                  <a:pt x="966995" y="113683"/>
                </a:lnTo>
                <a:lnTo>
                  <a:pt x="966839" y="113310"/>
                </a:lnTo>
                <a:lnTo>
                  <a:pt x="966690" y="112923"/>
                </a:lnTo>
                <a:lnTo>
                  <a:pt x="966548" y="112521"/>
                </a:lnTo>
                <a:lnTo>
                  <a:pt x="966415" y="112104"/>
                </a:lnTo>
                <a:lnTo>
                  <a:pt x="966289" y="111673"/>
                </a:lnTo>
                <a:lnTo>
                  <a:pt x="966170" y="111228"/>
                </a:lnTo>
                <a:lnTo>
                  <a:pt x="966059" y="110768"/>
                </a:lnTo>
                <a:lnTo>
                  <a:pt x="965956" y="110293"/>
                </a:lnTo>
                <a:lnTo>
                  <a:pt x="965861" y="109804"/>
                </a:lnTo>
                <a:lnTo>
                  <a:pt x="965773" y="109301"/>
                </a:lnTo>
                <a:lnTo>
                  <a:pt x="965693" y="108783"/>
                </a:lnTo>
                <a:lnTo>
                  <a:pt x="965620" y="108250"/>
                </a:lnTo>
                <a:lnTo>
                  <a:pt x="965555" y="107703"/>
                </a:lnTo>
                <a:lnTo>
                  <a:pt x="965498" y="107142"/>
                </a:lnTo>
                <a:lnTo>
                  <a:pt x="965448" y="106566"/>
                </a:lnTo>
                <a:lnTo>
                  <a:pt x="965406" y="105975"/>
                </a:lnTo>
                <a:lnTo>
                  <a:pt x="965372" y="105370"/>
                </a:lnTo>
                <a:lnTo>
                  <a:pt x="965345" y="104751"/>
                </a:lnTo>
                <a:lnTo>
                  <a:pt x="965326" y="104117"/>
                </a:lnTo>
                <a:lnTo>
                  <a:pt x="965315" y="103468"/>
                </a:lnTo>
                <a:lnTo>
                  <a:pt x="965311" y="102805"/>
                </a:lnTo>
                <a:lnTo>
                  <a:pt x="965311" y="59341"/>
                </a:lnTo>
                <a:lnTo>
                  <a:pt x="987104" y="59341"/>
                </a:lnTo>
                <a:lnTo>
                  <a:pt x="987104" y="38469"/>
                </a:lnTo>
                <a:lnTo>
                  <a:pt x="965311" y="38469"/>
                </a:lnTo>
                <a:lnTo>
                  <a:pt x="965311" y="14938"/>
                </a:lnTo>
                <a:lnTo>
                  <a:pt x="938198" y="14938"/>
                </a:lnTo>
                <a:lnTo>
                  <a:pt x="938198" y="38469"/>
                </a:lnTo>
                <a:lnTo>
                  <a:pt x="921624" y="38469"/>
                </a:lnTo>
                <a:lnTo>
                  <a:pt x="921624" y="59341"/>
                </a:lnTo>
                <a:lnTo>
                  <a:pt x="938198" y="59341"/>
                </a:lnTo>
                <a:lnTo>
                  <a:pt x="938198" y="104228"/>
                </a:lnTo>
                <a:lnTo>
                  <a:pt x="938204" y="105259"/>
                </a:lnTo>
                <a:lnTo>
                  <a:pt x="938221" y="106273"/>
                </a:lnTo>
                <a:lnTo>
                  <a:pt x="938249" y="107271"/>
                </a:lnTo>
                <a:lnTo>
                  <a:pt x="938289" y="108253"/>
                </a:lnTo>
                <a:lnTo>
                  <a:pt x="938340" y="109218"/>
                </a:lnTo>
                <a:lnTo>
                  <a:pt x="938403" y="110167"/>
                </a:lnTo>
                <a:lnTo>
                  <a:pt x="938477" y="111099"/>
                </a:lnTo>
                <a:lnTo>
                  <a:pt x="938562" y="112015"/>
                </a:lnTo>
                <a:lnTo>
                  <a:pt x="938659" y="112915"/>
                </a:lnTo>
                <a:lnTo>
                  <a:pt x="938767" y="113798"/>
                </a:lnTo>
                <a:lnTo>
                  <a:pt x="938886" y="114664"/>
                </a:lnTo>
                <a:lnTo>
                  <a:pt x="939017" y="115515"/>
                </a:lnTo>
                <a:lnTo>
                  <a:pt x="939159" y="116349"/>
                </a:lnTo>
                <a:lnTo>
                  <a:pt x="939312" y="117166"/>
                </a:lnTo>
                <a:lnTo>
                  <a:pt x="939477" y="117967"/>
                </a:lnTo>
                <a:lnTo>
                  <a:pt x="939653" y="118752"/>
                </a:lnTo>
                <a:lnTo>
                  <a:pt x="939841" y="119520"/>
                </a:lnTo>
                <a:lnTo>
                  <a:pt x="940040" y="120272"/>
                </a:lnTo>
                <a:lnTo>
                  <a:pt x="940250" y="121007"/>
                </a:lnTo>
                <a:lnTo>
                  <a:pt x="940472" y="121726"/>
                </a:lnTo>
                <a:lnTo>
                  <a:pt x="940705" y="122428"/>
                </a:lnTo>
                <a:lnTo>
                  <a:pt x="940949" y="123115"/>
                </a:lnTo>
                <a:lnTo>
                  <a:pt x="941205" y="123784"/>
                </a:lnTo>
                <a:lnTo>
                  <a:pt x="941472" y="124438"/>
                </a:lnTo>
                <a:lnTo>
                  <a:pt x="941754" y="125076"/>
                </a:lnTo>
                <a:lnTo>
                  <a:pt x="942053" y="125699"/>
                </a:lnTo>
                <a:lnTo>
                  <a:pt x="942370" y="126309"/>
                </a:lnTo>
                <a:lnTo>
                  <a:pt x="942704" y="126905"/>
                </a:lnTo>
                <a:lnTo>
                  <a:pt x="943056" y="127487"/>
                </a:lnTo>
                <a:lnTo>
                  <a:pt x="943426" y="128055"/>
                </a:lnTo>
                <a:lnTo>
                  <a:pt x="943813" y="128608"/>
                </a:lnTo>
                <a:lnTo>
                  <a:pt x="944218" y="129148"/>
                </a:lnTo>
                <a:lnTo>
                  <a:pt x="944640" y="129673"/>
                </a:lnTo>
                <a:lnTo>
                  <a:pt x="945080" y="130185"/>
                </a:lnTo>
                <a:lnTo>
                  <a:pt x="945537" y="130682"/>
                </a:lnTo>
                <a:lnTo>
                  <a:pt x="946012" y="131165"/>
                </a:lnTo>
                <a:lnTo>
                  <a:pt x="946505" y="131635"/>
                </a:lnTo>
                <a:lnTo>
                  <a:pt x="947015" y="132090"/>
                </a:lnTo>
                <a:lnTo>
                  <a:pt x="947543" y="132531"/>
                </a:lnTo>
                <a:lnTo>
                  <a:pt x="948088" y="132958"/>
                </a:lnTo>
                <a:lnTo>
                  <a:pt x="948651" y="133371"/>
                </a:lnTo>
                <a:lnTo>
                  <a:pt x="949232" y="133770"/>
                </a:lnTo>
                <a:lnTo>
                  <a:pt x="949830" y="134155"/>
                </a:lnTo>
                <a:lnTo>
                  <a:pt x="950446" y="134525"/>
                </a:lnTo>
                <a:lnTo>
                  <a:pt x="951079" y="134882"/>
                </a:lnTo>
                <a:lnTo>
                  <a:pt x="951730" y="135225"/>
                </a:lnTo>
                <a:lnTo>
                  <a:pt x="952399" y="135553"/>
                </a:lnTo>
                <a:lnTo>
                  <a:pt x="953085" y="135868"/>
                </a:lnTo>
                <a:lnTo>
                  <a:pt x="953791" y="136169"/>
                </a:lnTo>
                <a:lnTo>
                  <a:pt x="954522" y="136457"/>
                </a:lnTo>
                <a:lnTo>
                  <a:pt x="955276" y="136732"/>
                </a:lnTo>
                <a:lnTo>
                  <a:pt x="956053" y="136994"/>
                </a:lnTo>
                <a:lnTo>
                  <a:pt x="956854" y="137244"/>
                </a:lnTo>
                <a:lnTo>
                  <a:pt x="957679" y="137481"/>
                </a:lnTo>
                <a:lnTo>
                  <a:pt x="958528" y="137705"/>
                </a:lnTo>
                <a:lnTo>
                  <a:pt x="959400" y="137916"/>
                </a:lnTo>
                <a:lnTo>
                  <a:pt x="960295" y="138114"/>
                </a:lnTo>
                <a:lnTo>
                  <a:pt x="961215" y="138300"/>
                </a:lnTo>
                <a:lnTo>
                  <a:pt x="962157" y="138473"/>
                </a:lnTo>
                <a:lnTo>
                  <a:pt x="963124" y="138633"/>
                </a:lnTo>
                <a:lnTo>
                  <a:pt x="964114" y="138780"/>
                </a:lnTo>
                <a:lnTo>
                  <a:pt x="965128" y="138914"/>
                </a:lnTo>
                <a:lnTo>
                  <a:pt x="966165" y="139036"/>
                </a:lnTo>
                <a:lnTo>
                  <a:pt x="967226" y="139145"/>
                </a:lnTo>
                <a:lnTo>
                  <a:pt x="968311" y="139241"/>
                </a:lnTo>
                <a:lnTo>
                  <a:pt x="969419" y="139324"/>
                </a:lnTo>
                <a:lnTo>
                  <a:pt x="970551" y="139394"/>
                </a:lnTo>
                <a:lnTo>
                  <a:pt x="971707" y="139452"/>
                </a:lnTo>
                <a:lnTo>
                  <a:pt x="972886" y="139497"/>
                </a:lnTo>
                <a:lnTo>
                  <a:pt x="974089" y="139529"/>
                </a:lnTo>
                <a:lnTo>
                  <a:pt x="975315" y="139548"/>
                </a:lnTo>
                <a:lnTo>
                  <a:pt x="976565" y="139554"/>
                </a:lnTo>
                <a:lnTo>
                  <a:pt x="987104" y="139554"/>
                </a:lnTo>
                <a:lnTo>
                  <a:pt x="987104" y="118580"/>
                </a:lnTo>
                <a:lnTo>
                  <a:pt x="977486" y="118580"/>
                </a:lnTo>
                <a:lnTo>
                  <a:pt x="976848" y="118573"/>
                </a:lnTo>
                <a:close/>
                <a:moveTo>
                  <a:pt x="849197" y="141337"/>
                </a:moveTo>
                <a:lnTo>
                  <a:pt x="850078" y="141292"/>
                </a:lnTo>
                <a:lnTo>
                  <a:pt x="850951" y="141234"/>
                </a:lnTo>
                <a:lnTo>
                  <a:pt x="851814" y="141162"/>
                </a:lnTo>
                <a:lnTo>
                  <a:pt x="852669" y="141078"/>
                </a:lnTo>
                <a:lnTo>
                  <a:pt x="853514" y="140981"/>
                </a:lnTo>
                <a:lnTo>
                  <a:pt x="854351" y="140871"/>
                </a:lnTo>
                <a:lnTo>
                  <a:pt x="855179" y="140747"/>
                </a:lnTo>
                <a:lnTo>
                  <a:pt x="855998" y="140611"/>
                </a:lnTo>
                <a:lnTo>
                  <a:pt x="856808" y="140462"/>
                </a:lnTo>
                <a:lnTo>
                  <a:pt x="857609" y="140300"/>
                </a:lnTo>
                <a:lnTo>
                  <a:pt x="858402" y="140125"/>
                </a:lnTo>
                <a:lnTo>
                  <a:pt x="859185" y="139937"/>
                </a:lnTo>
                <a:lnTo>
                  <a:pt x="859960" y="139736"/>
                </a:lnTo>
                <a:lnTo>
                  <a:pt x="860726" y="139522"/>
                </a:lnTo>
                <a:lnTo>
                  <a:pt x="861482" y="139295"/>
                </a:lnTo>
                <a:lnTo>
                  <a:pt x="862230" y="139055"/>
                </a:lnTo>
                <a:lnTo>
                  <a:pt x="862970" y="138802"/>
                </a:lnTo>
                <a:lnTo>
                  <a:pt x="863700" y="138537"/>
                </a:lnTo>
                <a:lnTo>
                  <a:pt x="864421" y="138258"/>
                </a:lnTo>
                <a:lnTo>
                  <a:pt x="865134" y="137966"/>
                </a:lnTo>
                <a:lnTo>
                  <a:pt x="865837" y="137661"/>
                </a:lnTo>
                <a:lnTo>
                  <a:pt x="866533" y="137344"/>
                </a:lnTo>
                <a:lnTo>
                  <a:pt x="867221" y="137014"/>
                </a:lnTo>
                <a:lnTo>
                  <a:pt x="867903" y="136673"/>
                </a:lnTo>
                <a:lnTo>
                  <a:pt x="868577" y="136319"/>
                </a:lnTo>
                <a:lnTo>
                  <a:pt x="869244" y="135952"/>
                </a:lnTo>
                <a:lnTo>
                  <a:pt x="869904" y="135574"/>
                </a:lnTo>
                <a:lnTo>
                  <a:pt x="870557" y="135183"/>
                </a:lnTo>
                <a:lnTo>
                  <a:pt x="871203" y="134780"/>
                </a:lnTo>
                <a:lnTo>
                  <a:pt x="871842" y="134364"/>
                </a:lnTo>
                <a:lnTo>
                  <a:pt x="872473" y="133937"/>
                </a:lnTo>
                <a:lnTo>
                  <a:pt x="873098" y="133497"/>
                </a:lnTo>
                <a:lnTo>
                  <a:pt x="873715" y="133045"/>
                </a:lnTo>
                <a:lnTo>
                  <a:pt x="874326" y="132580"/>
                </a:lnTo>
                <a:lnTo>
                  <a:pt x="874929" y="132103"/>
                </a:lnTo>
                <a:lnTo>
                  <a:pt x="875525" y="131615"/>
                </a:lnTo>
                <a:lnTo>
                  <a:pt x="876114" y="131113"/>
                </a:lnTo>
                <a:lnTo>
                  <a:pt x="876696" y="130600"/>
                </a:lnTo>
                <a:lnTo>
                  <a:pt x="877271" y="130074"/>
                </a:lnTo>
                <a:lnTo>
                  <a:pt x="877838" y="129536"/>
                </a:lnTo>
                <a:lnTo>
                  <a:pt x="878399" y="128986"/>
                </a:lnTo>
                <a:lnTo>
                  <a:pt x="878952" y="128424"/>
                </a:lnTo>
                <a:lnTo>
                  <a:pt x="879499" y="127849"/>
                </a:lnTo>
                <a:lnTo>
                  <a:pt x="880038" y="127262"/>
                </a:lnTo>
                <a:lnTo>
                  <a:pt x="880570" y="126663"/>
                </a:lnTo>
                <a:lnTo>
                  <a:pt x="881389" y="139554"/>
                </a:lnTo>
                <a:lnTo>
                  <a:pt x="906762" y="139554"/>
                </a:lnTo>
                <a:lnTo>
                  <a:pt x="906762" y="71727"/>
                </a:lnTo>
                <a:lnTo>
                  <a:pt x="906757" y="70888"/>
                </a:lnTo>
                <a:lnTo>
                  <a:pt x="906740" y="70059"/>
                </a:lnTo>
                <a:lnTo>
                  <a:pt x="906713" y="69243"/>
                </a:lnTo>
                <a:lnTo>
                  <a:pt x="906674" y="68438"/>
                </a:lnTo>
                <a:lnTo>
                  <a:pt x="906624" y="67645"/>
                </a:lnTo>
                <a:lnTo>
                  <a:pt x="906564" y="66864"/>
                </a:lnTo>
                <a:lnTo>
                  <a:pt x="906492" y="66094"/>
                </a:lnTo>
                <a:lnTo>
                  <a:pt x="906410" y="65336"/>
                </a:lnTo>
                <a:lnTo>
                  <a:pt x="906316" y="64590"/>
                </a:lnTo>
                <a:lnTo>
                  <a:pt x="906212" y="63855"/>
                </a:lnTo>
                <a:lnTo>
                  <a:pt x="906096" y="63132"/>
                </a:lnTo>
                <a:lnTo>
                  <a:pt x="905969" y="62421"/>
                </a:lnTo>
                <a:lnTo>
                  <a:pt x="905832" y="61721"/>
                </a:lnTo>
                <a:lnTo>
                  <a:pt x="905683" y="61034"/>
                </a:lnTo>
                <a:lnTo>
                  <a:pt x="905523" y="60357"/>
                </a:lnTo>
                <a:lnTo>
                  <a:pt x="905353" y="59693"/>
                </a:lnTo>
                <a:lnTo>
                  <a:pt x="905171" y="59040"/>
                </a:lnTo>
                <a:lnTo>
                  <a:pt x="904978" y="58399"/>
                </a:lnTo>
                <a:lnTo>
                  <a:pt x="904774" y="57770"/>
                </a:lnTo>
                <a:lnTo>
                  <a:pt x="904560" y="57152"/>
                </a:lnTo>
                <a:lnTo>
                  <a:pt x="904334" y="56546"/>
                </a:lnTo>
                <a:lnTo>
                  <a:pt x="904097" y="55952"/>
                </a:lnTo>
                <a:lnTo>
                  <a:pt x="903849" y="55369"/>
                </a:lnTo>
                <a:lnTo>
                  <a:pt x="903590" y="54798"/>
                </a:lnTo>
                <a:lnTo>
                  <a:pt x="903322" y="54237"/>
                </a:lnTo>
                <a:lnTo>
                  <a:pt x="903044" y="53687"/>
                </a:lnTo>
                <a:lnTo>
                  <a:pt x="902757" y="53146"/>
                </a:lnTo>
                <a:lnTo>
                  <a:pt x="902461" y="52616"/>
                </a:lnTo>
                <a:lnTo>
                  <a:pt x="902156" y="52095"/>
                </a:lnTo>
                <a:lnTo>
                  <a:pt x="901842" y="51584"/>
                </a:lnTo>
                <a:lnTo>
                  <a:pt x="901518" y="51083"/>
                </a:lnTo>
                <a:lnTo>
                  <a:pt x="901186" y="50592"/>
                </a:lnTo>
                <a:lnTo>
                  <a:pt x="900845" y="50111"/>
                </a:lnTo>
                <a:lnTo>
                  <a:pt x="900494" y="49639"/>
                </a:lnTo>
                <a:lnTo>
                  <a:pt x="900135" y="49178"/>
                </a:lnTo>
                <a:lnTo>
                  <a:pt x="899767" y="48726"/>
                </a:lnTo>
                <a:lnTo>
                  <a:pt x="899389" y="48285"/>
                </a:lnTo>
                <a:lnTo>
                  <a:pt x="899002" y="47853"/>
                </a:lnTo>
                <a:lnTo>
                  <a:pt x="898607" y="47431"/>
                </a:lnTo>
                <a:lnTo>
                  <a:pt x="898202" y="47019"/>
                </a:lnTo>
                <a:lnTo>
                  <a:pt x="897788" y="46617"/>
                </a:lnTo>
                <a:lnTo>
                  <a:pt x="897365" y="46225"/>
                </a:lnTo>
                <a:lnTo>
                  <a:pt x="896933" y="45843"/>
                </a:lnTo>
                <a:lnTo>
                  <a:pt x="896493" y="45471"/>
                </a:lnTo>
                <a:lnTo>
                  <a:pt x="896043" y="45108"/>
                </a:lnTo>
                <a:lnTo>
                  <a:pt x="895583" y="44756"/>
                </a:lnTo>
                <a:lnTo>
                  <a:pt x="895115" y="44413"/>
                </a:lnTo>
                <a:lnTo>
                  <a:pt x="894638" y="44081"/>
                </a:lnTo>
                <a:lnTo>
                  <a:pt x="894153" y="43757"/>
                </a:lnTo>
                <a:lnTo>
                  <a:pt x="893660" y="43441"/>
                </a:lnTo>
                <a:lnTo>
                  <a:pt x="893160" y="43133"/>
                </a:lnTo>
                <a:lnTo>
                  <a:pt x="892653" y="42833"/>
                </a:lnTo>
                <a:lnTo>
                  <a:pt x="892138" y="42542"/>
                </a:lnTo>
                <a:lnTo>
                  <a:pt x="891617" y="42258"/>
                </a:lnTo>
                <a:lnTo>
                  <a:pt x="891088" y="41983"/>
                </a:lnTo>
                <a:lnTo>
                  <a:pt x="890551" y="41716"/>
                </a:lnTo>
                <a:lnTo>
                  <a:pt x="890008" y="41457"/>
                </a:lnTo>
                <a:lnTo>
                  <a:pt x="889457" y="41205"/>
                </a:lnTo>
                <a:lnTo>
                  <a:pt x="888899" y="40962"/>
                </a:lnTo>
                <a:lnTo>
                  <a:pt x="888333" y="40728"/>
                </a:lnTo>
                <a:lnTo>
                  <a:pt x="887760" y="40501"/>
                </a:lnTo>
                <a:lnTo>
                  <a:pt x="887180" y="40282"/>
                </a:lnTo>
                <a:lnTo>
                  <a:pt x="886593" y="40071"/>
                </a:lnTo>
                <a:lnTo>
                  <a:pt x="885998" y="39869"/>
                </a:lnTo>
                <a:lnTo>
                  <a:pt x="885397" y="39674"/>
                </a:lnTo>
                <a:lnTo>
                  <a:pt x="884787" y="39488"/>
                </a:lnTo>
                <a:lnTo>
                  <a:pt x="884171" y="39310"/>
                </a:lnTo>
                <a:lnTo>
                  <a:pt x="883547" y="39140"/>
                </a:lnTo>
                <a:lnTo>
                  <a:pt x="882916" y="38977"/>
                </a:lnTo>
                <a:lnTo>
                  <a:pt x="882278" y="38824"/>
                </a:lnTo>
                <a:lnTo>
                  <a:pt x="881632" y="38678"/>
                </a:lnTo>
                <a:lnTo>
                  <a:pt x="880979" y="38540"/>
                </a:lnTo>
                <a:lnTo>
                  <a:pt x="880320" y="38409"/>
                </a:lnTo>
                <a:lnTo>
                  <a:pt x="879655" y="38283"/>
                </a:lnTo>
                <a:lnTo>
                  <a:pt x="878984" y="38164"/>
                </a:lnTo>
                <a:lnTo>
                  <a:pt x="878308" y="38049"/>
                </a:lnTo>
                <a:lnTo>
                  <a:pt x="877626" y="37941"/>
                </a:lnTo>
                <a:lnTo>
                  <a:pt x="876938" y="37838"/>
                </a:lnTo>
                <a:lnTo>
                  <a:pt x="876245" y="37740"/>
                </a:lnTo>
                <a:lnTo>
                  <a:pt x="875545" y="37648"/>
                </a:lnTo>
                <a:lnTo>
                  <a:pt x="874841" y="37562"/>
                </a:lnTo>
                <a:lnTo>
                  <a:pt x="874130" y="37481"/>
                </a:lnTo>
                <a:lnTo>
                  <a:pt x="873414" y="37406"/>
                </a:lnTo>
                <a:lnTo>
                  <a:pt x="872692" y="37336"/>
                </a:lnTo>
                <a:lnTo>
                  <a:pt x="871965" y="37272"/>
                </a:lnTo>
                <a:lnTo>
                  <a:pt x="871231" y="37213"/>
                </a:lnTo>
                <a:lnTo>
                  <a:pt x="870492" y="37160"/>
                </a:lnTo>
                <a:lnTo>
                  <a:pt x="869748" y="37113"/>
                </a:lnTo>
                <a:lnTo>
                  <a:pt x="868997" y="37071"/>
                </a:lnTo>
                <a:lnTo>
                  <a:pt x="868242" y="37035"/>
                </a:lnTo>
                <a:lnTo>
                  <a:pt x="867480" y="37004"/>
                </a:lnTo>
                <a:lnTo>
                  <a:pt x="866713" y="36979"/>
                </a:lnTo>
                <a:lnTo>
                  <a:pt x="865939" y="36960"/>
                </a:lnTo>
                <a:lnTo>
                  <a:pt x="865161" y="36946"/>
                </a:lnTo>
                <a:lnTo>
                  <a:pt x="864376" y="36938"/>
                </a:lnTo>
                <a:lnTo>
                  <a:pt x="863586" y="36935"/>
                </a:lnTo>
                <a:lnTo>
                  <a:pt x="862509" y="36941"/>
                </a:lnTo>
                <a:lnTo>
                  <a:pt x="861442" y="36958"/>
                </a:lnTo>
                <a:lnTo>
                  <a:pt x="860387" y="36987"/>
                </a:lnTo>
                <a:lnTo>
                  <a:pt x="859342" y="37027"/>
                </a:lnTo>
                <a:lnTo>
                  <a:pt x="858308" y="37079"/>
                </a:lnTo>
                <a:lnTo>
                  <a:pt x="857284" y="37142"/>
                </a:lnTo>
                <a:lnTo>
                  <a:pt x="856272" y="37217"/>
                </a:lnTo>
                <a:lnTo>
                  <a:pt x="855271" y="37303"/>
                </a:lnTo>
                <a:lnTo>
                  <a:pt x="854280" y="37401"/>
                </a:lnTo>
                <a:lnTo>
                  <a:pt x="853300" y="37510"/>
                </a:lnTo>
                <a:lnTo>
                  <a:pt x="852331" y="37631"/>
                </a:lnTo>
                <a:lnTo>
                  <a:pt x="851373" y="37764"/>
                </a:lnTo>
                <a:lnTo>
                  <a:pt x="850425" y="37908"/>
                </a:lnTo>
                <a:lnTo>
                  <a:pt x="849489" y="38063"/>
                </a:lnTo>
                <a:lnTo>
                  <a:pt x="848563" y="38230"/>
                </a:lnTo>
                <a:lnTo>
                  <a:pt x="847648" y="38408"/>
                </a:lnTo>
                <a:lnTo>
                  <a:pt x="846744" y="38598"/>
                </a:lnTo>
                <a:lnTo>
                  <a:pt x="845851" y="38800"/>
                </a:lnTo>
                <a:lnTo>
                  <a:pt x="844969" y="39013"/>
                </a:lnTo>
                <a:lnTo>
                  <a:pt x="844097" y="39237"/>
                </a:lnTo>
                <a:lnTo>
                  <a:pt x="843237" y="39473"/>
                </a:lnTo>
                <a:lnTo>
                  <a:pt x="842387" y="39721"/>
                </a:lnTo>
                <a:lnTo>
                  <a:pt x="841548" y="39980"/>
                </a:lnTo>
                <a:lnTo>
                  <a:pt x="840719" y="40250"/>
                </a:lnTo>
                <a:lnTo>
                  <a:pt x="839904" y="40534"/>
                </a:lnTo>
                <a:lnTo>
                  <a:pt x="839104" y="40832"/>
                </a:lnTo>
                <a:lnTo>
                  <a:pt x="838318" y="41146"/>
                </a:lnTo>
                <a:lnTo>
                  <a:pt x="837548" y="41474"/>
                </a:lnTo>
                <a:lnTo>
                  <a:pt x="836792" y="41816"/>
                </a:lnTo>
                <a:lnTo>
                  <a:pt x="836051" y="42174"/>
                </a:lnTo>
                <a:lnTo>
                  <a:pt x="835326" y="42546"/>
                </a:lnTo>
                <a:lnTo>
                  <a:pt x="834615" y="42933"/>
                </a:lnTo>
                <a:lnTo>
                  <a:pt x="833919" y="43335"/>
                </a:lnTo>
                <a:lnTo>
                  <a:pt x="833238" y="43752"/>
                </a:lnTo>
                <a:lnTo>
                  <a:pt x="832572" y="44183"/>
                </a:lnTo>
                <a:lnTo>
                  <a:pt x="831921" y="44629"/>
                </a:lnTo>
                <a:lnTo>
                  <a:pt x="831284" y="45090"/>
                </a:lnTo>
                <a:lnTo>
                  <a:pt x="830663" y="45565"/>
                </a:lnTo>
                <a:lnTo>
                  <a:pt x="830057" y="46056"/>
                </a:lnTo>
                <a:lnTo>
                  <a:pt x="829465" y="46561"/>
                </a:lnTo>
                <a:lnTo>
                  <a:pt x="828889" y="47081"/>
                </a:lnTo>
                <a:lnTo>
                  <a:pt x="828327" y="47616"/>
                </a:lnTo>
                <a:lnTo>
                  <a:pt x="827780" y="48165"/>
                </a:lnTo>
                <a:lnTo>
                  <a:pt x="827248" y="48729"/>
                </a:lnTo>
                <a:lnTo>
                  <a:pt x="826731" y="49308"/>
                </a:lnTo>
                <a:lnTo>
                  <a:pt x="826229" y="49902"/>
                </a:lnTo>
                <a:lnTo>
                  <a:pt x="825742" y="50511"/>
                </a:lnTo>
                <a:lnTo>
                  <a:pt x="825270" y="51134"/>
                </a:lnTo>
                <a:lnTo>
                  <a:pt x="824815" y="51774"/>
                </a:lnTo>
                <a:lnTo>
                  <a:pt x="824380" y="52432"/>
                </a:lnTo>
                <a:lnTo>
                  <a:pt x="823963" y="53109"/>
                </a:lnTo>
                <a:lnTo>
                  <a:pt x="823566" y="53805"/>
                </a:lnTo>
                <a:lnTo>
                  <a:pt x="823189" y="54520"/>
                </a:lnTo>
                <a:lnTo>
                  <a:pt x="822831" y="55253"/>
                </a:lnTo>
                <a:lnTo>
                  <a:pt x="822492" y="56005"/>
                </a:lnTo>
                <a:lnTo>
                  <a:pt x="822172" y="56776"/>
                </a:lnTo>
                <a:lnTo>
                  <a:pt x="821872" y="57565"/>
                </a:lnTo>
                <a:lnTo>
                  <a:pt x="821592" y="58373"/>
                </a:lnTo>
                <a:lnTo>
                  <a:pt x="821330" y="59200"/>
                </a:lnTo>
                <a:lnTo>
                  <a:pt x="821088" y="60045"/>
                </a:lnTo>
                <a:lnTo>
                  <a:pt x="820866" y="60910"/>
                </a:lnTo>
                <a:lnTo>
                  <a:pt x="820662" y="61793"/>
                </a:lnTo>
                <a:lnTo>
                  <a:pt x="820478" y="62694"/>
                </a:lnTo>
                <a:lnTo>
                  <a:pt x="820314" y="63615"/>
                </a:lnTo>
                <a:lnTo>
                  <a:pt x="820169" y="64554"/>
                </a:lnTo>
                <a:lnTo>
                  <a:pt x="820043" y="65511"/>
                </a:lnTo>
                <a:lnTo>
                  <a:pt x="819936" y="66488"/>
                </a:lnTo>
                <a:lnTo>
                  <a:pt x="819849" y="67483"/>
                </a:lnTo>
                <a:lnTo>
                  <a:pt x="819781" y="68497"/>
                </a:lnTo>
                <a:lnTo>
                  <a:pt x="819733" y="69529"/>
                </a:lnTo>
                <a:lnTo>
                  <a:pt x="819704" y="70581"/>
                </a:lnTo>
                <a:lnTo>
                  <a:pt x="819694" y="71651"/>
                </a:lnTo>
                <a:lnTo>
                  <a:pt x="845068" y="71651"/>
                </a:lnTo>
                <a:lnTo>
                  <a:pt x="845077" y="70924"/>
                </a:lnTo>
                <a:lnTo>
                  <a:pt x="845104" y="70213"/>
                </a:lnTo>
                <a:lnTo>
                  <a:pt x="845149" y="69520"/>
                </a:lnTo>
                <a:lnTo>
                  <a:pt x="845213" y="68844"/>
                </a:lnTo>
                <a:lnTo>
                  <a:pt x="845294" y="68185"/>
                </a:lnTo>
                <a:lnTo>
                  <a:pt x="845394" y="67542"/>
                </a:lnTo>
                <a:lnTo>
                  <a:pt x="845512" y="66917"/>
                </a:lnTo>
                <a:lnTo>
                  <a:pt x="845648" y="66309"/>
                </a:lnTo>
                <a:lnTo>
                  <a:pt x="845802" y="65717"/>
                </a:lnTo>
                <a:lnTo>
                  <a:pt x="845974" y="65143"/>
                </a:lnTo>
                <a:lnTo>
                  <a:pt x="846164" y="64586"/>
                </a:lnTo>
                <a:lnTo>
                  <a:pt x="846372" y="64045"/>
                </a:lnTo>
                <a:lnTo>
                  <a:pt x="846599" y="63522"/>
                </a:lnTo>
                <a:lnTo>
                  <a:pt x="846843" y="63015"/>
                </a:lnTo>
                <a:lnTo>
                  <a:pt x="847106" y="62526"/>
                </a:lnTo>
                <a:lnTo>
                  <a:pt x="847387" y="62053"/>
                </a:lnTo>
                <a:lnTo>
                  <a:pt x="847686" y="61598"/>
                </a:lnTo>
                <a:lnTo>
                  <a:pt x="848003" y="61159"/>
                </a:lnTo>
                <a:lnTo>
                  <a:pt x="848338" y="60737"/>
                </a:lnTo>
                <a:lnTo>
                  <a:pt x="848691" y="60333"/>
                </a:lnTo>
                <a:lnTo>
                  <a:pt x="849063" y="59945"/>
                </a:lnTo>
                <a:lnTo>
                  <a:pt x="849452" y="59574"/>
                </a:lnTo>
                <a:lnTo>
                  <a:pt x="849860" y="59221"/>
                </a:lnTo>
                <a:lnTo>
                  <a:pt x="850286" y="58884"/>
                </a:lnTo>
                <a:lnTo>
                  <a:pt x="850725" y="58562"/>
                </a:lnTo>
                <a:lnTo>
                  <a:pt x="851175" y="58254"/>
                </a:lnTo>
                <a:lnTo>
                  <a:pt x="851635" y="57960"/>
                </a:lnTo>
                <a:lnTo>
                  <a:pt x="852105" y="57679"/>
                </a:lnTo>
                <a:lnTo>
                  <a:pt x="852584" y="57413"/>
                </a:lnTo>
                <a:lnTo>
                  <a:pt x="853074" y="57159"/>
                </a:lnTo>
                <a:lnTo>
                  <a:pt x="853573" y="56920"/>
                </a:lnTo>
                <a:lnTo>
                  <a:pt x="854083" y="56694"/>
                </a:lnTo>
                <a:lnTo>
                  <a:pt x="854602" y="56482"/>
                </a:lnTo>
                <a:lnTo>
                  <a:pt x="855131" y="56283"/>
                </a:lnTo>
                <a:lnTo>
                  <a:pt x="855671" y="56098"/>
                </a:lnTo>
                <a:lnTo>
                  <a:pt x="856220" y="55927"/>
                </a:lnTo>
                <a:lnTo>
                  <a:pt x="856779" y="55770"/>
                </a:lnTo>
                <a:lnTo>
                  <a:pt x="857348" y="55626"/>
                </a:lnTo>
                <a:lnTo>
                  <a:pt x="857927" y="55496"/>
                </a:lnTo>
                <a:lnTo>
                  <a:pt x="858516" y="55380"/>
                </a:lnTo>
                <a:lnTo>
                  <a:pt x="859115" y="55277"/>
                </a:lnTo>
                <a:lnTo>
                  <a:pt x="859724" y="55188"/>
                </a:lnTo>
                <a:lnTo>
                  <a:pt x="860343" y="55113"/>
                </a:lnTo>
                <a:lnTo>
                  <a:pt x="860972" y="55051"/>
                </a:lnTo>
                <a:lnTo>
                  <a:pt x="861610" y="55003"/>
                </a:lnTo>
                <a:lnTo>
                  <a:pt x="862259" y="54969"/>
                </a:lnTo>
                <a:lnTo>
                  <a:pt x="862918" y="54949"/>
                </a:lnTo>
                <a:lnTo>
                  <a:pt x="863586" y="54942"/>
                </a:lnTo>
                <a:lnTo>
                  <a:pt x="864195" y="54948"/>
                </a:lnTo>
                <a:lnTo>
                  <a:pt x="864795" y="54967"/>
                </a:lnTo>
                <a:lnTo>
                  <a:pt x="865386" y="55000"/>
                </a:lnTo>
                <a:lnTo>
                  <a:pt x="865966" y="55044"/>
                </a:lnTo>
                <a:lnTo>
                  <a:pt x="866538" y="55102"/>
                </a:lnTo>
                <a:lnTo>
                  <a:pt x="867100" y="55173"/>
                </a:lnTo>
                <a:lnTo>
                  <a:pt x="867653" y="55256"/>
                </a:lnTo>
                <a:lnTo>
                  <a:pt x="868196" y="55352"/>
                </a:lnTo>
                <a:lnTo>
                  <a:pt x="868730" y="55462"/>
                </a:lnTo>
                <a:lnTo>
                  <a:pt x="869254" y="55583"/>
                </a:lnTo>
                <a:lnTo>
                  <a:pt x="869769" y="55718"/>
                </a:lnTo>
                <a:lnTo>
                  <a:pt x="870275" y="55866"/>
                </a:lnTo>
                <a:lnTo>
                  <a:pt x="870771" y="56026"/>
                </a:lnTo>
                <a:lnTo>
                  <a:pt x="871258" y="56199"/>
                </a:lnTo>
                <a:lnTo>
                  <a:pt x="871735" y="56386"/>
                </a:lnTo>
                <a:lnTo>
                  <a:pt x="872203" y="56584"/>
                </a:lnTo>
                <a:lnTo>
                  <a:pt x="872662" y="56796"/>
                </a:lnTo>
                <a:lnTo>
                  <a:pt x="873111" y="57021"/>
                </a:lnTo>
                <a:lnTo>
                  <a:pt x="873551" y="57258"/>
                </a:lnTo>
                <a:lnTo>
                  <a:pt x="873981" y="57508"/>
                </a:lnTo>
                <a:lnTo>
                  <a:pt x="874402" y="57772"/>
                </a:lnTo>
                <a:lnTo>
                  <a:pt x="874813" y="58047"/>
                </a:lnTo>
                <a:lnTo>
                  <a:pt x="875215" y="58336"/>
                </a:lnTo>
                <a:lnTo>
                  <a:pt x="875608" y="58638"/>
                </a:lnTo>
                <a:lnTo>
                  <a:pt x="875988" y="58957"/>
                </a:lnTo>
                <a:lnTo>
                  <a:pt x="876352" y="59298"/>
                </a:lnTo>
                <a:lnTo>
                  <a:pt x="876699" y="59661"/>
                </a:lnTo>
                <a:lnTo>
                  <a:pt x="877030" y="60046"/>
                </a:lnTo>
                <a:lnTo>
                  <a:pt x="877346" y="60453"/>
                </a:lnTo>
                <a:lnTo>
                  <a:pt x="877645" y="60882"/>
                </a:lnTo>
                <a:lnTo>
                  <a:pt x="877928" y="61333"/>
                </a:lnTo>
                <a:lnTo>
                  <a:pt x="878194" y="61806"/>
                </a:lnTo>
                <a:lnTo>
                  <a:pt x="878445" y="62301"/>
                </a:lnTo>
                <a:lnTo>
                  <a:pt x="878679" y="62818"/>
                </a:lnTo>
                <a:lnTo>
                  <a:pt x="878897" y="63357"/>
                </a:lnTo>
                <a:lnTo>
                  <a:pt x="879099" y="63918"/>
                </a:lnTo>
                <a:lnTo>
                  <a:pt x="879285" y="64501"/>
                </a:lnTo>
                <a:lnTo>
                  <a:pt x="879455" y="65106"/>
                </a:lnTo>
                <a:lnTo>
                  <a:pt x="879609" y="65733"/>
                </a:lnTo>
                <a:lnTo>
                  <a:pt x="879746" y="66382"/>
                </a:lnTo>
                <a:lnTo>
                  <a:pt x="879867" y="67053"/>
                </a:lnTo>
                <a:lnTo>
                  <a:pt x="879972" y="67746"/>
                </a:lnTo>
                <a:lnTo>
                  <a:pt x="880061" y="68461"/>
                </a:lnTo>
                <a:lnTo>
                  <a:pt x="880134" y="69199"/>
                </a:lnTo>
                <a:lnTo>
                  <a:pt x="880190" y="69958"/>
                </a:lnTo>
                <a:lnTo>
                  <a:pt x="880231" y="70739"/>
                </a:lnTo>
                <a:lnTo>
                  <a:pt x="880255" y="71542"/>
                </a:lnTo>
                <a:lnTo>
                  <a:pt x="880263" y="72367"/>
                </a:lnTo>
                <a:lnTo>
                  <a:pt x="880263" y="77857"/>
                </a:lnTo>
                <a:lnTo>
                  <a:pt x="878626" y="77895"/>
                </a:lnTo>
                <a:lnTo>
                  <a:pt x="877006" y="77940"/>
                </a:lnTo>
                <a:lnTo>
                  <a:pt x="875403" y="77993"/>
                </a:lnTo>
                <a:lnTo>
                  <a:pt x="873816" y="78053"/>
                </a:lnTo>
                <a:lnTo>
                  <a:pt x="872247" y="78120"/>
                </a:lnTo>
                <a:lnTo>
                  <a:pt x="870694" y="78195"/>
                </a:lnTo>
                <a:lnTo>
                  <a:pt x="869158" y="78278"/>
                </a:lnTo>
                <a:lnTo>
                  <a:pt x="867639" y="78367"/>
                </a:lnTo>
                <a:lnTo>
                  <a:pt x="866137" y="78464"/>
                </a:lnTo>
                <a:lnTo>
                  <a:pt x="864652" y="78568"/>
                </a:lnTo>
                <a:lnTo>
                  <a:pt x="863183" y="78680"/>
                </a:lnTo>
                <a:lnTo>
                  <a:pt x="861732" y="78799"/>
                </a:lnTo>
                <a:lnTo>
                  <a:pt x="860297" y="78925"/>
                </a:lnTo>
                <a:lnTo>
                  <a:pt x="858880" y="79059"/>
                </a:lnTo>
                <a:lnTo>
                  <a:pt x="857479" y="79200"/>
                </a:lnTo>
                <a:lnTo>
                  <a:pt x="856095" y="79349"/>
                </a:lnTo>
                <a:lnTo>
                  <a:pt x="854728" y="79504"/>
                </a:lnTo>
                <a:lnTo>
                  <a:pt x="853377" y="79668"/>
                </a:lnTo>
                <a:lnTo>
                  <a:pt x="852044" y="79838"/>
                </a:lnTo>
                <a:lnTo>
                  <a:pt x="850728" y="80016"/>
                </a:lnTo>
                <a:lnTo>
                  <a:pt x="849428" y="80201"/>
                </a:lnTo>
                <a:lnTo>
                  <a:pt x="848145" y="80394"/>
                </a:lnTo>
                <a:lnTo>
                  <a:pt x="846879" y="80594"/>
                </a:lnTo>
                <a:lnTo>
                  <a:pt x="845630" y="80801"/>
                </a:lnTo>
                <a:lnTo>
                  <a:pt x="844401" y="81020"/>
                </a:lnTo>
                <a:lnTo>
                  <a:pt x="843195" y="81255"/>
                </a:lnTo>
                <a:lnTo>
                  <a:pt x="842012" y="81505"/>
                </a:lnTo>
                <a:lnTo>
                  <a:pt x="840852" y="81772"/>
                </a:lnTo>
                <a:lnTo>
                  <a:pt x="839714" y="82054"/>
                </a:lnTo>
                <a:lnTo>
                  <a:pt x="838600" y="82352"/>
                </a:lnTo>
                <a:lnTo>
                  <a:pt x="837508" y="82665"/>
                </a:lnTo>
                <a:lnTo>
                  <a:pt x="836439" y="82995"/>
                </a:lnTo>
                <a:lnTo>
                  <a:pt x="835394" y="83340"/>
                </a:lnTo>
                <a:lnTo>
                  <a:pt x="834371" y="83701"/>
                </a:lnTo>
                <a:lnTo>
                  <a:pt x="833371" y="84078"/>
                </a:lnTo>
                <a:lnTo>
                  <a:pt x="832394" y="84470"/>
                </a:lnTo>
                <a:lnTo>
                  <a:pt x="831440" y="84878"/>
                </a:lnTo>
                <a:lnTo>
                  <a:pt x="830508" y="85303"/>
                </a:lnTo>
                <a:lnTo>
                  <a:pt x="829600" y="85743"/>
                </a:lnTo>
                <a:lnTo>
                  <a:pt x="828715" y="86198"/>
                </a:lnTo>
                <a:lnTo>
                  <a:pt x="827852" y="86670"/>
                </a:lnTo>
                <a:lnTo>
                  <a:pt x="827013" y="87157"/>
                </a:lnTo>
                <a:lnTo>
                  <a:pt x="826196" y="87660"/>
                </a:lnTo>
                <a:lnTo>
                  <a:pt x="825402" y="88179"/>
                </a:lnTo>
                <a:lnTo>
                  <a:pt x="824632" y="88714"/>
                </a:lnTo>
                <a:lnTo>
                  <a:pt x="823884" y="89264"/>
                </a:lnTo>
                <a:lnTo>
                  <a:pt x="823159" y="89830"/>
                </a:lnTo>
                <a:lnTo>
                  <a:pt x="822457" y="90412"/>
                </a:lnTo>
                <a:lnTo>
                  <a:pt x="821780" y="91014"/>
                </a:lnTo>
                <a:lnTo>
                  <a:pt x="821133" y="91639"/>
                </a:lnTo>
                <a:lnTo>
                  <a:pt x="820514" y="92288"/>
                </a:lnTo>
                <a:lnTo>
                  <a:pt x="819924" y="92962"/>
                </a:lnTo>
                <a:lnTo>
                  <a:pt x="819363" y="93659"/>
                </a:lnTo>
                <a:lnTo>
                  <a:pt x="818831" y="94379"/>
                </a:lnTo>
                <a:lnTo>
                  <a:pt x="818327" y="95124"/>
                </a:lnTo>
                <a:lnTo>
                  <a:pt x="817853" y="95893"/>
                </a:lnTo>
                <a:lnTo>
                  <a:pt x="817407" y="96685"/>
                </a:lnTo>
                <a:lnTo>
                  <a:pt x="816989" y="97501"/>
                </a:lnTo>
                <a:lnTo>
                  <a:pt x="816601" y="98342"/>
                </a:lnTo>
                <a:lnTo>
                  <a:pt x="816241" y="99206"/>
                </a:lnTo>
                <a:lnTo>
                  <a:pt x="815910" y="100093"/>
                </a:lnTo>
                <a:lnTo>
                  <a:pt x="815608" y="101005"/>
                </a:lnTo>
                <a:lnTo>
                  <a:pt x="815335" y="101941"/>
                </a:lnTo>
                <a:lnTo>
                  <a:pt x="815090" y="102900"/>
                </a:lnTo>
                <a:lnTo>
                  <a:pt x="814874" y="103883"/>
                </a:lnTo>
                <a:lnTo>
                  <a:pt x="814687" y="104890"/>
                </a:lnTo>
                <a:lnTo>
                  <a:pt x="814529" y="105921"/>
                </a:lnTo>
                <a:lnTo>
                  <a:pt x="814400" y="106976"/>
                </a:lnTo>
                <a:lnTo>
                  <a:pt x="814299" y="108055"/>
                </a:lnTo>
                <a:lnTo>
                  <a:pt x="814227" y="109158"/>
                </a:lnTo>
                <a:lnTo>
                  <a:pt x="814184" y="110284"/>
                </a:lnTo>
                <a:lnTo>
                  <a:pt x="814169" y="111434"/>
                </a:lnTo>
                <a:lnTo>
                  <a:pt x="814177" y="112263"/>
                </a:lnTo>
                <a:lnTo>
                  <a:pt x="814201" y="113081"/>
                </a:lnTo>
                <a:lnTo>
                  <a:pt x="814241" y="113887"/>
                </a:lnTo>
                <a:lnTo>
                  <a:pt x="814296" y="114681"/>
                </a:lnTo>
                <a:lnTo>
                  <a:pt x="814367" y="115464"/>
                </a:lnTo>
                <a:lnTo>
                  <a:pt x="814454" y="116235"/>
                </a:lnTo>
                <a:lnTo>
                  <a:pt x="814557" y="116994"/>
                </a:lnTo>
                <a:lnTo>
                  <a:pt x="814675" y="117742"/>
                </a:lnTo>
                <a:lnTo>
                  <a:pt x="814810" y="118478"/>
                </a:lnTo>
                <a:lnTo>
                  <a:pt x="814960" y="119202"/>
                </a:lnTo>
                <a:lnTo>
                  <a:pt x="815126" y="119915"/>
                </a:lnTo>
                <a:lnTo>
                  <a:pt x="815308" y="120616"/>
                </a:lnTo>
                <a:lnTo>
                  <a:pt x="815505" y="121305"/>
                </a:lnTo>
                <a:lnTo>
                  <a:pt x="815719" y="121983"/>
                </a:lnTo>
                <a:lnTo>
                  <a:pt x="815948" y="122649"/>
                </a:lnTo>
                <a:lnTo>
                  <a:pt x="816193" y="123304"/>
                </a:lnTo>
                <a:lnTo>
                  <a:pt x="816454" y="123947"/>
                </a:lnTo>
                <a:lnTo>
                  <a:pt x="816730" y="124578"/>
                </a:lnTo>
                <a:lnTo>
                  <a:pt x="817023" y="125198"/>
                </a:lnTo>
                <a:lnTo>
                  <a:pt x="817331" y="125806"/>
                </a:lnTo>
                <a:lnTo>
                  <a:pt x="817655" y="126402"/>
                </a:lnTo>
                <a:lnTo>
                  <a:pt x="817995" y="126986"/>
                </a:lnTo>
                <a:lnTo>
                  <a:pt x="818351" y="127559"/>
                </a:lnTo>
                <a:lnTo>
                  <a:pt x="818722" y="128121"/>
                </a:lnTo>
                <a:lnTo>
                  <a:pt x="819107" y="128670"/>
                </a:lnTo>
                <a:lnTo>
                  <a:pt x="819501" y="129208"/>
                </a:lnTo>
                <a:lnTo>
                  <a:pt x="819904" y="129734"/>
                </a:lnTo>
                <a:lnTo>
                  <a:pt x="820318" y="130249"/>
                </a:lnTo>
                <a:lnTo>
                  <a:pt x="820741" y="130751"/>
                </a:lnTo>
                <a:lnTo>
                  <a:pt x="821175" y="131243"/>
                </a:lnTo>
                <a:lnTo>
                  <a:pt x="821617" y="131722"/>
                </a:lnTo>
                <a:lnTo>
                  <a:pt x="822070" y="132190"/>
                </a:lnTo>
                <a:lnTo>
                  <a:pt x="822533" y="132646"/>
                </a:lnTo>
                <a:lnTo>
                  <a:pt x="823005" y="133091"/>
                </a:lnTo>
                <a:lnTo>
                  <a:pt x="823487" y="133523"/>
                </a:lnTo>
                <a:lnTo>
                  <a:pt x="823979" y="133945"/>
                </a:lnTo>
                <a:lnTo>
                  <a:pt x="824480" y="134354"/>
                </a:lnTo>
                <a:lnTo>
                  <a:pt x="824991" y="134752"/>
                </a:lnTo>
                <a:lnTo>
                  <a:pt x="825512" y="135138"/>
                </a:lnTo>
                <a:lnTo>
                  <a:pt x="826043" y="135513"/>
                </a:lnTo>
                <a:lnTo>
                  <a:pt x="826584" y="135876"/>
                </a:lnTo>
                <a:lnTo>
                  <a:pt x="827134" y="136227"/>
                </a:lnTo>
                <a:lnTo>
                  <a:pt x="827694" y="136567"/>
                </a:lnTo>
                <a:lnTo>
                  <a:pt x="828264" y="136895"/>
                </a:lnTo>
                <a:lnTo>
                  <a:pt x="828844" y="137211"/>
                </a:lnTo>
                <a:lnTo>
                  <a:pt x="829433" y="137516"/>
                </a:lnTo>
                <a:lnTo>
                  <a:pt x="830033" y="137809"/>
                </a:lnTo>
                <a:lnTo>
                  <a:pt x="830642" y="138090"/>
                </a:lnTo>
                <a:lnTo>
                  <a:pt x="831258" y="138360"/>
                </a:lnTo>
                <a:lnTo>
                  <a:pt x="831877" y="138618"/>
                </a:lnTo>
                <a:lnTo>
                  <a:pt x="832501" y="138865"/>
                </a:lnTo>
                <a:lnTo>
                  <a:pt x="833128" y="139100"/>
                </a:lnTo>
                <a:lnTo>
                  <a:pt x="833760" y="139324"/>
                </a:lnTo>
                <a:lnTo>
                  <a:pt x="834395" y="139536"/>
                </a:lnTo>
                <a:lnTo>
                  <a:pt x="835035" y="139737"/>
                </a:lnTo>
                <a:lnTo>
                  <a:pt x="835678" y="139926"/>
                </a:lnTo>
                <a:lnTo>
                  <a:pt x="836325" y="140104"/>
                </a:lnTo>
                <a:lnTo>
                  <a:pt x="836976" y="140271"/>
                </a:lnTo>
                <a:lnTo>
                  <a:pt x="837631" y="140426"/>
                </a:lnTo>
                <a:lnTo>
                  <a:pt x="838290" y="140569"/>
                </a:lnTo>
                <a:lnTo>
                  <a:pt x="838952" y="140701"/>
                </a:lnTo>
                <a:lnTo>
                  <a:pt x="839619" y="140822"/>
                </a:lnTo>
                <a:lnTo>
                  <a:pt x="840289" y="140931"/>
                </a:lnTo>
                <a:lnTo>
                  <a:pt x="840964" y="141028"/>
                </a:lnTo>
                <a:lnTo>
                  <a:pt x="841642" y="141115"/>
                </a:lnTo>
                <a:lnTo>
                  <a:pt x="842324" y="141189"/>
                </a:lnTo>
                <a:lnTo>
                  <a:pt x="843011" y="141252"/>
                </a:lnTo>
                <a:lnTo>
                  <a:pt x="843701" y="141304"/>
                </a:lnTo>
                <a:lnTo>
                  <a:pt x="844395" y="141344"/>
                </a:lnTo>
                <a:lnTo>
                  <a:pt x="845093" y="141373"/>
                </a:lnTo>
                <a:lnTo>
                  <a:pt x="845794" y="141390"/>
                </a:lnTo>
                <a:lnTo>
                  <a:pt x="846500" y="141396"/>
                </a:lnTo>
                <a:lnTo>
                  <a:pt x="847408" y="141389"/>
                </a:lnTo>
                <a:lnTo>
                  <a:pt x="848307" y="141370"/>
                </a:lnTo>
                <a:lnTo>
                  <a:pt x="849197" y="141337"/>
                </a:lnTo>
                <a:close/>
                <a:moveTo>
                  <a:pt x="853877" y="122726"/>
                </a:moveTo>
                <a:lnTo>
                  <a:pt x="853385" y="122688"/>
                </a:lnTo>
                <a:lnTo>
                  <a:pt x="852901" y="122639"/>
                </a:lnTo>
                <a:lnTo>
                  <a:pt x="852425" y="122579"/>
                </a:lnTo>
                <a:lnTo>
                  <a:pt x="851957" y="122508"/>
                </a:lnTo>
                <a:lnTo>
                  <a:pt x="851496" y="122427"/>
                </a:lnTo>
                <a:lnTo>
                  <a:pt x="851044" y="122334"/>
                </a:lnTo>
                <a:lnTo>
                  <a:pt x="850600" y="122231"/>
                </a:lnTo>
                <a:lnTo>
                  <a:pt x="850164" y="122117"/>
                </a:lnTo>
                <a:lnTo>
                  <a:pt x="849736" y="121992"/>
                </a:lnTo>
                <a:lnTo>
                  <a:pt x="849316" y="121856"/>
                </a:lnTo>
                <a:lnTo>
                  <a:pt x="848903" y="121709"/>
                </a:lnTo>
                <a:lnTo>
                  <a:pt x="848499" y="121551"/>
                </a:lnTo>
                <a:lnTo>
                  <a:pt x="848103" y="121382"/>
                </a:lnTo>
                <a:lnTo>
                  <a:pt x="847715" y="121203"/>
                </a:lnTo>
                <a:lnTo>
                  <a:pt x="847335" y="121012"/>
                </a:lnTo>
                <a:lnTo>
                  <a:pt x="846962" y="120811"/>
                </a:lnTo>
                <a:lnTo>
                  <a:pt x="846598" y="120599"/>
                </a:lnTo>
                <a:lnTo>
                  <a:pt x="846242" y="120376"/>
                </a:lnTo>
                <a:lnTo>
                  <a:pt x="845894" y="120142"/>
                </a:lnTo>
                <a:lnTo>
                  <a:pt x="845553" y="119897"/>
                </a:lnTo>
                <a:lnTo>
                  <a:pt x="845221" y="119642"/>
                </a:lnTo>
                <a:lnTo>
                  <a:pt x="844900" y="119375"/>
                </a:lnTo>
                <a:lnTo>
                  <a:pt x="844592" y="119096"/>
                </a:lnTo>
                <a:lnTo>
                  <a:pt x="844298" y="118806"/>
                </a:lnTo>
                <a:lnTo>
                  <a:pt x="844018" y="118504"/>
                </a:lnTo>
                <a:lnTo>
                  <a:pt x="843751" y="118191"/>
                </a:lnTo>
                <a:lnTo>
                  <a:pt x="843498" y="117866"/>
                </a:lnTo>
                <a:lnTo>
                  <a:pt x="843259" y="117529"/>
                </a:lnTo>
                <a:lnTo>
                  <a:pt x="843033" y="117181"/>
                </a:lnTo>
                <a:lnTo>
                  <a:pt x="842821" y="116821"/>
                </a:lnTo>
                <a:lnTo>
                  <a:pt x="842623" y="116450"/>
                </a:lnTo>
                <a:lnTo>
                  <a:pt x="842438" y="116067"/>
                </a:lnTo>
                <a:lnTo>
                  <a:pt x="842267" y="115672"/>
                </a:lnTo>
                <a:lnTo>
                  <a:pt x="842110" y="115266"/>
                </a:lnTo>
                <a:lnTo>
                  <a:pt x="841966" y="114848"/>
                </a:lnTo>
                <a:lnTo>
                  <a:pt x="841836" y="114419"/>
                </a:lnTo>
                <a:lnTo>
                  <a:pt x="841720" y="113977"/>
                </a:lnTo>
                <a:lnTo>
                  <a:pt x="841617" y="113525"/>
                </a:lnTo>
                <a:lnTo>
                  <a:pt x="841528" y="113060"/>
                </a:lnTo>
                <a:lnTo>
                  <a:pt x="841453" y="112585"/>
                </a:lnTo>
                <a:lnTo>
                  <a:pt x="841392" y="112097"/>
                </a:lnTo>
                <a:lnTo>
                  <a:pt x="841344" y="111598"/>
                </a:lnTo>
                <a:lnTo>
                  <a:pt x="841310" y="111087"/>
                </a:lnTo>
                <a:lnTo>
                  <a:pt x="841289" y="110565"/>
                </a:lnTo>
                <a:lnTo>
                  <a:pt x="841282" y="110031"/>
                </a:lnTo>
                <a:lnTo>
                  <a:pt x="841297" y="109291"/>
                </a:lnTo>
                <a:lnTo>
                  <a:pt x="841342" y="108568"/>
                </a:lnTo>
                <a:lnTo>
                  <a:pt x="841416" y="107862"/>
                </a:lnTo>
                <a:lnTo>
                  <a:pt x="841521" y="107174"/>
                </a:lnTo>
                <a:lnTo>
                  <a:pt x="841655" y="106503"/>
                </a:lnTo>
                <a:lnTo>
                  <a:pt x="841819" y="105849"/>
                </a:lnTo>
                <a:lnTo>
                  <a:pt x="842013" y="105212"/>
                </a:lnTo>
                <a:lnTo>
                  <a:pt x="842237" y="104592"/>
                </a:lnTo>
                <a:lnTo>
                  <a:pt x="842491" y="103990"/>
                </a:lnTo>
                <a:lnTo>
                  <a:pt x="842774" y="103405"/>
                </a:lnTo>
                <a:lnTo>
                  <a:pt x="843088" y="102837"/>
                </a:lnTo>
                <a:lnTo>
                  <a:pt x="843431" y="102287"/>
                </a:lnTo>
                <a:lnTo>
                  <a:pt x="843804" y="101754"/>
                </a:lnTo>
                <a:lnTo>
                  <a:pt x="844207" y="101237"/>
                </a:lnTo>
                <a:lnTo>
                  <a:pt x="844639" y="100739"/>
                </a:lnTo>
                <a:lnTo>
                  <a:pt x="845102" y="100257"/>
                </a:lnTo>
                <a:lnTo>
                  <a:pt x="845594" y="99793"/>
                </a:lnTo>
                <a:lnTo>
                  <a:pt x="846116" y="99345"/>
                </a:lnTo>
                <a:lnTo>
                  <a:pt x="846669" y="98915"/>
                </a:lnTo>
                <a:lnTo>
                  <a:pt x="847250" y="98503"/>
                </a:lnTo>
                <a:lnTo>
                  <a:pt x="847862" y="98107"/>
                </a:lnTo>
                <a:lnTo>
                  <a:pt x="848504" y="97729"/>
                </a:lnTo>
                <a:lnTo>
                  <a:pt x="849175" y="97368"/>
                </a:lnTo>
                <a:lnTo>
                  <a:pt x="849876" y="97024"/>
                </a:lnTo>
                <a:lnTo>
                  <a:pt x="850615" y="96696"/>
                </a:lnTo>
                <a:lnTo>
                  <a:pt x="851398" y="96381"/>
                </a:lnTo>
                <a:lnTo>
                  <a:pt x="852226" y="96080"/>
                </a:lnTo>
                <a:lnTo>
                  <a:pt x="853099" y="95792"/>
                </a:lnTo>
                <a:lnTo>
                  <a:pt x="854017" y="95518"/>
                </a:lnTo>
                <a:lnTo>
                  <a:pt x="854979" y="95258"/>
                </a:lnTo>
                <a:lnTo>
                  <a:pt x="855986" y="95011"/>
                </a:lnTo>
                <a:lnTo>
                  <a:pt x="857038" y="94778"/>
                </a:lnTo>
                <a:lnTo>
                  <a:pt x="858135" y="94558"/>
                </a:lnTo>
                <a:lnTo>
                  <a:pt x="859276" y="94352"/>
                </a:lnTo>
                <a:lnTo>
                  <a:pt x="860463" y="94160"/>
                </a:lnTo>
                <a:lnTo>
                  <a:pt x="861694" y="93981"/>
                </a:lnTo>
                <a:lnTo>
                  <a:pt x="862969" y="93816"/>
                </a:lnTo>
                <a:lnTo>
                  <a:pt x="864290" y="93664"/>
                </a:lnTo>
                <a:lnTo>
                  <a:pt x="865655" y="93526"/>
                </a:lnTo>
                <a:lnTo>
                  <a:pt x="867065" y="93402"/>
                </a:lnTo>
                <a:lnTo>
                  <a:pt x="868520" y="93291"/>
                </a:lnTo>
                <a:lnTo>
                  <a:pt x="870019" y="93194"/>
                </a:lnTo>
                <a:lnTo>
                  <a:pt x="871563" y="93110"/>
                </a:lnTo>
                <a:lnTo>
                  <a:pt x="873153" y="93040"/>
                </a:lnTo>
                <a:lnTo>
                  <a:pt x="874786" y="92984"/>
                </a:lnTo>
                <a:lnTo>
                  <a:pt x="876465" y="92941"/>
                </a:lnTo>
                <a:lnTo>
                  <a:pt x="878188" y="92912"/>
                </a:lnTo>
                <a:lnTo>
                  <a:pt x="879956" y="92897"/>
                </a:lnTo>
                <a:lnTo>
                  <a:pt x="879956" y="109404"/>
                </a:lnTo>
                <a:lnTo>
                  <a:pt x="879628" y="109837"/>
                </a:lnTo>
                <a:lnTo>
                  <a:pt x="879290" y="110266"/>
                </a:lnTo>
                <a:lnTo>
                  <a:pt x="878944" y="110691"/>
                </a:lnTo>
                <a:lnTo>
                  <a:pt x="878588" y="111113"/>
                </a:lnTo>
                <a:lnTo>
                  <a:pt x="878223" y="111530"/>
                </a:lnTo>
                <a:lnTo>
                  <a:pt x="877849" y="111943"/>
                </a:lnTo>
                <a:lnTo>
                  <a:pt x="877466" y="112352"/>
                </a:lnTo>
                <a:lnTo>
                  <a:pt x="877074" y="112758"/>
                </a:lnTo>
                <a:lnTo>
                  <a:pt x="876673" y="113159"/>
                </a:lnTo>
                <a:lnTo>
                  <a:pt x="876263" y="113556"/>
                </a:lnTo>
                <a:lnTo>
                  <a:pt x="875844" y="113950"/>
                </a:lnTo>
                <a:lnTo>
                  <a:pt x="875416" y="114339"/>
                </a:lnTo>
                <a:lnTo>
                  <a:pt x="874979" y="114724"/>
                </a:lnTo>
                <a:lnTo>
                  <a:pt x="874533" y="115106"/>
                </a:lnTo>
                <a:lnTo>
                  <a:pt x="874077" y="115483"/>
                </a:lnTo>
                <a:lnTo>
                  <a:pt x="873613" y="115857"/>
                </a:lnTo>
                <a:lnTo>
                  <a:pt x="873139" y="116226"/>
                </a:lnTo>
                <a:lnTo>
                  <a:pt x="872657" y="116592"/>
                </a:lnTo>
                <a:lnTo>
                  <a:pt x="872165" y="116953"/>
                </a:lnTo>
                <a:lnTo>
                  <a:pt x="871665" y="117311"/>
                </a:lnTo>
                <a:lnTo>
                  <a:pt x="871155" y="117665"/>
                </a:lnTo>
                <a:lnTo>
                  <a:pt x="870636" y="118014"/>
                </a:lnTo>
                <a:lnTo>
                  <a:pt x="870108" y="118360"/>
                </a:lnTo>
                <a:lnTo>
                  <a:pt x="869572" y="118702"/>
                </a:lnTo>
                <a:lnTo>
                  <a:pt x="869028" y="119034"/>
                </a:lnTo>
                <a:lnTo>
                  <a:pt x="868481" y="119352"/>
                </a:lnTo>
                <a:lnTo>
                  <a:pt x="867929" y="119656"/>
                </a:lnTo>
                <a:lnTo>
                  <a:pt x="867373" y="119946"/>
                </a:lnTo>
                <a:lnTo>
                  <a:pt x="866813" y="120222"/>
                </a:lnTo>
                <a:lnTo>
                  <a:pt x="866250" y="120484"/>
                </a:lnTo>
                <a:lnTo>
                  <a:pt x="865682" y="120731"/>
                </a:lnTo>
                <a:lnTo>
                  <a:pt x="865110" y="120965"/>
                </a:lnTo>
                <a:lnTo>
                  <a:pt x="864533" y="121184"/>
                </a:lnTo>
                <a:lnTo>
                  <a:pt x="863953" y="121389"/>
                </a:lnTo>
                <a:lnTo>
                  <a:pt x="863369" y="121580"/>
                </a:lnTo>
                <a:lnTo>
                  <a:pt x="862781" y="121757"/>
                </a:lnTo>
                <a:lnTo>
                  <a:pt x="862188" y="121919"/>
                </a:lnTo>
                <a:lnTo>
                  <a:pt x="861592" y="122068"/>
                </a:lnTo>
                <a:lnTo>
                  <a:pt x="860991" y="122202"/>
                </a:lnTo>
                <a:lnTo>
                  <a:pt x="860386" y="122322"/>
                </a:lnTo>
                <a:lnTo>
                  <a:pt x="859777" y="122428"/>
                </a:lnTo>
                <a:lnTo>
                  <a:pt x="859164" y="122520"/>
                </a:lnTo>
                <a:lnTo>
                  <a:pt x="858547" y="122598"/>
                </a:lnTo>
                <a:lnTo>
                  <a:pt x="857926" y="122662"/>
                </a:lnTo>
                <a:lnTo>
                  <a:pt x="857301" y="122711"/>
                </a:lnTo>
                <a:lnTo>
                  <a:pt x="856672" y="122747"/>
                </a:lnTo>
                <a:lnTo>
                  <a:pt x="856039" y="122768"/>
                </a:lnTo>
                <a:lnTo>
                  <a:pt x="855401" y="122775"/>
                </a:lnTo>
                <a:lnTo>
                  <a:pt x="854885" y="122770"/>
                </a:lnTo>
                <a:lnTo>
                  <a:pt x="854377" y="122753"/>
                </a:lnTo>
                <a:lnTo>
                  <a:pt x="853877" y="122726"/>
                </a:lnTo>
                <a:close/>
                <a:moveTo>
                  <a:pt x="1059503" y="141288"/>
                </a:moveTo>
                <a:lnTo>
                  <a:pt x="1060584" y="141227"/>
                </a:lnTo>
                <a:lnTo>
                  <a:pt x="1061652" y="141153"/>
                </a:lnTo>
                <a:lnTo>
                  <a:pt x="1062709" y="141065"/>
                </a:lnTo>
                <a:lnTo>
                  <a:pt x="1063754" y="140964"/>
                </a:lnTo>
                <a:lnTo>
                  <a:pt x="1064786" y="140849"/>
                </a:lnTo>
                <a:lnTo>
                  <a:pt x="1065807" y="140721"/>
                </a:lnTo>
                <a:lnTo>
                  <a:pt x="1066816" y="140579"/>
                </a:lnTo>
                <a:lnTo>
                  <a:pt x="1067813" y="140424"/>
                </a:lnTo>
                <a:lnTo>
                  <a:pt x="1068799" y="140255"/>
                </a:lnTo>
                <a:lnTo>
                  <a:pt x="1069772" y="140073"/>
                </a:lnTo>
                <a:lnTo>
                  <a:pt x="1070733" y="139877"/>
                </a:lnTo>
                <a:lnTo>
                  <a:pt x="1071683" y="139668"/>
                </a:lnTo>
                <a:lnTo>
                  <a:pt x="1072620" y="139445"/>
                </a:lnTo>
                <a:lnTo>
                  <a:pt x="1073546" y="139209"/>
                </a:lnTo>
                <a:lnTo>
                  <a:pt x="1074460" y="138959"/>
                </a:lnTo>
                <a:lnTo>
                  <a:pt x="1075362" y="138696"/>
                </a:lnTo>
                <a:lnTo>
                  <a:pt x="1076252" y="138419"/>
                </a:lnTo>
                <a:lnTo>
                  <a:pt x="1077130" y="138129"/>
                </a:lnTo>
                <a:lnTo>
                  <a:pt x="1077996" y="137825"/>
                </a:lnTo>
                <a:lnTo>
                  <a:pt x="1078850" y="137508"/>
                </a:lnTo>
                <a:lnTo>
                  <a:pt x="1079691" y="137177"/>
                </a:lnTo>
                <a:lnTo>
                  <a:pt x="1080517" y="136832"/>
                </a:lnTo>
                <a:lnTo>
                  <a:pt x="1081328" y="136474"/>
                </a:lnTo>
                <a:lnTo>
                  <a:pt x="1082124" y="136101"/>
                </a:lnTo>
                <a:lnTo>
                  <a:pt x="1082906" y="135715"/>
                </a:lnTo>
                <a:lnTo>
                  <a:pt x="1083672" y="135315"/>
                </a:lnTo>
                <a:lnTo>
                  <a:pt x="1084423" y="134901"/>
                </a:lnTo>
                <a:lnTo>
                  <a:pt x="1085160" y="134473"/>
                </a:lnTo>
                <a:lnTo>
                  <a:pt x="1085881" y="134031"/>
                </a:lnTo>
                <a:lnTo>
                  <a:pt x="1086588" y="133575"/>
                </a:lnTo>
                <a:lnTo>
                  <a:pt x="1087279" y="133106"/>
                </a:lnTo>
                <a:lnTo>
                  <a:pt x="1087956" y="132623"/>
                </a:lnTo>
                <a:lnTo>
                  <a:pt x="1088618" y="132125"/>
                </a:lnTo>
                <a:lnTo>
                  <a:pt x="1089265" y="131614"/>
                </a:lnTo>
                <a:lnTo>
                  <a:pt x="1089897" y="131089"/>
                </a:lnTo>
                <a:lnTo>
                  <a:pt x="1090514" y="130551"/>
                </a:lnTo>
                <a:lnTo>
                  <a:pt x="1091116" y="129998"/>
                </a:lnTo>
                <a:lnTo>
                  <a:pt x="1091703" y="129432"/>
                </a:lnTo>
                <a:lnTo>
                  <a:pt x="1092276" y="128851"/>
                </a:lnTo>
                <a:lnTo>
                  <a:pt x="1092833" y="128257"/>
                </a:lnTo>
                <a:lnTo>
                  <a:pt x="1093376" y="127649"/>
                </a:lnTo>
                <a:lnTo>
                  <a:pt x="1093903" y="127027"/>
                </a:lnTo>
                <a:lnTo>
                  <a:pt x="1094416" y="126392"/>
                </a:lnTo>
                <a:lnTo>
                  <a:pt x="1094913" y="125742"/>
                </a:lnTo>
                <a:lnTo>
                  <a:pt x="1095394" y="125079"/>
                </a:lnTo>
                <a:lnTo>
                  <a:pt x="1095857" y="124402"/>
                </a:lnTo>
                <a:lnTo>
                  <a:pt x="1096300" y="123711"/>
                </a:lnTo>
                <a:lnTo>
                  <a:pt x="1096725" y="123007"/>
                </a:lnTo>
                <a:lnTo>
                  <a:pt x="1097132" y="122289"/>
                </a:lnTo>
                <a:lnTo>
                  <a:pt x="1097519" y="121557"/>
                </a:lnTo>
                <a:lnTo>
                  <a:pt x="1097888" y="120811"/>
                </a:lnTo>
                <a:lnTo>
                  <a:pt x="1098239" y="120052"/>
                </a:lnTo>
                <a:lnTo>
                  <a:pt x="1098570" y="119280"/>
                </a:lnTo>
                <a:lnTo>
                  <a:pt x="1098883" y="118493"/>
                </a:lnTo>
                <a:lnTo>
                  <a:pt x="1099178" y="117693"/>
                </a:lnTo>
                <a:lnTo>
                  <a:pt x="1099454" y="116879"/>
                </a:lnTo>
                <a:lnTo>
                  <a:pt x="1099711" y="116052"/>
                </a:lnTo>
                <a:lnTo>
                  <a:pt x="1099949" y="115211"/>
                </a:lnTo>
                <a:lnTo>
                  <a:pt x="1100169" y="114356"/>
                </a:lnTo>
                <a:lnTo>
                  <a:pt x="1100370" y="113487"/>
                </a:lnTo>
                <a:lnTo>
                  <a:pt x="1100553" y="112605"/>
                </a:lnTo>
                <a:lnTo>
                  <a:pt x="1100716" y="111709"/>
                </a:lnTo>
                <a:lnTo>
                  <a:pt x="1100862" y="110800"/>
                </a:lnTo>
                <a:lnTo>
                  <a:pt x="1100988" y="109876"/>
                </a:lnTo>
                <a:lnTo>
                  <a:pt x="1101096" y="108940"/>
                </a:lnTo>
                <a:lnTo>
                  <a:pt x="1101185" y="107989"/>
                </a:lnTo>
                <a:lnTo>
                  <a:pt x="1101256" y="107025"/>
                </a:lnTo>
                <a:lnTo>
                  <a:pt x="1101308" y="106047"/>
                </a:lnTo>
                <a:lnTo>
                  <a:pt x="1074604" y="106047"/>
                </a:lnTo>
                <a:lnTo>
                  <a:pt x="1074587" y="106690"/>
                </a:lnTo>
                <a:lnTo>
                  <a:pt x="1074551" y="107320"/>
                </a:lnTo>
                <a:lnTo>
                  <a:pt x="1074497" y="107937"/>
                </a:lnTo>
                <a:lnTo>
                  <a:pt x="1074425" y="108540"/>
                </a:lnTo>
                <a:lnTo>
                  <a:pt x="1074335" y="109130"/>
                </a:lnTo>
                <a:lnTo>
                  <a:pt x="1074227" y="109707"/>
                </a:lnTo>
                <a:lnTo>
                  <a:pt x="1074101" y="110270"/>
                </a:lnTo>
                <a:lnTo>
                  <a:pt x="1073956" y="110820"/>
                </a:lnTo>
                <a:lnTo>
                  <a:pt x="1073794" y="111357"/>
                </a:lnTo>
                <a:lnTo>
                  <a:pt x="1073613" y="111880"/>
                </a:lnTo>
                <a:lnTo>
                  <a:pt x="1073414" y="112389"/>
                </a:lnTo>
                <a:lnTo>
                  <a:pt x="1073198" y="112886"/>
                </a:lnTo>
                <a:lnTo>
                  <a:pt x="1072963" y="113369"/>
                </a:lnTo>
                <a:lnTo>
                  <a:pt x="1072710" y="113839"/>
                </a:lnTo>
                <a:lnTo>
                  <a:pt x="1072438" y="114295"/>
                </a:lnTo>
                <a:lnTo>
                  <a:pt x="1072149" y="114738"/>
                </a:lnTo>
                <a:lnTo>
                  <a:pt x="1071841" y="115167"/>
                </a:lnTo>
                <a:lnTo>
                  <a:pt x="1071516" y="115584"/>
                </a:lnTo>
                <a:lnTo>
                  <a:pt x="1071172" y="115986"/>
                </a:lnTo>
                <a:lnTo>
                  <a:pt x="1070810" y="116376"/>
                </a:lnTo>
                <a:lnTo>
                  <a:pt x="1070430" y="116752"/>
                </a:lnTo>
                <a:lnTo>
                  <a:pt x="1070032" y="117115"/>
                </a:lnTo>
                <a:lnTo>
                  <a:pt x="1069616" y="117464"/>
                </a:lnTo>
                <a:lnTo>
                  <a:pt x="1069182" y="117800"/>
                </a:lnTo>
                <a:lnTo>
                  <a:pt x="1068732" y="118122"/>
                </a:lnTo>
                <a:lnTo>
                  <a:pt x="1068271" y="118431"/>
                </a:lnTo>
                <a:lnTo>
                  <a:pt x="1067797" y="118726"/>
                </a:lnTo>
                <a:lnTo>
                  <a:pt x="1067312" y="119008"/>
                </a:lnTo>
                <a:lnTo>
                  <a:pt x="1066814" y="119275"/>
                </a:lnTo>
                <a:lnTo>
                  <a:pt x="1066304" y="119529"/>
                </a:lnTo>
                <a:lnTo>
                  <a:pt x="1065782" y="119769"/>
                </a:lnTo>
                <a:lnTo>
                  <a:pt x="1065249" y="119995"/>
                </a:lnTo>
                <a:lnTo>
                  <a:pt x="1064702" y="120208"/>
                </a:lnTo>
                <a:lnTo>
                  <a:pt x="1064144" y="120407"/>
                </a:lnTo>
                <a:lnTo>
                  <a:pt x="1063574" y="120592"/>
                </a:lnTo>
                <a:lnTo>
                  <a:pt x="1062992" y="120764"/>
                </a:lnTo>
                <a:lnTo>
                  <a:pt x="1062398" y="120922"/>
                </a:lnTo>
                <a:lnTo>
                  <a:pt x="1061791" y="121066"/>
                </a:lnTo>
                <a:lnTo>
                  <a:pt x="1061173" y="121196"/>
                </a:lnTo>
                <a:lnTo>
                  <a:pt x="1060542" y="121313"/>
                </a:lnTo>
                <a:lnTo>
                  <a:pt x="1059899" y="121416"/>
                </a:lnTo>
                <a:lnTo>
                  <a:pt x="1059245" y="121505"/>
                </a:lnTo>
                <a:lnTo>
                  <a:pt x="1058578" y="121580"/>
                </a:lnTo>
                <a:lnTo>
                  <a:pt x="1057899" y="121642"/>
                </a:lnTo>
                <a:lnTo>
                  <a:pt x="1057208" y="121690"/>
                </a:lnTo>
                <a:lnTo>
                  <a:pt x="1056505" y="121724"/>
                </a:lnTo>
                <a:lnTo>
                  <a:pt x="1055790" y="121745"/>
                </a:lnTo>
                <a:lnTo>
                  <a:pt x="1055063" y="121752"/>
                </a:lnTo>
                <a:lnTo>
                  <a:pt x="1054361" y="121745"/>
                </a:lnTo>
                <a:lnTo>
                  <a:pt x="1053670" y="121725"/>
                </a:lnTo>
                <a:lnTo>
                  <a:pt x="1052991" y="121692"/>
                </a:lnTo>
                <a:lnTo>
                  <a:pt x="1052323" y="121646"/>
                </a:lnTo>
                <a:lnTo>
                  <a:pt x="1051667" y="121586"/>
                </a:lnTo>
                <a:lnTo>
                  <a:pt x="1051021" y="121513"/>
                </a:lnTo>
                <a:lnTo>
                  <a:pt x="1050388" y="121427"/>
                </a:lnTo>
                <a:lnTo>
                  <a:pt x="1049765" y="121328"/>
                </a:lnTo>
                <a:lnTo>
                  <a:pt x="1049154" y="121215"/>
                </a:lnTo>
                <a:lnTo>
                  <a:pt x="1048555" y="121089"/>
                </a:lnTo>
                <a:lnTo>
                  <a:pt x="1047966" y="120950"/>
                </a:lnTo>
                <a:lnTo>
                  <a:pt x="1047389" y="120797"/>
                </a:lnTo>
                <a:lnTo>
                  <a:pt x="1046824" y="120632"/>
                </a:lnTo>
                <a:lnTo>
                  <a:pt x="1046270" y="120453"/>
                </a:lnTo>
                <a:lnTo>
                  <a:pt x="1045727" y="120261"/>
                </a:lnTo>
                <a:lnTo>
                  <a:pt x="1045195" y="120055"/>
                </a:lnTo>
                <a:lnTo>
                  <a:pt x="1044675" y="119836"/>
                </a:lnTo>
                <a:lnTo>
                  <a:pt x="1044166" y="119604"/>
                </a:lnTo>
                <a:lnTo>
                  <a:pt x="1043669" y="119359"/>
                </a:lnTo>
                <a:lnTo>
                  <a:pt x="1043183" y="119101"/>
                </a:lnTo>
                <a:lnTo>
                  <a:pt x="1042709" y="118829"/>
                </a:lnTo>
                <a:lnTo>
                  <a:pt x="1042245" y="118544"/>
                </a:lnTo>
                <a:lnTo>
                  <a:pt x="1041793" y="118246"/>
                </a:lnTo>
                <a:lnTo>
                  <a:pt x="1041353" y="117934"/>
                </a:lnTo>
                <a:lnTo>
                  <a:pt x="1040923" y="117612"/>
                </a:lnTo>
                <a:lnTo>
                  <a:pt x="1040503" y="117280"/>
                </a:lnTo>
                <a:lnTo>
                  <a:pt x="1040092" y="116941"/>
                </a:lnTo>
                <a:lnTo>
                  <a:pt x="1039692" y="116592"/>
                </a:lnTo>
                <a:lnTo>
                  <a:pt x="1039301" y="116236"/>
                </a:lnTo>
                <a:lnTo>
                  <a:pt x="1038920" y="115870"/>
                </a:lnTo>
                <a:lnTo>
                  <a:pt x="1038548" y="115496"/>
                </a:lnTo>
                <a:lnTo>
                  <a:pt x="1038187" y="115114"/>
                </a:lnTo>
                <a:lnTo>
                  <a:pt x="1037835" y="114723"/>
                </a:lnTo>
                <a:lnTo>
                  <a:pt x="1037493" y="114323"/>
                </a:lnTo>
                <a:lnTo>
                  <a:pt x="1037161" y="113915"/>
                </a:lnTo>
                <a:lnTo>
                  <a:pt x="1036838" y="113499"/>
                </a:lnTo>
                <a:lnTo>
                  <a:pt x="1036526" y="113074"/>
                </a:lnTo>
                <a:lnTo>
                  <a:pt x="1036223" y="112640"/>
                </a:lnTo>
                <a:lnTo>
                  <a:pt x="1035930" y="112198"/>
                </a:lnTo>
                <a:lnTo>
                  <a:pt x="1035646" y="111747"/>
                </a:lnTo>
                <a:lnTo>
                  <a:pt x="1035372" y="111288"/>
                </a:lnTo>
                <a:lnTo>
                  <a:pt x="1035109" y="110820"/>
                </a:lnTo>
                <a:lnTo>
                  <a:pt x="1034855" y="110344"/>
                </a:lnTo>
                <a:lnTo>
                  <a:pt x="1034610" y="109859"/>
                </a:lnTo>
                <a:lnTo>
                  <a:pt x="1034376" y="109366"/>
                </a:lnTo>
                <a:lnTo>
                  <a:pt x="1034151" y="108864"/>
                </a:lnTo>
                <a:lnTo>
                  <a:pt x="1033936" y="108353"/>
                </a:lnTo>
                <a:lnTo>
                  <a:pt x="1033731" y="107834"/>
                </a:lnTo>
                <a:lnTo>
                  <a:pt x="1033534" y="107309"/>
                </a:lnTo>
                <a:lnTo>
                  <a:pt x="1033345" y="106781"/>
                </a:lnTo>
                <a:lnTo>
                  <a:pt x="1033164" y="106250"/>
                </a:lnTo>
                <a:lnTo>
                  <a:pt x="1032990" y="105715"/>
                </a:lnTo>
                <a:lnTo>
                  <a:pt x="1032824" y="105177"/>
                </a:lnTo>
                <a:lnTo>
                  <a:pt x="1032666" y="104635"/>
                </a:lnTo>
                <a:lnTo>
                  <a:pt x="1032515" y="104091"/>
                </a:lnTo>
                <a:lnTo>
                  <a:pt x="1032372" y="103543"/>
                </a:lnTo>
                <a:lnTo>
                  <a:pt x="1032237" y="102992"/>
                </a:lnTo>
                <a:lnTo>
                  <a:pt x="1032109" y="102438"/>
                </a:lnTo>
                <a:lnTo>
                  <a:pt x="1031989" y="101880"/>
                </a:lnTo>
                <a:lnTo>
                  <a:pt x="1031876" y="101319"/>
                </a:lnTo>
                <a:lnTo>
                  <a:pt x="1031771" y="100755"/>
                </a:lnTo>
                <a:lnTo>
                  <a:pt x="1031674" y="100187"/>
                </a:lnTo>
                <a:lnTo>
                  <a:pt x="1031584" y="99616"/>
                </a:lnTo>
                <a:lnTo>
                  <a:pt x="1031502" y="99042"/>
                </a:lnTo>
                <a:lnTo>
                  <a:pt x="1031428" y="98465"/>
                </a:lnTo>
                <a:lnTo>
                  <a:pt x="1031361" y="97884"/>
                </a:lnTo>
                <a:lnTo>
                  <a:pt x="1031302" y="97301"/>
                </a:lnTo>
                <a:lnTo>
                  <a:pt x="1031251" y="96713"/>
                </a:lnTo>
                <a:lnTo>
                  <a:pt x="1031207" y="96123"/>
                </a:lnTo>
                <a:lnTo>
                  <a:pt x="1031171" y="95529"/>
                </a:lnTo>
                <a:lnTo>
                  <a:pt x="1031142" y="94932"/>
                </a:lnTo>
                <a:lnTo>
                  <a:pt x="1031122" y="94332"/>
                </a:lnTo>
                <a:lnTo>
                  <a:pt x="1101206" y="94332"/>
                </a:lnTo>
                <a:lnTo>
                  <a:pt x="1101223" y="94236"/>
                </a:lnTo>
                <a:lnTo>
                  <a:pt x="1101239" y="94136"/>
                </a:lnTo>
                <a:lnTo>
                  <a:pt x="1101255" y="94032"/>
                </a:lnTo>
                <a:lnTo>
                  <a:pt x="1101271" y="93925"/>
                </a:lnTo>
                <a:lnTo>
                  <a:pt x="1101286" y="93815"/>
                </a:lnTo>
                <a:lnTo>
                  <a:pt x="1101302" y="93702"/>
                </a:lnTo>
                <a:lnTo>
                  <a:pt x="1101316" y="93585"/>
                </a:lnTo>
                <a:lnTo>
                  <a:pt x="1101331" y="93464"/>
                </a:lnTo>
                <a:lnTo>
                  <a:pt x="1101345" y="93340"/>
                </a:lnTo>
                <a:lnTo>
                  <a:pt x="1101358" y="93213"/>
                </a:lnTo>
                <a:lnTo>
                  <a:pt x="1101372" y="93083"/>
                </a:lnTo>
                <a:lnTo>
                  <a:pt x="1101385" y="92948"/>
                </a:lnTo>
                <a:lnTo>
                  <a:pt x="1101397" y="92811"/>
                </a:lnTo>
                <a:lnTo>
                  <a:pt x="1101410" y="92670"/>
                </a:lnTo>
                <a:lnTo>
                  <a:pt x="1101421" y="92526"/>
                </a:lnTo>
                <a:lnTo>
                  <a:pt x="1101433" y="92378"/>
                </a:lnTo>
                <a:lnTo>
                  <a:pt x="1101444" y="92227"/>
                </a:lnTo>
                <a:lnTo>
                  <a:pt x="1101455" y="92073"/>
                </a:lnTo>
                <a:lnTo>
                  <a:pt x="1101466" y="91915"/>
                </a:lnTo>
                <a:lnTo>
                  <a:pt x="1101476" y="91753"/>
                </a:lnTo>
                <a:lnTo>
                  <a:pt x="1101485" y="91589"/>
                </a:lnTo>
                <a:lnTo>
                  <a:pt x="1101495" y="91421"/>
                </a:lnTo>
                <a:lnTo>
                  <a:pt x="1101504" y="91249"/>
                </a:lnTo>
                <a:lnTo>
                  <a:pt x="1101513" y="91074"/>
                </a:lnTo>
                <a:lnTo>
                  <a:pt x="1101521" y="90899"/>
                </a:lnTo>
                <a:lnTo>
                  <a:pt x="1101529" y="90727"/>
                </a:lnTo>
                <a:lnTo>
                  <a:pt x="1101537" y="90558"/>
                </a:lnTo>
                <a:lnTo>
                  <a:pt x="1101544" y="90392"/>
                </a:lnTo>
                <a:lnTo>
                  <a:pt x="1101551" y="90229"/>
                </a:lnTo>
                <a:lnTo>
                  <a:pt x="1101557" y="90069"/>
                </a:lnTo>
                <a:lnTo>
                  <a:pt x="1101564" y="89912"/>
                </a:lnTo>
                <a:lnTo>
                  <a:pt x="1101569" y="89759"/>
                </a:lnTo>
                <a:lnTo>
                  <a:pt x="1101575" y="89608"/>
                </a:lnTo>
                <a:lnTo>
                  <a:pt x="1101580" y="89460"/>
                </a:lnTo>
                <a:lnTo>
                  <a:pt x="1101585" y="89316"/>
                </a:lnTo>
                <a:lnTo>
                  <a:pt x="1101589" y="89174"/>
                </a:lnTo>
                <a:lnTo>
                  <a:pt x="1101593" y="89036"/>
                </a:lnTo>
                <a:lnTo>
                  <a:pt x="1101597" y="88900"/>
                </a:lnTo>
                <a:lnTo>
                  <a:pt x="1101601" y="88768"/>
                </a:lnTo>
                <a:lnTo>
                  <a:pt x="1101604" y="88638"/>
                </a:lnTo>
                <a:lnTo>
                  <a:pt x="1101606" y="88512"/>
                </a:lnTo>
                <a:lnTo>
                  <a:pt x="1101609" y="88389"/>
                </a:lnTo>
                <a:lnTo>
                  <a:pt x="1101610" y="88269"/>
                </a:lnTo>
                <a:lnTo>
                  <a:pt x="1101612" y="88152"/>
                </a:lnTo>
                <a:lnTo>
                  <a:pt x="1101613" y="88038"/>
                </a:lnTo>
                <a:lnTo>
                  <a:pt x="1101614" y="87927"/>
                </a:lnTo>
                <a:lnTo>
                  <a:pt x="1101615" y="87819"/>
                </a:lnTo>
                <a:lnTo>
                  <a:pt x="1101615" y="87714"/>
                </a:lnTo>
                <a:lnTo>
                  <a:pt x="1101592" y="85699"/>
                </a:lnTo>
                <a:lnTo>
                  <a:pt x="1101525" y="83724"/>
                </a:lnTo>
                <a:lnTo>
                  <a:pt x="1101413" y="81787"/>
                </a:lnTo>
                <a:lnTo>
                  <a:pt x="1101255" y="79890"/>
                </a:lnTo>
                <a:lnTo>
                  <a:pt x="1101053" y="78031"/>
                </a:lnTo>
                <a:lnTo>
                  <a:pt x="1100806" y="76211"/>
                </a:lnTo>
                <a:lnTo>
                  <a:pt x="1100514" y="74430"/>
                </a:lnTo>
                <a:lnTo>
                  <a:pt x="1100177" y="72689"/>
                </a:lnTo>
                <a:lnTo>
                  <a:pt x="1099795" y="70986"/>
                </a:lnTo>
                <a:lnTo>
                  <a:pt x="1099368" y="69322"/>
                </a:lnTo>
                <a:lnTo>
                  <a:pt x="1098896" y="67697"/>
                </a:lnTo>
                <a:lnTo>
                  <a:pt x="1098379" y="66111"/>
                </a:lnTo>
                <a:lnTo>
                  <a:pt x="1097818" y="64565"/>
                </a:lnTo>
                <a:lnTo>
                  <a:pt x="1097211" y="63057"/>
                </a:lnTo>
                <a:lnTo>
                  <a:pt x="1096559" y="61588"/>
                </a:lnTo>
                <a:lnTo>
                  <a:pt x="1095863" y="60158"/>
                </a:lnTo>
                <a:lnTo>
                  <a:pt x="1095121" y="58767"/>
                </a:lnTo>
                <a:lnTo>
                  <a:pt x="1094335" y="57414"/>
                </a:lnTo>
                <a:lnTo>
                  <a:pt x="1093503" y="56101"/>
                </a:lnTo>
                <a:lnTo>
                  <a:pt x="1092627" y="54827"/>
                </a:lnTo>
                <a:lnTo>
                  <a:pt x="1091706" y="53592"/>
                </a:lnTo>
                <a:lnTo>
                  <a:pt x="1090740" y="52396"/>
                </a:lnTo>
                <a:lnTo>
                  <a:pt x="1089728" y="51239"/>
                </a:lnTo>
                <a:lnTo>
                  <a:pt x="1088672" y="50120"/>
                </a:lnTo>
                <a:lnTo>
                  <a:pt x="1087578" y="49044"/>
                </a:lnTo>
                <a:lnTo>
                  <a:pt x="1086450" y="48014"/>
                </a:lnTo>
                <a:lnTo>
                  <a:pt x="1085290" y="47030"/>
                </a:lnTo>
                <a:lnTo>
                  <a:pt x="1084098" y="46091"/>
                </a:lnTo>
                <a:lnTo>
                  <a:pt x="1082873" y="45199"/>
                </a:lnTo>
                <a:lnTo>
                  <a:pt x="1081616" y="44352"/>
                </a:lnTo>
                <a:lnTo>
                  <a:pt x="1080326" y="43550"/>
                </a:lnTo>
                <a:lnTo>
                  <a:pt x="1079004" y="42795"/>
                </a:lnTo>
                <a:lnTo>
                  <a:pt x="1077649" y="42085"/>
                </a:lnTo>
                <a:lnTo>
                  <a:pt x="1076262" y="41422"/>
                </a:lnTo>
                <a:lnTo>
                  <a:pt x="1074842" y="40803"/>
                </a:lnTo>
                <a:lnTo>
                  <a:pt x="1073389" y="40231"/>
                </a:lnTo>
                <a:lnTo>
                  <a:pt x="1071905" y="39705"/>
                </a:lnTo>
                <a:lnTo>
                  <a:pt x="1070387" y="39224"/>
                </a:lnTo>
                <a:lnTo>
                  <a:pt x="1068837" y="38789"/>
                </a:lnTo>
                <a:lnTo>
                  <a:pt x="1067255" y="38400"/>
                </a:lnTo>
                <a:lnTo>
                  <a:pt x="1065640" y="38056"/>
                </a:lnTo>
                <a:lnTo>
                  <a:pt x="1063993" y="37759"/>
                </a:lnTo>
                <a:lnTo>
                  <a:pt x="1062313" y="37507"/>
                </a:lnTo>
                <a:lnTo>
                  <a:pt x="1060600" y="37301"/>
                </a:lnTo>
                <a:lnTo>
                  <a:pt x="1058855" y="37141"/>
                </a:lnTo>
                <a:lnTo>
                  <a:pt x="1057078" y="37026"/>
                </a:lnTo>
                <a:lnTo>
                  <a:pt x="1055268" y="36958"/>
                </a:lnTo>
                <a:lnTo>
                  <a:pt x="1053426" y="36935"/>
                </a:lnTo>
                <a:lnTo>
                  <a:pt x="1052096" y="36946"/>
                </a:lnTo>
                <a:lnTo>
                  <a:pt x="1050784" y="36978"/>
                </a:lnTo>
                <a:lnTo>
                  <a:pt x="1049489" y="37033"/>
                </a:lnTo>
                <a:lnTo>
                  <a:pt x="1048212" y="37109"/>
                </a:lnTo>
                <a:lnTo>
                  <a:pt x="1046953" y="37207"/>
                </a:lnTo>
                <a:lnTo>
                  <a:pt x="1045711" y="37326"/>
                </a:lnTo>
                <a:lnTo>
                  <a:pt x="1044486" y="37468"/>
                </a:lnTo>
                <a:lnTo>
                  <a:pt x="1043280" y="37631"/>
                </a:lnTo>
                <a:lnTo>
                  <a:pt x="1042091" y="37816"/>
                </a:lnTo>
                <a:lnTo>
                  <a:pt x="1040919" y="38022"/>
                </a:lnTo>
                <a:lnTo>
                  <a:pt x="1039765" y="38251"/>
                </a:lnTo>
                <a:lnTo>
                  <a:pt x="1038629" y="38501"/>
                </a:lnTo>
                <a:lnTo>
                  <a:pt x="1037510" y="38773"/>
                </a:lnTo>
                <a:lnTo>
                  <a:pt x="1036409" y="39066"/>
                </a:lnTo>
                <a:lnTo>
                  <a:pt x="1035325" y="39381"/>
                </a:lnTo>
                <a:lnTo>
                  <a:pt x="1034259" y="39719"/>
                </a:lnTo>
                <a:lnTo>
                  <a:pt x="1033211" y="40077"/>
                </a:lnTo>
                <a:lnTo>
                  <a:pt x="1032180" y="40458"/>
                </a:lnTo>
                <a:lnTo>
                  <a:pt x="1031167" y="40860"/>
                </a:lnTo>
                <a:lnTo>
                  <a:pt x="1030171" y="41284"/>
                </a:lnTo>
                <a:lnTo>
                  <a:pt x="1029193" y="41730"/>
                </a:lnTo>
                <a:lnTo>
                  <a:pt x="1028232" y="42198"/>
                </a:lnTo>
                <a:lnTo>
                  <a:pt x="1027289" y="42687"/>
                </a:lnTo>
                <a:lnTo>
                  <a:pt x="1026364" y="43198"/>
                </a:lnTo>
                <a:lnTo>
                  <a:pt x="1025457" y="43729"/>
                </a:lnTo>
                <a:lnTo>
                  <a:pt x="1024568" y="44279"/>
                </a:lnTo>
                <a:lnTo>
                  <a:pt x="1023698" y="44847"/>
                </a:lnTo>
                <a:lnTo>
                  <a:pt x="1022846" y="45434"/>
                </a:lnTo>
                <a:lnTo>
                  <a:pt x="1022012" y="46039"/>
                </a:lnTo>
                <a:lnTo>
                  <a:pt x="1021197" y="46663"/>
                </a:lnTo>
                <a:lnTo>
                  <a:pt x="1020401" y="47306"/>
                </a:lnTo>
                <a:lnTo>
                  <a:pt x="1019623" y="47966"/>
                </a:lnTo>
                <a:lnTo>
                  <a:pt x="1018863" y="48646"/>
                </a:lnTo>
                <a:lnTo>
                  <a:pt x="1018122" y="49344"/>
                </a:lnTo>
                <a:lnTo>
                  <a:pt x="1017400" y="50060"/>
                </a:lnTo>
                <a:lnTo>
                  <a:pt x="1016696" y="50795"/>
                </a:lnTo>
                <a:lnTo>
                  <a:pt x="1016010" y="51548"/>
                </a:lnTo>
                <a:lnTo>
                  <a:pt x="1015343" y="52320"/>
                </a:lnTo>
                <a:lnTo>
                  <a:pt x="1014694" y="53111"/>
                </a:lnTo>
                <a:lnTo>
                  <a:pt x="1014064" y="53920"/>
                </a:lnTo>
                <a:lnTo>
                  <a:pt x="1013452" y="54747"/>
                </a:lnTo>
                <a:lnTo>
                  <a:pt x="1012859" y="55593"/>
                </a:lnTo>
                <a:lnTo>
                  <a:pt x="1012284" y="56458"/>
                </a:lnTo>
                <a:lnTo>
                  <a:pt x="1011728" y="57341"/>
                </a:lnTo>
                <a:lnTo>
                  <a:pt x="1011190" y="58242"/>
                </a:lnTo>
                <a:lnTo>
                  <a:pt x="1010670" y="59162"/>
                </a:lnTo>
                <a:lnTo>
                  <a:pt x="1010170" y="60101"/>
                </a:lnTo>
                <a:lnTo>
                  <a:pt x="1009687" y="61058"/>
                </a:lnTo>
                <a:lnTo>
                  <a:pt x="1009224" y="62032"/>
                </a:lnTo>
                <a:lnTo>
                  <a:pt x="1008780" y="63021"/>
                </a:lnTo>
                <a:lnTo>
                  <a:pt x="1008356" y="64026"/>
                </a:lnTo>
                <a:lnTo>
                  <a:pt x="1007952" y="65046"/>
                </a:lnTo>
                <a:lnTo>
                  <a:pt x="1007568" y="66082"/>
                </a:lnTo>
                <a:lnTo>
                  <a:pt x="1007203" y="67133"/>
                </a:lnTo>
                <a:lnTo>
                  <a:pt x="1006858" y="68200"/>
                </a:lnTo>
                <a:lnTo>
                  <a:pt x="1006533" y="69282"/>
                </a:lnTo>
                <a:lnTo>
                  <a:pt x="1006227" y="70379"/>
                </a:lnTo>
                <a:lnTo>
                  <a:pt x="1005941" y="71492"/>
                </a:lnTo>
                <a:lnTo>
                  <a:pt x="1005675" y="72621"/>
                </a:lnTo>
                <a:lnTo>
                  <a:pt x="1005428" y="73765"/>
                </a:lnTo>
                <a:lnTo>
                  <a:pt x="1005202" y="74924"/>
                </a:lnTo>
                <a:lnTo>
                  <a:pt x="1004995" y="76099"/>
                </a:lnTo>
                <a:lnTo>
                  <a:pt x="1004807" y="77290"/>
                </a:lnTo>
                <a:lnTo>
                  <a:pt x="1004640" y="78495"/>
                </a:lnTo>
                <a:lnTo>
                  <a:pt x="1004492" y="79717"/>
                </a:lnTo>
                <a:lnTo>
                  <a:pt x="1004364" y="80953"/>
                </a:lnTo>
                <a:lnTo>
                  <a:pt x="1004255" y="82206"/>
                </a:lnTo>
                <a:lnTo>
                  <a:pt x="1004167" y="83473"/>
                </a:lnTo>
                <a:lnTo>
                  <a:pt x="1004098" y="84756"/>
                </a:lnTo>
                <a:lnTo>
                  <a:pt x="1004048" y="86055"/>
                </a:lnTo>
                <a:lnTo>
                  <a:pt x="1004019" y="87369"/>
                </a:lnTo>
                <a:lnTo>
                  <a:pt x="1004009" y="88699"/>
                </a:lnTo>
                <a:lnTo>
                  <a:pt x="1004019" y="90071"/>
                </a:lnTo>
                <a:lnTo>
                  <a:pt x="1004049" y="91426"/>
                </a:lnTo>
                <a:lnTo>
                  <a:pt x="1004100" y="92765"/>
                </a:lnTo>
                <a:lnTo>
                  <a:pt x="1004171" y="94088"/>
                </a:lnTo>
                <a:lnTo>
                  <a:pt x="1004262" y="95394"/>
                </a:lnTo>
                <a:lnTo>
                  <a:pt x="1004373" y="96683"/>
                </a:lnTo>
                <a:lnTo>
                  <a:pt x="1004505" y="97956"/>
                </a:lnTo>
                <a:lnTo>
                  <a:pt x="1004657" y="99213"/>
                </a:lnTo>
                <a:lnTo>
                  <a:pt x="1004829" y="100453"/>
                </a:lnTo>
                <a:lnTo>
                  <a:pt x="1005021" y="101676"/>
                </a:lnTo>
                <a:lnTo>
                  <a:pt x="1005234" y="102883"/>
                </a:lnTo>
                <a:lnTo>
                  <a:pt x="1005467" y="104073"/>
                </a:lnTo>
                <a:lnTo>
                  <a:pt x="1005720" y="105247"/>
                </a:lnTo>
                <a:lnTo>
                  <a:pt x="1005993" y="106404"/>
                </a:lnTo>
                <a:lnTo>
                  <a:pt x="1006287" y="107545"/>
                </a:lnTo>
                <a:lnTo>
                  <a:pt x="1006601" y="108669"/>
                </a:lnTo>
                <a:lnTo>
                  <a:pt x="1006935" y="109777"/>
                </a:lnTo>
                <a:lnTo>
                  <a:pt x="1007289" y="110868"/>
                </a:lnTo>
                <a:lnTo>
                  <a:pt x="1007664" y="111943"/>
                </a:lnTo>
                <a:lnTo>
                  <a:pt x="1008059" y="113001"/>
                </a:lnTo>
                <a:lnTo>
                  <a:pt x="1008474" y="114042"/>
                </a:lnTo>
                <a:lnTo>
                  <a:pt x="1008909" y="115067"/>
                </a:lnTo>
                <a:lnTo>
                  <a:pt x="1009365" y="116076"/>
                </a:lnTo>
                <a:lnTo>
                  <a:pt x="1009841" y="117068"/>
                </a:lnTo>
                <a:lnTo>
                  <a:pt x="1010336" y="118042"/>
                </a:lnTo>
                <a:lnTo>
                  <a:pt x="1010851" y="118996"/>
                </a:lnTo>
                <a:lnTo>
                  <a:pt x="1011385" y="119932"/>
                </a:lnTo>
                <a:lnTo>
                  <a:pt x="1011938" y="120848"/>
                </a:lnTo>
                <a:lnTo>
                  <a:pt x="1012510" y="121745"/>
                </a:lnTo>
                <a:lnTo>
                  <a:pt x="1013102" y="122622"/>
                </a:lnTo>
                <a:lnTo>
                  <a:pt x="1013713" y="123481"/>
                </a:lnTo>
                <a:lnTo>
                  <a:pt x="1014342" y="124320"/>
                </a:lnTo>
                <a:lnTo>
                  <a:pt x="1014991" y="125140"/>
                </a:lnTo>
                <a:lnTo>
                  <a:pt x="1015660" y="125941"/>
                </a:lnTo>
                <a:lnTo>
                  <a:pt x="1016347" y="126722"/>
                </a:lnTo>
                <a:lnTo>
                  <a:pt x="1017054" y="127485"/>
                </a:lnTo>
                <a:lnTo>
                  <a:pt x="1017779" y="128228"/>
                </a:lnTo>
                <a:lnTo>
                  <a:pt x="1018524" y="128951"/>
                </a:lnTo>
                <a:lnTo>
                  <a:pt x="1019289" y="129656"/>
                </a:lnTo>
                <a:lnTo>
                  <a:pt x="1020072" y="130341"/>
                </a:lnTo>
                <a:lnTo>
                  <a:pt x="1020874" y="131008"/>
                </a:lnTo>
                <a:lnTo>
                  <a:pt x="1021696" y="131655"/>
                </a:lnTo>
                <a:lnTo>
                  <a:pt x="1022537" y="132282"/>
                </a:lnTo>
                <a:lnTo>
                  <a:pt x="1023397" y="132891"/>
                </a:lnTo>
                <a:lnTo>
                  <a:pt x="1024276" y="133480"/>
                </a:lnTo>
                <a:lnTo>
                  <a:pt x="1025175" y="134050"/>
                </a:lnTo>
                <a:lnTo>
                  <a:pt x="1026092" y="134601"/>
                </a:lnTo>
                <a:lnTo>
                  <a:pt x="1027029" y="135132"/>
                </a:lnTo>
                <a:lnTo>
                  <a:pt x="1027985" y="135643"/>
                </a:lnTo>
                <a:lnTo>
                  <a:pt x="1028959" y="136133"/>
                </a:lnTo>
                <a:lnTo>
                  <a:pt x="1029951" y="136600"/>
                </a:lnTo>
                <a:lnTo>
                  <a:pt x="1030962" y="137046"/>
                </a:lnTo>
                <a:lnTo>
                  <a:pt x="1031992" y="137470"/>
                </a:lnTo>
                <a:lnTo>
                  <a:pt x="1033040" y="137873"/>
                </a:lnTo>
                <a:lnTo>
                  <a:pt x="1034106" y="138253"/>
                </a:lnTo>
                <a:lnTo>
                  <a:pt x="1035191" y="138612"/>
                </a:lnTo>
                <a:lnTo>
                  <a:pt x="1036295" y="138949"/>
                </a:lnTo>
                <a:lnTo>
                  <a:pt x="1037417" y="139265"/>
                </a:lnTo>
                <a:lnTo>
                  <a:pt x="1038557" y="139558"/>
                </a:lnTo>
                <a:lnTo>
                  <a:pt x="1039716" y="139830"/>
                </a:lnTo>
                <a:lnTo>
                  <a:pt x="1040893" y="140080"/>
                </a:lnTo>
                <a:lnTo>
                  <a:pt x="1042089" y="140308"/>
                </a:lnTo>
                <a:lnTo>
                  <a:pt x="1043303" y="140515"/>
                </a:lnTo>
                <a:lnTo>
                  <a:pt x="1044536" y="140700"/>
                </a:lnTo>
                <a:lnTo>
                  <a:pt x="1045787" y="140863"/>
                </a:lnTo>
                <a:lnTo>
                  <a:pt x="1047057" y="141004"/>
                </a:lnTo>
                <a:lnTo>
                  <a:pt x="1048345" y="141124"/>
                </a:lnTo>
                <a:lnTo>
                  <a:pt x="1049652" y="141222"/>
                </a:lnTo>
                <a:lnTo>
                  <a:pt x="1050977" y="141298"/>
                </a:lnTo>
                <a:lnTo>
                  <a:pt x="1052320" y="141352"/>
                </a:lnTo>
                <a:lnTo>
                  <a:pt x="1053682" y="141385"/>
                </a:lnTo>
                <a:lnTo>
                  <a:pt x="1055063" y="141396"/>
                </a:lnTo>
                <a:lnTo>
                  <a:pt x="1056191" y="141389"/>
                </a:lnTo>
                <a:lnTo>
                  <a:pt x="1057307" y="141369"/>
                </a:lnTo>
                <a:lnTo>
                  <a:pt x="1058411" y="141335"/>
                </a:lnTo>
                <a:lnTo>
                  <a:pt x="1059503" y="141288"/>
                </a:lnTo>
                <a:close/>
                <a:moveTo>
                  <a:pt x="1031782" y="73805"/>
                </a:moveTo>
                <a:lnTo>
                  <a:pt x="1031917" y="73013"/>
                </a:lnTo>
                <a:lnTo>
                  <a:pt x="1032071" y="72238"/>
                </a:lnTo>
                <a:lnTo>
                  <a:pt x="1032244" y="71481"/>
                </a:lnTo>
                <a:lnTo>
                  <a:pt x="1032435" y="70741"/>
                </a:lnTo>
                <a:lnTo>
                  <a:pt x="1032644" y="70018"/>
                </a:lnTo>
                <a:lnTo>
                  <a:pt x="1032873" y="69312"/>
                </a:lnTo>
                <a:lnTo>
                  <a:pt x="1033120" y="68624"/>
                </a:lnTo>
                <a:lnTo>
                  <a:pt x="1033385" y="67952"/>
                </a:lnTo>
                <a:lnTo>
                  <a:pt x="1033670" y="67298"/>
                </a:lnTo>
                <a:lnTo>
                  <a:pt x="1033973" y="66661"/>
                </a:lnTo>
                <a:lnTo>
                  <a:pt x="1034294" y="66041"/>
                </a:lnTo>
                <a:lnTo>
                  <a:pt x="1034634" y="65439"/>
                </a:lnTo>
                <a:lnTo>
                  <a:pt x="1034993" y="64853"/>
                </a:lnTo>
                <a:lnTo>
                  <a:pt x="1035371" y="64285"/>
                </a:lnTo>
                <a:lnTo>
                  <a:pt x="1035767" y="63734"/>
                </a:lnTo>
                <a:lnTo>
                  <a:pt x="1036182" y="63200"/>
                </a:lnTo>
                <a:lnTo>
                  <a:pt x="1036615" y="62684"/>
                </a:lnTo>
                <a:lnTo>
                  <a:pt x="1037067" y="62184"/>
                </a:lnTo>
                <a:lnTo>
                  <a:pt x="1037538" y="61702"/>
                </a:lnTo>
                <a:lnTo>
                  <a:pt x="1038028" y="61237"/>
                </a:lnTo>
                <a:lnTo>
                  <a:pt x="1038532" y="60790"/>
                </a:lnTo>
                <a:lnTo>
                  <a:pt x="1039049" y="60362"/>
                </a:lnTo>
                <a:lnTo>
                  <a:pt x="1039578" y="59954"/>
                </a:lnTo>
                <a:lnTo>
                  <a:pt x="1040118" y="59564"/>
                </a:lnTo>
                <a:lnTo>
                  <a:pt x="1040670" y="59193"/>
                </a:lnTo>
                <a:lnTo>
                  <a:pt x="1041235" y="58841"/>
                </a:lnTo>
                <a:lnTo>
                  <a:pt x="1041811" y="58508"/>
                </a:lnTo>
                <a:lnTo>
                  <a:pt x="1042399" y="58194"/>
                </a:lnTo>
                <a:lnTo>
                  <a:pt x="1042999" y="57900"/>
                </a:lnTo>
                <a:lnTo>
                  <a:pt x="1043610" y="57624"/>
                </a:lnTo>
                <a:lnTo>
                  <a:pt x="1044234" y="57367"/>
                </a:lnTo>
                <a:lnTo>
                  <a:pt x="1044870" y="57130"/>
                </a:lnTo>
                <a:lnTo>
                  <a:pt x="1045517" y="56911"/>
                </a:lnTo>
                <a:lnTo>
                  <a:pt x="1046177" y="56711"/>
                </a:lnTo>
                <a:lnTo>
                  <a:pt x="1046848" y="56530"/>
                </a:lnTo>
                <a:lnTo>
                  <a:pt x="1047531" y="56369"/>
                </a:lnTo>
                <a:lnTo>
                  <a:pt x="1048227" y="56226"/>
                </a:lnTo>
                <a:lnTo>
                  <a:pt x="1048934" y="56103"/>
                </a:lnTo>
                <a:lnTo>
                  <a:pt x="1049653" y="55998"/>
                </a:lnTo>
                <a:lnTo>
                  <a:pt x="1050383" y="55912"/>
                </a:lnTo>
                <a:lnTo>
                  <a:pt x="1051126" y="55846"/>
                </a:lnTo>
                <a:lnTo>
                  <a:pt x="1051881" y="55798"/>
                </a:lnTo>
                <a:lnTo>
                  <a:pt x="1052647" y="55770"/>
                </a:lnTo>
                <a:lnTo>
                  <a:pt x="1053426" y="55760"/>
                </a:lnTo>
                <a:lnTo>
                  <a:pt x="1054187" y="55770"/>
                </a:lnTo>
                <a:lnTo>
                  <a:pt x="1054937" y="55797"/>
                </a:lnTo>
                <a:lnTo>
                  <a:pt x="1055676" y="55843"/>
                </a:lnTo>
                <a:lnTo>
                  <a:pt x="1056403" y="55908"/>
                </a:lnTo>
                <a:lnTo>
                  <a:pt x="1057118" y="55991"/>
                </a:lnTo>
                <a:lnTo>
                  <a:pt x="1057822" y="56093"/>
                </a:lnTo>
                <a:lnTo>
                  <a:pt x="1058514" y="56213"/>
                </a:lnTo>
                <a:lnTo>
                  <a:pt x="1059195" y="56351"/>
                </a:lnTo>
                <a:lnTo>
                  <a:pt x="1059864" y="56508"/>
                </a:lnTo>
                <a:lnTo>
                  <a:pt x="1060522" y="56684"/>
                </a:lnTo>
                <a:lnTo>
                  <a:pt x="1061168" y="56878"/>
                </a:lnTo>
                <a:lnTo>
                  <a:pt x="1061803" y="57090"/>
                </a:lnTo>
                <a:lnTo>
                  <a:pt x="1062426" y="57321"/>
                </a:lnTo>
                <a:lnTo>
                  <a:pt x="1063037" y="57571"/>
                </a:lnTo>
                <a:lnTo>
                  <a:pt x="1063637" y="57839"/>
                </a:lnTo>
                <a:lnTo>
                  <a:pt x="1064225" y="58125"/>
                </a:lnTo>
                <a:lnTo>
                  <a:pt x="1064802" y="58430"/>
                </a:lnTo>
                <a:lnTo>
                  <a:pt x="1065368" y="58753"/>
                </a:lnTo>
                <a:lnTo>
                  <a:pt x="1065921" y="59095"/>
                </a:lnTo>
                <a:lnTo>
                  <a:pt x="1066463" y="59455"/>
                </a:lnTo>
                <a:lnTo>
                  <a:pt x="1066994" y="59834"/>
                </a:lnTo>
                <a:lnTo>
                  <a:pt x="1067513" y="60231"/>
                </a:lnTo>
                <a:lnTo>
                  <a:pt x="1068021" y="60646"/>
                </a:lnTo>
                <a:lnTo>
                  <a:pt x="1068517" y="61081"/>
                </a:lnTo>
                <a:lnTo>
                  <a:pt x="1068997" y="61533"/>
                </a:lnTo>
                <a:lnTo>
                  <a:pt x="1069459" y="62005"/>
                </a:lnTo>
                <a:lnTo>
                  <a:pt x="1069900" y="62495"/>
                </a:lnTo>
                <a:lnTo>
                  <a:pt x="1070323" y="63005"/>
                </a:lnTo>
                <a:lnTo>
                  <a:pt x="1070726" y="63533"/>
                </a:lnTo>
                <a:lnTo>
                  <a:pt x="1071110" y="64080"/>
                </a:lnTo>
                <a:lnTo>
                  <a:pt x="1071474" y="64645"/>
                </a:lnTo>
                <a:lnTo>
                  <a:pt x="1071819" y="65230"/>
                </a:lnTo>
                <a:lnTo>
                  <a:pt x="1072145" y="65833"/>
                </a:lnTo>
                <a:lnTo>
                  <a:pt x="1072451" y="66455"/>
                </a:lnTo>
                <a:lnTo>
                  <a:pt x="1072738" y="67097"/>
                </a:lnTo>
                <a:lnTo>
                  <a:pt x="1073006" y="67756"/>
                </a:lnTo>
                <a:lnTo>
                  <a:pt x="1073254" y="68435"/>
                </a:lnTo>
                <a:lnTo>
                  <a:pt x="1073483" y="69133"/>
                </a:lnTo>
                <a:lnTo>
                  <a:pt x="1073692" y="69849"/>
                </a:lnTo>
                <a:lnTo>
                  <a:pt x="1073883" y="70584"/>
                </a:lnTo>
                <a:lnTo>
                  <a:pt x="1074053" y="71338"/>
                </a:lnTo>
                <a:lnTo>
                  <a:pt x="1074205" y="72111"/>
                </a:lnTo>
                <a:lnTo>
                  <a:pt x="1074337" y="72903"/>
                </a:lnTo>
                <a:lnTo>
                  <a:pt x="1074450" y="73713"/>
                </a:lnTo>
                <a:lnTo>
                  <a:pt x="1074543" y="74543"/>
                </a:lnTo>
                <a:lnTo>
                  <a:pt x="1074617" y="75391"/>
                </a:lnTo>
                <a:lnTo>
                  <a:pt x="1074671" y="76258"/>
                </a:lnTo>
                <a:lnTo>
                  <a:pt x="1074707" y="77144"/>
                </a:lnTo>
                <a:lnTo>
                  <a:pt x="1031429" y="77144"/>
                </a:lnTo>
                <a:lnTo>
                  <a:pt x="1031489" y="76283"/>
                </a:lnTo>
                <a:lnTo>
                  <a:pt x="1031568" y="75440"/>
                </a:lnTo>
                <a:lnTo>
                  <a:pt x="1031666" y="74614"/>
                </a:lnTo>
                <a:lnTo>
                  <a:pt x="1031782" y="73805"/>
                </a:lnTo>
                <a:close/>
                <a:moveTo>
                  <a:pt x="1169142" y="141347"/>
                </a:moveTo>
                <a:lnTo>
                  <a:pt x="1169833" y="141319"/>
                </a:lnTo>
                <a:lnTo>
                  <a:pt x="1170521" y="141286"/>
                </a:lnTo>
                <a:lnTo>
                  <a:pt x="1171208" y="141246"/>
                </a:lnTo>
                <a:lnTo>
                  <a:pt x="1171892" y="141200"/>
                </a:lnTo>
                <a:lnTo>
                  <a:pt x="1172575" y="141149"/>
                </a:lnTo>
                <a:lnTo>
                  <a:pt x="1173255" y="141091"/>
                </a:lnTo>
                <a:lnTo>
                  <a:pt x="1173934" y="141026"/>
                </a:lnTo>
                <a:lnTo>
                  <a:pt x="1174611" y="140956"/>
                </a:lnTo>
                <a:lnTo>
                  <a:pt x="1175285" y="140880"/>
                </a:lnTo>
                <a:lnTo>
                  <a:pt x="1175958" y="140797"/>
                </a:lnTo>
                <a:lnTo>
                  <a:pt x="1176629" y="140709"/>
                </a:lnTo>
                <a:lnTo>
                  <a:pt x="1177298" y="140614"/>
                </a:lnTo>
                <a:lnTo>
                  <a:pt x="1177965" y="140514"/>
                </a:lnTo>
                <a:lnTo>
                  <a:pt x="1178629" y="140407"/>
                </a:lnTo>
                <a:lnTo>
                  <a:pt x="1179292" y="140294"/>
                </a:lnTo>
                <a:lnTo>
                  <a:pt x="1179953" y="140175"/>
                </a:lnTo>
                <a:lnTo>
                  <a:pt x="1180613" y="140049"/>
                </a:lnTo>
                <a:lnTo>
                  <a:pt x="1181270" y="139918"/>
                </a:lnTo>
                <a:lnTo>
                  <a:pt x="1181925" y="139781"/>
                </a:lnTo>
                <a:lnTo>
                  <a:pt x="1182578" y="139637"/>
                </a:lnTo>
                <a:lnTo>
                  <a:pt x="1183227" y="139487"/>
                </a:lnTo>
                <a:lnTo>
                  <a:pt x="1183870" y="139330"/>
                </a:lnTo>
                <a:lnTo>
                  <a:pt x="1184508" y="139165"/>
                </a:lnTo>
                <a:lnTo>
                  <a:pt x="1185139" y="138992"/>
                </a:lnTo>
                <a:lnTo>
                  <a:pt x="1185764" y="138813"/>
                </a:lnTo>
                <a:lnTo>
                  <a:pt x="1186383" y="138626"/>
                </a:lnTo>
                <a:lnTo>
                  <a:pt x="1186996" y="138431"/>
                </a:lnTo>
                <a:lnTo>
                  <a:pt x="1187603" y="138229"/>
                </a:lnTo>
                <a:lnTo>
                  <a:pt x="1188204" y="138020"/>
                </a:lnTo>
                <a:lnTo>
                  <a:pt x="1188799" y="137804"/>
                </a:lnTo>
                <a:lnTo>
                  <a:pt x="1189387" y="137580"/>
                </a:lnTo>
                <a:lnTo>
                  <a:pt x="1189970" y="137349"/>
                </a:lnTo>
                <a:lnTo>
                  <a:pt x="1190547" y="137110"/>
                </a:lnTo>
                <a:lnTo>
                  <a:pt x="1191118" y="136864"/>
                </a:lnTo>
                <a:lnTo>
                  <a:pt x="1191682" y="136611"/>
                </a:lnTo>
                <a:lnTo>
                  <a:pt x="1192241" y="136351"/>
                </a:lnTo>
                <a:lnTo>
                  <a:pt x="1192794" y="136083"/>
                </a:lnTo>
                <a:lnTo>
                  <a:pt x="1193340" y="135807"/>
                </a:lnTo>
                <a:lnTo>
                  <a:pt x="1193881" y="135524"/>
                </a:lnTo>
                <a:lnTo>
                  <a:pt x="1194415" y="135234"/>
                </a:lnTo>
                <a:lnTo>
                  <a:pt x="1194944" y="134937"/>
                </a:lnTo>
                <a:lnTo>
                  <a:pt x="1195466" y="134632"/>
                </a:lnTo>
                <a:lnTo>
                  <a:pt x="1195982" y="134320"/>
                </a:lnTo>
                <a:lnTo>
                  <a:pt x="1196493" y="134001"/>
                </a:lnTo>
                <a:lnTo>
                  <a:pt x="1196996" y="133673"/>
                </a:lnTo>
                <a:lnTo>
                  <a:pt x="1197490" y="133337"/>
                </a:lnTo>
                <a:lnTo>
                  <a:pt x="1197976" y="132993"/>
                </a:lnTo>
                <a:lnTo>
                  <a:pt x="1198454" y="132640"/>
                </a:lnTo>
                <a:lnTo>
                  <a:pt x="1198923" y="132279"/>
                </a:lnTo>
                <a:lnTo>
                  <a:pt x="1199383" y="131910"/>
                </a:lnTo>
                <a:lnTo>
                  <a:pt x="1199835" y="131531"/>
                </a:lnTo>
                <a:lnTo>
                  <a:pt x="1200278" y="131145"/>
                </a:lnTo>
                <a:lnTo>
                  <a:pt x="1200713" y="130750"/>
                </a:lnTo>
                <a:lnTo>
                  <a:pt x="1201139" y="130347"/>
                </a:lnTo>
                <a:lnTo>
                  <a:pt x="1201557" y="129935"/>
                </a:lnTo>
                <a:lnTo>
                  <a:pt x="1201966" y="129515"/>
                </a:lnTo>
                <a:lnTo>
                  <a:pt x="1202367" y="129086"/>
                </a:lnTo>
                <a:lnTo>
                  <a:pt x="1202759" y="128649"/>
                </a:lnTo>
                <a:lnTo>
                  <a:pt x="1203143" y="128204"/>
                </a:lnTo>
                <a:lnTo>
                  <a:pt x="1203518" y="127750"/>
                </a:lnTo>
                <a:lnTo>
                  <a:pt x="1203885" y="127287"/>
                </a:lnTo>
                <a:lnTo>
                  <a:pt x="1204243" y="126816"/>
                </a:lnTo>
                <a:lnTo>
                  <a:pt x="1204592" y="126337"/>
                </a:lnTo>
                <a:lnTo>
                  <a:pt x="1204933" y="125849"/>
                </a:lnTo>
                <a:lnTo>
                  <a:pt x="1205266" y="125353"/>
                </a:lnTo>
                <a:lnTo>
                  <a:pt x="1205590" y="124849"/>
                </a:lnTo>
                <a:lnTo>
                  <a:pt x="1205905" y="124336"/>
                </a:lnTo>
                <a:lnTo>
                  <a:pt x="1206212" y="123814"/>
                </a:lnTo>
                <a:lnTo>
                  <a:pt x="1206509" y="123284"/>
                </a:lnTo>
                <a:lnTo>
                  <a:pt x="1206792" y="122743"/>
                </a:lnTo>
                <a:lnTo>
                  <a:pt x="1207064" y="122193"/>
                </a:lnTo>
                <a:lnTo>
                  <a:pt x="1207322" y="121634"/>
                </a:lnTo>
                <a:lnTo>
                  <a:pt x="1207568" y="121064"/>
                </a:lnTo>
                <a:lnTo>
                  <a:pt x="1207801" y="120485"/>
                </a:lnTo>
                <a:lnTo>
                  <a:pt x="1208022" y="119897"/>
                </a:lnTo>
                <a:lnTo>
                  <a:pt x="1208230" y="119298"/>
                </a:lnTo>
                <a:lnTo>
                  <a:pt x="1208426" y="118690"/>
                </a:lnTo>
                <a:lnTo>
                  <a:pt x="1208608" y="118072"/>
                </a:lnTo>
                <a:lnTo>
                  <a:pt x="1208779" y="117445"/>
                </a:lnTo>
                <a:lnTo>
                  <a:pt x="1208936" y="116807"/>
                </a:lnTo>
                <a:lnTo>
                  <a:pt x="1209081" y="116160"/>
                </a:lnTo>
                <a:lnTo>
                  <a:pt x="1209214" y="115504"/>
                </a:lnTo>
                <a:lnTo>
                  <a:pt x="1209334" y="114837"/>
                </a:lnTo>
                <a:lnTo>
                  <a:pt x="1209441" y="114161"/>
                </a:lnTo>
                <a:lnTo>
                  <a:pt x="1209535" y="113475"/>
                </a:lnTo>
                <a:lnTo>
                  <a:pt x="1209617" y="112780"/>
                </a:lnTo>
                <a:lnTo>
                  <a:pt x="1209687" y="112075"/>
                </a:lnTo>
                <a:lnTo>
                  <a:pt x="1209743" y="111360"/>
                </a:lnTo>
                <a:lnTo>
                  <a:pt x="1209788" y="110635"/>
                </a:lnTo>
                <a:lnTo>
                  <a:pt x="1209819" y="109901"/>
                </a:lnTo>
                <a:lnTo>
                  <a:pt x="1209838" y="109157"/>
                </a:lnTo>
                <a:lnTo>
                  <a:pt x="1209844" y="108403"/>
                </a:lnTo>
                <a:lnTo>
                  <a:pt x="1209837" y="107599"/>
                </a:lnTo>
                <a:lnTo>
                  <a:pt x="1209813" y="106808"/>
                </a:lnTo>
                <a:lnTo>
                  <a:pt x="1209774" y="106029"/>
                </a:lnTo>
                <a:lnTo>
                  <a:pt x="1209719" y="105263"/>
                </a:lnTo>
                <a:lnTo>
                  <a:pt x="1209649" y="104509"/>
                </a:lnTo>
                <a:lnTo>
                  <a:pt x="1209563" y="103768"/>
                </a:lnTo>
                <a:lnTo>
                  <a:pt x="1209461" y="103040"/>
                </a:lnTo>
                <a:lnTo>
                  <a:pt x="1209344" y="102324"/>
                </a:lnTo>
                <a:lnTo>
                  <a:pt x="1209211" y="101620"/>
                </a:lnTo>
                <a:lnTo>
                  <a:pt x="1209063" y="100930"/>
                </a:lnTo>
                <a:lnTo>
                  <a:pt x="1208899" y="100252"/>
                </a:lnTo>
                <a:lnTo>
                  <a:pt x="1208719" y="99586"/>
                </a:lnTo>
                <a:lnTo>
                  <a:pt x="1208524" y="98933"/>
                </a:lnTo>
                <a:lnTo>
                  <a:pt x="1208313" y="98293"/>
                </a:lnTo>
                <a:lnTo>
                  <a:pt x="1208086" y="97665"/>
                </a:lnTo>
                <a:lnTo>
                  <a:pt x="1207844" y="97049"/>
                </a:lnTo>
                <a:lnTo>
                  <a:pt x="1207586" y="96447"/>
                </a:lnTo>
                <a:lnTo>
                  <a:pt x="1207312" y="95857"/>
                </a:lnTo>
                <a:lnTo>
                  <a:pt x="1207023" y="95279"/>
                </a:lnTo>
                <a:lnTo>
                  <a:pt x="1206718" y="94714"/>
                </a:lnTo>
                <a:lnTo>
                  <a:pt x="1206398" y="94162"/>
                </a:lnTo>
                <a:lnTo>
                  <a:pt x="1206062" y="93622"/>
                </a:lnTo>
                <a:lnTo>
                  <a:pt x="1205710" y="93095"/>
                </a:lnTo>
                <a:lnTo>
                  <a:pt x="1205343" y="92580"/>
                </a:lnTo>
                <a:lnTo>
                  <a:pt x="1204962" y="92076"/>
                </a:lnTo>
                <a:lnTo>
                  <a:pt x="1204570" y="91580"/>
                </a:lnTo>
                <a:lnTo>
                  <a:pt x="1204168" y="91093"/>
                </a:lnTo>
                <a:lnTo>
                  <a:pt x="1203754" y="90614"/>
                </a:lnTo>
                <a:lnTo>
                  <a:pt x="1203329" y="90145"/>
                </a:lnTo>
                <a:lnTo>
                  <a:pt x="1202894" y="89683"/>
                </a:lnTo>
                <a:lnTo>
                  <a:pt x="1202447" y="89231"/>
                </a:lnTo>
                <a:lnTo>
                  <a:pt x="1201989" y="88787"/>
                </a:lnTo>
                <a:lnTo>
                  <a:pt x="1201520" y="88352"/>
                </a:lnTo>
                <a:lnTo>
                  <a:pt x="1201041" y="87925"/>
                </a:lnTo>
                <a:lnTo>
                  <a:pt x="1200550" y="87507"/>
                </a:lnTo>
                <a:lnTo>
                  <a:pt x="1200048" y="87097"/>
                </a:lnTo>
                <a:lnTo>
                  <a:pt x="1199535" y="86697"/>
                </a:lnTo>
                <a:lnTo>
                  <a:pt x="1199011" y="86304"/>
                </a:lnTo>
                <a:lnTo>
                  <a:pt x="1198476" y="85921"/>
                </a:lnTo>
                <a:lnTo>
                  <a:pt x="1197931" y="85546"/>
                </a:lnTo>
                <a:lnTo>
                  <a:pt x="1197374" y="85180"/>
                </a:lnTo>
                <a:lnTo>
                  <a:pt x="1196806" y="84822"/>
                </a:lnTo>
                <a:lnTo>
                  <a:pt x="1196227" y="84473"/>
                </a:lnTo>
                <a:lnTo>
                  <a:pt x="1195637" y="84133"/>
                </a:lnTo>
                <a:lnTo>
                  <a:pt x="1195036" y="83801"/>
                </a:lnTo>
                <a:lnTo>
                  <a:pt x="1194424" y="83478"/>
                </a:lnTo>
                <a:lnTo>
                  <a:pt x="1193801" y="83163"/>
                </a:lnTo>
                <a:lnTo>
                  <a:pt x="1193167" y="82857"/>
                </a:lnTo>
                <a:lnTo>
                  <a:pt x="1192524" y="82558"/>
                </a:lnTo>
                <a:lnTo>
                  <a:pt x="1191874" y="82263"/>
                </a:lnTo>
                <a:lnTo>
                  <a:pt x="1191217" y="81973"/>
                </a:lnTo>
                <a:lnTo>
                  <a:pt x="1190553" y="81688"/>
                </a:lnTo>
                <a:lnTo>
                  <a:pt x="1189881" y="81407"/>
                </a:lnTo>
                <a:lnTo>
                  <a:pt x="1189203" y="81131"/>
                </a:lnTo>
                <a:lnTo>
                  <a:pt x="1188517" y="80860"/>
                </a:lnTo>
                <a:lnTo>
                  <a:pt x="1187824" y="80593"/>
                </a:lnTo>
                <a:lnTo>
                  <a:pt x="1187125" y="80331"/>
                </a:lnTo>
                <a:lnTo>
                  <a:pt x="1186418" y="80074"/>
                </a:lnTo>
                <a:lnTo>
                  <a:pt x="1185704" y="79821"/>
                </a:lnTo>
                <a:lnTo>
                  <a:pt x="1184982" y="79574"/>
                </a:lnTo>
                <a:lnTo>
                  <a:pt x="1184254" y="79330"/>
                </a:lnTo>
                <a:lnTo>
                  <a:pt x="1183519" y="79092"/>
                </a:lnTo>
                <a:lnTo>
                  <a:pt x="1182776" y="78858"/>
                </a:lnTo>
                <a:lnTo>
                  <a:pt x="1182027" y="78628"/>
                </a:lnTo>
                <a:lnTo>
                  <a:pt x="1181270" y="78404"/>
                </a:lnTo>
                <a:lnTo>
                  <a:pt x="1180506" y="78184"/>
                </a:lnTo>
                <a:lnTo>
                  <a:pt x="1179735" y="77968"/>
                </a:lnTo>
                <a:lnTo>
                  <a:pt x="1178957" y="77757"/>
                </a:lnTo>
                <a:lnTo>
                  <a:pt x="1178172" y="77551"/>
                </a:lnTo>
                <a:lnTo>
                  <a:pt x="1177380" y="77350"/>
                </a:lnTo>
                <a:lnTo>
                  <a:pt x="1176581" y="77153"/>
                </a:lnTo>
                <a:lnTo>
                  <a:pt x="1175774" y="76961"/>
                </a:lnTo>
                <a:lnTo>
                  <a:pt x="1175013" y="76789"/>
                </a:lnTo>
                <a:lnTo>
                  <a:pt x="1174264" y="76618"/>
                </a:lnTo>
                <a:lnTo>
                  <a:pt x="1173528" y="76448"/>
                </a:lnTo>
                <a:lnTo>
                  <a:pt x="1172804" y="76279"/>
                </a:lnTo>
                <a:lnTo>
                  <a:pt x="1172093" y="76111"/>
                </a:lnTo>
                <a:lnTo>
                  <a:pt x="1171394" y="75943"/>
                </a:lnTo>
                <a:lnTo>
                  <a:pt x="1170708" y="75777"/>
                </a:lnTo>
                <a:lnTo>
                  <a:pt x="1170033" y="75611"/>
                </a:lnTo>
                <a:lnTo>
                  <a:pt x="1169372" y="75446"/>
                </a:lnTo>
                <a:lnTo>
                  <a:pt x="1168723" y="75282"/>
                </a:lnTo>
                <a:lnTo>
                  <a:pt x="1168086" y="75120"/>
                </a:lnTo>
                <a:lnTo>
                  <a:pt x="1167461" y="74957"/>
                </a:lnTo>
                <a:lnTo>
                  <a:pt x="1166850" y="74796"/>
                </a:lnTo>
                <a:lnTo>
                  <a:pt x="1166250" y="74636"/>
                </a:lnTo>
                <a:lnTo>
                  <a:pt x="1165663" y="74477"/>
                </a:lnTo>
                <a:lnTo>
                  <a:pt x="1165088" y="74318"/>
                </a:lnTo>
                <a:lnTo>
                  <a:pt x="1164526" y="74161"/>
                </a:lnTo>
                <a:lnTo>
                  <a:pt x="1163976" y="74004"/>
                </a:lnTo>
                <a:lnTo>
                  <a:pt x="1163439" y="73848"/>
                </a:lnTo>
                <a:lnTo>
                  <a:pt x="1162914" y="73693"/>
                </a:lnTo>
                <a:lnTo>
                  <a:pt x="1162402" y="73540"/>
                </a:lnTo>
                <a:lnTo>
                  <a:pt x="1161902" y="73386"/>
                </a:lnTo>
                <a:lnTo>
                  <a:pt x="1161414" y="73234"/>
                </a:lnTo>
                <a:lnTo>
                  <a:pt x="1160939" y="73083"/>
                </a:lnTo>
                <a:lnTo>
                  <a:pt x="1160475" y="72932"/>
                </a:lnTo>
                <a:lnTo>
                  <a:pt x="1160022" y="72779"/>
                </a:lnTo>
                <a:lnTo>
                  <a:pt x="1159580" y="72626"/>
                </a:lnTo>
                <a:lnTo>
                  <a:pt x="1159149" y="72471"/>
                </a:lnTo>
                <a:lnTo>
                  <a:pt x="1158728" y="72316"/>
                </a:lnTo>
                <a:lnTo>
                  <a:pt x="1158317" y="72159"/>
                </a:lnTo>
                <a:lnTo>
                  <a:pt x="1157918" y="72001"/>
                </a:lnTo>
                <a:lnTo>
                  <a:pt x="1157529" y="71842"/>
                </a:lnTo>
                <a:lnTo>
                  <a:pt x="1157150" y="71682"/>
                </a:lnTo>
                <a:lnTo>
                  <a:pt x="1156783" y="71521"/>
                </a:lnTo>
                <a:lnTo>
                  <a:pt x="1156426" y="71359"/>
                </a:lnTo>
                <a:lnTo>
                  <a:pt x="1156079" y="71196"/>
                </a:lnTo>
                <a:lnTo>
                  <a:pt x="1155743" y="71032"/>
                </a:lnTo>
                <a:lnTo>
                  <a:pt x="1155418" y="70866"/>
                </a:lnTo>
                <a:lnTo>
                  <a:pt x="1155104" y="70700"/>
                </a:lnTo>
                <a:lnTo>
                  <a:pt x="1154800" y="70532"/>
                </a:lnTo>
                <a:lnTo>
                  <a:pt x="1154507" y="70364"/>
                </a:lnTo>
                <a:lnTo>
                  <a:pt x="1154225" y="70194"/>
                </a:lnTo>
                <a:lnTo>
                  <a:pt x="1153953" y="70023"/>
                </a:lnTo>
                <a:lnTo>
                  <a:pt x="1153692" y="69852"/>
                </a:lnTo>
                <a:lnTo>
                  <a:pt x="1153441" y="69679"/>
                </a:lnTo>
                <a:lnTo>
                  <a:pt x="1153202" y="69505"/>
                </a:lnTo>
                <a:lnTo>
                  <a:pt x="1152972" y="69330"/>
                </a:lnTo>
                <a:lnTo>
                  <a:pt x="1152754" y="69154"/>
                </a:lnTo>
                <a:lnTo>
                  <a:pt x="1152545" y="68976"/>
                </a:lnTo>
                <a:lnTo>
                  <a:pt x="1152345" y="68795"/>
                </a:lnTo>
                <a:lnTo>
                  <a:pt x="1152155" y="68612"/>
                </a:lnTo>
                <a:lnTo>
                  <a:pt x="1151972" y="68427"/>
                </a:lnTo>
                <a:lnTo>
                  <a:pt x="1151799" y="68240"/>
                </a:lnTo>
                <a:lnTo>
                  <a:pt x="1151635" y="68050"/>
                </a:lnTo>
                <a:lnTo>
                  <a:pt x="1151480" y="67858"/>
                </a:lnTo>
                <a:lnTo>
                  <a:pt x="1151333" y="67664"/>
                </a:lnTo>
                <a:lnTo>
                  <a:pt x="1151195" y="67467"/>
                </a:lnTo>
                <a:lnTo>
                  <a:pt x="1151067" y="67268"/>
                </a:lnTo>
                <a:lnTo>
                  <a:pt x="1150947" y="67067"/>
                </a:lnTo>
                <a:lnTo>
                  <a:pt x="1150836" y="66864"/>
                </a:lnTo>
                <a:lnTo>
                  <a:pt x="1150734" y="66658"/>
                </a:lnTo>
                <a:lnTo>
                  <a:pt x="1150640" y="66449"/>
                </a:lnTo>
                <a:lnTo>
                  <a:pt x="1150556" y="66239"/>
                </a:lnTo>
                <a:lnTo>
                  <a:pt x="1150480" y="66026"/>
                </a:lnTo>
                <a:lnTo>
                  <a:pt x="1150414" y="65811"/>
                </a:lnTo>
                <a:lnTo>
                  <a:pt x="1150356" y="65593"/>
                </a:lnTo>
                <a:lnTo>
                  <a:pt x="1150307" y="65373"/>
                </a:lnTo>
                <a:lnTo>
                  <a:pt x="1150267" y="65151"/>
                </a:lnTo>
                <a:lnTo>
                  <a:pt x="1150236" y="64927"/>
                </a:lnTo>
                <a:lnTo>
                  <a:pt x="1150214" y="64700"/>
                </a:lnTo>
                <a:lnTo>
                  <a:pt x="1150201" y="64471"/>
                </a:lnTo>
                <a:lnTo>
                  <a:pt x="1150196" y="64239"/>
                </a:lnTo>
                <a:lnTo>
                  <a:pt x="1150203" y="63839"/>
                </a:lnTo>
                <a:lnTo>
                  <a:pt x="1150224" y="63448"/>
                </a:lnTo>
                <a:lnTo>
                  <a:pt x="1150259" y="63067"/>
                </a:lnTo>
                <a:lnTo>
                  <a:pt x="1150308" y="62695"/>
                </a:lnTo>
                <a:lnTo>
                  <a:pt x="1150372" y="62333"/>
                </a:lnTo>
                <a:lnTo>
                  <a:pt x="1150449" y="61980"/>
                </a:lnTo>
                <a:lnTo>
                  <a:pt x="1150540" y="61637"/>
                </a:lnTo>
                <a:lnTo>
                  <a:pt x="1150645" y="61303"/>
                </a:lnTo>
                <a:lnTo>
                  <a:pt x="1150765" y="60979"/>
                </a:lnTo>
                <a:lnTo>
                  <a:pt x="1150898" y="60664"/>
                </a:lnTo>
                <a:lnTo>
                  <a:pt x="1151045" y="60359"/>
                </a:lnTo>
                <a:lnTo>
                  <a:pt x="1151207" y="60064"/>
                </a:lnTo>
                <a:lnTo>
                  <a:pt x="1151382" y="59778"/>
                </a:lnTo>
                <a:lnTo>
                  <a:pt x="1151571" y="59502"/>
                </a:lnTo>
                <a:lnTo>
                  <a:pt x="1151775" y="59235"/>
                </a:lnTo>
                <a:lnTo>
                  <a:pt x="1151992" y="58977"/>
                </a:lnTo>
                <a:lnTo>
                  <a:pt x="1152224" y="58730"/>
                </a:lnTo>
                <a:lnTo>
                  <a:pt x="1152469" y="58492"/>
                </a:lnTo>
                <a:lnTo>
                  <a:pt x="1152729" y="58263"/>
                </a:lnTo>
                <a:lnTo>
                  <a:pt x="1153003" y="58044"/>
                </a:lnTo>
                <a:lnTo>
                  <a:pt x="1153290" y="57834"/>
                </a:lnTo>
                <a:lnTo>
                  <a:pt x="1153592" y="57634"/>
                </a:lnTo>
                <a:lnTo>
                  <a:pt x="1153908" y="57444"/>
                </a:lnTo>
                <a:lnTo>
                  <a:pt x="1154238" y="57263"/>
                </a:lnTo>
                <a:lnTo>
                  <a:pt x="1154580" y="57090"/>
                </a:lnTo>
                <a:lnTo>
                  <a:pt x="1154932" y="56925"/>
                </a:lnTo>
                <a:lnTo>
                  <a:pt x="1155295" y="56767"/>
                </a:lnTo>
                <a:lnTo>
                  <a:pt x="1155668" y="56616"/>
                </a:lnTo>
                <a:lnTo>
                  <a:pt x="1156052" y="56473"/>
                </a:lnTo>
                <a:lnTo>
                  <a:pt x="1156447" y="56337"/>
                </a:lnTo>
                <a:lnTo>
                  <a:pt x="1156852" y="56208"/>
                </a:lnTo>
                <a:lnTo>
                  <a:pt x="1157267" y="56087"/>
                </a:lnTo>
                <a:lnTo>
                  <a:pt x="1157693" y="55973"/>
                </a:lnTo>
                <a:lnTo>
                  <a:pt x="1158129" y="55867"/>
                </a:lnTo>
                <a:lnTo>
                  <a:pt x="1158576" y="55767"/>
                </a:lnTo>
                <a:lnTo>
                  <a:pt x="1159033" y="55676"/>
                </a:lnTo>
                <a:lnTo>
                  <a:pt x="1159501" y="55591"/>
                </a:lnTo>
                <a:lnTo>
                  <a:pt x="1159979" y="55514"/>
                </a:lnTo>
                <a:lnTo>
                  <a:pt x="1160468" y="55444"/>
                </a:lnTo>
                <a:lnTo>
                  <a:pt x="1160967" y="55382"/>
                </a:lnTo>
                <a:lnTo>
                  <a:pt x="1161477" y="55326"/>
                </a:lnTo>
                <a:lnTo>
                  <a:pt x="1161997" y="55279"/>
                </a:lnTo>
                <a:lnTo>
                  <a:pt x="1162528" y="55238"/>
                </a:lnTo>
                <a:lnTo>
                  <a:pt x="1163069" y="55205"/>
                </a:lnTo>
                <a:lnTo>
                  <a:pt x="1163621" y="55179"/>
                </a:lnTo>
                <a:lnTo>
                  <a:pt x="1164183" y="55161"/>
                </a:lnTo>
                <a:lnTo>
                  <a:pt x="1164755" y="55150"/>
                </a:lnTo>
                <a:lnTo>
                  <a:pt x="1165338" y="55146"/>
                </a:lnTo>
                <a:lnTo>
                  <a:pt x="1165881" y="55152"/>
                </a:lnTo>
                <a:lnTo>
                  <a:pt x="1166418" y="55168"/>
                </a:lnTo>
                <a:lnTo>
                  <a:pt x="1166949" y="55194"/>
                </a:lnTo>
                <a:lnTo>
                  <a:pt x="1167474" y="55231"/>
                </a:lnTo>
                <a:lnTo>
                  <a:pt x="1167994" y="55279"/>
                </a:lnTo>
                <a:lnTo>
                  <a:pt x="1168507" y="55337"/>
                </a:lnTo>
                <a:lnTo>
                  <a:pt x="1169014" y="55405"/>
                </a:lnTo>
                <a:lnTo>
                  <a:pt x="1169516" y="55485"/>
                </a:lnTo>
                <a:lnTo>
                  <a:pt x="1170012" y="55574"/>
                </a:lnTo>
                <a:lnTo>
                  <a:pt x="1170502" y="55675"/>
                </a:lnTo>
                <a:lnTo>
                  <a:pt x="1170986" y="55786"/>
                </a:lnTo>
                <a:lnTo>
                  <a:pt x="1171464" y="55907"/>
                </a:lnTo>
                <a:lnTo>
                  <a:pt x="1171937" y="56039"/>
                </a:lnTo>
                <a:lnTo>
                  <a:pt x="1172403" y="56182"/>
                </a:lnTo>
                <a:lnTo>
                  <a:pt x="1172864" y="56335"/>
                </a:lnTo>
                <a:lnTo>
                  <a:pt x="1173319" y="56499"/>
                </a:lnTo>
                <a:lnTo>
                  <a:pt x="1173768" y="56674"/>
                </a:lnTo>
                <a:lnTo>
                  <a:pt x="1174211" y="56859"/>
                </a:lnTo>
                <a:lnTo>
                  <a:pt x="1174648" y="57054"/>
                </a:lnTo>
                <a:lnTo>
                  <a:pt x="1175079" y="57260"/>
                </a:lnTo>
                <a:lnTo>
                  <a:pt x="1175505" y="57477"/>
                </a:lnTo>
                <a:lnTo>
                  <a:pt x="1175925" y="57704"/>
                </a:lnTo>
                <a:lnTo>
                  <a:pt x="1176338" y="57942"/>
                </a:lnTo>
                <a:lnTo>
                  <a:pt x="1176746" y="58190"/>
                </a:lnTo>
                <a:lnTo>
                  <a:pt x="1177143" y="58452"/>
                </a:lnTo>
                <a:lnTo>
                  <a:pt x="1177523" y="58730"/>
                </a:lnTo>
                <a:lnTo>
                  <a:pt x="1177885" y="59026"/>
                </a:lnTo>
                <a:lnTo>
                  <a:pt x="1178231" y="59338"/>
                </a:lnTo>
                <a:lnTo>
                  <a:pt x="1178560" y="59667"/>
                </a:lnTo>
                <a:lnTo>
                  <a:pt x="1178872" y="60012"/>
                </a:lnTo>
                <a:lnTo>
                  <a:pt x="1179168" y="60375"/>
                </a:lnTo>
                <a:lnTo>
                  <a:pt x="1179446" y="60754"/>
                </a:lnTo>
                <a:lnTo>
                  <a:pt x="1179708" y="61150"/>
                </a:lnTo>
                <a:lnTo>
                  <a:pt x="1179952" y="61562"/>
                </a:lnTo>
                <a:lnTo>
                  <a:pt x="1180180" y="61992"/>
                </a:lnTo>
                <a:lnTo>
                  <a:pt x="1180391" y="62438"/>
                </a:lnTo>
                <a:lnTo>
                  <a:pt x="1180585" y="62901"/>
                </a:lnTo>
                <a:lnTo>
                  <a:pt x="1180762" y="63380"/>
                </a:lnTo>
                <a:lnTo>
                  <a:pt x="1180923" y="63877"/>
                </a:lnTo>
                <a:lnTo>
                  <a:pt x="1181066" y="64390"/>
                </a:lnTo>
                <a:lnTo>
                  <a:pt x="1181193" y="64920"/>
                </a:lnTo>
                <a:lnTo>
                  <a:pt x="1181302" y="65467"/>
                </a:lnTo>
                <a:lnTo>
                  <a:pt x="1181395" y="66030"/>
                </a:lnTo>
                <a:lnTo>
                  <a:pt x="1181471" y="66611"/>
                </a:lnTo>
                <a:lnTo>
                  <a:pt x="1181530" y="67208"/>
                </a:lnTo>
                <a:lnTo>
                  <a:pt x="1181572" y="67821"/>
                </a:lnTo>
                <a:lnTo>
                  <a:pt x="1181598" y="68452"/>
                </a:lnTo>
                <a:lnTo>
                  <a:pt x="1181606" y="69099"/>
                </a:lnTo>
                <a:lnTo>
                  <a:pt x="1206775" y="69099"/>
                </a:lnTo>
                <a:lnTo>
                  <a:pt x="1206769" y="68329"/>
                </a:lnTo>
                <a:lnTo>
                  <a:pt x="1206750" y="67570"/>
                </a:lnTo>
                <a:lnTo>
                  <a:pt x="1206719" y="66821"/>
                </a:lnTo>
                <a:lnTo>
                  <a:pt x="1206676" y="66083"/>
                </a:lnTo>
                <a:lnTo>
                  <a:pt x="1206620" y="65356"/>
                </a:lnTo>
                <a:lnTo>
                  <a:pt x="1206551" y="64639"/>
                </a:lnTo>
                <a:lnTo>
                  <a:pt x="1206470" y="63934"/>
                </a:lnTo>
                <a:lnTo>
                  <a:pt x="1206377" y="63239"/>
                </a:lnTo>
                <a:lnTo>
                  <a:pt x="1206271" y="62555"/>
                </a:lnTo>
                <a:lnTo>
                  <a:pt x="1206153" y="61882"/>
                </a:lnTo>
                <a:lnTo>
                  <a:pt x="1206023" y="61219"/>
                </a:lnTo>
                <a:lnTo>
                  <a:pt x="1205880" y="60567"/>
                </a:lnTo>
                <a:lnTo>
                  <a:pt x="1205724" y="59926"/>
                </a:lnTo>
                <a:lnTo>
                  <a:pt x="1205556" y="59296"/>
                </a:lnTo>
                <a:lnTo>
                  <a:pt x="1205376" y="58677"/>
                </a:lnTo>
                <a:lnTo>
                  <a:pt x="1205183" y="58068"/>
                </a:lnTo>
                <a:lnTo>
                  <a:pt x="1204978" y="57470"/>
                </a:lnTo>
                <a:lnTo>
                  <a:pt x="1204761" y="56883"/>
                </a:lnTo>
                <a:lnTo>
                  <a:pt x="1204531" y="56307"/>
                </a:lnTo>
                <a:lnTo>
                  <a:pt x="1204288" y="55741"/>
                </a:lnTo>
                <a:lnTo>
                  <a:pt x="1204033" y="55186"/>
                </a:lnTo>
                <a:lnTo>
                  <a:pt x="1203766" y="54642"/>
                </a:lnTo>
                <a:lnTo>
                  <a:pt x="1203486" y="54109"/>
                </a:lnTo>
                <a:lnTo>
                  <a:pt x="1203194" y="53586"/>
                </a:lnTo>
                <a:lnTo>
                  <a:pt x="1202892" y="53073"/>
                </a:lnTo>
                <a:lnTo>
                  <a:pt x="1202581" y="52569"/>
                </a:lnTo>
                <a:lnTo>
                  <a:pt x="1202262" y="52074"/>
                </a:lnTo>
                <a:lnTo>
                  <a:pt x="1201935" y="51588"/>
                </a:lnTo>
                <a:lnTo>
                  <a:pt x="1201600" y="51110"/>
                </a:lnTo>
                <a:lnTo>
                  <a:pt x="1201257" y="50642"/>
                </a:lnTo>
                <a:lnTo>
                  <a:pt x="1200905" y="50182"/>
                </a:lnTo>
                <a:lnTo>
                  <a:pt x="1200545" y="49731"/>
                </a:lnTo>
                <a:lnTo>
                  <a:pt x="1200177" y="49288"/>
                </a:lnTo>
                <a:lnTo>
                  <a:pt x="1199801" y="48855"/>
                </a:lnTo>
                <a:lnTo>
                  <a:pt x="1199417" y="48430"/>
                </a:lnTo>
                <a:lnTo>
                  <a:pt x="1199025" y="48014"/>
                </a:lnTo>
                <a:lnTo>
                  <a:pt x="1198624" y="47607"/>
                </a:lnTo>
                <a:lnTo>
                  <a:pt x="1198216" y="47209"/>
                </a:lnTo>
                <a:lnTo>
                  <a:pt x="1197799" y="46819"/>
                </a:lnTo>
                <a:lnTo>
                  <a:pt x="1197374" y="46438"/>
                </a:lnTo>
                <a:lnTo>
                  <a:pt x="1196940" y="46067"/>
                </a:lnTo>
                <a:lnTo>
                  <a:pt x="1196499" y="45703"/>
                </a:lnTo>
                <a:lnTo>
                  <a:pt x="1196049" y="45349"/>
                </a:lnTo>
                <a:lnTo>
                  <a:pt x="1195592" y="45004"/>
                </a:lnTo>
                <a:lnTo>
                  <a:pt x="1195126" y="44667"/>
                </a:lnTo>
                <a:lnTo>
                  <a:pt x="1194652" y="44339"/>
                </a:lnTo>
                <a:lnTo>
                  <a:pt x="1194169" y="44020"/>
                </a:lnTo>
                <a:lnTo>
                  <a:pt x="1193679" y="43710"/>
                </a:lnTo>
                <a:lnTo>
                  <a:pt x="1193182" y="43407"/>
                </a:lnTo>
                <a:lnTo>
                  <a:pt x="1192680" y="43112"/>
                </a:lnTo>
                <a:lnTo>
                  <a:pt x="1192173" y="42825"/>
                </a:lnTo>
                <a:lnTo>
                  <a:pt x="1191661" y="42544"/>
                </a:lnTo>
                <a:lnTo>
                  <a:pt x="1191144" y="42271"/>
                </a:lnTo>
                <a:lnTo>
                  <a:pt x="1190622" y="42006"/>
                </a:lnTo>
                <a:lnTo>
                  <a:pt x="1190096" y="41747"/>
                </a:lnTo>
                <a:lnTo>
                  <a:pt x="1189564" y="41497"/>
                </a:lnTo>
                <a:lnTo>
                  <a:pt x="1189027" y="41253"/>
                </a:lnTo>
                <a:lnTo>
                  <a:pt x="1188485" y="41017"/>
                </a:lnTo>
                <a:lnTo>
                  <a:pt x="1187938" y="40788"/>
                </a:lnTo>
                <a:lnTo>
                  <a:pt x="1187387" y="40567"/>
                </a:lnTo>
                <a:lnTo>
                  <a:pt x="1186830" y="40353"/>
                </a:lnTo>
                <a:lnTo>
                  <a:pt x="1186268" y="40146"/>
                </a:lnTo>
                <a:lnTo>
                  <a:pt x="1185702" y="39947"/>
                </a:lnTo>
                <a:lnTo>
                  <a:pt x="1185130" y="39755"/>
                </a:lnTo>
                <a:lnTo>
                  <a:pt x="1184554" y="39571"/>
                </a:lnTo>
                <a:lnTo>
                  <a:pt x="1183972" y="39393"/>
                </a:lnTo>
                <a:lnTo>
                  <a:pt x="1183386" y="39224"/>
                </a:lnTo>
                <a:lnTo>
                  <a:pt x="1182794" y="39061"/>
                </a:lnTo>
                <a:lnTo>
                  <a:pt x="1182198" y="38906"/>
                </a:lnTo>
                <a:lnTo>
                  <a:pt x="1181596" y="38759"/>
                </a:lnTo>
                <a:lnTo>
                  <a:pt x="1180990" y="38618"/>
                </a:lnTo>
                <a:lnTo>
                  <a:pt x="1180378" y="38485"/>
                </a:lnTo>
                <a:lnTo>
                  <a:pt x="1179764" y="38359"/>
                </a:lnTo>
                <a:lnTo>
                  <a:pt x="1179148" y="38238"/>
                </a:lnTo>
                <a:lnTo>
                  <a:pt x="1178532" y="38122"/>
                </a:lnTo>
                <a:lnTo>
                  <a:pt x="1177914" y="38012"/>
                </a:lnTo>
                <a:lnTo>
                  <a:pt x="1177296" y="37907"/>
                </a:lnTo>
                <a:lnTo>
                  <a:pt x="1176676" y="37807"/>
                </a:lnTo>
                <a:lnTo>
                  <a:pt x="1176055" y="37713"/>
                </a:lnTo>
                <a:lnTo>
                  <a:pt x="1175433" y="37624"/>
                </a:lnTo>
                <a:lnTo>
                  <a:pt x="1174810" y="37541"/>
                </a:lnTo>
                <a:lnTo>
                  <a:pt x="1174186" y="37462"/>
                </a:lnTo>
                <a:lnTo>
                  <a:pt x="1173561" y="37390"/>
                </a:lnTo>
                <a:lnTo>
                  <a:pt x="1172935" y="37322"/>
                </a:lnTo>
                <a:lnTo>
                  <a:pt x="1172308" y="37261"/>
                </a:lnTo>
                <a:lnTo>
                  <a:pt x="1171680" y="37204"/>
                </a:lnTo>
                <a:lnTo>
                  <a:pt x="1171050" y="37153"/>
                </a:lnTo>
                <a:lnTo>
                  <a:pt x="1170420" y="37107"/>
                </a:lnTo>
                <a:lnTo>
                  <a:pt x="1169788" y="37067"/>
                </a:lnTo>
                <a:lnTo>
                  <a:pt x="1169156" y="37032"/>
                </a:lnTo>
                <a:lnTo>
                  <a:pt x="1168522" y="37002"/>
                </a:lnTo>
                <a:lnTo>
                  <a:pt x="1167888" y="36978"/>
                </a:lnTo>
                <a:lnTo>
                  <a:pt x="1167252" y="36959"/>
                </a:lnTo>
                <a:lnTo>
                  <a:pt x="1166615" y="36946"/>
                </a:lnTo>
                <a:lnTo>
                  <a:pt x="1165977" y="36937"/>
                </a:lnTo>
                <a:lnTo>
                  <a:pt x="1165338" y="36935"/>
                </a:lnTo>
                <a:lnTo>
                  <a:pt x="1164683" y="36937"/>
                </a:lnTo>
                <a:lnTo>
                  <a:pt x="1164028" y="36946"/>
                </a:lnTo>
                <a:lnTo>
                  <a:pt x="1163375" y="36959"/>
                </a:lnTo>
                <a:lnTo>
                  <a:pt x="1162722" y="36978"/>
                </a:lnTo>
                <a:lnTo>
                  <a:pt x="1162071" y="37002"/>
                </a:lnTo>
                <a:lnTo>
                  <a:pt x="1161422" y="37032"/>
                </a:lnTo>
                <a:lnTo>
                  <a:pt x="1160773" y="37067"/>
                </a:lnTo>
                <a:lnTo>
                  <a:pt x="1160126" y="37107"/>
                </a:lnTo>
                <a:lnTo>
                  <a:pt x="1159480" y="37153"/>
                </a:lnTo>
                <a:lnTo>
                  <a:pt x="1158836" y="37205"/>
                </a:lnTo>
                <a:lnTo>
                  <a:pt x="1158192" y="37261"/>
                </a:lnTo>
                <a:lnTo>
                  <a:pt x="1157550" y="37323"/>
                </a:lnTo>
                <a:lnTo>
                  <a:pt x="1156909" y="37391"/>
                </a:lnTo>
                <a:lnTo>
                  <a:pt x="1156269" y="37464"/>
                </a:lnTo>
                <a:lnTo>
                  <a:pt x="1155631" y="37542"/>
                </a:lnTo>
                <a:lnTo>
                  <a:pt x="1154994" y="37625"/>
                </a:lnTo>
                <a:lnTo>
                  <a:pt x="1154358" y="37714"/>
                </a:lnTo>
                <a:lnTo>
                  <a:pt x="1153723" y="37809"/>
                </a:lnTo>
                <a:lnTo>
                  <a:pt x="1153089" y="37909"/>
                </a:lnTo>
                <a:lnTo>
                  <a:pt x="1152457" y="38014"/>
                </a:lnTo>
                <a:lnTo>
                  <a:pt x="1151826" y="38124"/>
                </a:lnTo>
                <a:lnTo>
                  <a:pt x="1151196" y="38240"/>
                </a:lnTo>
                <a:lnTo>
                  <a:pt x="1150568" y="38362"/>
                </a:lnTo>
                <a:lnTo>
                  <a:pt x="1149940" y="38489"/>
                </a:lnTo>
                <a:lnTo>
                  <a:pt x="1149316" y="38621"/>
                </a:lnTo>
                <a:lnTo>
                  <a:pt x="1148698" y="38760"/>
                </a:lnTo>
                <a:lnTo>
                  <a:pt x="1148084" y="38905"/>
                </a:lnTo>
                <a:lnTo>
                  <a:pt x="1147476" y="39056"/>
                </a:lnTo>
                <a:lnTo>
                  <a:pt x="1146874" y="39213"/>
                </a:lnTo>
                <a:lnTo>
                  <a:pt x="1146276" y="39377"/>
                </a:lnTo>
                <a:lnTo>
                  <a:pt x="1145684" y="39547"/>
                </a:lnTo>
                <a:lnTo>
                  <a:pt x="1145098" y="39724"/>
                </a:lnTo>
                <a:lnTo>
                  <a:pt x="1144516" y="39906"/>
                </a:lnTo>
                <a:lnTo>
                  <a:pt x="1143940" y="40095"/>
                </a:lnTo>
                <a:lnTo>
                  <a:pt x="1143370" y="40290"/>
                </a:lnTo>
                <a:lnTo>
                  <a:pt x="1142804" y="40492"/>
                </a:lnTo>
                <a:lnTo>
                  <a:pt x="1142244" y="40700"/>
                </a:lnTo>
                <a:lnTo>
                  <a:pt x="1141689" y="40914"/>
                </a:lnTo>
                <a:lnTo>
                  <a:pt x="1141140" y="41134"/>
                </a:lnTo>
                <a:lnTo>
                  <a:pt x="1140596" y="41361"/>
                </a:lnTo>
                <a:lnTo>
                  <a:pt x="1140057" y="41593"/>
                </a:lnTo>
                <a:lnTo>
                  <a:pt x="1139524" y="41833"/>
                </a:lnTo>
                <a:lnTo>
                  <a:pt x="1138996" y="42078"/>
                </a:lnTo>
                <a:lnTo>
                  <a:pt x="1138473" y="42330"/>
                </a:lnTo>
                <a:lnTo>
                  <a:pt x="1137955" y="42588"/>
                </a:lnTo>
                <a:lnTo>
                  <a:pt x="1137443" y="42852"/>
                </a:lnTo>
                <a:lnTo>
                  <a:pt x="1136937" y="43123"/>
                </a:lnTo>
                <a:lnTo>
                  <a:pt x="1136435" y="43400"/>
                </a:lnTo>
                <a:lnTo>
                  <a:pt x="1135941" y="43683"/>
                </a:lnTo>
                <a:lnTo>
                  <a:pt x="1135454" y="43974"/>
                </a:lnTo>
                <a:lnTo>
                  <a:pt x="1134976" y="44273"/>
                </a:lnTo>
                <a:lnTo>
                  <a:pt x="1134507" y="44579"/>
                </a:lnTo>
                <a:lnTo>
                  <a:pt x="1134046" y="44892"/>
                </a:lnTo>
                <a:lnTo>
                  <a:pt x="1133593" y="45213"/>
                </a:lnTo>
                <a:lnTo>
                  <a:pt x="1133148" y="45540"/>
                </a:lnTo>
                <a:lnTo>
                  <a:pt x="1132712" y="45876"/>
                </a:lnTo>
                <a:lnTo>
                  <a:pt x="1132284" y="46218"/>
                </a:lnTo>
                <a:lnTo>
                  <a:pt x="1131865" y="46569"/>
                </a:lnTo>
                <a:lnTo>
                  <a:pt x="1131454" y="46926"/>
                </a:lnTo>
                <a:lnTo>
                  <a:pt x="1131051" y="47291"/>
                </a:lnTo>
                <a:lnTo>
                  <a:pt x="1130657" y="47663"/>
                </a:lnTo>
                <a:lnTo>
                  <a:pt x="1130270" y="48042"/>
                </a:lnTo>
                <a:lnTo>
                  <a:pt x="1129893" y="48429"/>
                </a:lnTo>
                <a:lnTo>
                  <a:pt x="1129523" y="48824"/>
                </a:lnTo>
                <a:lnTo>
                  <a:pt x="1129162" y="49225"/>
                </a:lnTo>
                <a:lnTo>
                  <a:pt x="1128810" y="49634"/>
                </a:lnTo>
                <a:lnTo>
                  <a:pt x="1128465" y="50051"/>
                </a:lnTo>
                <a:lnTo>
                  <a:pt x="1128129" y="50474"/>
                </a:lnTo>
                <a:lnTo>
                  <a:pt x="1127802" y="50906"/>
                </a:lnTo>
                <a:lnTo>
                  <a:pt x="1127482" y="51344"/>
                </a:lnTo>
                <a:lnTo>
                  <a:pt x="1127172" y="51790"/>
                </a:lnTo>
                <a:lnTo>
                  <a:pt x="1126869" y="52243"/>
                </a:lnTo>
                <a:lnTo>
                  <a:pt x="1126577" y="52704"/>
                </a:lnTo>
                <a:lnTo>
                  <a:pt x="1126297" y="53173"/>
                </a:lnTo>
                <a:lnTo>
                  <a:pt x="1126030" y="53651"/>
                </a:lnTo>
                <a:lnTo>
                  <a:pt x="1125775" y="54136"/>
                </a:lnTo>
                <a:lnTo>
                  <a:pt x="1125532" y="54630"/>
                </a:lnTo>
                <a:lnTo>
                  <a:pt x="1125302" y="55132"/>
                </a:lnTo>
                <a:lnTo>
                  <a:pt x="1125085" y="55643"/>
                </a:lnTo>
                <a:lnTo>
                  <a:pt x="1124880" y="56161"/>
                </a:lnTo>
                <a:lnTo>
                  <a:pt x="1124687" y="56688"/>
                </a:lnTo>
                <a:lnTo>
                  <a:pt x="1124507" y="57224"/>
                </a:lnTo>
                <a:lnTo>
                  <a:pt x="1124339" y="57767"/>
                </a:lnTo>
                <a:lnTo>
                  <a:pt x="1124183" y="58319"/>
                </a:lnTo>
                <a:lnTo>
                  <a:pt x="1124040" y="58879"/>
                </a:lnTo>
                <a:lnTo>
                  <a:pt x="1123910" y="59447"/>
                </a:lnTo>
                <a:lnTo>
                  <a:pt x="1123792" y="60024"/>
                </a:lnTo>
                <a:lnTo>
                  <a:pt x="1123686" y="60609"/>
                </a:lnTo>
                <a:lnTo>
                  <a:pt x="1123593" y="61202"/>
                </a:lnTo>
                <a:lnTo>
                  <a:pt x="1123512" y="61803"/>
                </a:lnTo>
                <a:lnTo>
                  <a:pt x="1123443" y="62413"/>
                </a:lnTo>
                <a:lnTo>
                  <a:pt x="1123387" y="63031"/>
                </a:lnTo>
                <a:lnTo>
                  <a:pt x="1123344" y="63657"/>
                </a:lnTo>
                <a:lnTo>
                  <a:pt x="1123313" y="64292"/>
                </a:lnTo>
                <a:lnTo>
                  <a:pt x="1123294" y="64934"/>
                </a:lnTo>
                <a:lnTo>
                  <a:pt x="1123288" y="65585"/>
                </a:lnTo>
                <a:lnTo>
                  <a:pt x="1123296" y="66415"/>
                </a:lnTo>
                <a:lnTo>
                  <a:pt x="1123321" y="67231"/>
                </a:lnTo>
                <a:lnTo>
                  <a:pt x="1123362" y="68033"/>
                </a:lnTo>
                <a:lnTo>
                  <a:pt x="1123419" y="68822"/>
                </a:lnTo>
                <a:lnTo>
                  <a:pt x="1123492" y="69598"/>
                </a:lnTo>
                <a:lnTo>
                  <a:pt x="1123582" y="70360"/>
                </a:lnTo>
                <a:lnTo>
                  <a:pt x="1123688" y="71108"/>
                </a:lnTo>
                <a:lnTo>
                  <a:pt x="1123811" y="71843"/>
                </a:lnTo>
                <a:lnTo>
                  <a:pt x="1123950" y="72565"/>
                </a:lnTo>
                <a:lnTo>
                  <a:pt x="1124105" y="73273"/>
                </a:lnTo>
                <a:lnTo>
                  <a:pt x="1124277" y="73968"/>
                </a:lnTo>
                <a:lnTo>
                  <a:pt x="1124465" y="74649"/>
                </a:lnTo>
                <a:lnTo>
                  <a:pt x="1124669" y="75317"/>
                </a:lnTo>
                <a:lnTo>
                  <a:pt x="1124889" y="75971"/>
                </a:lnTo>
                <a:lnTo>
                  <a:pt x="1125126" y="76612"/>
                </a:lnTo>
                <a:lnTo>
                  <a:pt x="1125380" y="77239"/>
                </a:lnTo>
                <a:lnTo>
                  <a:pt x="1125649" y="77853"/>
                </a:lnTo>
                <a:lnTo>
                  <a:pt x="1125935" y="78453"/>
                </a:lnTo>
                <a:lnTo>
                  <a:pt x="1126238" y="79040"/>
                </a:lnTo>
                <a:lnTo>
                  <a:pt x="1126556" y="79614"/>
                </a:lnTo>
                <a:lnTo>
                  <a:pt x="1126891" y="80174"/>
                </a:lnTo>
                <a:lnTo>
                  <a:pt x="1127243" y="80721"/>
                </a:lnTo>
                <a:lnTo>
                  <a:pt x="1127610" y="81254"/>
                </a:lnTo>
                <a:lnTo>
                  <a:pt x="1127994" y="81773"/>
                </a:lnTo>
                <a:lnTo>
                  <a:pt x="1128393" y="82282"/>
                </a:lnTo>
                <a:lnTo>
                  <a:pt x="1128804" y="82781"/>
                </a:lnTo>
                <a:lnTo>
                  <a:pt x="1129228" y="83272"/>
                </a:lnTo>
                <a:lnTo>
                  <a:pt x="1129664" y="83755"/>
                </a:lnTo>
                <a:lnTo>
                  <a:pt x="1130113" y="84229"/>
                </a:lnTo>
                <a:lnTo>
                  <a:pt x="1130575" y="84694"/>
                </a:lnTo>
                <a:lnTo>
                  <a:pt x="1131049" y="85151"/>
                </a:lnTo>
                <a:lnTo>
                  <a:pt x="1131536" y="85599"/>
                </a:lnTo>
                <a:lnTo>
                  <a:pt x="1132035" y="86038"/>
                </a:lnTo>
                <a:lnTo>
                  <a:pt x="1132547" y="86469"/>
                </a:lnTo>
                <a:lnTo>
                  <a:pt x="1133072" y="86891"/>
                </a:lnTo>
                <a:lnTo>
                  <a:pt x="1133609" y="87304"/>
                </a:lnTo>
                <a:lnTo>
                  <a:pt x="1134159" y="87709"/>
                </a:lnTo>
                <a:lnTo>
                  <a:pt x="1134721" y="88106"/>
                </a:lnTo>
                <a:lnTo>
                  <a:pt x="1135296" y="88493"/>
                </a:lnTo>
                <a:lnTo>
                  <a:pt x="1135884" y="88873"/>
                </a:lnTo>
                <a:lnTo>
                  <a:pt x="1136484" y="89243"/>
                </a:lnTo>
                <a:lnTo>
                  <a:pt x="1137097" y="89605"/>
                </a:lnTo>
                <a:lnTo>
                  <a:pt x="1137723" y="89958"/>
                </a:lnTo>
                <a:lnTo>
                  <a:pt x="1138361" y="90303"/>
                </a:lnTo>
                <a:lnTo>
                  <a:pt x="1139011" y="90639"/>
                </a:lnTo>
                <a:lnTo>
                  <a:pt x="1139675" y="90966"/>
                </a:lnTo>
                <a:lnTo>
                  <a:pt x="1140351" y="91285"/>
                </a:lnTo>
                <a:lnTo>
                  <a:pt x="1141039" y="91595"/>
                </a:lnTo>
                <a:lnTo>
                  <a:pt x="1141738" y="91899"/>
                </a:lnTo>
                <a:lnTo>
                  <a:pt x="1142445" y="92199"/>
                </a:lnTo>
                <a:lnTo>
                  <a:pt x="1143160" y="92496"/>
                </a:lnTo>
                <a:lnTo>
                  <a:pt x="1143883" y="92789"/>
                </a:lnTo>
                <a:lnTo>
                  <a:pt x="1144614" y="93078"/>
                </a:lnTo>
                <a:lnTo>
                  <a:pt x="1145352" y="93363"/>
                </a:lnTo>
                <a:lnTo>
                  <a:pt x="1146099" y="93644"/>
                </a:lnTo>
                <a:lnTo>
                  <a:pt x="1146854" y="93922"/>
                </a:lnTo>
                <a:lnTo>
                  <a:pt x="1147617" y="94196"/>
                </a:lnTo>
                <a:lnTo>
                  <a:pt x="1148388" y="94466"/>
                </a:lnTo>
                <a:lnTo>
                  <a:pt x="1149166" y="94732"/>
                </a:lnTo>
                <a:lnTo>
                  <a:pt x="1149953" y="94995"/>
                </a:lnTo>
                <a:lnTo>
                  <a:pt x="1150748" y="95254"/>
                </a:lnTo>
                <a:lnTo>
                  <a:pt x="1151551" y="95509"/>
                </a:lnTo>
                <a:lnTo>
                  <a:pt x="1152362" y="95760"/>
                </a:lnTo>
                <a:lnTo>
                  <a:pt x="1153180" y="96007"/>
                </a:lnTo>
                <a:lnTo>
                  <a:pt x="1154007" y="96251"/>
                </a:lnTo>
                <a:lnTo>
                  <a:pt x="1154842" y="96491"/>
                </a:lnTo>
                <a:lnTo>
                  <a:pt x="1155685" y="96727"/>
                </a:lnTo>
                <a:lnTo>
                  <a:pt x="1156535" y="96960"/>
                </a:lnTo>
                <a:lnTo>
                  <a:pt x="1157394" y="97189"/>
                </a:lnTo>
                <a:lnTo>
                  <a:pt x="1158261" y="97414"/>
                </a:lnTo>
                <a:lnTo>
                  <a:pt x="1159135" y="97635"/>
                </a:lnTo>
                <a:lnTo>
                  <a:pt x="1160018" y="97852"/>
                </a:lnTo>
                <a:lnTo>
                  <a:pt x="1161062" y="98093"/>
                </a:lnTo>
                <a:lnTo>
                  <a:pt x="1162080" y="98334"/>
                </a:lnTo>
                <a:lnTo>
                  <a:pt x="1163071" y="98575"/>
                </a:lnTo>
                <a:lnTo>
                  <a:pt x="1164035" y="98815"/>
                </a:lnTo>
                <a:lnTo>
                  <a:pt x="1164974" y="99055"/>
                </a:lnTo>
                <a:lnTo>
                  <a:pt x="1165885" y="99294"/>
                </a:lnTo>
                <a:lnTo>
                  <a:pt x="1166770" y="99533"/>
                </a:lnTo>
                <a:lnTo>
                  <a:pt x="1167629" y="99772"/>
                </a:lnTo>
                <a:lnTo>
                  <a:pt x="1168461" y="100010"/>
                </a:lnTo>
                <a:lnTo>
                  <a:pt x="1169267" y="100248"/>
                </a:lnTo>
                <a:lnTo>
                  <a:pt x="1170047" y="100486"/>
                </a:lnTo>
                <a:lnTo>
                  <a:pt x="1170799" y="100723"/>
                </a:lnTo>
                <a:lnTo>
                  <a:pt x="1171526" y="100960"/>
                </a:lnTo>
                <a:lnTo>
                  <a:pt x="1172226" y="101197"/>
                </a:lnTo>
                <a:lnTo>
                  <a:pt x="1172899" y="101433"/>
                </a:lnTo>
                <a:lnTo>
                  <a:pt x="1173546" y="101669"/>
                </a:lnTo>
                <a:lnTo>
                  <a:pt x="1174167" y="101905"/>
                </a:lnTo>
                <a:lnTo>
                  <a:pt x="1174761" y="102140"/>
                </a:lnTo>
                <a:lnTo>
                  <a:pt x="1175328" y="102375"/>
                </a:lnTo>
                <a:lnTo>
                  <a:pt x="1175870" y="102609"/>
                </a:lnTo>
                <a:lnTo>
                  <a:pt x="1176384" y="102843"/>
                </a:lnTo>
                <a:lnTo>
                  <a:pt x="1176872" y="103077"/>
                </a:lnTo>
                <a:lnTo>
                  <a:pt x="1177334" y="103310"/>
                </a:lnTo>
                <a:lnTo>
                  <a:pt x="1177769" y="103543"/>
                </a:lnTo>
                <a:lnTo>
                  <a:pt x="1178183" y="103781"/>
                </a:lnTo>
                <a:lnTo>
                  <a:pt x="1178578" y="104029"/>
                </a:lnTo>
                <a:lnTo>
                  <a:pt x="1178956" y="104286"/>
                </a:lnTo>
                <a:lnTo>
                  <a:pt x="1179317" y="104554"/>
                </a:lnTo>
                <a:lnTo>
                  <a:pt x="1179660" y="104832"/>
                </a:lnTo>
                <a:lnTo>
                  <a:pt x="1179985" y="105120"/>
                </a:lnTo>
                <a:lnTo>
                  <a:pt x="1180293" y="105418"/>
                </a:lnTo>
                <a:lnTo>
                  <a:pt x="1180583" y="105726"/>
                </a:lnTo>
                <a:lnTo>
                  <a:pt x="1180856" y="106044"/>
                </a:lnTo>
                <a:lnTo>
                  <a:pt x="1181111" y="106372"/>
                </a:lnTo>
                <a:lnTo>
                  <a:pt x="1181348" y="106711"/>
                </a:lnTo>
                <a:lnTo>
                  <a:pt x="1181568" y="107059"/>
                </a:lnTo>
                <a:lnTo>
                  <a:pt x="1181770" y="107417"/>
                </a:lnTo>
                <a:lnTo>
                  <a:pt x="1181955" y="107786"/>
                </a:lnTo>
                <a:lnTo>
                  <a:pt x="1182122" y="108164"/>
                </a:lnTo>
                <a:lnTo>
                  <a:pt x="1182271" y="108552"/>
                </a:lnTo>
                <a:lnTo>
                  <a:pt x="1182403" y="108951"/>
                </a:lnTo>
                <a:lnTo>
                  <a:pt x="1182517" y="109360"/>
                </a:lnTo>
                <a:lnTo>
                  <a:pt x="1182614" y="109778"/>
                </a:lnTo>
                <a:lnTo>
                  <a:pt x="1182693" y="110207"/>
                </a:lnTo>
                <a:lnTo>
                  <a:pt x="1182755" y="110646"/>
                </a:lnTo>
                <a:lnTo>
                  <a:pt x="1182799" y="111095"/>
                </a:lnTo>
                <a:lnTo>
                  <a:pt x="1182825" y="111554"/>
                </a:lnTo>
                <a:lnTo>
                  <a:pt x="1182834" y="112023"/>
                </a:lnTo>
                <a:lnTo>
                  <a:pt x="1182826" y="112525"/>
                </a:lnTo>
                <a:lnTo>
                  <a:pt x="1182804" y="113016"/>
                </a:lnTo>
                <a:lnTo>
                  <a:pt x="1182767" y="113494"/>
                </a:lnTo>
                <a:lnTo>
                  <a:pt x="1182715" y="113960"/>
                </a:lnTo>
                <a:lnTo>
                  <a:pt x="1182647" y="114414"/>
                </a:lnTo>
                <a:lnTo>
                  <a:pt x="1182565" y="114856"/>
                </a:lnTo>
                <a:lnTo>
                  <a:pt x="1182468" y="115285"/>
                </a:lnTo>
                <a:lnTo>
                  <a:pt x="1182356" y="115702"/>
                </a:lnTo>
                <a:lnTo>
                  <a:pt x="1182230" y="116107"/>
                </a:lnTo>
                <a:lnTo>
                  <a:pt x="1182088" y="116499"/>
                </a:lnTo>
                <a:lnTo>
                  <a:pt x="1181931" y="116880"/>
                </a:lnTo>
                <a:lnTo>
                  <a:pt x="1181760" y="117248"/>
                </a:lnTo>
                <a:lnTo>
                  <a:pt x="1181573" y="117604"/>
                </a:lnTo>
                <a:lnTo>
                  <a:pt x="1181372" y="117947"/>
                </a:lnTo>
                <a:lnTo>
                  <a:pt x="1181155" y="118278"/>
                </a:lnTo>
                <a:lnTo>
                  <a:pt x="1180924" y="118598"/>
                </a:lnTo>
                <a:lnTo>
                  <a:pt x="1180678" y="118904"/>
                </a:lnTo>
                <a:lnTo>
                  <a:pt x="1180417" y="119199"/>
                </a:lnTo>
                <a:lnTo>
                  <a:pt x="1180141" y="119481"/>
                </a:lnTo>
                <a:lnTo>
                  <a:pt x="1179850" y="119751"/>
                </a:lnTo>
                <a:lnTo>
                  <a:pt x="1179544" y="120009"/>
                </a:lnTo>
                <a:lnTo>
                  <a:pt x="1179223" y="120255"/>
                </a:lnTo>
                <a:lnTo>
                  <a:pt x="1178887" y="120488"/>
                </a:lnTo>
                <a:lnTo>
                  <a:pt x="1178537" y="120710"/>
                </a:lnTo>
                <a:lnTo>
                  <a:pt x="1178173" y="120920"/>
                </a:lnTo>
                <a:lnTo>
                  <a:pt x="1177796" y="121121"/>
                </a:lnTo>
                <a:lnTo>
                  <a:pt x="1177408" y="121313"/>
                </a:lnTo>
                <a:lnTo>
                  <a:pt x="1177008" y="121497"/>
                </a:lnTo>
                <a:lnTo>
                  <a:pt x="1176595" y="121671"/>
                </a:lnTo>
                <a:lnTo>
                  <a:pt x="1176171" y="121837"/>
                </a:lnTo>
                <a:lnTo>
                  <a:pt x="1175734" y="121994"/>
                </a:lnTo>
                <a:lnTo>
                  <a:pt x="1175285" y="122141"/>
                </a:lnTo>
                <a:lnTo>
                  <a:pt x="1174825" y="122280"/>
                </a:lnTo>
                <a:lnTo>
                  <a:pt x="1174352" y="122410"/>
                </a:lnTo>
                <a:lnTo>
                  <a:pt x="1173867" y="122530"/>
                </a:lnTo>
                <a:lnTo>
                  <a:pt x="1173370" y="122642"/>
                </a:lnTo>
                <a:lnTo>
                  <a:pt x="1172861" y="122745"/>
                </a:lnTo>
                <a:lnTo>
                  <a:pt x="1172340" y="122839"/>
                </a:lnTo>
                <a:lnTo>
                  <a:pt x="1171807" y="122924"/>
                </a:lnTo>
                <a:lnTo>
                  <a:pt x="1171261" y="123000"/>
                </a:lnTo>
                <a:lnTo>
                  <a:pt x="1170704" y="123067"/>
                </a:lnTo>
                <a:lnTo>
                  <a:pt x="1170134" y="123125"/>
                </a:lnTo>
                <a:lnTo>
                  <a:pt x="1169553" y="123175"/>
                </a:lnTo>
                <a:lnTo>
                  <a:pt x="1168959" y="123215"/>
                </a:lnTo>
                <a:lnTo>
                  <a:pt x="1168353" y="123246"/>
                </a:lnTo>
                <a:lnTo>
                  <a:pt x="1167736" y="123269"/>
                </a:lnTo>
                <a:lnTo>
                  <a:pt x="1167106" y="123282"/>
                </a:lnTo>
                <a:lnTo>
                  <a:pt x="1166464" y="123287"/>
                </a:lnTo>
                <a:lnTo>
                  <a:pt x="1165811" y="123281"/>
                </a:lnTo>
                <a:lnTo>
                  <a:pt x="1165165" y="123263"/>
                </a:lnTo>
                <a:lnTo>
                  <a:pt x="1164526" y="123234"/>
                </a:lnTo>
                <a:lnTo>
                  <a:pt x="1163893" y="123193"/>
                </a:lnTo>
                <a:lnTo>
                  <a:pt x="1163268" y="123141"/>
                </a:lnTo>
                <a:lnTo>
                  <a:pt x="1162650" y="123077"/>
                </a:lnTo>
                <a:lnTo>
                  <a:pt x="1162038" y="123001"/>
                </a:lnTo>
                <a:lnTo>
                  <a:pt x="1161434" y="122914"/>
                </a:lnTo>
                <a:lnTo>
                  <a:pt x="1160836" y="122815"/>
                </a:lnTo>
                <a:lnTo>
                  <a:pt x="1160245" y="122704"/>
                </a:lnTo>
                <a:lnTo>
                  <a:pt x="1159661" y="122582"/>
                </a:lnTo>
                <a:lnTo>
                  <a:pt x="1159085" y="122448"/>
                </a:lnTo>
                <a:lnTo>
                  <a:pt x="1158515" y="122302"/>
                </a:lnTo>
                <a:lnTo>
                  <a:pt x="1157952" y="122145"/>
                </a:lnTo>
                <a:lnTo>
                  <a:pt x="1157396" y="121976"/>
                </a:lnTo>
                <a:lnTo>
                  <a:pt x="1156847" y="121796"/>
                </a:lnTo>
                <a:lnTo>
                  <a:pt x="1156304" y="121604"/>
                </a:lnTo>
                <a:lnTo>
                  <a:pt x="1155769" y="121400"/>
                </a:lnTo>
                <a:lnTo>
                  <a:pt x="1155241" y="121184"/>
                </a:lnTo>
                <a:lnTo>
                  <a:pt x="1154719" y="120957"/>
                </a:lnTo>
                <a:lnTo>
                  <a:pt x="1154205" y="120719"/>
                </a:lnTo>
                <a:lnTo>
                  <a:pt x="1153697" y="120468"/>
                </a:lnTo>
                <a:lnTo>
                  <a:pt x="1153197" y="120206"/>
                </a:lnTo>
                <a:lnTo>
                  <a:pt x="1152703" y="119933"/>
                </a:lnTo>
                <a:lnTo>
                  <a:pt x="1152223" y="119644"/>
                </a:lnTo>
                <a:lnTo>
                  <a:pt x="1151763" y="119337"/>
                </a:lnTo>
                <a:lnTo>
                  <a:pt x="1151324" y="119012"/>
                </a:lnTo>
                <a:lnTo>
                  <a:pt x="1150905" y="118669"/>
                </a:lnTo>
                <a:lnTo>
                  <a:pt x="1150507" y="118308"/>
                </a:lnTo>
                <a:lnTo>
                  <a:pt x="1150129" y="117928"/>
                </a:lnTo>
                <a:lnTo>
                  <a:pt x="1149772" y="117531"/>
                </a:lnTo>
                <a:lnTo>
                  <a:pt x="1149435" y="117115"/>
                </a:lnTo>
                <a:lnTo>
                  <a:pt x="1149118" y="116681"/>
                </a:lnTo>
                <a:lnTo>
                  <a:pt x="1148822" y="116228"/>
                </a:lnTo>
                <a:lnTo>
                  <a:pt x="1148546" y="115758"/>
                </a:lnTo>
                <a:lnTo>
                  <a:pt x="1148291" y="115269"/>
                </a:lnTo>
                <a:lnTo>
                  <a:pt x="1148056" y="114763"/>
                </a:lnTo>
                <a:lnTo>
                  <a:pt x="1147841" y="114238"/>
                </a:lnTo>
                <a:lnTo>
                  <a:pt x="1147647" y="113694"/>
                </a:lnTo>
                <a:lnTo>
                  <a:pt x="1147474" y="113133"/>
                </a:lnTo>
                <a:lnTo>
                  <a:pt x="1147320" y="112554"/>
                </a:lnTo>
                <a:lnTo>
                  <a:pt x="1147188" y="111956"/>
                </a:lnTo>
                <a:lnTo>
                  <a:pt x="1147075" y="111340"/>
                </a:lnTo>
                <a:lnTo>
                  <a:pt x="1146983" y="110706"/>
                </a:lnTo>
                <a:lnTo>
                  <a:pt x="1146912" y="110054"/>
                </a:lnTo>
                <a:lnTo>
                  <a:pt x="1146861" y="109383"/>
                </a:lnTo>
                <a:lnTo>
                  <a:pt x="1146830" y="108694"/>
                </a:lnTo>
                <a:lnTo>
                  <a:pt x="1146820" y="107988"/>
                </a:lnTo>
                <a:lnTo>
                  <a:pt x="1121651" y="107988"/>
                </a:lnTo>
                <a:lnTo>
                  <a:pt x="1121658" y="108792"/>
                </a:lnTo>
                <a:lnTo>
                  <a:pt x="1121677" y="109586"/>
                </a:lnTo>
                <a:lnTo>
                  <a:pt x="1121710" y="110368"/>
                </a:lnTo>
                <a:lnTo>
                  <a:pt x="1121756" y="111139"/>
                </a:lnTo>
                <a:lnTo>
                  <a:pt x="1121815" y="111900"/>
                </a:lnTo>
                <a:lnTo>
                  <a:pt x="1121888" y="112649"/>
                </a:lnTo>
                <a:lnTo>
                  <a:pt x="1121973" y="113386"/>
                </a:lnTo>
                <a:lnTo>
                  <a:pt x="1122072" y="114113"/>
                </a:lnTo>
                <a:lnTo>
                  <a:pt x="1122183" y="114829"/>
                </a:lnTo>
                <a:lnTo>
                  <a:pt x="1122308" y="115533"/>
                </a:lnTo>
                <a:lnTo>
                  <a:pt x="1122446" y="116227"/>
                </a:lnTo>
                <a:lnTo>
                  <a:pt x="1122597" y="116909"/>
                </a:lnTo>
                <a:lnTo>
                  <a:pt x="1122762" y="117580"/>
                </a:lnTo>
                <a:lnTo>
                  <a:pt x="1122939" y="118240"/>
                </a:lnTo>
                <a:lnTo>
                  <a:pt x="1123130" y="118889"/>
                </a:lnTo>
                <a:lnTo>
                  <a:pt x="1123333" y="119526"/>
                </a:lnTo>
                <a:lnTo>
                  <a:pt x="1123550" y="120153"/>
                </a:lnTo>
                <a:lnTo>
                  <a:pt x="1123780" y="120768"/>
                </a:lnTo>
                <a:lnTo>
                  <a:pt x="1124024" y="121372"/>
                </a:lnTo>
                <a:lnTo>
                  <a:pt x="1124280" y="121965"/>
                </a:lnTo>
                <a:lnTo>
                  <a:pt x="1124549" y="122547"/>
                </a:lnTo>
                <a:lnTo>
                  <a:pt x="1124832" y="123118"/>
                </a:lnTo>
                <a:lnTo>
                  <a:pt x="1125128" y="123678"/>
                </a:lnTo>
                <a:lnTo>
                  <a:pt x="1125437" y="124227"/>
                </a:lnTo>
                <a:lnTo>
                  <a:pt x="1125757" y="124765"/>
                </a:lnTo>
                <a:lnTo>
                  <a:pt x="1126086" y="125293"/>
                </a:lnTo>
                <a:lnTo>
                  <a:pt x="1126425" y="125813"/>
                </a:lnTo>
                <a:lnTo>
                  <a:pt x="1126772" y="126322"/>
                </a:lnTo>
                <a:lnTo>
                  <a:pt x="1127129" y="126823"/>
                </a:lnTo>
                <a:lnTo>
                  <a:pt x="1127496" y="127313"/>
                </a:lnTo>
                <a:lnTo>
                  <a:pt x="1127871" y="127794"/>
                </a:lnTo>
                <a:lnTo>
                  <a:pt x="1128256" y="128266"/>
                </a:lnTo>
                <a:lnTo>
                  <a:pt x="1128650" y="128728"/>
                </a:lnTo>
                <a:lnTo>
                  <a:pt x="1129053" y="129181"/>
                </a:lnTo>
                <a:lnTo>
                  <a:pt x="1129465" y="129624"/>
                </a:lnTo>
                <a:lnTo>
                  <a:pt x="1129887" y="130058"/>
                </a:lnTo>
                <a:lnTo>
                  <a:pt x="1130318" y="130482"/>
                </a:lnTo>
                <a:lnTo>
                  <a:pt x="1130758" y="130896"/>
                </a:lnTo>
                <a:lnTo>
                  <a:pt x="1131208" y="131301"/>
                </a:lnTo>
                <a:lnTo>
                  <a:pt x="1131666" y="131697"/>
                </a:lnTo>
                <a:lnTo>
                  <a:pt x="1132134" y="132083"/>
                </a:lnTo>
                <a:lnTo>
                  <a:pt x="1132611" y="132459"/>
                </a:lnTo>
                <a:lnTo>
                  <a:pt x="1133098" y="132826"/>
                </a:lnTo>
                <a:lnTo>
                  <a:pt x="1133593" y="133184"/>
                </a:lnTo>
                <a:lnTo>
                  <a:pt x="1134098" y="133532"/>
                </a:lnTo>
                <a:lnTo>
                  <a:pt x="1134612" y="133870"/>
                </a:lnTo>
                <a:lnTo>
                  <a:pt x="1135135" y="134199"/>
                </a:lnTo>
                <a:lnTo>
                  <a:pt x="1135668" y="134519"/>
                </a:lnTo>
                <a:lnTo>
                  <a:pt x="1136208" y="134829"/>
                </a:lnTo>
                <a:lnTo>
                  <a:pt x="1136753" y="135132"/>
                </a:lnTo>
                <a:lnTo>
                  <a:pt x="1137303" y="135428"/>
                </a:lnTo>
                <a:lnTo>
                  <a:pt x="1137859" y="135715"/>
                </a:lnTo>
                <a:lnTo>
                  <a:pt x="1138420" y="135995"/>
                </a:lnTo>
                <a:lnTo>
                  <a:pt x="1138987" y="136267"/>
                </a:lnTo>
                <a:lnTo>
                  <a:pt x="1139558" y="136532"/>
                </a:lnTo>
                <a:lnTo>
                  <a:pt x="1140135" y="136789"/>
                </a:lnTo>
                <a:lnTo>
                  <a:pt x="1140718" y="137038"/>
                </a:lnTo>
                <a:lnTo>
                  <a:pt x="1141306" y="137279"/>
                </a:lnTo>
                <a:lnTo>
                  <a:pt x="1141899" y="137512"/>
                </a:lnTo>
                <a:lnTo>
                  <a:pt x="1142497" y="137738"/>
                </a:lnTo>
                <a:lnTo>
                  <a:pt x="1143101" y="137956"/>
                </a:lnTo>
                <a:lnTo>
                  <a:pt x="1143710" y="138167"/>
                </a:lnTo>
                <a:lnTo>
                  <a:pt x="1144324" y="138369"/>
                </a:lnTo>
                <a:lnTo>
                  <a:pt x="1144944" y="138564"/>
                </a:lnTo>
                <a:lnTo>
                  <a:pt x="1145569" y="138751"/>
                </a:lnTo>
                <a:lnTo>
                  <a:pt x="1146200" y="138931"/>
                </a:lnTo>
                <a:lnTo>
                  <a:pt x="1146835" y="139102"/>
                </a:lnTo>
                <a:lnTo>
                  <a:pt x="1147476" y="139266"/>
                </a:lnTo>
                <a:lnTo>
                  <a:pt x="1148123" y="139423"/>
                </a:lnTo>
                <a:lnTo>
                  <a:pt x="1148774" y="139571"/>
                </a:lnTo>
                <a:lnTo>
                  <a:pt x="1149432" y="139712"/>
                </a:lnTo>
                <a:lnTo>
                  <a:pt x="1150094" y="139845"/>
                </a:lnTo>
                <a:lnTo>
                  <a:pt x="1150759" y="139972"/>
                </a:lnTo>
                <a:lnTo>
                  <a:pt x="1151426" y="140093"/>
                </a:lnTo>
                <a:lnTo>
                  <a:pt x="1152094" y="140209"/>
                </a:lnTo>
                <a:lnTo>
                  <a:pt x="1152763" y="140319"/>
                </a:lnTo>
                <a:lnTo>
                  <a:pt x="1153432" y="140424"/>
                </a:lnTo>
                <a:lnTo>
                  <a:pt x="1154103" y="140524"/>
                </a:lnTo>
                <a:lnTo>
                  <a:pt x="1154775" y="140618"/>
                </a:lnTo>
                <a:lnTo>
                  <a:pt x="1155448" y="140707"/>
                </a:lnTo>
                <a:lnTo>
                  <a:pt x="1156122" y="140790"/>
                </a:lnTo>
                <a:lnTo>
                  <a:pt x="1156797" y="140868"/>
                </a:lnTo>
                <a:lnTo>
                  <a:pt x="1157474" y="140941"/>
                </a:lnTo>
                <a:lnTo>
                  <a:pt x="1158151" y="141008"/>
                </a:lnTo>
                <a:lnTo>
                  <a:pt x="1158829" y="141070"/>
                </a:lnTo>
                <a:lnTo>
                  <a:pt x="1159509" y="141127"/>
                </a:lnTo>
                <a:lnTo>
                  <a:pt x="1160189" y="141178"/>
                </a:lnTo>
                <a:lnTo>
                  <a:pt x="1160871" y="141224"/>
                </a:lnTo>
                <a:lnTo>
                  <a:pt x="1161553" y="141264"/>
                </a:lnTo>
                <a:lnTo>
                  <a:pt x="1162237" y="141299"/>
                </a:lnTo>
                <a:lnTo>
                  <a:pt x="1162922" y="141329"/>
                </a:lnTo>
                <a:lnTo>
                  <a:pt x="1163608" y="141353"/>
                </a:lnTo>
                <a:lnTo>
                  <a:pt x="1164295" y="141372"/>
                </a:lnTo>
                <a:lnTo>
                  <a:pt x="1164982" y="141385"/>
                </a:lnTo>
                <a:lnTo>
                  <a:pt x="1165671" y="141393"/>
                </a:lnTo>
                <a:lnTo>
                  <a:pt x="1166362" y="141396"/>
                </a:lnTo>
                <a:lnTo>
                  <a:pt x="1167060" y="141393"/>
                </a:lnTo>
                <a:lnTo>
                  <a:pt x="1167756" y="141384"/>
                </a:lnTo>
                <a:lnTo>
                  <a:pt x="1168450" y="141368"/>
                </a:lnTo>
                <a:lnTo>
                  <a:pt x="1169142" y="141347"/>
                </a:lnTo>
                <a:close/>
              </a:path>
            </a:pathLst>
          </a:custGeom>
          <a:solidFill xmlns:a="http://schemas.openxmlformats.org/drawingml/2006/main">
            <a:srgbClr val="2D830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bea5c20e94655"/>
          <a:stretch xmlns:a="http://schemas.openxmlformats.org/drawingml/2006/main"/>
        </p:blipFill>
        <p:spPr>
          <a:xfrm xmlns:a="http://schemas.openxmlformats.org/drawingml/2006/main">
            <a:off x="3784672" y="813329"/>
            <a:ext cx="281942" cy="281942"/>
          </a:xfrm>
          <a:prstGeom xmlns:a="http://schemas.openxmlformats.org/drawingml/2006/main" prst="rect">
            <a:avLst/>
          </a:prstGeom>
        </p:spPr>
      </p:pic>
      <p:sp>
        <p:nvSpPr>
          <p:cNvPr id="16" name="Text Reward">
            <a:extLst xmlns:a="http://schemas.openxmlformats.org/drawingml/2006/main">
              <a:ext uri="{FF2B5EF4-FFF2-40B4-BE49-F238E27FC236}">
                <a16:creationId xmlns:a16="http://schemas.microsoft.com/office/drawing/2014/main" id="{C335F519-D49A-4FF2-B86C-1CFF37A7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520" y="621229"/>
            <a:ext cx="694711" cy="139554"/>
          </a:xfrm>
          <a:custGeom xmlns:a="http://schemas.openxmlformats.org/drawingml/2006/main">
            <a:pathLst>
              <a:path w="694711" h="139554">
                <a:moveTo>
                  <a:pt x="0" y="137713"/>
                </a:moveTo>
                <a:lnTo>
                  <a:pt x="0" y="0"/>
                </a:lnTo>
                <a:lnTo>
                  <a:pt x="56681" y="0"/>
                </a:lnTo>
                <a:cubicBezTo>
                  <a:pt x="65548" y="0"/>
                  <a:pt x="73460" y="1244"/>
                  <a:pt x="80418" y="3731"/>
                </a:cubicBezTo>
                <a:cubicBezTo>
                  <a:pt x="87375" y="6217"/>
                  <a:pt x="92883" y="10234"/>
                  <a:pt x="96941" y="15785"/>
                </a:cubicBezTo>
                <a:cubicBezTo>
                  <a:pt x="100999" y="21335"/>
                  <a:pt x="103029" y="28708"/>
                  <a:pt x="103029" y="37904"/>
                </a:cubicBezTo>
                <a:cubicBezTo>
                  <a:pt x="103029" y="46624"/>
                  <a:pt x="100693" y="54015"/>
                  <a:pt x="96020" y="60077"/>
                </a:cubicBezTo>
                <a:cubicBezTo>
                  <a:pt x="91348" y="66139"/>
                  <a:pt x="84271" y="70463"/>
                  <a:pt x="74790" y="73051"/>
                </a:cubicBezTo>
                <a:cubicBezTo>
                  <a:pt x="80588" y="73940"/>
                  <a:pt x="85226" y="75700"/>
                  <a:pt x="88705" y="78330"/>
                </a:cubicBezTo>
                <a:cubicBezTo>
                  <a:pt x="92184" y="80960"/>
                  <a:pt x="94997" y="84495"/>
                  <a:pt x="97146" y="88935"/>
                </a:cubicBezTo>
                <a:cubicBezTo>
                  <a:pt x="99294" y="93375"/>
                  <a:pt x="101255" y="98840"/>
                  <a:pt x="103029" y="105331"/>
                </a:cubicBezTo>
                <a:lnTo>
                  <a:pt x="112134" y="137713"/>
                </a:lnTo>
                <a:lnTo>
                  <a:pt x="82055" y="137713"/>
                </a:lnTo>
                <a:lnTo>
                  <a:pt x="75609" y="111060"/>
                </a:lnTo>
                <a:cubicBezTo>
                  <a:pt x="74245" y="105045"/>
                  <a:pt x="72676" y="100124"/>
                  <a:pt x="70903" y="96298"/>
                </a:cubicBezTo>
                <a:cubicBezTo>
                  <a:pt x="69129" y="92470"/>
                  <a:pt x="66725" y="89617"/>
                  <a:pt x="63690" y="87739"/>
                </a:cubicBezTo>
                <a:cubicBezTo>
                  <a:pt x="60654" y="85859"/>
                  <a:pt x="56476" y="84919"/>
                  <a:pt x="51156" y="84919"/>
                </a:cubicBezTo>
                <a:lnTo>
                  <a:pt x="28750" y="84919"/>
                </a:lnTo>
                <a:lnTo>
                  <a:pt x="28750" y="137713"/>
                </a:lnTo>
                <a:lnTo>
                  <a:pt x="0" y="137713"/>
                </a:lnTo>
                <a:moveTo>
                  <a:pt x="28750" y="61183"/>
                </a:moveTo>
                <a:lnTo>
                  <a:pt x="51872" y="61183"/>
                </a:lnTo>
                <a:cubicBezTo>
                  <a:pt x="56374" y="61183"/>
                  <a:pt x="60245" y="60469"/>
                  <a:pt x="63485" y="59041"/>
                </a:cubicBezTo>
                <a:cubicBezTo>
                  <a:pt x="66725" y="57613"/>
                  <a:pt x="69231" y="55470"/>
                  <a:pt x="71005" y="52614"/>
                </a:cubicBezTo>
                <a:cubicBezTo>
                  <a:pt x="72778" y="49756"/>
                  <a:pt x="73665" y="46252"/>
                  <a:pt x="73665" y="42102"/>
                </a:cubicBezTo>
                <a:cubicBezTo>
                  <a:pt x="73665" y="36048"/>
                  <a:pt x="71823" y="31491"/>
                  <a:pt x="68140" y="28430"/>
                </a:cubicBezTo>
                <a:cubicBezTo>
                  <a:pt x="64457" y="25369"/>
                  <a:pt x="59580" y="23839"/>
                  <a:pt x="53509" y="23839"/>
                </a:cubicBezTo>
                <a:lnTo>
                  <a:pt x="28750" y="23839"/>
                </a:lnTo>
                <a:lnTo>
                  <a:pt x="28750" y="61183"/>
                </a:lnTo>
                <a:close/>
                <a:moveTo>
                  <a:pt x="177888" y="139554"/>
                </a:moveTo>
                <a:cubicBezTo>
                  <a:pt x="166770" y="139554"/>
                  <a:pt x="157425" y="137466"/>
                  <a:pt x="149854" y="133291"/>
                </a:cubicBezTo>
                <a:cubicBezTo>
                  <a:pt x="142283" y="129115"/>
                  <a:pt x="136554" y="123094"/>
                  <a:pt x="132666" y="115226"/>
                </a:cubicBezTo>
                <a:cubicBezTo>
                  <a:pt x="128778" y="107357"/>
                  <a:pt x="126834" y="97900"/>
                  <a:pt x="126834" y="86857"/>
                </a:cubicBezTo>
                <a:cubicBezTo>
                  <a:pt x="126834" y="76159"/>
                  <a:pt x="128727" y="66945"/>
                  <a:pt x="132512" y="59217"/>
                </a:cubicBezTo>
                <a:cubicBezTo>
                  <a:pt x="136298" y="51486"/>
                  <a:pt x="141857" y="45532"/>
                  <a:pt x="149189" y="41357"/>
                </a:cubicBezTo>
                <a:cubicBezTo>
                  <a:pt x="156522" y="37181"/>
                  <a:pt x="165542" y="35093"/>
                  <a:pt x="176251" y="35093"/>
                </a:cubicBezTo>
                <a:cubicBezTo>
                  <a:pt x="191120" y="35093"/>
                  <a:pt x="202869" y="39488"/>
                  <a:pt x="211498" y="48279"/>
                </a:cubicBezTo>
                <a:cubicBezTo>
                  <a:pt x="220126" y="57069"/>
                  <a:pt x="224440" y="69600"/>
                  <a:pt x="224440" y="85872"/>
                </a:cubicBezTo>
                <a:cubicBezTo>
                  <a:pt x="224440" y="86699"/>
                  <a:pt x="224406" y="87819"/>
                  <a:pt x="224338" y="89232"/>
                </a:cubicBezTo>
                <a:cubicBezTo>
                  <a:pt x="224270" y="90646"/>
                  <a:pt x="224167" y="91732"/>
                  <a:pt x="224031" y="92490"/>
                </a:cubicBezTo>
                <a:lnTo>
                  <a:pt x="153947" y="92490"/>
                </a:lnTo>
                <a:cubicBezTo>
                  <a:pt x="154083" y="97306"/>
                  <a:pt x="154953" y="101806"/>
                  <a:pt x="156556" y="105993"/>
                </a:cubicBezTo>
                <a:cubicBezTo>
                  <a:pt x="158159" y="110179"/>
                  <a:pt x="160699" y="113546"/>
                  <a:pt x="164178" y="116093"/>
                </a:cubicBezTo>
                <a:cubicBezTo>
                  <a:pt x="167657" y="118638"/>
                  <a:pt x="172227" y="119910"/>
                  <a:pt x="177888" y="119910"/>
                </a:cubicBezTo>
                <a:cubicBezTo>
                  <a:pt x="183754" y="119910"/>
                  <a:pt x="188460" y="118593"/>
                  <a:pt x="192007" y="115958"/>
                </a:cubicBezTo>
                <a:cubicBezTo>
                  <a:pt x="195554" y="113324"/>
                  <a:pt x="197361" y="109406"/>
                  <a:pt x="197430" y="104205"/>
                </a:cubicBezTo>
                <a:lnTo>
                  <a:pt x="224133" y="104205"/>
                </a:lnTo>
                <a:cubicBezTo>
                  <a:pt x="223792" y="112083"/>
                  <a:pt x="221661" y="118648"/>
                  <a:pt x="217739" y="123900"/>
                </a:cubicBezTo>
                <a:cubicBezTo>
                  <a:pt x="213817" y="129152"/>
                  <a:pt x="208462" y="133074"/>
                  <a:pt x="201676" y="135666"/>
                </a:cubicBezTo>
                <a:cubicBezTo>
                  <a:pt x="194889" y="138258"/>
                  <a:pt x="186960" y="139554"/>
                  <a:pt x="177888" y="139554"/>
                </a:cubicBezTo>
                <a:moveTo>
                  <a:pt x="154254" y="75302"/>
                </a:moveTo>
                <a:lnTo>
                  <a:pt x="197532" y="75302"/>
                </a:lnTo>
                <a:cubicBezTo>
                  <a:pt x="197327" y="68140"/>
                  <a:pt x="195264" y="62786"/>
                  <a:pt x="191342" y="59239"/>
                </a:cubicBezTo>
                <a:cubicBezTo>
                  <a:pt x="187420" y="55692"/>
                  <a:pt x="182390" y="53919"/>
                  <a:pt x="176251" y="53919"/>
                </a:cubicBezTo>
                <a:cubicBezTo>
                  <a:pt x="169976" y="53919"/>
                  <a:pt x="164843" y="55744"/>
                  <a:pt x="160853" y="59396"/>
                </a:cubicBezTo>
                <a:cubicBezTo>
                  <a:pt x="156863" y="63047"/>
                  <a:pt x="154663" y="68349"/>
                  <a:pt x="154254" y="75302"/>
                </a:cubicBezTo>
                <a:close/>
                <a:moveTo>
                  <a:pt x="266371" y="137713"/>
                </a:moveTo>
                <a:lnTo>
                  <a:pt x="234961" y="36628"/>
                </a:lnTo>
                <a:lnTo>
                  <a:pt x="262483" y="36628"/>
                </a:lnTo>
                <a:lnTo>
                  <a:pt x="281718" y="107988"/>
                </a:lnTo>
                <a:lnTo>
                  <a:pt x="300952" y="36628"/>
                </a:lnTo>
                <a:lnTo>
                  <a:pt x="329395" y="36628"/>
                </a:lnTo>
                <a:lnTo>
                  <a:pt x="349039" y="107885"/>
                </a:lnTo>
                <a:lnTo>
                  <a:pt x="367967" y="36628"/>
                </a:lnTo>
                <a:lnTo>
                  <a:pt x="393648" y="36628"/>
                </a:lnTo>
                <a:lnTo>
                  <a:pt x="362238" y="137713"/>
                </a:lnTo>
                <a:lnTo>
                  <a:pt x="334511" y="137713"/>
                </a:lnTo>
                <a:lnTo>
                  <a:pt x="314355" y="65007"/>
                </a:lnTo>
                <a:lnTo>
                  <a:pt x="293995" y="137713"/>
                </a:lnTo>
                <a:lnTo>
                  <a:pt x="266371" y="137713"/>
                </a:lnTo>
                <a:close/>
                <a:moveTo>
                  <a:pt x="435752" y="139554"/>
                </a:moveTo>
                <a:cubicBezTo>
                  <a:pt x="430091" y="139554"/>
                  <a:pt x="424804" y="138452"/>
                  <a:pt x="419893" y="136248"/>
                </a:cubicBezTo>
                <a:cubicBezTo>
                  <a:pt x="414982" y="134044"/>
                  <a:pt x="411009" y="130721"/>
                  <a:pt x="407974" y="126279"/>
                </a:cubicBezTo>
                <a:cubicBezTo>
                  <a:pt x="404939" y="121835"/>
                  <a:pt x="403421" y="116273"/>
                  <a:pt x="403421" y="109593"/>
                </a:cubicBezTo>
                <a:cubicBezTo>
                  <a:pt x="403421" y="100295"/>
                  <a:pt x="406184" y="93288"/>
                  <a:pt x="411708" y="88571"/>
                </a:cubicBezTo>
                <a:cubicBezTo>
                  <a:pt x="417233" y="83851"/>
                  <a:pt x="424958" y="80648"/>
                  <a:pt x="434882" y="78960"/>
                </a:cubicBezTo>
                <a:cubicBezTo>
                  <a:pt x="444807" y="77271"/>
                  <a:pt x="456351" y="76290"/>
                  <a:pt x="469515" y="76015"/>
                </a:cubicBezTo>
                <a:lnTo>
                  <a:pt x="469515" y="70525"/>
                </a:lnTo>
                <a:cubicBezTo>
                  <a:pt x="469515" y="63837"/>
                  <a:pt x="467963" y="59260"/>
                  <a:pt x="464860" y="56796"/>
                </a:cubicBezTo>
                <a:cubicBezTo>
                  <a:pt x="461756" y="54332"/>
                  <a:pt x="457749" y="53100"/>
                  <a:pt x="452838" y="53100"/>
                </a:cubicBezTo>
                <a:cubicBezTo>
                  <a:pt x="447450" y="53100"/>
                  <a:pt x="443016" y="54414"/>
                  <a:pt x="439537" y="57042"/>
                </a:cubicBezTo>
                <a:cubicBezTo>
                  <a:pt x="436059" y="59668"/>
                  <a:pt x="434320" y="63924"/>
                  <a:pt x="434320" y="69809"/>
                </a:cubicBezTo>
                <a:lnTo>
                  <a:pt x="408946" y="69809"/>
                </a:lnTo>
                <a:cubicBezTo>
                  <a:pt x="408946" y="61174"/>
                  <a:pt x="410805" y="54335"/>
                  <a:pt x="414522" y="49292"/>
                </a:cubicBezTo>
                <a:cubicBezTo>
                  <a:pt x="418239" y="44247"/>
                  <a:pt x="423389" y="40619"/>
                  <a:pt x="429971" y="38409"/>
                </a:cubicBezTo>
                <a:cubicBezTo>
                  <a:pt x="436553" y="36198"/>
                  <a:pt x="444176" y="35093"/>
                  <a:pt x="452838" y="35093"/>
                </a:cubicBezTo>
                <a:cubicBezTo>
                  <a:pt x="459181" y="35093"/>
                  <a:pt x="464979" y="35628"/>
                  <a:pt x="470231" y="36698"/>
                </a:cubicBezTo>
                <a:cubicBezTo>
                  <a:pt x="475483" y="37768"/>
                  <a:pt x="480036" y="39615"/>
                  <a:pt x="483890" y="42239"/>
                </a:cubicBezTo>
                <a:cubicBezTo>
                  <a:pt x="487744" y="44861"/>
                  <a:pt x="490728" y="48433"/>
                  <a:pt x="492842" y="52956"/>
                </a:cubicBezTo>
                <a:cubicBezTo>
                  <a:pt x="494957" y="57477"/>
                  <a:pt x="496014" y="63120"/>
                  <a:pt x="496014" y="69886"/>
                </a:cubicBezTo>
                <a:lnTo>
                  <a:pt x="496014" y="137713"/>
                </a:lnTo>
                <a:lnTo>
                  <a:pt x="470640" y="137713"/>
                </a:lnTo>
                <a:lnTo>
                  <a:pt x="469822" y="124821"/>
                </a:lnTo>
                <a:cubicBezTo>
                  <a:pt x="465593" y="129664"/>
                  <a:pt x="460682" y="133330"/>
                  <a:pt x="455089" y="135820"/>
                </a:cubicBezTo>
                <a:cubicBezTo>
                  <a:pt x="449496" y="138309"/>
                  <a:pt x="443050" y="139554"/>
                  <a:pt x="435752" y="139554"/>
                </a:cubicBezTo>
                <a:moveTo>
                  <a:pt x="444653" y="120933"/>
                </a:moveTo>
                <a:cubicBezTo>
                  <a:pt x="449769" y="120933"/>
                  <a:pt x="454492" y="119576"/>
                  <a:pt x="458823" y="116860"/>
                </a:cubicBezTo>
                <a:cubicBezTo>
                  <a:pt x="463155" y="114142"/>
                  <a:pt x="466616" y="111043"/>
                  <a:pt x="469208" y="107562"/>
                </a:cubicBezTo>
                <a:lnTo>
                  <a:pt x="469208" y="91055"/>
                </a:lnTo>
                <a:cubicBezTo>
                  <a:pt x="454884" y="91125"/>
                  <a:pt x="444858" y="92501"/>
                  <a:pt x="439128" y="95183"/>
                </a:cubicBezTo>
                <a:cubicBezTo>
                  <a:pt x="433399" y="97864"/>
                  <a:pt x="430534" y="102199"/>
                  <a:pt x="430534" y="108189"/>
                </a:cubicBezTo>
                <a:cubicBezTo>
                  <a:pt x="430534" y="112507"/>
                  <a:pt x="431847" y="115711"/>
                  <a:pt x="434473" y="117800"/>
                </a:cubicBezTo>
                <a:cubicBezTo>
                  <a:pt x="437099" y="119889"/>
                  <a:pt x="440492" y="120933"/>
                  <a:pt x="444653" y="120933"/>
                </a:cubicBezTo>
                <a:close/>
                <a:moveTo>
                  <a:pt x="522943" y="137713"/>
                </a:moveTo>
                <a:lnTo>
                  <a:pt x="522943" y="36628"/>
                </a:lnTo>
                <a:lnTo>
                  <a:pt x="548930" y="36628"/>
                </a:lnTo>
                <a:lnTo>
                  <a:pt x="549442" y="53714"/>
                </a:lnTo>
                <a:cubicBezTo>
                  <a:pt x="552034" y="47712"/>
                  <a:pt x="555922" y="43108"/>
                  <a:pt x="561106" y="39902"/>
                </a:cubicBezTo>
                <a:cubicBezTo>
                  <a:pt x="566289" y="36696"/>
                  <a:pt x="572565" y="35093"/>
                  <a:pt x="579931" y="35093"/>
                </a:cubicBezTo>
                <a:lnTo>
                  <a:pt x="581977" y="35093"/>
                </a:lnTo>
                <a:lnTo>
                  <a:pt x="581977" y="57909"/>
                </a:lnTo>
                <a:lnTo>
                  <a:pt x="579420" y="57909"/>
                </a:lnTo>
                <a:cubicBezTo>
                  <a:pt x="575395" y="57909"/>
                  <a:pt x="571542" y="58273"/>
                  <a:pt x="567858" y="59002"/>
                </a:cubicBezTo>
                <a:cubicBezTo>
                  <a:pt x="564175" y="59731"/>
                  <a:pt x="560833" y="60981"/>
                  <a:pt x="557832" y="62753"/>
                </a:cubicBezTo>
                <a:cubicBezTo>
                  <a:pt x="554830" y="64524"/>
                  <a:pt x="552239" y="66972"/>
                  <a:pt x="550056" y="70097"/>
                </a:cubicBezTo>
                <a:lnTo>
                  <a:pt x="550056" y="137713"/>
                </a:lnTo>
                <a:lnTo>
                  <a:pt x="522943" y="137713"/>
                </a:lnTo>
                <a:close/>
                <a:moveTo>
                  <a:pt x="635268" y="139554"/>
                </a:moveTo>
                <a:cubicBezTo>
                  <a:pt x="627765" y="139554"/>
                  <a:pt x="621029" y="137656"/>
                  <a:pt x="615061" y="133860"/>
                </a:cubicBezTo>
                <a:cubicBezTo>
                  <a:pt x="609093" y="130064"/>
                  <a:pt x="604386" y="124249"/>
                  <a:pt x="600942" y="116416"/>
                </a:cubicBezTo>
                <a:cubicBezTo>
                  <a:pt x="597497" y="108582"/>
                  <a:pt x="595775" y="98626"/>
                  <a:pt x="595775" y="86547"/>
                </a:cubicBezTo>
                <a:cubicBezTo>
                  <a:pt x="595775" y="74883"/>
                  <a:pt x="597634" y="65255"/>
                  <a:pt x="601351" y="57663"/>
                </a:cubicBezTo>
                <a:cubicBezTo>
                  <a:pt x="605068" y="50070"/>
                  <a:pt x="610099" y="44411"/>
                  <a:pt x="616442" y="40685"/>
                </a:cubicBezTo>
                <a:cubicBezTo>
                  <a:pt x="622785" y="36957"/>
                  <a:pt x="629913" y="35093"/>
                  <a:pt x="637825" y="35093"/>
                </a:cubicBezTo>
                <a:cubicBezTo>
                  <a:pt x="644783" y="35093"/>
                  <a:pt x="650751" y="36526"/>
                  <a:pt x="655730" y="39390"/>
                </a:cubicBezTo>
                <a:cubicBezTo>
                  <a:pt x="660709" y="42255"/>
                  <a:pt x="664665" y="46007"/>
                  <a:pt x="667598" y="50645"/>
                </a:cubicBezTo>
                <a:lnTo>
                  <a:pt x="667598" y="0"/>
                </a:lnTo>
                <a:lnTo>
                  <a:pt x="694711" y="0"/>
                </a:lnTo>
                <a:lnTo>
                  <a:pt x="694711" y="137713"/>
                </a:lnTo>
                <a:lnTo>
                  <a:pt x="668724" y="137713"/>
                </a:lnTo>
                <a:lnTo>
                  <a:pt x="667598" y="123593"/>
                </a:lnTo>
                <a:cubicBezTo>
                  <a:pt x="664051" y="128504"/>
                  <a:pt x="659652" y="132392"/>
                  <a:pt x="654400" y="135257"/>
                </a:cubicBezTo>
                <a:cubicBezTo>
                  <a:pt x="649148" y="138122"/>
                  <a:pt x="642770" y="139554"/>
                  <a:pt x="635268" y="139554"/>
                </a:cubicBezTo>
                <a:moveTo>
                  <a:pt x="643248" y="118887"/>
                </a:moveTo>
                <a:cubicBezTo>
                  <a:pt x="648977" y="118887"/>
                  <a:pt x="653923" y="117252"/>
                  <a:pt x="658083" y="113982"/>
                </a:cubicBezTo>
                <a:cubicBezTo>
                  <a:pt x="662244" y="110713"/>
                  <a:pt x="665416" y="106888"/>
                  <a:pt x="667598" y="102507"/>
                </a:cubicBezTo>
                <a:lnTo>
                  <a:pt x="667598" y="72770"/>
                </a:lnTo>
                <a:cubicBezTo>
                  <a:pt x="665484" y="68178"/>
                  <a:pt x="662517" y="64179"/>
                  <a:pt x="658697" y="60770"/>
                </a:cubicBezTo>
                <a:cubicBezTo>
                  <a:pt x="654877" y="57362"/>
                  <a:pt x="650171" y="55658"/>
                  <a:pt x="644578" y="55658"/>
                </a:cubicBezTo>
                <a:cubicBezTo>
                  <a:pt x="637894" y="55658"/>
                  <a:pt x="632710" y="58301"/>
                  <a:pt x="629026" y="63587"/>
                </a:cubicBezTo>
                <a:cubicBezTo>
                  <a:pt x="625343" y="68873"/>
                  <a:pt x="623502" y="76525"/>
                  <a:pt x="623502" y="86544"/>
                </a:cubicBezTo>
                <a:cubicBezTo>
                  <a:pt x="623502" y="97534"/>
                  <a:pt x="625258" y="105672"/>
                  <a:pt x="628771" y="110958"/>
                </a:cubicBezTo>
                <a:cubicBezTo>
                  <a:pt x="632283" y="116244"/>
                  <a:pt x="637109" y="118887"/>
                  <a:pt x="643248" y="118887"/>
                </a:cubicBez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b623c5c514613"/>
          <a:stretch xmlns:a="http://schemas.openxmlformats.org/drawingml/2006/main"/>
        </p:blipFill>
        <p:spPr>
          <a:xfrm xmlns:a="http://schemas.openxmlformats.org/drawingml/2006/main">
            <a:off x="4831886" y="1718455"/>
            <a:ext cx="391529" cy="391529"/>
          </a:xfrm>
          <a:prstGeom xmlns:a="http://schemas.openxmlformats.org/drawingml/2006/main" prst="rect">
            <a:avLst/>
          </a:prstGeom>
        </p:spPr>
      </p:pic>
      <p:sp>
        <p:nvSpPr>
          <p:cNvPr id="18" name="Text InitialState">
            <a:extLst xmlns:a="http://schemas.openxmlformats.org/drawingml/2006/main">
              <a:ext uri="{FF2B5EF4-FFF2-40B4-BE49-F238E27FC236}">
                <a16:creationId xmlns:a16="http://schemas.microsoft.com/office/drawing/2014/main" id="{7BD0E7FF-4EF8-4B08-89D2-1A15AB83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01" y="2114218"/>
            <a:ext cx="1070547" cy="142419"/>
          </a:xfrm>
          <a:custGeom xmlns:a="http://schemas.openxmlformats.org/drawingml/2006/main">
            <a:pathLst>
              <a:path w="1070547" h="142419">
                <a:moveTo>
                  <a:pt x="0" y="140577"/>
                </a:moveTo>
                <a:lnTo>
                  <a:pt x="0" y="2865"/>
                </a:lnTo>
                <a:lnTo>
                  <a:pt x="28750" y="2865"/>
                </a:lnTo>
                <a:lnTo>
                  <a:pt x="28750" y="140577"/>
                </a:lnTo>
                <a:lnTo>
                  <a:pt x="0" y="140577"/>
                </a:lnTo>
                <a:close/>
                <a:moveTo>
                  <a:pt x="59660" y="140577"/>
                </a:moveTo>
                <a:lnTo>
                  <a:pt x="59660" y="39493"/>
                </a:lnTo>
                <a:lnTo>
                  <a:pt x="85749" y="39493"/>
                </a:lnTo>
                <a:lnTo>
                  <a:pt x="86261" y="54328"/>
                </a:lnTo>
                <a:cubicBezTo>
                  <a:pt x="89603" y="50031"/>
                  <a:pt x="94003" y="46228"/>
                  <a:pt x="99459" y="42920"/>
                </a:cubicBezTo>
                <a:cubicBezTo>
                  <a:pt x="104916" y="39612"/>
                  <a:pt x="112010" y="37958"/>
                  <a:pt x="120740" y="37958"/>
                </a:cubicBezTo>
                <a:cubicBezTo>
                  <a:pt x="130903" y="37958"/>
                  <a:pt x="138781" y="41085"/>
                  <a:pt x="144374" y="47339"/>
                </a:cubicBezTo>
                <a:cubicBezTo>
                  <a:pt x="149968" y="53593"/>
                  <a:pt x="152764" y="62731"/>
                  <a:pt x="152764" y="74755"/>
                </a:cubicBezTo>
                <a:lnTo>
                  <a:pt x="152764" y="140577"/>
                </a:lnTo>
                <a:lnTo>
                  <a:pt x="125856" y="140577"/>
                </a:lnTo>
                <a:lnTo>
                  <a:pt x="125856" y="78061"/>
                </a:lnTo>
                <a:cubicBezTo>
                  <a:pt x="125856" y="74384"/>
                  <a:pt x="125344" y="71159"/>
                  <a:pt x="124321" y="68386"/>
                </a:cubicBezTo>
                <a:cubicBezTo>
                  <a:pt x="123298" y="65613"/>
                  <a:pt x="121678" y="63464"/>
                  <a:pt x="119461" y="61937"/>
                </a:cubicBezTo>
                <a:cubicBezTo>
                  <a:pt x="117245" y="60411"/>
                  <a:pt x="114329" y="59648"/>
                  <a:pt x="110714" y="59648"/>
                </a:cubicBezTo>
                <a:cubicBezTo>
                  <a:pt x="105325" y="59648"/>
                  <a:pt x="100704" y="60931"/>
                  <a:pt x="96850" y="63498"/>
                </a:cubicBezTo>
                <a:cubicBezTo>
                  <a:pt x="92997" y="66064"/>
                  <a:pt x="89637" y="69185"/>
                  <a:pt x="86773" y="72859"/>
                </a:cubicBezTo>
                <a:lnTo>
                  <a:pt x="86773" y="140577"/>
                </a:lnTo>
                <a:lnTo>
                  <a:pt x="59660" y="140577"/>
                </a:lnTo>
                <a:close/>
                <a:moveTo>
                  <a:pt x="179724" y="140577"/>
                </a:moveTo>
                <a:lnTo>
                  <a:pt x="179724" y="39493"/>
                </a:lnTo>
                <a:lnTo>
                  <a:pt x="206837" y="39493"/>
                </a:lnTo>
                <a:lnTo>
                  <a:pt x="206837" y="140577"/>
                </a:lnTo>
                <a:lnTo>
                  <a:pt x="179724" y="140577"/>
                </a:lnTo>
                <a:moveTo>
                  <a:pt x="193331" y="26397"/>
                </a:moveTo>
                <a:cubicBezTo>
                  <a:pt x="188352" y="26397"/>
                  <a:pt x="184550" y="25135"/>
                  <a:pt x="181924" y="22611"/>
                </a:cubicBezTo>
                <a:cubicBezTo>
                  <a:pt x="179298" y="20087"/>
                  <a:pt x="177985" y="16950"/>
                  <a:pt x="177985" y="13198"/>
                </a:cubicBezTo>
                <a:cubicBezTo>
                  <a:pt x="177985" y="9379"/>
                  <a:pt x="179298" y="6224"/>
                  <a:pt x="181924" y="3734"/>
                </a:cubicBezTo>
                <a:cubicBezTo>
                  <a:pt x="184550" y="1245"/>
                  <a:pt x="188352" y="0"/>
                  <a:pt x="193331" y="0"/>
                </a:cubicBezTo>
                <a:cubicBezTo>
                  <a:pt x="198311" y="0"/>
                  <a:pt x="202113" y="1245"/>
                  <a:pt x="204739" y="3734"/>
                </a:cubicBezTo>
                <a:cubicBezTo>
                  <a:pt x="207365" y="6224"/>
                  <a:pt x="208678" y="9379"/>
                  <a:pt x="208678" y="13198"/>
                </a:cubicBezTo>
                <a:cubicBezTo>
                  <a:pt x="208678" y="16950"/>
                  <a:pt x="207365" y="20087"/>
                  <a:pt x="204739" y="22611"/>
                </a:cubicBezTo>
                <a:cubicBezTo>
                  <a:pt x="202113" y="25135"/>
                  <a:pt x="198311" y="26397"/>
                  <a:pt x="193331" y="26397"/>
                </a:cubicBezTo>
                <a:close/>
                <a:moveTo>
                  <a:pt x="278544" y="140577"/>
                </a:moveTo>
                <a:cubicBezTo>
                  <a:pt x="268449" y="140577"/>
                  <a:pt x="260622" y="139349"/>
                  <a:pt x="255063" y="136891"/>
                </a:cubicBezTo>
                <a:cubicBezTo>
                  <a:pt x="249504" y="134431"/>
                  <a:pt x="245633" y="130621"/>
                  <a:pt x="243450" y="125461"/>
                </a:cubicBezTo>
                <a:cubicBezTo>
                  <a:pt x="241268" y="120300"/>
                  <a:pt x="240176" y="113564"/>
                  <a:pt x="240176" y="105251"/>
                </a:cubicBezTo>
                <a:lnTo>
                  <a:pt x="240176" y="60364"/>
                </a:lnTo>
                <a:lnTo>
                  <a:pt x="223602" y="60364"/>
                </a:lnTo>
                <a:lnTo>
                  <a:pt x="223602" y="39493"/>
                </a:lnTo>
                <a:lnTo>
                  <a:pt x="240176" y="39493"/>
                </a:lnTo>
                <a:lnTo>
                  <a:pt x="240176" y="15961"/>
                </a:lnTo>
                <a:lnTo>
                  <a:pt x="267289" y="15961"/>
                </a:lnTo>
                <a:lnTo>
                  <a:pt x="267289" y="39493"/>
                </a:lnTo>
                <a:lnTo>
                  <a:pt x="289082" y="39493"/>
                </a:lnTo>
                <a:lnTo>
                  <a:pt x="289082" y="60364"/>
                </a:lnTo>
                <a:lnTo>
                  <a:pt x="267289" y="60364"/>
                </a:lnTo>
                <a:lnTo>
                  <a:pt x="267289" y="103828"/>
                </a:lnTo>
                <a:cubicBezTo>
                  <a:pt x="267289" y="109191"/>
                  <a:pt x="268022" y="113161"/>
                  <a:pt x="269489" y="115738"/>
                </a:cubicBezTo>
                <a:cubicBezTo>
                  <a:pt x="270955" y="118315"/>
                  <a:pt x="274280" y="119603"/>
                  <a:pt x="279464" y="119603"/>
                </a:cubicBezTo>
                <a:lnTo>
                  <a:pt x="289082" y="119603"/>
                </a:lnTo>
                <a:lnTo>
                  <a:pt x="289082" y="140577"/>
                </a:lnTo>
                <a:lnTo>
                  <a:pt x="278544" y="140577"/>
                </a:lnTo>
                <a:close/>
                <a:moveTo>
                  <a:pt x="310893" y="140577"/>
                </a:moveTo>
                <a:lnTo>
                  <a:pt x="310893" y="39493"/>
                </a:lnTo>
                <a:lnTo>
                  <a:pt x="338006" y="39493"/>
                </a:lnTo>
                <a:lnTo>
                  <a:pt x="338006" y="140577"/>
                </a:lnTo>
                <a:lnTo>
                  <a:pt x="310893" y="140577"/>
                </a:lnTo>
                <a:moveTo>
                  <a:pt x="324501" y="26397"/>
                </a:moveTo>
                <a:cubicBezTo>
                  <a:pt x="319522" y="26397"/>
                  <a:pt x="315719" y="25135"/>
                  <a:pt x="313093" y="22611"/>
                </a:cubicBezTo>
                <a:cubicBezTo>
                  <a:pt x="310467" y="20087"/>
                  <a:pt x="309154" y="16950"/>
                  <a:pt x="309154" y="13198"/>
                </a:cubicBezTo>
                <a:cubicBezTo>
                  <a:pt x="309154" y="9379"/>
                  <a:pt x="310467" y="6224"/>
                  <a:pt x="313093" y="3734"/>
                </a:cubicBezTo>
                <a:cubicBezTo>
                  <a:pt x="315719" y="1245"/>
                  <a:pt x="319522" y="0"/>
                  <a:pt x="324501" y="0"/>
                </a:cubicBezTo>
                <a:cubicBezTo>
                  <a:pt x="329480" y="0"/>
                  <a:pt x="333283" y="1245"/>
                  <a:pt x="335909" y="3734"/>
                </a:cubicBezTo>
                <a:cubicBezTo>
                  <a:pt x="338535" y="6224"/>
                  <a:pt x="339848" y="9379"/>
                  <a:pt x="339848" y="13198"/>
                </a:cubicBezTo>
                <a:cubicBezTo>
                  <a:pt x="339848" y="16950"/>
                  <a:pt x="338535" y="20087"/>
                  <a:pt x="335909" y="22611"/>
                </a:cubicBezTo>
                <a:cubicBezTo>
                  <a:pt x="333283" y="25135"/>
                  <a:pt x="329480" y="26397"/>
                  <a:pt x="324501" y="26397"/>
                </a:cubicBezTo>
                <a:close/>
                <a:moveTo>
                  <a:pt x="394264" y="142419"/>
                </a:moveTo>
                <a:cubicBezTo>
                  <a:pt x="388603" y="142419"/>
                  <a:pt x="383317" y="141317"/>
                  <a:pt x="378406" y="139113"/>
                </a:cubicBezTo>
                <a:cubicBezTo>
                  <a:pt x="373495" y="136909"/>
                  <a:pt x="369522" y="133586"/>
                  <a:pt x="366486" y="129144"/>
                </a:cubicBezTo>
                <a:cubicBezTo>
                  <a:pt x="363451" y="124700"/>
                  <a:pt x="361933" y="119138"/>
                  <a:pt x="361933" y="112457"/>
                </a:cubicBezTo>
                <a:cubicBezTo>
                  <a:pt x="361933" y="103160"/>
                  <a:pt x="364696" y="96152"/>
                  <a:pt x="370221" y="91435"/>
                </a:cubicBezTo>
                <a:cubicBezTo>
                  <a:pt x="375746" y="86716"/>
                  <a:pt x="383470" y="83513"/>
                  <a:pt x="393394" y="81824"/>
                </a:cubicBezTo>
                <a:cubicBezTo>
                  <a:pt x="403319" y="80136"/>
                  <a:pt x="414863" y="79155"/>
                  <a:pt x="428027" y="78880"/>
                </a:cubicBezTo>
                <a:lnTo>
                  <a:pt x="428027" y="73390"/>
                </a:lnTo>
                <a:cubicBezTo>
                  <a:pt x="428027" y="66701"/>
                  <a:pt x="426476" y="62125"/>
                  <a:pt x="423372" y="59661"/>
                </a:cubicBezTo>
                <a:cubicBezTo>
                  <a:pt x="420269" y="57197"/>
                  <a:pt x="416261" y="55965"/>
                  <a:pt x="411350" y="55965"/>
                </a:cubicBezTo>
                <a:cubicBezTo>
                  <a:pt x="405962" y="55965"/>
                  <a:pt x="401528" y="57279"/>
                  <a:pt x="398050" y="59907"/>
                </a:cubicBezTo>
                <a:cubicBezTo>
                  <a:pt x="394571" y="62533"/>
                  <a:pt x="392832" y="66789"/>
                  <a:pt x="392832" y="72674"/>
                </a:cubicBezTo>
                <a:lnTo>
                  <a:pt x="367458" y="72674"/>
                </a:lnTo>
                <a:cubicBezTo>
                  <a:pt x="367458" y="64039"/>
                  <a:pt x="369317" y="57200"/>
                  <a:pt x="373034" y="52157"/>
                </a:cubicBezTo>
                <a:cubicBezTo>
                  <a:pt x="376752" y="47112"/>
                  <a:pt x="381901" y="43484"/>
                  <a:pt x="388483" y="41273"/>
                </a:cubicBezTo>
                <a:cubicBezTo>
                  <a:pt x="395066" y="39063"/>
                  <a:pt x="402688" y="37958"/>
                  <a:pt x="411350" y="37958"/>
                </a:cubicBezTo>
                <a:cubicBezTo>
                  <a:pt x="417694" y="37958"/>
                  <a:pt x="423491" y="38493"/>
                  <a:pt x="428743" y="39563"/>
                </a:cubicBezTo>
                <a:cubicBezTo>
                  <a:pt x="433995" y="40633"/>
                  <a:pt x="438548" y="42480"/>
                  <a:pt x="442402" y="45104"/>
                </a:cubicBezTo>
                <a:cubicBezTo>
                  <a:pt x="446256" y="47726"/>
                  <a:pt x="449240" y="51298"/>
                  <a:pt x="451355" y="55821"/>
                </a:cubicBezTo>
                <a:cubicBezTo>
                  <a:pt x="453469" y="60342"/>
                  <a:pt x="454526" y="65985"/>
                  <a:pt x="454526" y="72751"/>
                </a:cubicBezTo>
                <a:lnTo>
                  <a:pt x="454526" y="140577"/>
                </a:lnTo>
                <a:lnTo>
                  <a:pt x="429153" y="140577"/>
                </a:lnTo>
                <a:lnTo>
                  <a:pt x="428334" y="127686"/>
                </a:lnTo>
                <a:cubicBezTo>
                  <a:pt x="424105" y="132529"/>
                  <a:pt x="419194" y="136195"/>
                  <a:pt x="413601" y="138685"/>
                </a:cubicBezTo>
                <a:cubicBezTo>
                  <a:pt x="408008" y="141174"/>
                  <a:pt x="401562" y="142419"/>
                  <a:pt x="394264" y="142419"/>
                </a:cubicBezTo>
                <a:moveTo>
                  <a:pt x="403165" y="123798"/>
                </a:moveTo>
                <a:cubicBezTo>
                  <a:pt x="408281" y="123798"/>
                  <a:pt x="413004" y="122440"/>
                  <a:pt x="417336" y="119725"/>
                </a:cubicBezTo>
                <a:cubicBezTo>
                  <a:pt x="421667" y="117007"/>
                  <a:pt x="425128" y="113908"/>
                  <a:pt x="427720" y="110427"/>
                </a:cubicBezTo>
                <a:lnTo>
                  <a:pt x="427720" y="93920"/>
                </a:lnTo>
                <a:cubicBezTo>
                  <a:pt x="413397" y="93990"/>
                  <a:pt x="403370" y="95366"/>
                  <a:pt x="397640" y="98047"/>
                </a:cubicBezTo>
                <a:cubicBezTo>
                  <a:pt x="391911" y="100729"/>
                  <a:pt x="389046" y="105064"/>
                  <a:pt x="389046" y="111054"/>
                </a:cubicBezTo>
                <a:cubicBezTo>
                  <a:pt x="389046" y="115372"/>
                  <a:pt x="390359" y="118576"/>
                  <a:pt x="392985" y="120665"/>
                </a:cubicBezTo>
                <a:cubicBezTo>
                  <a:pt x="395611" y="122754"/>
                  <a:pt x="399005" y="123798"/>
                  <a:pt x="403165" y="123798"/>
                </a:cubicBezTo>
                <a:close/>
                <a:moveTo>
                  <a:pt x="518693" y="140577"/>
                </a:moveTo>
                <a:cubicBezTo>
                  <a:pt x="508529" y="140577"/>
                  <a:pt x="500686" y="139367"/>
                  <a:pt x="495161" y="136945"/>
                </a:cubicBezTo>
                <a:cubicBezTo>
                  <a:pt x="489636" y="134524"/>
                  <a:pt x="485782" y="130772"/>
                  <a:pt x="483599" y="125691"/>
                </a:cubicBezTo>
                <a:cubicBezTo>
                  <a:pt x="481417" y="120609"/>
                  <a:pt x="480325" y="113976"/>
                  <a:pt x="480325" y="105791"/>
                </a:cubicBezTo>
                <a:lnTo>
                  <a:pt x="480325" y="2865"/>
                </a:lnTo>
                <a:lnTo>
                  <a:pt x="507336" y="2865"/>
                </a:lnTo>
                <a:lnTo>
                  <a:pt x="507336" y="104154"/>
                </a:lnTo>
                <a:cubicBezTo>
                  <a:pt x="507336" y="109406"/>
                  <a:pt x="508052" y="113260"/>
                  <a:pt x="509484" y="115715"/>
                </a:cubicBezTo>
                <a:cubicBezTo>
                  <a:pt x="510917" y="118171"/>
                  <a:pt x="514259" y="119399"/>
                  <a:pt x="519511" y="119399"/>
                </a:cubicBezTo>
                <a:lnTo>
                  <a:pt x="525752" y="119399"/>
                </a:lnTo>
                <a:lnTo>
                  <a:pt x="525752" y="140577"/>
                </a:lnTo>
                <a:lnTo>
                  <a:pt x="518693" y="140577"/>
                </a:lnTo>
                <a:close/>
                <a:moveTo>
                  <a:pt x="635972" y="142419"/>
                </a:moveTo>
                <a:cubicBezTo>
                  <a:pt x="625536" y="142419"/>
                  <a:pt x="616140" y="140934"/>
                  <a:pt x="607785" y="137965"/>
                </a:cubicBezTo>
                <a:cubicBezTo>
                  <a:pt x="599429" y="134996"/>
                  <a:pt x="592796" y="130269"/>
                  <a:pt x="587885" y="123785"/>
                </a:cubicBezTo>
                <a:cubicBezTo>
                  <a:pt x="582974" y="117301"/>
                  <a:pt x="580519" y="108837"/>
                  <a:pt x="580519" y="98393"/>
                </a:cubicBezTo>
                <a:lnTo>
                  <a:pt x="609985" y="98393"/>
                </a:lnTo>
                <a:cubicBezTo>
                  <a:pt x="610121" y="103721"/>
                  <a:pt x="611349" y="107906"/>
                  <a:pt x="613668" y="110945"/>
                </a:cubicBezTo>
                <a:cubicBezTo>
                  <a:pt x="615987" y="113985"/>
                  <a:pt x="619107" y="116153"/>
                  <a:pt x="623029" y="117452"/>
                </a:cubicBezTo>
                <a:cubicBezTo>
                  <a:pt x="626951" y="118750"/>
                  <a:pt x="631436" y="119399"/>
                  <a:pt x="636483" y="119399"/>
                </a:cubicBezTo>
                <a:cubicBezTo>
                  <a:pt x="641326" y="119399"/>
                  <a:pt x="645589" y="118818"/>
                  <a:pt x="649272" y="117656"/>
                </a:cubicBezTo>
                <a:cubicBezTo>
                  <a:pt x="652956" y="116494"/>
                  <a:pt x="655838" y="114701"/>
                  <a:pt x="657918" y="112275"/>
                </a:cubicBezTo>
                <a:cubicBezTo>
                  <a:pt x="659998" y="109849"/>
                  <a:pt x="661038" y="106758"/>
                  <a:pt x="661038" y="103000"/>
                </a:cubicBezTo>
                <a:cubicBezTo>
                  <a:pt x="661038" y="99383"/>
                  <a:pt x="660152" y="96396"/>
                  <a:pt x="658378" y="94041"/>
                </a:cubicBezTo>
                <a:cubicBezTo>
                  <a:pt x="656605" y="91686"/>
                  <a:pt x="653467" y="89536"/>
                  <a:pt x="648966" y="87592"/>
                </a:cubicBezTo>
                <a:cubicBezTo>
                  <a:pt x="644464" y="85646"/>
                  <a:pt x="638155" y="83547"/>
                  <a:pt x="630038" y="81294"/>
                </a:cubicBezTo>
                <a:cubicBezTo>
                  <a:pt x="620557" y="78563"/>
                  <a:pt x="612355" y="75560"/>
                  <a:pt x="605432" y="72284"/>
                </a:cubicBezTo>
                <a:cubicBezTo>
                  <a:pt x="598508" y="69008"/>
                  <a:pt x="593154" y="64777"/>
                  <a:pt x="589369" y="59591"/>
                </a:cubicBezTo>
                <a:cubicBezTo>
                  <a:pt x="585583" y="54403"/>
                  <a:pt x="583690" y="47645"/>
                  <a:pt x="583690" y="39317"/>
                </a:cubicBezTo>
                <a:cubicBezTo>
                  <a:pt x="583690" y="30375"/>
                  <a:pt x="585856" y="23089"/>
                  <a:pt x="590187" y="17457"/>
                </a:cubicBezTo>
                <a:cubicBezTo>
                  <a:pt x="594518" y="11826"/>
                  <a:pt x="600504" y="7679"/>
                  <a:pt x="608143" y="5017"/>
                </a:cubicBezTo>
                <a:cubicBezTo>
                  <a:pt x="615782" y="2354"/>
                  <a:pt x="624547" y="1023"/>
                  <a:pt x="634437" y="1023"/>
                </a:cubicBezTo>
                <a:cubicBezTo>
                  <a:pt x="643850" y="1023"/>
                  <a:pt x="652495" y="2457"/>
                  <a:pt x="660373" y="5323"/>
                </a:cubicBezTo>
                <a:cubicBezTo>
                  <a:pt x="668251" y="8190"/>
                  <a:pt x="674544" y="12559"/>
                  <a:pt x="679250" y="18429"/>
                </a:cubicBezTo>
                <a:cubicBezTo>
                  <a:pt x="683956" y="24299"/>
                  <a:pt x="686310" y="31773"/>
                  <a:pt x="686310" y="40851"/>
                </a:cubicBezTo>
                <a:lnTo>
                  <a:pt x="656844" y="40851"/>
                </a:lnTo>
                <a:cubicBezTo>
                  <a:pt x="656912" y="34975"/>
                  <a:pt x="654729" y="30585"/>
                  <a:pt x="650296" y="27682"/>
                </a:cubicBezTo>
                <a:cubicBezTo>
                  <a:pt x="645862" y="24779"/>
                  <a:pt x="640542" y="23327"/>
                  <a:pt x="634335" y="23327"/>
                </a:cubicBezTo>
                <a:cubicBezTo>
                  <a:pt x="628196" y="23327"/>
                  <a:pt x="623115" y="24472"/>
                  <a:pt x="619090" y="26761"/>
                </a:cubicBezTo>
                <a:cubicBezTo>
                  <a:pt x="615066" y="29050"/>
                  <a:pt x="613054" y="32587"/>
                  <a:pt x="613054" y="37370"/>
                </a:cubicBezTo>
                <a:cubicBezTo>
                  <a:pt x="613054" y="40100"/>
                  <a:pt x="613906" y="42507"/>
                  <a:pt x="615612" y="44589"/>
                </a:cubicBezTo>
                <a:cubicBezTo>
                  <a:pt x="617317" y="46672"/>
                  <a:pt x="620472" y="48703"/>
                  <a:pt x="625076" y="50683"/>
                </a:cubicBezTo>
                <a:cubicBezTo>
                  <a:pt x="629680" y="52661"/>
                  <a:pt x="636347" y="54913"/>
                  <a:pt x="645078" y="57439"/>
                </a:cubicBezTo>
                <a:cubicBezTo>
                  <a:pt x="655514" y="60510"/>
                  <a:pt x="664074" y="63735"/>
                  <a:pt x="670758" y="67114"/>
                </a:cubicBezTo>
                <a:cubicBezTo>
                  <a:pt x="677443" y="70492"/>
                  <a:pt x="682405" y="74861"/>
                  <a:pt x="685645" y="80219"/>
                </a:cubicBezTo>
                <a:cubicBezTo>
                  <a:pt x="688884" y="85578"/>
                  <a:pt x="690504" y="92626"/>
                  <a:pt x="690504" y="101363"/>
                </a:cubicBezTo>
                <a:cubicBezTo>
                  <a:pt x="690504" y="111123"/>
                  <a:pt x="688117" y="119006"/>
                  <a:pt x="683343" y="125013"/>
                </a:cubicBezTo>
                <a:cubicBezTo>
                  <a:pt x="678568" y="131020"/>
                  <a:pt x="672071" y="135422"/>
                  <a:pt x="663852" y="138221"/>
                </a:cubicBezTo>
                <a:cubicBezTo>
                  <a:pt x="655633" y="141020"/>
                  <a:pt x="646340" y="142419"/>
                  <a:pt x="635972" y="142419"/>
                </a:cubicBezTo>
                <a:close/>
                <a:moveTo>
                  <a:pt x="755238" y="140577"/>
                </a:moveTo>
                <a:cubicBezTo>
                  <a:pt x="745143" y="140577"/>
                  <a:pt x="737316" y="139349"/>
                  <a:pt x="731757" y="136891"/>
                </a:cubicBezTo>
                <a:cubicBezTo>
                  <a:pt x="726198" y="134431"/>
                  <a:pt x="722327" y="130621"/>
                  <a:pt x="720145" y="125461"/>
                </a:cubicBezTo>
                <a:cubicBezTo>
                  <a:pt x="717962" y="120300"/>
                  <a:pt x="716871" y="113564"/>
                  <a:pt x="716871" y="105251"/>
                </a:cubicBezTo>
                <a:lnTo>
                  <a:pt x="716871" y="60364"/>
                </a:lnTo>
                <a:lnTo>
                  <a:pt x="700296" y="60364"/>
                </a:lnTo>
                <a:lnTo>
                  <a:pt x="700296" y="39493"/>
                </a:lnTo>
                <a:lnTo>
                  <a:pt x="716871" y="39493"/>
                </a:lnTo>
                <a:lnTo>
                  <a:pt x="716871" y="15961"/>
                </a:lnTo>
                <a:lnTo>
                  <a:pt x="743984" y="15961"/>
                </a:lnTo>
                <a:lnTo>
                  <a:pt x="743984" y="39493"/>
                </a:lnTo>
                <a:lnTo>
                  <a:pt x="765776" y="39493"/>
                </a:lnTo>
                <a:lnTo>
                  <a:pt x="765776" y="60364"/>
                </a:lnTo>
                <a:lnTo>
                  <a:pt x="743984" y="60364"/>
                </a:lnTo>
                <a:lnTo>
                  <a:pt x="743984" y="103828"/>
                </a:lnTo>
                <a:cubicBezTo>
                  <a:pt x="743984" y="109191"/>
                  <a:pt x="744717" y="113161"/>
                  <a:pt x="746183" y="115738"/>
                </a:cubicBezTo>
                <a:cubicBezTo>
                  <a:pt x="747650" y="118315"/>
                  <a:pt x="750975" y="119603"/>
                  <a:pt x="756159" y="119603"/>
                </a:cubicBezTo>
                <a:lnTo>
                  <a:pt x="765776" y="119603"/>
                </a:lnTo>
                <a:lnTo>
                  <a:pt x="765776" y="140577"/>
                </a:lnTo>
                <a:lnTo>
                  <a:pt x="755238" y="140577"/>
                </a:lnTo>
                <a:close/>
                <a:moveTo>
                  <a:pt x="815431" y="142419"/>
                </a:moveTo>
                <a:cubicBezTo>
                  <a:pt x="809770" y="142419"/>
                  <a:pt x="804484" y="141317"/>
                  <a:pt x="799573" y="139113"/>
                </a:cubicBezTo>
                <a:cubicBezTo>
                  <a:pt x="794662" y="136909"/>
                  <a:pt x="790689" y="133586"/>
                  <a:pt x="787654" y="129144"/>
                </a:cubicBezTo>
                <a:cubicBezTo>
                  <a:pt x="784618" y="124700"/>
                  <a:pt x="783101" y="119138"/>
                  <a:pt x="783101" y="112457"/>
                </a:cubicBezTo>
                <a:cubicBezTo>
                  <a:pt x="783101" y="103160"/>
                  <a:pt x="785863" y="96152"/>
                  <a:pt x="791388" y="91435"/>
                </a:cubicBezTo>
                <a:cubicBezTo>
                  <a:pt x="796913" y="86716"/>
                  <a:pt x="804637" y="83513"/>
                  <a:pt x="814562" y="81824"/>
                </a:cubicBezTo>
                <a:cubicBezTo>
                  <a:pt x="824486" y="80136"/>
                  <a:pt x="836030" y="79155"/>
                  <a:pt x="849194" y="78880"/>
                </a:cubicBezTo>
                <a:lnTo>
                  <a:pt x="849194" y="73390"/>
                </a:lnTo>
                <a:cubicBezTo>
                  <a:pt x="849194" y="66701"/>
                  <a:pt x="847643" y="62125"/>
                  <a:pt x="844539" y="59661"/>
                </a:cubicBezTo>
                <a:cubicBezTo>
                  <a:pt x="841436" y="57197"/>
                  <a:pt x="837429" y="55965"/>
                  <a:pt x="832518" y="55965"/>
                </a:cubicBezTo>
                <a:cubicBezTo>
                  <a:pt x="827129" y="55965"/>
                  <a:pt x="822696" y="57279"/>
                  <a:pt x="819217" y="59907"/>
                </a:cubicBezTo>
                <a:cubicBezTo>
                  <a:pt x="815738" y="62533"/>
                  <a:pt x="813999" y="66789"/>
                  <a:pt x="813999" y="72674"/>
                </a:cubicBezTo>
                <a:lnTo>
                  <a:pt x="788625" y="72674"/>
                </a:lnTo>
                <a:cubicBezTo>
                  <a:pt x="788625" y="64039"/>
                  <a:pt x="790484" y="57200"/>
                  <a:pt x="794202" y="52157"/>
                </a:cubicBezTo>
                <a:cubicBezTo>
                  <a:pt x="797919" y="47112"/>
                  <a:pt x="803069" y="43484"/>
                  <a:pt x="809651" y="41273"/>
                </a:cubicBezTo>
                <a:cubicBezTo>
                  <a:pt x="816233" y="39063"/>
                  <a:pt x="823855" y="37958"/>
                  <a:pt x="832518" y="37958"/>
                </a:cubicBezTo>
                <a:cubicBezTo>
                  <a:pt x="838861" y="37958"/>
                  <a:pt x="844659" y="38493"/>
                  <a:pt x="849911" y="39563"/>
                </a:cubicBezTo>
                <a:cubicBezTo>
                  <a:pt x="855163" y="40633"/>
                  <a:pt x="859716" y="42480"/>
                  <a:pt x="863569" y="45104"/>
                </a:cubicBezTo>
                <a:cubicBezTo>
                  <a:pt x="867423" y="47726"/>
                  <a:pt x="870407" y="51298"/>
                  <a:pt x="872522" y="55821"/>
                </a:cubicBezTo>
                <a:cubicBezTo>
                  <a:pt x="874636" y="60342"/>
                  <a:pt x="875693" y="65985"/>
                  <a:pt x="875693" y="72751"/>
                </a:cubicBezTo>
                <a:lnTo>
                  <a:pt x="875693" y="140577"/>
                </a:lnTo>
                <a:lnTo>
                  <a:pt x="850320" y="140577"/>
                </a:lnTo>
                <a:lnTo>
                  <a:pt x="849501" y="127686"/>
                </a:lnTo>
                <a:cubicBezTo>
                  <a:pt x="845273" y="132529"/>
                  <a:pt x="840362" y="136195"/>
                  <a:pt x="834768" y="138685"/>
                </a:cubicBezTo>
                <a:cubicBezTo>
                  <a:pt x="829175" y="141174"/>
                  <a:pt x="822730" y="142419"/>
                  <a:pt x="815431" y="142419"/>
                </a:cubicBezTo>
                <a:moveTo>
                  <a:pt x="824333" y="123798"/>
                </a:moveTo>
                <a:cubicBezTo>
                  <a:pt x="829448" y="123798"/>
                  <a:pt x="834172" y="122440"/>
                  <a:pt x="838503" y="119725"/>
                </a:cubicBezTo>
                <a:cubicBezTo>
                  <a:pt x="842834" y="117007"/>
                  <a:pt x="846296" y="113908"/>
                  <a:pt x="848888" y="110427"/>
                </a:cubicBezTo>
                <a:lnTo>
                  <a:pt x="848888" y="93920"/>
                </a:lnTo>
                <a:cubicBezTo>
                  <a:pt x="834564" y="93990"/>
                  <a:pt x="824537" y="95366"/>
                  <a:pt x="818808" y="98047"/>
                </a:cubicBezTo>
                <a:cubicBezTo>
                  <a:pt x="813078" y="100729"/>
                  <a:pt x="810213" y="105064"/>
                  <a:pt x="810213" y="111054"/>
                </a:cubicBezTo>
                <a:cubicBezTo>
                  <a:pt x="810213" y="115372"/>
                  <a:pt x="811526" y="118576"/>
                  <a:pt x="814152" y="120665"/>
                </a:cubicBezTo>
                <a:cubicBezTo>
                  <a:pt x="816778" y="122754"/>
                  <a:pt x="820172" y="123798"/>
                  <a:pt x="824333" y="123798"/>
                </a:cubicBezTo>
                <a:close/>
                <a:moveTo>
                  <a:pt x="945497" y="140577"/>
                </a:moveTo>
                <a:cubicBezTo>
                  <a:pt x="935402" y="140577"/>
                  <a:pt x="927575" y="139349"/>
                  <a:pt x="922016" y="136891"/>
                </a:cubicBezTo>
                <a:cubicBezTo>
                  <a:pt x="916457" y="134431"/>
                  <a:pt x="912587" y="130621"/>
                  <a:pt x="910404" y="125461"/>
                </a:cubicBezTo>
                <a:cubicBezTo>
                  <a:pt x="908221" y="120300"/>
                  <a:pt x="907130" y="113564"/>
                  <a:pt x="907130" y="105251"/>
                </a:cubicBezTo>
                <a:lnTo>
                  <a:pt x="907130" y="60364"/>
                </a:lnTo>
                <a:lnTo>
                  <a:pt x="890555" y="60364"/>
                </a:lnTo>
                <a:lnTo>
                  <a:pt x="890555" y="39493"/>
                </a:lnTo>
                <a:lnTo>
                  <a:pt x="907130" y="39493"/>
                </a:lnTo>
                <a:lnTo>
                  <a:pt x="907130" y="15961"/>
                </a:lnTo>
                <a:lnTo>
                  <a:pt x="934243" y="15961"/>
                </a:lnTo>
                <a:lnTo>
                  <a:pt x="934243" y="39493"/>
                </a:lnTo>
                <a:lnTo>
                  <a:pt x="956035" y="39493"/>
                </a:lnTo>
                <a:lnTo>
                  <a:pt x="956035" y="60364"/>
                </a:lnTo>
                <a:lnTo>
                  <a:pt x="934243" y="60364"/>
                </a:lnTo>
                <a:lnTo>
                  <a:pt x="934243" y="103828"/>
                </a:lnTo>
                <a:cubicBezTo>
                  <a:pt x="934243" y="109191"/>
                  <a:pt x="934976" y="113161"/>
                  <a:pt x="936443" y="115738"/>
                </a:cubicBezTo>
                <a:cubicBezTo>
                  <a:pt x="937909" y="118315"/>
                  <a:pt x="941234" y="119603"/>
                  <a:pt x="946418" y="119603"/>
                </a:cubicBezTo>
                <a:lnTo>
                  <a:pt x="956035" y="119603"/>
                </a:lnTo>
                <a:lnTo>
                  <a:pt x="956035" y="140577"/>
                </a:lnTo>
                <a:lnTo>
                  <a:pt x="945497" y="140577"/>
                </a:lnTo>
                <a:close/>
                <a:moveTo>
                  <a:pt x="1023995" y="142419"/>
                </a:moveTo>
                <a:cubicBezTo>
                  <a:pt x="1012877" y="142419"/>
                  <a:pt x="1003532" y="140331"/>
                  <a:pt x="995961" y="136156"/>
                </a:cubicBezTo>
                <a:cubicBezTo>
                  <a:pt x="988390" y="131980"/>
                  <a:pt x="982660" y="125958"/>
                  <a:pt x="978772" y="118091"/>
                </a:cubicBezTo>
                <a:cubicBezTo>
                  <a:pt x="974885" y="110221"/>
                  <a:pt x="972941" y="100765"/>
                  <a:pt x="972941" y="89722"/>
                </a:cubicBezTo>
                <a:cubicBezTo>
                  <a:pt x="972941" y="79024"/>
                  <a:pt x="974833" y="69810"/>
                  <a:pt x="978619" y="62081"/>
                </a:cubicBezTo>
                <a:cubicBezTo>
                  <a:pt x="982405" y="54350"/>
                  <a:pt x="987964" y="48397"/>
                  <a:pt x="995296" y="44221"/>
                </a:cubicBezTo>
                <a:cubicBezTo>
                  <a:pt x="1002628" y="40046"/>
                  <a:pt x="1011649" y="37958"/>
                  <a:pt x="1022358" y="37958"/>
                </a:cubicBezTo>
                <a:cubicBezTo>
                  <a:pt x="1037227" y="37958"/>
                  <a:pt x="1048976" y="42353"/>
                  <a:pt x="1057604" y="51143"/>
                </a:cubicBezTo>
                <a:cubicBezTo>
                  <a:pt x="1066233" y="59934"/>
                  <a:pt x="1070547" y="72465"/>
                  <a:pt x="1070547" y="88737"/>
                </a:cubicBezTo>
                <a:cubicBezTo>
                  <a:pt x="1070547" y="89564"/>
                  <a:pt x="1070513" y="90684"/>
                  <a:pt x="1070444" y="92097"/>
                </a:cubicBezTo>
                <a:cubicBezTo>
                  <a:pt x="1070376" y="93510"/>
                  <a:pt x="1070274" y="94596"/>
                  <a:pt x="1070137" y="95355"/>
                </a:cubicBezTo>
                <a:lnTo>
                  <a:pt x="1000053" y="95355"/>
                </a:lnTo>
                <a:cubicBezTo>
                  <a:pt x="1000190" y="100170"/>
                  <a:pt x="1001060" y="104671"/>
                  <a:pt x="1002662" y="108857"/>
                </a:cubicBezTo>
                <a:cubicBezTo>
                  <a:pt x="1004265" y="113044"/>
                  <a:pt x="1006806" y="116410"/>
                  <a:pt x="1010285" y="118957"/>
                </a:cubicBezTo>
                <a:cubicBezTo>
                  <a:pt x="1013763" y="121502"/>
                  <a:pt x="1018333" y="122775"/>
                  <a:pt x="1023995" y="122775"/>
                </a:cubicBezTo>
                <a:cubicBezTo>
                  <a:pt x="1029860" y="122775"/>
                  <a:pt x="1034567" y="121458"/>
                  <a:pt x="1038114" y="118823"/>
                </a:cubicBezTo>
                <a:cubicBezTo>
                  <a:pt x="1041661" y="116189"/>
                  <a:pt x="1043468" y="112271"/>
                  <a:pt x="1043536" y="107070"/>
                </a:cubicBezTo>
                <a:lnTo>
                  <a:pt x="1070240" y="107070"/>
                </a:lnTo>
                <a:cubicBezTo>
                  <a:pt x="1069899" y="114948"/>
                  <a:pt x="1067767" y="121513"/>
                  <a:pt x="1063845" y="126765"/>
                </a:cubicBezTo>
                <a:cubicBezTo>
                  <a:pt x="1059923" y="132017"/>
                  <a:pt x="1054569" y="135939"/>
                  <a:pt x="1047782" y="138531"/>
                </a:cubicBezTo>
                <a:cubicBezTo>
                  <a:pt x="1040995" y="141123"/>
                  <a:pt x="1033066" y="142419"/>
                  <a:pt x="1023995" y="142419"/>
                </a:cubicBezTo>
                <a:moveTo>
                  <a:pt x="1000360" y="78167"/>
                </a:moveTo>
                <a:lnTo>
                  <a:pt x="1043639" y="78167"/>
                </a:lnTo>
                <a:cubicBezTo>
                  <a:pt x="1043434" y="71005"/>
                  <a:pt x="1041371" y="65650"/>
                  <a:pt x="1037449" y="62104"/>
                </a:cubicBezTo>
                <a:cubicBezTo>
                  <a:pt x="1033527" y="58557"/>
                  <a:pt x="1028496" y="56783"/>
                  <a:pt x="1022358" y="56783"/>
                </a:cubicBezTo>
                <a:cubicBezTo>
                  <a:pt x="1016082" y="56783"/>
                  <a:pt x="1010950" y="58609"/>
                  <a:pt x="1006960" y="62260"/>
                </a:cubicBezTo>
                <a:cubicBezTo>
                  <a:pt x="1002969" y="65912"/>
                  <a:pt x="1000770" y="71214"/>
                  <a:pt x="1000360" y="78167"/>
                </a:cubicBezTo>
                <a:close/>
              </a:path>
            </a:pathLst>
          </a:custGeom>
          <a:solidFill xmlns:a="http://schemas.openxmlformats.org/drawingml/2006/main">
            <a:srgbClr val="F1565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9BEE5-EA7A-4640-919F-C0BFA2E1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75" y="525195"/>
            <a:ext cx="1517971" cy="989941"/>
          </a:xfrm>
          <a:custGeom xmlns:a="http://schemas.openxmlformats.org/drawingml/2006/main">
            <a:pathLst>
              <a:path w="1517971" h="989941">
                <a:moveTo>
                  <a:pt x="0" y="68448"/>
                </a:moveTo>
                <a:cubicBezTo>
                  <a:pt x="0" y="30499"/>
                  <a:pt x="30732" y="0"/>
                  <a:pt x="68448" y="0"/>
                </a:cubicBezTo>
                <a:lnTo>
                  <a:pt x="1449523" y="0"/>
                </a:lnTo>
                <a:cubicBezTo>
                  <a:pt x="1487472" y="0"/>
                  <a:pt x="1517971" y="30499"/>
                  <a:pt x="1517971" y="68448"/>
                </a:cubicBezTo>
                <a:lnTo>
                  <a:pt x="1517971" y="921492"/>
                </a:lnTo>
                <a:cubicBezTo>
                  <a:pt x="1517971" y="959209"/>
                  <a:pt x="1487472" y="989941"/>
                  <a:pt x="1449523" y="989941"/>
                </a:cubicBezTo>
                <a:lnTo>
                  <a:pt x="68448" y="989941"/>
                </a:lnTo>
                <a:cubicBezTo>
                  <a:pt x="30732" y="989941"/>
                  <a:pt x="0" y="959209"/>
                  <a:pt x="0" y="921492"/>
                </a:cubicBezTo>
                <a:lnTo>
                  <a:pt x="0" y="68448"/>
                </a:lnTo>
                <a:close/>
              </a:path>
            </a:pathLst>
          </a:custGeom>
          <a:solidFill xmlns:a="http://schemas.openxmlformats.org/drawingml/2006/main">
            <a:srgbClr val="FAECF8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5ED85-A110-48F3-88F8-59856C7B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75" y="525195"/>
            <a:ext cx="1517971" cy="989941"/>
          </a:xfrm>
          <a:custGeom xmlns:a="http://schemas.openxmlformats.org/drawingml/2006/main">
            <a:pathLst>
              <a:path w="1517971" h="989941" fill="none">
                <a:moveTo>
                  <a:pt x="0" y="68448"/>
                </a:moveTo>
                <a:cubicBezTo>
                  <a:pt x="0" y="30499"/>
                  <a:pt x="30732" y="0"/>
                  <a:pt x="68448" y="0"/>
                </a:cubicBezTo>
                <a:lnTo>
                  <a:pt x="1449523" y="0"/>
                </a:lnTo>
                <a:cubicBezTo>
                  <a:pt x="1487472" y="0"/>
                  <a:pt x="1517971" y="30499"/>
                  <a:pt x="1517971" y="68448"/>
                </a:cubicBezTo>
                <a:lnTo>
                  <a:pt x="1517971" y="921492"/>
                </a:lnTo>
                <a:cubicBezTo>
                  <a:pt x="1517971" y="959209"/>
                  <a:pt x="1487472" y="989941"/>
                  <a:pt x="1449523" y="989941"/>
                </a:cubicBezTo>
                <a:lnTo>
                  <a:pt x="68448" y="989941"/>
                </a:lnTo>
                <a:cubicBezTo>
                  <a:pt x="30732" y="989941"/>
                  <a:pt x="0" y="959209"/>
                  <a:pt x="0" y="921492"/>
                </a:cubicBezTo>
                <a:lnTo>
                  <a:pt x="0" y="684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7030A0"/>
            </a:solidFill>
            <a:miter/>
          </a:ln>
        </p:spPr>
      </p:sp>
      <p:sp>
        <p:nvSpPr>
          <p:cNvPr id="21" name="Text Observation">
            <a:extLst xmlns:a="http://schemas.openxmlformats.org/drawingml/2006/main">
              <a:ext uri="{FF2B5EF4-FFF2-40B4-BE49-F238E27FC236}">
                <a16:creationId xmlns:a16="http://schemas.microsoft.com/office/drawing/2014/main" id="{E4EB55C0-B21D-4B71-B737-4061F33E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616" y="1299356"/>
            <a:ext cx="1147280" cy="142419"/>
          </a:xfrm>
          <a:custGeom xmlns:a="http://schemas.openxmlformats.org/drawingml/2006/main">
            <a:pathLst>
              <a:path w="1147280" h="142419">
                <a:moveTo>
                  <a:pt x="67117" y="142419"/>
                </a:moveTo>
                <a:cubicBezTo>
                  <a:pt x="52725" y="142419"/>
                  <a:pt x="40533" y="139503"/>
                  <a:pt x="30540" y="133671"/>
                </a:cubicBezTo>
                <a:cubicBezTo>
                  <a:pt x="20548" y="127839"/>
                  <a:pt x="12960" y="119654"/>
                  <a:pt x="7776" y="109116"/>
                </a:cubicBezTo>
                <a:cubicBezTo>
                  <a:pt x="2592" y="98578"/>
                  <a:pt x="0" y="86147"/>
                  <a:pt x="0" y="71823"/>
                </a:cubicBezTo>
                <a:cubicBezTo>
                  <a:pt x="0" y="57500"/>
                  <a:pt x="2592" y="45035"/>
                  <a:pt x="7776" y="34428"/>
                </a:cubicBezTo>
                <a:cubicBezTo>
                  <a:pt x="12960" y="23822"/>
                  <a:pt x="20548" y="15603"/>
                  <a:pt x="30540" y="9771"/>
                </a:cubicBezTo>
                <a:cubicBezTo>
                  <a:pt x="40533" y="3939"/>
                  <a:pt x="52725" y="1023"/>
                  <a:pt x="67117" y="1023"/>
                </a:cubicBezTo>
                <a:cubicBezTo>
                  <a:pt x="81509" y="1023"/>
                  <a:pt x="93684" y="3939"/>
                  <a:pt x="103643" y="9771"/>
                </a:cubicBezTo>
                <a:cubicBezTo>
                  <a:pt x="113601" y="15603"/>
                  <a:pt x="121172" y="23822"/>
                  <a:pt x="126356" y="34428"/>
                </a:cubicBezTo>
                <a:cubicBezTo>
                  <a:pt x="131540" y="45035"/>
                  <a:pt x="134132" y="57500"/>
                  <a:pt x="134132" y="71823"/>
                </a:cubicBezTo>
                <a:cubicBezTo>
                  <a:pt x="134132" y="86147"/>
                  <a:pt x="131540" y="98578"/>
                  <a:pt x="126356" y="109116"/>
                </a:cubicBezTo>
                <a:cubicBezTo>
                  <a:pt x="121172" y="119654"/>
                  <a:pt x="113601" y="127839"/>
                  <a:pt x="103643" y="133671"/>
                </a:cubicBezTo>
                <a:cubicBezTo>
                  <a:pt x="93684" y="139503"/>
                  <a:pt x="81509" y="142419"/>
                  <a:pt x="67117" y="142419"/>
                </a:cubicBezTo>
                <a:moveTo>
                  <a:pt x="67117" y="118478"/>
                </a:moveTo>
                <a:cubicBezTo>
                  <a:pt x="76052" y="118478"/>
                  <a:pt x="83248" y="116363"/>
                  <a:pt x="88705" y="112134"/>
                </a:cubicBezTo>
                <a:cubicBezTo>
                  <a:pt x="94162" y="107906"/>
                  <a:pt x="98152" y="102244"/>
                  <a:pt x="100675" y="95151"/>
                </a:cubicBezTo>
                <a:cubicBezTo>
                  <a:pt x="103199" y="88057"/>
                  <a:pt x="104461" y="80281"/>
                  <a:pt x="104461" y="71823"/>
                </a:cubicBezTo>
                <a:cubicBezTo>
                  <a:pt x="104461" y="63229"/>
                  <a:pt x="103199" y="55385"/>
                  <a:pt x="100675" y="48291"/>
                </a:cubicBezTo>
                <a:cubicBezTo>
                  <a:pt x="98152" y="41198"/>
                  <a:pt x="94162" y="35537"/>
                  <a:pt x="88705" y="31308"/>
                </a:cubicBezTo>
                <a:cubicBezTo>
                  <a:pt x="83248" y="27079"/>
                  <a:pt x="76052" y="24964"/>
                  <a:pt x="67117" y="24964"/>
                </a:cubicBezTo>
                <a:cubicBezTo>
                  <a:pt x="58113" y="24964"/>
                  <a:pt x="50866" y="27079"/>
                  <a:pt x="45376" y="31308"/>
                </a:cubicBezTo>
                <a:cubicBezTo>
                  <a:pt x="39885" y="35537"/>
                  <a:pt x="35895" y="41198"/>
                  <a:pt x="33405" y="48291"/>
                </a:cubicBezTo>
                <a:cubicBezTo>
                  <a:pt x="30915" y="55385"/>
                  <a:pt x="29671" y="63229"/>
                  <a:pt x="29671" y="71823"/>
                </a:cubicBezTo>
                <a:cubicBezTo>
                  <a:pt x="29671" y="80281"/>
                  <a:pt x="30915" y="88057"/>
                  <a:pt x="33405" y="95151"/>
                </a:cubicBezTo>
                <a:cubicBezTo>
                  <a:pt x="35895" y="102244"/>
                  <a:pt x="39885" y="107906"/>
                  <a:pt x="45376" y="112134"/>
                </a:cubicBezTo>
                <a:cubicBezTo>
                  <a:pt x="50866" y="116363"/>
                  <a:pt x="58113" y="118478"/>
                  <a:pt x="67117" y="118478"/>
                </a:cubicBezTo>
                <a:close/>
                <a:moveTo>
                  <a:pt x="214875" y="142419"/>
                </a:moveTo>
                <a:cubicBezTo>
                  <a:pt x="207577" y="142419"/>
                  <a:pt x="201574" y="141021"/>
                  <a:pt x="196868" y="138224"/>
                </a:cubicBezTo>
                <a:cubicBezTo>
                  <a:pt x="192162" y="135428"/>
                  <a:pt x="188137" y="131574"/>
                  <a:pt x="184795" y="126663"/>
                </a:cubicBezTo>
                <a:lnTo>
                  <a:pt x="183670" y="140577"/>
                </a:lnTo>
                <a:lnTo>
                  <a:pt x="157989" y="140577"/>
                </a:lnTo>
                <a:lnTo>
                  <a:pt x="157989" y="2865"/>
                </a:lnTo>
                <a:lnTo>
                  <a:pt x="185102" y="2865"/>
                </a:lnTo>
                <a:lnTo>
                  <a:pt x="185102" y="53919"/>
                </a:lnTo>
                <a:cubicBezTo>
                  <a:pt x="188649" y="49076"/>
                  <a:pt x="192980" y="45205"/>
                  <a:pt x="198096" y="42306"/>
                </a:cubicBezTo>
                <a:cubicBezTo>
                  <a:pt x="203211" y="39407"/>
                  <a:pt x="209521" y="37958"/>
                  <a:pt x="217023" y="37958"/>
                </a:cubicBezTo>
                <a:cubicBezTo>
                  <a:pt x="224663" y="37958"/>
                  <a:pt x="231484" y="39837"/>
                  <a:pt x="237486" y="43595"/>
                </a:cubicBezTo>
                <a:cubicBezTo>
                  <a:pt x="243488" y="47353"/>
                  <a:pt x="248229" y="53076"/>
                  <a:pt x="251707" y="60764"/>
                </a:cubicBezTo>
                <a:cubicBezTo>
                  <a:pt x="255186" y="68452"/>
                  <a:pt x="256925" y="78261"/>
                  <a:pt x="256925" y="90188"/>
                </a:cubicBezTo>
                <a:cubicBezTo>
                  <a:pt x="256925" y="102048"/>
                  <a:pt x="255067" y="111839"/>
                  <a:pt x="251349" y="119562"/>
                </a:cubicBezTo>
                <a:cubicBezTo>
                  <a:pt x="247632" y="127284"/>
                  <a:pt x="242602" y="133024"/>
                  <a:pt x="236258" y="136782"/>
                </a:cubicBezTo>
                <a:cubicBezTo>
                  <a:pt x="229915" y="140540"/>
                  <a:pt x="222787" y="142419"/>
                  <a:pt x="214875" y="142419"/>
                </a:cubicBezTo>
                <a:moveTo>
                  <a:pt x="208122" y="121650"/>
                </a:moveTo>
                <a:cubicBezTo>
                  <a:pt x="214739" y="121650"/>
                  <a:pt x="219905" y="119011"/>
                  <a:pt x="223623" y="113733"/>
                </a:cubicBezTo>
                <a:cubicBezTo>
                  <a:pt x="227340" y="108455"/>
                  <a:pt x="229199" y="100782"/>
                  <a:pt x="229199" y="90713"/>
                </a:cubicBezTo>
                <a:cubicBezTo>
                  <a:pt x="229199" y="79810"/>
                  <a:pt x="227442" y="71703"/>
                  <a:pt x="223930" y="66391"/>
                </a:cubicBezTo>
                <a:cubicBezTo>
                  <a:pt x="220417" y="61077"/>
                  <a:pt x="215523" y="58420"/>
                  <a:pt x="209248" y="58420"/>
                </a:cubicBezTo>
                <a:cubicBezTo>
                  <a:pt x="203655" y="58420"/>
                  <a:pt x="198761" y="60122"/>
                  <a:pt x="194566" y="63526"/>
                </a:cubicBezTo>
                <a:cubicBezTo>
                  <a:pt x="190371" y="66928"/>
                  <a:pt x="187216" y="70921"/>
                  <a:pt x="185102" y="75503"/>
                </a:cubicBezTo>
                <a:lnTo>
                  <a:pt x="185102" y="105296"/>
                </a:lnTo>
                <a:cubicBezTo>
                  <a:pt x="187080" y="109669"/>
                  <a:pt x="190030" y="113489"/>
                  <a:pt x="193952" y="116755"/>
                </a:cubicBezTo>
                <a:cubicBezTo>
                  <a:pt x="197874" y="120018"/>
                  <a:pt x="202597" y="121650"/>
                  <a:pt x="208122" y="121650"/>
                </a:cubicBezTo>
                <a:close/>
                <a:moveTo>
                  <a:pt x="320883" y="142419"/>
                </a:moveTo>
                <a:cubicBezTo>
                  <a:pt x="315358" y="142419"/>
                  <a:pt x="309936" y="141902"/>
                  <a:pt x="304616" y="140868"/>
                </a:cubicBezTo>
                <a:cubicBezTo>
                  <a:pt x="299295" y="139834"/>
                  <a:pt x="294487" y="138059"/>
                  <a:pt x="290190" y="135542"/>
                </a:cubicBezTo>
                <a:cubicBezTo>
                  <a:pt x="285892" y="133024"/>
                  <a:pt x="282482" y="129594"/>
                  <a:pt x="279958" y="125250"/>
                </a:cubicBezTo>
                <a:cubicBezTo>
                  <a:pt x="277435" y="120906"/>
                  <a:pt x="276173" y="115493"/>
                  <a:pt x="276173" y="109011"/>
                </a:cubicBezTo>
                <a:lnTo>
                  <a:pt x="301342" y="109011"/>
                </a:lnTo>
                <a:cubicBezTo>
                  <a:pt x="301342" y="114738"/>
                  <a:pt x="303303" y="118720"/>
                  <a:pt x="307225" y="120956"/>
                </a:cubicBezTo>
                <a:cubicBezTo>
                  <a:pt x="311147" y="123192"/>
                  <a:pt x="315734" y="124310"/>
                  <a:pt x="320986" y="124310"/>
                </a:cubicBezTo>
                <a:cubicBezTo>
                  <a:pt x="326169" y="124310"/>
                  <a:pt x="330194" y="123451"/>
                  <a:pt x="333059" y="121733"/>
                </a:cubicBezTo>
                <a:cubicBezTo>
                  <a:pt x="335923" y="120013"/>
                  <a:pt x="337356" y="117117"/>
                  <a:pt x="337356" y="113046"/>
                </a:cubicBezTo>
                <a:cubicBezTo>
                  <a:pt x="337356" y="109254"/>
                  <a:pt x="335667" y="106427"/>
                  <a:pt x="332291" y="104567"/>
                </a:cubicBezTo>
                <a:cubicBezTo>
                  <a:pt x="328915" y="102704"/>
                  <a:pt x="322998" y="100807"/>
                  <a:pt x="314540" y="98875"/>
                </a:cubicBezTo>
                <a:cubicBezTo>
                  <a:pt x="307446" y="97151"/>
                  <a:pt x="301120" y="95065"/>
                  <a:pt x="295561" y="92618"/>
                </a:cubicBezTo>
                <a:cubicBezTo>
                  <a:pt x="290002" y="90171"/>
                  <a:pt x="285654" y="86897"/>
                  <a:pt x="282516" y="82796"/>
                </a:cubicBezTo>
                <a:cubicBezTo>
                  <a:pt x="279379" y="78693"/>
                  <a:pt x="277810" y="73297"/>
                  <a:pt x="277810" y="66609"/>
                </a:cubicBezTo>
                <a:cubicBezTo>
                  <a:pt x="277810" y="61367"/>
                  <a:pt x="279003" y="56920"/>
                  <a:pt x="281391" y="53266"/>
                </a:cubicBezTo>
                <a:cubicBezTo>
                  <a:pt x="283778" y="49611"/>
                  <a:pt x="286967" y="46663"/>
                  <a:pt x="290957" y="44423"/>
                </a:cubicBezTo>
                <a:cubicBezTo>
                  <a:pt x="294947" y="42183"/>
                  <a:pt x="299449" y="40546"/>
                  <a:pt x="304462" y="39512"/>
                </a:cubicBezTo>
                <a:cubicBezTo>
                  <a:pt x="309475" y="38476"/>
                  <a:pt x="314608" y="37958"/>
                  <a:pt x="319860" y="37958"/>
                </a:cubicBezTo>
                <a:cubicBezTo>
                  <a:pt x="324976" y="37958"/>
                  <a:pt x="329989" y="38475"/>
                  <a:pt x="334900" y="39509"/>
                </a:cubicBezTo>
                <a:cubicBezTo>
                  <a:pt x="339811" y="40542"/>
                  <a:pt x="344245" y="42284"/>
                  <a:pt x="348201" y="44733"/>
                </a:cubicBezTo>
                <a:cubicBezTo>
                  <a:pt x="352157" y="47180"/>
                  <a:pt x="355329" y="50472"/>
                  <a:pt x="357716" y="54609"/>
                </a:cubicBezTo>
                <a:cubicBezTo>
                  <a:pt x="360103" y="58747"/>
                  <a:pt x="361297" y="63918"/>
                  <a:pt x="361297" y="70122"/>
                </a:cubicBezTo>
                <a:lnTo>
                  <a:pt x="336128" y="70122"/>
                </a:lnTo>
                <a:cubicBezTo>
                  <a:pt x="336128" y="64877"/>
                  <a:pt x="334508" y="61240"/>
                  <a:pt x="331268" y="59213"/>
                </a:cubicBezTo>
                <a:cubicBezTo>
                  <a:pt x="328028" y="57184"/>
                  <a:pt x="324226" y="56170"/>
                  <a:pt x="319860" y="56170"/>
                </a:cubicBezTo>
                <a:cubicBezTo>
                  <a:pt x="315154" y="56170"/>
                  <a:pt x="311454" y="56875"/>
                  <a:pt x="308759" y="58286"/>
                </a:cubicBezTo>
                <a:cubicBezTo>
                  <a:pt x="306065" y="59695"/>
                  <a:pt x="304718" y="62021"/>
                  <a:pt x="304718" y="65263"/>
                </a:cubicBezTo>
                <a:cubicBezTo>
                  <a:pt x="304718" y="67123"/>
                  <a:pt x="305571" y="68761"/>
                  <a:pt x="307276" y="70177"/>
                </a:cubicBezTo>
                <a:cubicBezTo>
                  <a:pt x="308981" y="71590"/>
                  <a:pt x="311709" y="72900"/>
                  <a:pt x="315461" y="74106"/>
                </a:cubicBezTo>
                <a:cubicBezTo>
                  <a:pt x="319212" y="75313"/>
                  <a:pt x="324157" y="76605"/>
                  <a:pt x="330296" y="77984"/>
                </a:cubicBezTo>
                <a:cubicBezTo>
                  <a:pt x="336776" y="79502"/>
                  <a:pt x="342574" y="81467"/>
                  <a:pt x="347689" y="83880"/>
                </a:cubicBezTo>
                <a:cubicBezTo>
                  <a:pt x="352805" y="86293"/>
                  <a:pt x="356863" y="89534"/>
                  <a:pt x="359864" y="93603"/>
                </a:cubicBezTo>
                <a:cubicBezTo>
                  <a:pt x="362866" y="97670"/>
                  <a:pt x="364366" y="102944"/>
                  <a:pt x="364366" y="109426"/>
                </a:cubicBezTo>
                <a:cubicBezTo>
                  <a:pt x="364366" y="115495"/>
                  <a:pt x="363155" y="120632"/>
                  <a:pt x="360734" y="124837"/>
                </a:cubicBezTo>
                <a:cubicBezTo>
                  <a:pt x="358313" y="129043"/>
                  <a:pt x="355073" y="132438"/>
                  <a:pt x="351014" y="135024"/>
                </a:cubicBezTo>
                <a:cubicBezTo>
                  <a:pt x="346956" y="137609"/>
                  <a:pt x="342318" y="139488"/>
                  <a:pt x="337100" y="140660"/>
                </a:cubicBezTo>
                <a:cubicBezTo>
                  <a:pt x="331882" y="141833"/>
                  <a:pt x="326476" y="142419"/>
                  <a:pt x="320883" y="142419"/>
                </a:cubicBezTo>
                <a:close/>
                <a:moveTo>
                  <a:pt x="435674" y="142419"/>
                </a:moveTo>
                <a:cubicBezTo>
                  <a:pt x="424557" y="142419"/>
                  <a:pt x="415212" y="140331"/>
                  <a:pt x="407641" y="136156"/>
                </a:cubicBezTo>
                <a:cubicBezTo>
                  <a:pt x="400070" y="131980"/>
                  <a:pt x="394340" y="125958"/>
                  <a:pt x="390452" y="118091"/>
                </a:cubicBezTo>
                <a:cubicBezTo>
                  <a:pt x="386564" y="110221"/>
                  <a:pt x="384621" y="100765"/>
                  <a:pt x="384621" y="89722"/>
                </a:cubicBezTo>
                <a:cubicBezTo>
                  <a:pt x="384621" y="79024"/>
                  <a:pt x="386513" y="69810"/>
                  <a:pt x="390299" y="62081"/>
                </a:cubicBezTo>
                <a:cubicBezTo>
                  <a:pt x="394084" y="54350"/>
                  <a:pt x="399643" y="48397"/>
                  <a:pt x="406976" y="44221"/>
                </a:cubicBezTo>
                <a:cubicBezTo>
                  <a:pt x="414308" y="40046"/>
                  <a:pt x="423329" y="37958"/>
                  <a:pt x="434037" y="37958"/>
                </a:cubicBezTo>
                <a:cubicBezTo>
                  <a:pt x="448907" y="37958"/>
                  <a:pt x="460656" y="42353"/>
                  <a:pt x="469284" y="51143"/>
                </a:cubicBezTo>
                <a:cubicBezTo>
                  <a:pt x="477912" y="59934"/>
                  <a:pt x="482227" y="72465"/>
                  <a:pt x="482227" y="88737"/>
                </a:cubicBezTo>
                <a:cubicBezTo>
                  <a:pt x="482227" y="89564"/>
                  <a:pt x="482193" y="90684"/>
                  <a:pt x="482124" y="92097"/>
                </a:cubicBezTo>
                <a:cubicBezTo>
                  <a:pt x="482056" y="93510"/>
                  <a:pt x="481954" y="94596"/>
                  <a:pt x="481817" y="95355"/>
                </a:cubicBezTo>
                <a:lnTo>
                  <a:pt x="411733" y="95355"/>
                </a:lnTo>
                <a:cubicBezTo>
                  <a:pt x="411870" y="100170"/>
                  <a:pt x="412739" y="104671"/>
                  <a:pt x="414342" y="108857"/>
                </a:cubicBezTo>
                <a:cubicBezTo>
                  <a:pt x="415945" y="113044"/>
                  <a:pt x="418486" y="116410"/>
                  <a:pt x="421965" y="118957"/>
                </a:cubicBezTo>
                <a:cubicBezTo>
                  <a:pt x="425443" y="121502"/>
                  <a:pt x="430013" y="122775"/>
                  <a:pt x="435674" y="122775"/>
                </a:cubicBezTo>
                <a:cubicBezTo>
                  <a:pt x="441540" y="122775"/>
                  <a:pt x="446247" y="121458"/>
                  <a:pt x="449794" y="118823"/>
                </a:cubicBezTo>
                <a:cubicBezTo>
                  <a:pt x="453340" y="116189"/>
                  <a:pt x="455148" y="112271"/>
                  <a:pt x="455216" y="107070"/>
                </a:cubicBezTo>
                <a:lnTo>
                  <a:pt x="481920" y="107070"/>
                </a:lnTo>
                <a:cubicBezTo>
                  <a:pt x="481579" y="114948"/>
                  <a:pt x="479447" y="121513"/>
                  <a:pt x="475525" y="126765"/>
                </a:cubicBezTo>
                <a:cubicBezTo>
                  <a:pt x="471603" y="132017"/>
                  <a:pt x="466249" y="135939"/>
                  <a:pt x="459462" y="138531"/>
                </a:cubicBezTo>
                <a:cubicBezTo>
                  <a:pt x="452675" y="141123"/>
                  <a:pt x="444746" y="142419"/>
                  <a:pt x="435674" y="142419"/>
                </a:cubicBezTo>
                <a:moveTo>
                  <a:pt x="412040" y="78167"/>
                </a:moveTo>
                <a:lnTo>
                  <a:pt x="455318" y="78167"/>
                </a:lnTo>
                <a:cubicBezTo>
                  <a:pt x="455114" y="71005"/>
                  <a:pt x="453051" y="65650"/>
                  <a:pt x="449129" y="62104"/>
                </a:cubicBezTo>
                <a:cubicBezTo>
                  <a:pt x="445207" y="58557"/>
                  <a:pt x="440176" y="56783"/>
                  <a:pt x="434037" y="56783"/>
                </a:cubicBezTo>
                <a:cubicBezTo>
                  <a:pt x="427762" y="56783"/>
                  <a:pt x="422630" y="58609"/>
                  <a:pt x="418639" y="62260"/>
                </a:cubicBezTo>
                <a:cubicBezTo>
                  <a:pt x="414649" y="65912"/>
                  <a:pt x="412450" y="71214"/>
                  <a:pt x="412040" y="78167"/>
                </a:cubicBezTo>
                <a:close/>
                <a:moveTo>
                  <a:pt x="506867" y="140577"/>
                </a:moveTo>
                <a:lnTo>
                  <a:pt x="506867" y="39493"/>
                </a:lnTo>
                <a:lnTo>
                  <a:pt x="532854" y="39493"/>
                </a:lnTo>
                <a:lnTo>
                  <a:pt x="533365" y="56579"/>
                </a:lnTo>
                <a:cubicBezTo>
                  <a:pt x="535957" y="50576"/>
                  <a:pt x="539845" y="45972"/>
                  <a:pt x="545029" y="42767"/>
                </a:cubicBezTo>
                <a:cubicBezTo>
                  <a:pt x="550213" y="39561"/>
                  <a:pt x="556488" y="37958"/>
                  <a:pt x="563855" y="37958"/>
                </a:cubicBezTo>
                <a:lnTo>
                  <a:pt x="565901" y="37958"/>
                </a:lnTo>
                <a:lnTo>
                  <a:pt x="565901" y="60774"/>
                </a:lnTo>
                <a:lnTo>
                  <a:pt x="563343" y="60774"/>
                </a:lnTo>
                <a:cubicBezTo>
                  <a:pt x="559319" y="60774"/>
                  <a:pt x="555465" y="61138"/>
                  <a:pt x="551782" y="61867"/>
                </a:cubicBezTo>
                <a:cubicBezTo>
                  <a:pt x="548098" y="62596"/>
                  <a:pt x="544756" y="63846"/>
                  <a:pt x="541755" y="65617"/>
                </a:cubicBezTo>
                <a:cubicBezTo>
                  <a:pt x="538754" y="67389"/>
                  <a:pt x="536162" y="69837"/>
                  <a:pt x="533979" y="72962"/>
                </a:cubicBezTo>
                <a:lnTo>
                  <a:pt x="533979" y="140577"/>
                </a:lnTo>
                <a:lnTo>
                  <a:pt x="506867" y="140577"/>
                </a:lnTo>
                <a:close/>
                <a:moveTo>
                  <a:pt x="606607" y="140577"/>
                </a:moveTo>
                <a:lnTo>
                  <a:pt x="570286" y="39493"/>
                </a:lnTo>
                <a:lnTo>
                  <a:pt x="598525" y="39493"/>
                </a:lnTo>
                <a:lnTo>
                  <a:pt x="622057" y="114996"/>
                </a:lnTo>
                <a:lnTo>
                  <a:pt x="646305" y="39493"/>
                </a:lnTo>
                <a:lnTo>
                  <a:pt x="673724" y="39493"/>
                </a:lnTo>
                <a:lnTo>
                  <a:pt x="637506" y="140577"/>
                </a:lnTo>
                <a:lnTo>
                  <a:pt x="606607" y="140577"/>
                </a:lnTo>
                <a:close/>
                <a:moveTo>
                  <a:pt x="715541" y="142419"/>
                </a:moveTo>
                <a:cubicBezTo>
                  <a:pt x="709880" y="142419"/>
                  <a:pt x="704594" y="141317"/>
                  <a:pt x="699683" y="139113"/>
                </a:cubicBezTo>
                <a:cubicBezTo>
                  <a:pt x="694772" y="136909"/>
                  <a:pt x="690799" y="133586"/>
                  <a:pt x="687763" y="129144"/>
                </a:cubicBezTo>
                <a:cubicBezTo>
                  <a:pt x="684728" y="124700"/>
                  <a:pt x="683210" y="119138"/>
                  <a:pt x="683210" y="112457"/>
                </a:cubicBezTo>
                <a:cubicBezTo>
                  <a:pt x="683210" y="103160"/>
                  <a:pt x="685973" y="96152"/>
                  <a:pt x="691498" y="91435"/>
                </a:cubicBezTo>
                <a:cubicBezTo>
                  <a:pt x="697023" y="86716"/>
                  <a:pt x="704747" y="83513"/>
                  <a:pt x="714672" y="81824"/>
                </a:cubicBezTo>
                <a:cubicBezTo>
                  <a:pt x="724596" y="80136"/>
                  <a:pt x="736140" y="79155"/>
                  <a:pt x="749304" y="78880"/>
                </a:cubicBezTo>
                <a:lnTo>
                  <a:pt x="749304" y="73390"/>
                </a:lnTo>
                <a:cubicBezTo>
                  <a:pt x="749304" y="66701"/>
                  <a:pt x="747753" y="62125"/>
                  <a:pt x="744649" y="59661"/>
                </a:cubicBezTo>
                <a:cubicBezTo>
                  <a:pt x="741546" y="57197"/>
                  <a:pt x="737538" y="55965"/>
                  <a:pt x="732627" y="55965"/>
                </a:cubicBezTo>
                <a:cubicBezTo>
                  <a:pt x="727239" y="55965"/>
                  <a:pt x="722805" y="57279"/>
                  <a:pt x="719327" y="59907"/>
                </a:cubicBezTo>
                <a:cubicBezTo>
                  <a:pt x="715848" y="62533"/>
                  <a:pt x="714109" y="66789"/>
                  <a:pt x="714109" y="72674"/>
                </a:cubicBezTo>
                <a:lnTo>
                  <a:pt x="688735" y="72674"/>
                </a:lnTo>
                <a:cubicBezTo>
                  <a:pt x="688735" y="64039"/>
                  <a:pt x="690594" y="57200"/>
                  <a:pt x="694311" y="52157"/>
                </a:cubicBezTo>
                <a:cubicBezTo>
                  <a:pt x="698029" y="47112"/>
                  <a:pt x="703178" y="43484"/>
                  <a:pt x="709761" y="41273"/>
                </a:cubicBezTo>
                <a:cubicBezTo>
                  <a:pt x="716343" y="39063"/>
                  <a:pt x="723965" y="37958"/>
                  <a:pt x="732627" y="37958"/>
                </a:cubicBezTo>
                <a:cubicBezTo>
                  <a:pt x="738971" y="37958"/>
                  <a:pt x="744768" y="38493"/>
                  <a:pt x="750020" y="39563"/>
                </a:cubicBezTo>
                <a:cubicBezTo>
                  <a:pt x="755273" y="40633"/>
                  <a:pt x="759825" y="42480"/>
                  <a:pt x="763679" y="45104"/>
                </a:cubicBezTo>
                <a:cubicBezTo>
                  <a:pt x="767533" y="47726"/>
                  <a:pt x="770517" y="51298"/>
                  <a:pt x="772632" y="55821"/>
                </a:cubicBezTo>
                <a:cubicBezTo>
                  <a:pt x="774746" y="60342"/>
                  <a:pt x="775803" y="65985"/>
                  <a:pt x="775803" y="72751"/>
                </a:cubicBezTo>
                <a:lnTo>
                  <a:pt x="775803" y="140577"/>
                </a:lnTo>
                <a:lnTo>
                  <a:pt x="750430" y="140577"/>
                </a:lnTo>
                <a:lnTo>
                  <a:pt x="749611" y="127686"/>
                </a:lnTo>
                <a:cubicBezTo>
                  <a:pt x="745382" y="132529"/>
                  <a:pt x="740471" y="136195"/>
                  <a:pt x="734878" y="138685"/>
                </a:cubicBezTo>
                <a:cubicBezTo>
                  <a:pt x="729285" y="141174"/>
                  <a:pt x="722839" y="142419"/>
                  <a:pt x="715541" y="142419"/>
                </a:cubicBezTo>
                <a:moveTo>
                  <a:pt x="724442" y="123798"/>
                </a:moveTo>
                <a:cubicBezTo>
                  <a:pt x="729558" y="123798"/>
                  <a:pt x="734281" y="122440"/>
                  <a:pt x="738613" y="119725"/>
                </a:cubicBezTo>
                <a:cubicBezTo>
                  <a:pt x="742944" y="117007"/>
                  <a:pt x="746405" y="113908"/>
                  <a:pt x="748997" y="110427"/>
                </a:cubicBezTo>
                <a:lnTo>
                  <a:pt x="748997" y="93920"/>
                </a:lnTo>
                <a:cubicBezTo>
                  <a:pt x="734674" y="93990"/>
                  <a:pt x="724647" y="95366"/>
                  <a:pt x="718917" y="98047"/>
                </a:cubicBezTo>
                <a:cubicBezTo>
                  <a:pt x="713188" y="100729"/>
                  <a:pt x="710323" y="105064"/>
                  <a:pt x="710323" y="111054"/>
                </a:cubicBezTo>
                <a:cubicBezTo>
                  <a:pt x="710323" y="115372"/>
                  <a:pt x="711636" y="118576"/>
                  <a:pt x="714262" y="120665"/>
                </a:cubicBezTo>
                <a:cubicBezTo>
                  <a:pt x="716888" y="122754"/>
                  <a:pt x="720282" y="123798"/>
                  <a:pt x="724442" y="123798"/>
                </a:cubicBezTo>
                <a:close/>
                <a:moveTo>
                  <a:pt x="845396" y="140577"/>
                </a:moveTo>
                <a:cubicBezTo>
                  <a:pt x="835302" y="140577"/>
                  <a:pt x="827475" y="139349"/>
                  <a:pt x="821916" y="136891"/>
                </a:cubicBezTo>
                <a:cubicBezTo>
                  <a:pt x="816357" y="134431"/>
                  <a:pt x="812486" y="130621"/>
                  <a:pt x="810303" y="125461"/>
                </a:cubicBezTo>
                <a:cubicBezTo>
                  <a:pt x="808121" y="120300"/>
                  <a:pt x="807029" y="113564"/>
                  <a:pt x="807029" y="105251"/>
                </a:cubicBezTo>
                <a:lnTo>
                  <a:pt x="807029" y="60364"/>
                </a:lnTo>
                <a:lnTo>
                  <a:pt x="790455" y="60364"/>
                </a:lnTo>
                <a:lnTo>
                  <a:pt x="790455" y="39493"/>
                </a:lnTo>
                <a:lnTo>
                  <a:pt x="807029" y="39493"/>
                </a:lnTo>
                <a:lnTo>
                  <a:pt x="807029" y="15961"/>
                </a:lnTo>
                <a:lnTo>
                  <a:pt x="834142" y="15961"/>
                </a:lnTo>
                <a:lnTo>
                  <a:pt x="834142" y="39493"/>
                </a:lnTo>
                <a:lnTo>
                  <a:pt x="855935" y="39493"/>
                </a:lnTo>
                <a:lnTo>
                  <a:pt x="855935" y="60364"/>
                </a:lnTo>
                <a:lnTo>
                  <a:pt x="834142" y="60364"/>
                </a:lnTo>
                <a:lnTo>
                  <a:pt x="834142" y="103828"/>
                </a:lnTo>
                <a:cubicBezTo>
                  <a:pt x="834142" y="109191"/>
                  <a:pt x="834875" y="113161"/>
                  <a:pt x="836342" y="115738"/>
                </a:cubicBezTo>
                <a:cubicBezTo>
                  <a:pt x="837808" y="118315"/>
                  <a:pt x="841133" y="119603"/>
                  <a:pt x="846317" y="119603"/>
                </a:cubicBezTo>
                <a:lnTo>
                  <a:pt x="855935" y="119603"/>
                </a:lnTo>
                <a:lnTo>
                  <a:pt x="855935" y="140577"/>
                </a:lnTo>
                <a:lnTo>
                  <a:pt x="845396" y="140577"/>
                </a:lnTo>
                <a:close/>
                <a:moveTo>
                  <a:pt x="877956" y="140577"/>
                </a:moveTo>
                <a:lnTo>
                  <a:pt x="877956" y="39493"/>
                </a:lnTo>
                <a:lnTo>
                  <a:pt x="905069" y="39493"/>
                </a:lnTo>
                <a:lnTo>
                  <a:pt x="905069" y="140577"/>
                </a:lnTo>
                <a:lnTo>
                  <a:pt x="877956" y="140577"/>
                </a:lnTo>
                <a:moveTo>
                  <a:pt x="891563" y="26397"/>
                </a:moveTo>
                <a:cubicBezTo>
                  <a:pt x="886584" y="26397"/>
                  <a:pt x="882781" y="25135"/>
                  <a:pt x="880155" y="22611"/>
                </a:cubicBezTo>
                <a:cubicBezTo>
                  <a:pt x="877529" y="20087"/>
                  <a:pt x="876216" y="16950"/>
                  <a:pt x="876216" y="13198"/>
                </a:cubicBezTo>
                <a:cubicBezTo>
                  <a:pt x="876216" y="9379"/>
                  <a:pt x="877529" y="6224"/>
                  <a:pt x="880155" y="3734"/>
                </a:cubicBezTo>
                <a:cubicBezTo>
                  <a:pt x="882781" y="1245"/>
                  <a:pt x="886584" y="0"/>
                  <a:pt x="891563" y="0"/>
                </a:cubicBezTo>
                <a:cubicBezTo>
                  <a:pt x="896543" y="0"/>
                  <a:pt x="900345" y="1245"/>
                  <a:pt x="902971" y="3734"/>
                </a:cubicBezTo>
                <a:cubicBezTo>
                  <a:pt x="905597" y="6224"/>
                  <a:pt x="906910" y="9379"/>
                  <a:pt x="906910" y="13198"/>
                </a:cubicBezTo>
                <a:cubicBezTo>
                  <a:pt x="906910" y="16950"/>
                  <a:pt x="905597" y="20087"/>
                  <a:pt x="902971" y="22611"/>
                </a:cubicBezTo>
                <a:cubicBezTo>
                  <a:pt x="900345" y="25135"/>
                  <a:pt x="896543" y="26397"/>
                  <a:pt x="891563" y="26397"/>
                </a:cubicBezTo>
                <a:close/>
                <a:moveTo>
                  <a:pt x="979436" y="142419"/>
                </a:moveTo>
                <a:cubicBezTo>
                  <a:pt x="969341" y="142419"/>
                  <a:pt x="960491" y="140383"/>
                  <a:pt x="952886" y="136312"/>
                </a:cubicBezTo>
                <a:cubicBezTo>
                  <a:pt x="945281" y="132239"/>
                  <a:pt x="939398" y="126338"/>
                  <a:pt x="935237" y="118609"/>
                </a:cubicBezTo>
                <a:cubicBezTo>
                  <a:pt x="931076" y="110878"/>
                  <a:pt x="928996" y="101525"/>
                  <a:pt x="928996" y="90550"/>
                </a:cubicBezTo>
                <a:cubicBezTo>
                  <a:pt x="928996" y="79370"/>
                  <a:pt x="931076" y="69863"/>
                  <a:pt x="935237" y="62030"/>
                </a:cubicBezTo>
                <a:cubicBezTo>
                  <a:pt x="939398" y="54195"/>
                  <a:pt x="945281" y="48224"/>
                  <a:pt x="952886" y="44119"/>
                </a:cubicBezTo>
                <a:cubicBezTo>
                  <a:pt x="960491" y="40012"/>
                  <a:pt x="969341" y="37958"/>
                  <a:pt x="979436" y="37958"/>
                </a:cubicBezTo>
                <a:cubicBezTo>
                  <a:pt x="989667" y="37958"/>
                  <a:pt x="998586" y="40012"/>
                  <a:pt x="1006191" y="44119"/>
                </a:cubicBezTo>
                <a:cubicBezTo>
                  <a:pt x="1013796" y="48224"/>
                  <a:pt x="1019713" y="54195"/>
                  <a:pt x="1023942" y="62030"/>
                </a:cubicBezTo>
                <a:cubicBezTo>
                  <a:pt x="1028171" y="69863"/>
                  <a:pt x="1030285" y="79370"/>
                  <a:pt x="1030285" y="90550"/>
                </a:cubicBezTo>
                <a:cubicBezTo>
                  <a:pt x="1030285" y="101525"/>
                  <a:pt x="1028171" y="110878"/>
                  <a:pt x="1023942" y="118609"/>
                </a:cubicBezTo>
                <a:cubicBezTo>
                  <a:pt x="1019713" y="126338"/>
                  <a:pt x="1013796" y="132239"/>
                  <a:pt x="1006191" y="136312"/>
                </a:cubicBezTo>
                <a:cubicBezTo>
                  <a:pt x="998586" y="140383"/>
                  <a:pt x="989667" y="142419"/>
                  <a:pt x="979436" y="142419"/>
                </a:cubicBezTo>
                <a:moveTo>
                  <a:pt x="979436" y="121752"/>
                </a:moveTo>
                <a:cubicBezTo>
                  <a:pt x="985370" y="121752"/>
                  <a:pt x="990025" y="120343"/>
                  <a:pt x="993402" y="117525"/>
                </a:cubicBezTo>
                <a:cubicBezTo>
                  <a:pt x="996778" y="114707"/>
                  <a:pt x="999165" y="110933"/>
                  <a:pt x="1000564" y="106204"/>
                </a:cubicBezTo>
                <a:cubicBezTo>
                  <a:pt x="1001962" y="101474"/>
                  <a:pt x="1002661" y="96257"/>
                  <a:pt x="1002661" y="90553"/>
                </a:cubicBezTo>
                <a:cubicBezTo>
                  <a:pt x="1002661" y="84708"/>
                  <a:pt x="1001962" y="79386"/>
                  <a:pt x="1000564" y="74586"/>
                </a:cubicBezTo>
                <a:cubicBezTo>
                  <a:pt x="999165" y="69786"/>
                  <a:pt x="996778" y="65960"/>
                  <a:pt x="993402" y="63108"/>
                </a:cubicBezTo>
                <a:cubicBezTo>
                  <a:pt x="990025" y="60256"/>
                  <a:pt x="985370" y="58830"/>
                  <a:pt x="979436" y="58830"/>
                </a:cubicBezTo>
                <a:cubicBezTo>
                  <a:pt x="973638" y="58830"/>
                  <a:pt x="969085" y="60256"/>
                  <a:pt x="965777" y="63108"/>
                </a:cubicBezTo>
                <a:cubicBezTo>
                  <a:pt x="962469" y="65960"/>
                  <a:pt x="960133" y="69786"/>
                  <a:pt x="958769" y="74586"/>
                </a:cubicBezTo>
                <a:cubicBezTo>
                  <a:pt x="957405" y="79386"/>
                  <a:pt x="956723" y="84708"/>
                  <a:pt x="956723" y="90553"/>
                </a:cubicBezTo>
                <a:cubicBezTo>
                  <a:pt x="956723" y="96257"/>
                  <a:pt x="957405" y="101474"/>
                  <a:pt x="958769" y="106204"/>
                </a:cubicBezTo>
                <a:cubicBezTo>
                  <a:pt x="960133" y="110933"/>
                  <a:pt x="962469" y="114707"/>
                  <a:pt x="965777" y="117525"/>
                </a:cubicBezTo>
                <a:cubicBezTo>
                  <a:pt x="969085" y="120343"/>
                  <a:pt x="973638" y="121752"/>
                  <a:pt x="979436" y="121752"/>
                </a:cubicBezTo>
                <a:close/>
                <a:moveTo>
                  <a:pt x="1054176" y="140577"/>
                </a:moveTo>
                <a:lnTo>
                  <a:pt x="1054176" y="39493"/>
                </a:lnTo>
                <a:lnTo>
                  <a:pt x="1080265" y="39493"/>
                </a:lnTo>
                <a:lnTo>
                  <a:pt x="1080777" y="54328"/>
                </a:lnTo>
                <a:cubicBezTo>
                  <a:pt x="1084119" y="50031"/>
                  <a:pt x="1088519" y="46228"/>
                  <a:pt x="1093975" y="42920"/>
                </a:cubicBezTo>
                <a:cubicBezTo>
                  <a:pt x="1099432" y="39612"/>
                  <a:pt x="1106526" y="37958"/>
                  <a:pt x="1115256" y="37958"/>
                </a:cubicBezTo>
                <a:cubicBezTo>
                  <a:pt x="1125419" y="37958"/>
                  <a:pt x="1133297" y="41085"/>
                  <a:pt x="1138890" y="47339"/>
                </a:cubicBezTo>
                <a:cubicBezTo>
                  <a:pt x="1144484" y="53593"/>
                  <a:pt x="1147280" y="62731"/>
                  <a:pt x="1147280" y="74755"/>
                </a:cubicBezTo>
                <a:lnTo>
                  <a:pt x="1147280" y="140577"/>
                </a:lnTo>
                <a:lnTo>
                  <a:pt x="1120372" y="140577"/>
                </a:lnTo>
                <a:lnTo>
                  <a:pt x="1120372" y="78061"/>
                </a:lnTo>
                <a:cubicBezTo>
                  <a:pt x="1120372" y="74384"/>
                  <a:pt x="1119860" y="71159"/>
                  <a:pt x="1118837" y="68386"/>
                </a:cubicBezTo>
                <a:cubicBezTo>
                  <a:pt x="1117814" y="65613"/>
                  <a:pt x="1116194" y="63464"/>
                  <a:pt x="1113977" y="61937"/>
                </a:cubicBezTo>
                <a:cubicBezTo>
                  <a:pt x="1111761" y="60411"/>
                  <a:pt x="1108845" y="59648"/>
                  <a:pt x="1105230" y="59648"/>
                </a:cubicBezTo>
                <a:cubicBezTo>
                  <a:pt x="1099841" y="59648"/>
                  <a:pt x="1095220" y="60931"/>
                  <a:pt x="1091366" y="63498"/>
                </a:cubicBezTo>
                <a:cubicBezTo>
                  <a:pt x="1087513" y="66064"/>
                  <a:pt x="1084153" y="69185"/>
                  <a:pt x="1081289" y="72859"/>
                </a:cubicBezTo>
                <a:lnTo>
                  <a:pt x="1081289" y="140577"/>
                </a:lnTo>
                <a:lnTo>
                  <a:pt x="1054176" y="140577"/>
                </a:lnTo>
                <a:close/>
              </a:path>
            </a:pathLst>
          </a:custGeom>
          <a:solidFill xmlns:a="http://schemas.openxmlformats.org/drawingml/2006/main">
            <a:srgbClr val="7D0C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7ee88a9c84a81"/>
          <a:stretch xmlns:a="http://schemas.openxmlformats.org/drawingml/2006/main"/>
        </p:blipFill>
        <p:spPr>
          <a:xfrm xmlns:a="http://schemas.openxmlformats.org/drawingml/2006/main">
            <a:off x="6700772" y="649170"/>
            <a:ext cx="541881" cy="541881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e4227796d47bd"/>
          <a:stretch xmlns:a="http://schemas.openxmlformats.org/drawingml/2006/main"/>
        </p:blipFill>
        <p:spPr>
          <a:xfrm xmlns:a="http://schemas.openxmlformats.org/drawingml/2006/main">
            <a:off x="6075076" y="775704"/>
            <a:ext cx="492079" cy="271000"/>
          </a:xfrm>
          <a:prstGeom xmlns:a="http://schemas.openxmlformats.org/drawingml/2006/main" prst="rect">
            <a:avLst/>
          </a:prstGeom>
        </p:spPr>
      </p:pic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FC611-CB0E-4D0E-9BD0-6F01E2E5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595" y="2808437"/>
            <a:ext cx="5132466" cy="2568677"/>
          </a:xfrm>
          <a:custGeom xmlns:a="http://schemas.openxmlformats.org/drawingml/2006/main">
            <a:pathLst>
              <a:path w="5132466" h="2568677">
                <a:moveTo>
                  <a:pt x="0" y="177640"/>
                </a:moveTo>
                <a:cubicBezTo>
                  <a:pt x="0" y="79624"/>
                  <a:pt x="79391" y="0"/>
                  <a:pt x="177407" y="0"/>
                </a:cubicBezTo>
                <a:lnTo>
                  <a:pt x="4954826" y="0"/>
                </a:lnTo>
                <a:cubicBezTo>
                  <a:pt x="5053075" y="0"/>
                  <a:pt x="5132466" y="79624"/>
                  <a:pt x="5132466" y="177640"/>
                </a:cubicBezTo>
                <a:lnTo>
                  <a:pt x="5132466" y="2391037"/>
                </a:lnTo>
                <a:cubicBezTo>
                  <a:pt x="5132466" y="2489054"/>
                  <a:pt x="5053075" y="2568677"/>
                  <a:pt x="4954826" y="2568677"/>
                </a:cubicBezTo>
                <a:lnTo>
                  <a:pt x="177407" y="2568677"/>
                </a:lnTo>
                <a:cubicBezTo>
                  <a:pt x="79391" y="2568677"/>
                  <a:pt x="0" y="2489054"/>
                  <a:pt x="0" y="2391037"/>
                </a:cubicBezTo>
                <a:lnTo>
                  <a:pt x="0" y="177640"/>
                </a:lnTo>
                <a:close/>
              </a:path>
            </a:pathLst>
          </a:custGeom>
          <a:solidFill xmlns:a="http://schemas.openxmlformats.org/drawingml/2006/main">
            <a:srgbClr val="FBFB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2591E-448A-4030-9D3B-84A1D6B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595" y="2808437"/>
            <a:ext cx="5132466" cy="2568677"/>
          </a:xfrm>
          <a:custGeom xmlns:a="http://schemas.openxmlformats.org/drawingml/2006/main">
            <a:pathLst>
              <a:path w="5132466" h="2568677" fill="none">
                <a:moveTo>
                  <a:pt x="0" y="177640"/>
                </a:moveTo>
                <a:cubicBezTo>
                  <a:pt x="0" y="79624"/>
                  <a:pt x="79391" y="0"/>
                  <a:pt x="177407" y="0"/>
                </a:cubicBezTo>
                <a:lnTo>
                  <a:pt x="4954826" y="0"/>
                </a:lnTo>
                <a:cubicBezTo>
                  <a:pt x="5053075" y="0"/>
                  <a:pt x="5132466" y="79624"/>
                  <a:pt x="5132466" y="177640"/>
                </a:cubicBezTo>
                <a:lnTo>
                  <a:pt x="5132466" y="2391037"/>
                </a:lnTo>
                <a:cubicBezTo>
                  <a:pt x="5132466" y="2489054"/>
                  <a:pt x="5053075" y="2568677"/>
                  <a:pt x="4954826" y="2568677"/>
                </a:cubicBezTo>
                <a:lnTo>
                  <a:pt x="177407" y="2568677"/>
                </a:lnTo>
                <a:cubicBezTo>
                  <a:pt x="79391" y="2568677"/>
                  <a:pt x="0" y="2489054"/>
                  <a:pt x="0" y="2391037"/>
                </a:cubicBezTo>
                <a:lnTo>
                  <a:pt x="0" y="1776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000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173F1-D110-4E17-A5FF-CEDD079A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055" y="2808437"/>
            <a:ext cx="2847593" cy="2568445"/>
          </a:xfrm>
          <a:custGeom xmlns:a="http://schemas.openxmlformats.org/drawingml/2006/main">
            <a:pathLst>
              <a:path w="2847593" h="2568445">
                <a:moveTo>
                  <a:pt x="0" y="177640"/>
                </a:moveTo>
                <a:cubicBezTo>
                  <a:pt x="0" y="79624"/>
                  <a:pt x="79391" y="0"/>
                  <a:pt x="177407" y="0"/>
                </a:cubicBezTo>
                <a:lnTo>
                  <a:pt x="2670186" y="0"/>
                </a:lnTo>
                <a:cubicBezTo>
                  <a:pt x="2768202" y="0"/>
                  <a:pt x="2847593" y="79624"/>
                  <a:pt x="2847593" y="177640"/>
                </a:cubicBezTo>
                <a:lnTo>
                  <a:pt x="2847593" y="2391037"/>
                </a:lnTo>
                <a:cubicBezTo>
                  <a:pt x="2847593" y="2489054"/>
                  <a:pt x="2768202" y="2568445"/>
                  <a:pt x="2670186" y="2568445"/>
                </a:cubicBezTo>
                <a:lnTo>
                  <a:pt x="177407" y="2568445"/>
                </a:lnTo>
                <a:cubicBezTo>
                  <a:pt x="79391" y="2568445"/>
                  <a:pt x="0" y="2489054"/>
                  <a:pt x="0" y="2391037"/>
                </a:cubicBezTo>
                <a:lnTo>
                  <a:pt x="0" y="177640"/>
                </a:lnTo>
                <a:close/>
              </a:path>
            </a:pathLst>
          </a:custGeom>
          <a:solidFill xmlns:a="http://schemas.openxmlformats.org/drawingml/2006/main">
            <a:srgbClr val="FBFB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87AEE-A523-4CBE-A185-B12C5ABE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055" y="2808437"/>
            <a:ext cx="2847593" cy="2568445"/>
          </a:xfrm>
          <a:custGeom xmlns:a="http://schemas.openxmlformats.org/drawingml/2006/main">
            <a:pathLst>
              <a:path w="2847593" h="2568445" fill="none">
                <a:moveTo>
                  <a:pt x="0" y="177640"/>
                </a:moveTo>
                <a:cubicBezTo>
                  <a:pt x="0" y="79624"/>
                  <a:pt x="79391" y="0"/>
                  <a:pt x="177407" y="0"/>
                </a:cubicBezTo>
                <a:lnTo>
                  <a:pt x="2670186" y="0"/>
                </a:lnTo>
                <a:cubicBezTo>
                  <a:pt x="2768202" y="0"/>
                  <a:pt x="2847593" y="79624"/>
                  <a:pt x="2847593" y="177640"/>
                </a:cubicBezTo>
                <a:lnTo>
                  <a:pt x="2847593" y="2391037"/>
                </a:lnTo>
                <a:cubicBezTo>
                  <a:pt x="2847593" y="2489054"/>
                  <a:pt x="2768202" y="2568445"/>
                  <a:pt x="2670186" y="2568445"/>
                </a:cubicBezTo>
                <a:lnTo>
                  <a:pt x="177407" y="2568445"/>
                </a:lnTo>
                <a:cubicBezTo>
                  <a:pt x="79391" y="2568445"/>
                  <a:pt x="0" y="2489054"/>
                  <a:pt x="0" y="2391037"/>
                </a:cubicBezTo>
                <a:lnTo>
                  <a:pt x="0" y="1776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0000"/>
            </a:solidFill>
            <a:miter/>
          </a:ln>
        </p:spPr>
      </p:sp>
      <p:sp>
        <p:nvSpPr>
          <p:cNvPr id="28" name="Text TestingLayer">
            <a:extLst xmlns:a="http://schemas.openxmlformats.org/drawingml/2006/main">
              <a:ext uri="{FF2B5EF4-FFF2-40B4-BE49-F238E27FC236}">
                <a16:creationId xmlns:a16="http://schemas.microsoft.com/office/drawing/2014/main" id="{A3D92417-743B-4F99-AE38-02473C1B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892" y="5533967"/>
            <a:ext cx="1524746" cy="220234"/>
          </a:xfrm>
          <a:custGeom xmlns:a="http://schemas.openxmlformats.org/drawingml/2006/main">
            <a:pathLst>
              <a:path w="1524746" h="220234">
                <a:moveTo>
                  <a:pt x="529064" y="32321"/>
                </a:moveTo>
                <a:lnTo>
                  <a:pt x="529761" y="32248"/>
                </a:lnTo>
                <a:lnTo>
                  <a:pt x="530443" y="32159"/>
                </a:lnTo>
                <a:lnTo>
                  <a:pt x="531110" y="32054"/>
                </a:lnTo>
                <a:lnTo>
                  <a:pt x="531763" y="31933"/>
                </a:lnTo>
                <a:lnTo>
                  <a:pt x="532400" y="31796"/>
                </a:lnTo>
                <a:lnTo>
                  <a:pt x="533022" y="31642"/>
                </a:lnTo>
                <a:lnTo>
                  <a:pt x="533629" y="31473"/>
                </a:lnTo>
                <a:lnTo>
                  <a:pt x="534220" y="31287"/>
                </a:lnTo>
                <a:lnTo>
                  <a:pt x="534797" y="31085"/>
                </a:lnTo>
                <a:lnTo>
                  <a:pt x="535359" y="30867"/>
                </a:lnTo>
                <a:lnTo>
                  <a:pt x="535906" y="30632"/>
                </a:lnTo>
                <a:lnTo>
                  <a:pt x="536437" y="30382"/>
                </a:lnTo>
                <a:lnTo>
                  <a:pt x="536954" y="30115"/>
                </a:lnTo>
                <a:lnTo>
                  <a:pt x="537455" y="29833"/>
                </a:lnTo>
                <a:lnTo>
                  <a:pt x="537942" y="29534"/>
                </a:lnTo>
                <a:lnTo>
                  <a:pt x="538413" y="29218"/>
                </a:lnTo>
                <a:lnTo>
                  <a:pt x="538869" y="28887"/>
                </a:lnTo>
                <a:lnTo>
                  <a:pt x="539310" y="28540"/>
                </a:lnTo>
                <a:lnTo>
                  <a:pt x="539737" y="28176"/>
                </a:lnTo>
                <a:lnTo>
                  <a:pt x="540148" y="27797"/>
                </a:lnTo>
                <a:lnTo>
                  <a:pt x="540543" y="27405"/>
                </a:lnTo>
                <a:lnTo>
                  <a:pt x="540921" y="27005"/>
                </a:lnTo>
                <a:lnTo>
                  <a:pt x="541283" y="26598"/>
                </a:lnTo>
                <a:lnTo>
                  <a:pt x="541627" y="26182"/>
                </a:lnTo>
                <a:lnTo>
                  <a:pt x="541955" y="25759"/>
                </a:lnTo>
                <a:lnTo>
                  <a:pt x="542266" y="25328"/>
                </a:lnTo>
                <a:lnTo>
                  <a:pt x="542560" y="24889"/>
                </a:lnTo>
                <a:lnTo>
                  <a:pt x="542838" y="24442"/>
                </a:lnTo>
                <a:lnTo>
                  <a:pt x="543098" y="23988"/>
                </a:lnTo>
                <a:lnTo>
                  <a:pt x="543342" y="23525"/>
                </a:lnTo>
                <a:lnTo>
                  <a:pt x="543569" y="23055"/>
                </a:lnTo>
                <a:lnTo>
                  <a:pt x="543779" y="22577"/>
                </a:lnTo>
                <a:lnTo>
                  <a:pt x="543973" y="22091"/>
                </a:lnTo>
                <a:lnTo>
                  <a:pt x="544149" y="21597"/>
                </a:lnTo>
                <a:lnTo>
                  <a:pt x="544309" y="21095"/>
                </a:lnTo>
                <a:lnTo>
                  <a:pt x="544452" y="20585"/>
                </a:lnTo>
                <a:lnTo>
                  <a:pt x="544578" y="20068"/>
                </a:lnTo>
                <a:lnTo>
                  <a:pt x="544687" y="19542"/>
                </a:lnTo>
                <a:lnTo>
                  <a:pt x="544780" y="19009"/>
                </a:lnTo>
                <a:lnTo>
                  <a:pt x="544856" y="18468"/>
                </a:lnTo>
                <a:lnTo>
                  <a:pt x="544914" y="17919"/>
                </a:lnTo>
                <a:lnTo>
                  <a:pt x="544956" y="17362"/>
                </a:lnTo>
                <a:lnTo>
                  <a:pt x="544982" y="16798"/>
                </a:lnTo>
                <a:lnTo>
                  <a:pt x="544990" y="16225"/>
                </a:lnTo>
                <a:lnTo>
                  <a:pt x="544982" y="15642"/>
                </a:lnTo>
                <a:lnTo>
                  <a:pt x="544956" y="15068"/>
                </a:lnTo>
                <a:lnTo>
                  <a:pt x="544914" y="14503"/>
                </a:lnTo>
                <a:lnTo>
                  <a:pt x="544856" y="13945"/>
                </a:lnTo>
                <a:lnTo>
                  <a:pt x="544780" y="13397"/>
                </a:lnTo>
                <a:lnTo>
                  <a:pt x="544687" y="12857"/>
                </a:lnTo>
                <a:lnTo>
                  <a:pt x="544578" y="12325"/>
                </a:lnTo>
                <a:lnTo>
                  <a:pt x="544452" y="11802"/>
                </a:lnTo>
                <a:lnTo>
                  <a:pt x="544309" y="11287"/>
                </a:lnTo>
                <a:lnTo>
                  <a:pt x="544149" y="10781"/>
                </a:lnTo>
                <a:lnTo>
                  <a:pt x="543973" y="10284"/>
                </a:lnTo>
                <a:lnTo>
                  <a:pt x="543779" y="9795"/>
                </a:lnTo>
                <a:lnTo>
                  <a:pt x="543569" y="9314"/>
                </a:lnTo>
                <a:lnTo>
                  <a:pt x="543342" y="8842"/>
                </a:lnTo>
                <a:lnTo>
                  <a:pt x="543098" y="8379"/>
                </a:lnTo>
                <a:lnTo>
                  <a:pt x="542838" y="7924"/>
                </a:lnTo>
                <a:lnTo>
                  <a:pt x="542560" y="7477"/>
                </a:lnTo>
                <a:lnTo>
                  <a:pt x="542266" y="7040"/>
                </a:lnTo>
                <a:lnTo>
                  <a:pt x="541955" y="6610"/>
                </a:lnTo>
                <a:lnTo>
                  <a:pt x="541627" y="6189"/>
                </a:lnTo>
                <a:lnTo>
                  <a:pt x="541283" y="5777"/>
                </a:lnTo>
                <a:lnTo>
                  <a:pt x="540921" y="5373"/>
                </a:lnTo>
                <a:lnTo>
                  <a:pt x="540543" y="4978"/>
                </a:lnTo>
                <a:lnTo>
                  <a:pt x="540148" y="4591"/>
                </a:lnTo>
                <a:lnTo>
                  <a:pt x="539737" y="4216"/>
                </a:lnTo>
                <a:lnTo>
                  <a:pt x="539310" y="3858"/>
                </a:lnTo>
                <a:lnTo>
                  <a:pt x="538869" y="3515"/>
                </a:lnTo>
                <a:lnTo>
                  <a:pt x="538413" y="3188"/>
                </a:lnTo>
                <a:lnTo>
                  <a:pt x="537942" y="2877"/>
                </a:lnTo>
                <a:lnTo>
                  <a:pt x="537455" y="2582"/>
                </a:lnTo>
                <a:lnTo>
                  <a:pt x="536954" y="2303"/>
                </a:lnTo>
                <a:lnTo>
                  <a:pt x="536437" y="2040"/>
                </a:lnTo>
                <a:lnTo>
                  <a:pt x="535906" y="1793"/>
                </a:lnTo>
                <a:lnTo>
                  <a:pt x="535359" y="1562"/>
                </a:lnTo>
                <a:lnTo>
                  <a:pt x="534797" y="1347"/>
                </a:lnTo>
                <a:lnTo>
                  <a:pt x="534220" y="1148"/>
                </a:lnTo>
                <a:lnTo>
                  <a:pt x="533629" y="964"/>
                </a:lnTo>
                <a:lnTo>
                  <a:pt x="533022" y="797"/>
                </a:lnTo>
                <a:lnTo>
                  <a:pt x="532400" y="646"/>
                </a:lnTo>
                <a:lnTo>
                  <a:pt x="531763" y="510"/>
                </a:lnTo>
                <a:lnTo>
                  <a:pt x="531110" y="391"/>
                </a:lnTo>
                <a:lnTo>
                  <a:pt x="530443" y="287"/>
                </a:lnTo>
                <a:lnTo>
                  <a:pt x="529761" y="199"/>
                </a:lnTo>
                <a:lnTo>
                  <a:pt x="529064" y="128"/>
                </a:lnTo>
                <a:lnTo>
                  <a:pt x="528351" y="72"/>
                </a:lnTo>
                <a:lnTo>
                  <a:pt x="527624" y="32"/>
                </a:lnTo>
                <a:lnTo>
                  <a:pt x="526881" y="8"/>
                </a:lnTo>
                <a:lnTo>
                  <a:pt x="526124" y="0"/>
                </a:lnTo>
                <a:lnTo>
                  <a:pt x="525366" y="8"/>
                </a:lnTo>
                <a:lnTo>
                  <a:pt x="524623" y="32"/>
                </a:lnTo>
                <a:lnTo>
                  <a:pt x="523896" y="72"/>
                </a:lnTo>
                <a:lnTo>
                  <a:pt x="523184" y="128"/>
                </a:lnTo>
                <a:lnTo>
                  <a:pt x="522486" y="199"/>
                </a:lnTo>
                <a:lnTo>
                  <a:pt x="521804" y="287"/>
                </a:lnTo>
                <a:lnTo>
                  <a:pt x="521137" y="391"/>
                </a:lnTo>
                <a:lnTo>
                  <a:pt x="520485" y="510"/>
                </a:lnTo>
                <a:lnTo>
                  <a:pt x="519848" y="646"/>
                </a:lnTo>
                <a:lnTo>
                  <a:pt x="519226" y="797"/>
                </a:lnTo>
                <a:lnTo>
                  <a:pt x="518619" y="964"/>
                </a:lnTo>
                <a:lnTo>
                  <a:pt x="518027" y="1148"/>
                </a:lnTo>
                <a:lnTo>
                  <a:pt x="517450" y="1347"/>
                </a:lnTo>
                <a:lnTo>
                  <a:pt x="516888" y="1562"/>
                </a:lnTo>
                <a:lnTo>
                  <a:pt x="516342" y="1793"/>
                </a:lnTo>
                <a:lnTo>
                  <a:pt x="515810" y="2040"/>
                </a:lnTo>
                <a:lnTo>
                  <a:pt x="515293" y="2303"/>
                </a:lnTo>
                <a:lnTo>
                  <a:pt x="514792" y="2582"/>
                </a:lnTo>
                <a:lnTo>
                  <a:pt x="514306" y="2877"/>
                </a:lnTo>
                <a:lnTo>
                  <a:pt x="513834" y="3188"/>
                </a:lnTo>
                <a:lnTo>
                  <a:pt x="513378" y="3515"/>
                </a:lnTo>
                <a:lnTo>
                  <a:pt x="512937" y="3858"/>
                </a:lnTo>
                <a:lnTo>
                  <a:pt x="512511" y="4216"/>
                </a:lnTo>
                <a:lnTo>
                  <a:pt x="512100" y="4591"/>
                </a:lnTo>
                <a:lnTo>
                  <a:pt x="511704" y="4978"/>
                </a:lnTo>
                <a:lnTo>
                  <a:pt x="511326" y="5373"/>
                </a:lnTo>
                <a:lnTo>
                  <a:pt x="510965" y="5777"/>
                </a:lnTo>
                <a:lnTo>
                  <a:pt x="510620" y="6189"/>
                </a:lnTo>
                <a:lnTo>
                  <a:pt x="510292" y="6610"/>
                </a:lnTo>
                <a:lnTo>
                  <a:pt x="509981" y="7040"/>
                </a:lnTo>
                <a:lnTo>
                  <a:pt x="509687" y="7477"/>
                </a:lnTo>
                <a:lnTo>
                  <a:pt x="509409" y="7924"/>
                </a:lnTo>
                <a:lnTo>
                  <a:pt x="509149" y="8379"/>
                </a:lnTo>
                <a:lnTo>
                  <a:pt x="508905" y="8842"/>
                </a:lnTo>
                <a:lnTo>
                  <a:pt x="508678" y="9314"/>
                </a:lnTo>
                <a:lnTo>
                  <a:pt x="508468" y="9795"/>
                </a:lnTo>
                <a:lnTo>
                  <a:pt x="508274" y="10284"/>
                </a:lnTo>
                <a:lnTo>
                  <a:pt x="508098" y="10781"/>
                </a:lnTo>
                <a:lnTo>
                  <a:pt x="507938" y="11287"/>
                </a:lnTo>
                <a:lnTo>
                  <a:pt x="507795" y="11802"/>
                </a:lnTo>
                <a:lnTo>
                  <a:pt x="507669" y="12325"/>
                </a:lnTo>
                <a:lnTo>
                  <a:pt x="507560" y="12857"/>
                </a:lnTo>
                <a:lnTo>
                  <a:pt x="507467" y="13397"/>
                </a:lnTo>
                <a:lnTo>
                  <a:pt x="507392" y="13945"/>
                </a:lnTo>
                <a:lnTo>
                  <a:pt x="507333" y="14503"/>
                </a:lnTo>
                <a:lnTo>
                  <a:pt x="507291" y="15068"/>
                </a:lnTo>
                <a:lnTo>
                  <a:pt x="507266" y="15642"/>
                </a:lnTo>
                <a:lnTo>
                  <a:pt x="507257" y="16225"/>
                </a:lnTo>
                <a:lnTo>
                  <a:pt x="507266" y="16798"/>
                </a:lnTo>
                <a:lnTo>
                  <a:pt x="507291" y="17362"/>
                </a:lnTo>
                <a:lnTo>
                  <a:pt x="507333" y="17919"/>
                </a:lnTo>
                <a:lnTo>
                  <a:pt x="507392" y="18468"/>
                </a:lnTo>
                <a:lnTo>
                  <a:pt x="507467" y="19009"/>
                </a:lnTo>
                <a:lnTo>
                  <a:pt x="507560" y="19542"/>
                </a:lnTo>
                <a:lnTo>
                  <a:pt x="507669" y="20068"/>
                </a:lnTo>
                <a:lnTo>
                  <a:pt x="507795" y="20585"/>
                </a:lnTo>
                <a:lnTo>
                  <a:pt x="507938" y="21095"/>
                </a:lnTo>
                <a:lnTo>
                  <a:pt x="508098" y="21597"/>
                </a:lnTo>
                <a:lnTo>
                  <a:pt x="508274" y="22091"/>
                </a:lnTo>
                <a:lnTo>
                  <a:pt x="508468" y="22577"/>
                </a:lnTo>
                <a:lnTo>
                  <a:pt x="508678" y="23055"/>
                </a:lnTo>
                <a:lnTo>
                  <a:pt x="508905" y="23525"/>
                </a:lnTo>
                <a:lnTo>
                  <a:pt x="509149" y="23988"/>
                </a:lnTo>
                <a:lnTo>
                  <a:pt x="509409" y="24442"/>
                </a:lnTo>
                <a:lnTo>
                  <a:pt x="509687" y="24889"/>
                </a:lnTo>
                <a:lnTo>
                  <a:pt x="509981" y="25328"/>
                </a:lnTo>
                <a:lnTo>
                  <a:pt x="510292" y="25759"/>
                </a:lnTo>
                <a:lnTo>
                  <a:pt x="510620" y="26182"/>
                </a:lnTo>
                <a:lnTo>
                  <a:pt x="510965" y="26598"/>
                </a:lnTo>
                <a:lnTo>
                  <a:pt x="511326" y="27005"/>
                </a:lnTo>
                <a:lnTo>
                  <a:pt x="511704" y="27405"/>
                </a:lnTo>
                <a:lnTo>
                  <a:pt x="512100" y="27797"/>
                </a:lnTo>
                <a:lnTo>
                  <a:pt x="512511" y="28176"/>
                </a:lnTo>
                <a:lnTo>
                  <a:pt x="512937" y="28540"/>
                </a:lnTo>
                <a:lnTo>
                  <a:pt x="513378" y="28887"/>
                </a:lnTo>
                <a:lnTo>
                  <a:pt x="513834" y="29218"/>
                </a:lnTo>
                <a:lnTo>
                  <a:pt x="514306" y="29534"/>
                </a:lnTo>
                <a:lnTo>
                  <a:pt x="514792" y="29833"/>
                </a:lnTo>
                <a:lnTo>
                  <a:pt x="515293" y="30115"/>
                </a:lnTo>
                <a:lnTo>
                  <a:pt x="515810" y="30382"/>
                </a:lnTo>
                <a:lnTo>
                  <a:pt x="516342" y="30632"/>
                </a:lnTo>
                <a:lnTo>
                  <a:pt x="516888" y="30867"/>
                </a:lnTo>
                <a:lnTo>
                  <a:pt x="517450" y="31085"/>
                </a:lnTo>
                <a:lnTo>
                  <a:pt x="518027" y="31287"/>
                </a:lnTo>
                <a:lnTo>
                  <a:pt x="518619" y="31473"/>
                </a:lnTo>
                <a:lnTo>
                  <a:pt x="519226" y="31642"/>
                </a:lnTo>
                <a:lnTo>
                  <a:pt x="519848" y="31796"/>
                </a:lnTo>
                <a:lnTo>
                  <a:pt x="520485" y="31933"/>
                </a:lnTo>
                <a:lnTo>
                  <a:pt x="521137" y="32054"/>
                </a:lnTo>
                <a:lnTo>
                  <a:pt x="521804" y="32159"/>
                </a:lnTo>
                <a:lnTo>
                  <a:pt x="522486" y="32248"/>
                </a:lnTo>
                <a:lnTo>
                  <a:pt x="523184" y="32321"/>
                </a:lnTo>
                <a:lnTo>
                  <a:pt x="523896" y="32378"/>
                </a:lnTo>
                <a:lnTo>
                  <a:pt x="524623" y="32418"/>
                </a:lnTo>
                <a:lnTo>
                  <a:pt x="525366" y="32442"/>
                </a:lnTo>
                <a:lnTo>
                  <a:pt x="526124" y="32450"/>
                </a:lnTo>
                <a:lnTo>
                  <a:pt x="526881" y="32442"/>
                </a:lnTo>
                <a:lnTo>
                  <a:pt x="527624" y="32418"/>
                </a:lnTo>
                <a:lnTo>
                  <a:pt x="528351" y="32378"/>
                </a:lnTo>
                <a:lnTo>
                  <a:pt x="529064" y="32321"/>
                </a:lnTo>
                <a:close/>
                <a:moveTo>
                  <a:pt x="125650" y="3522"/>
                </a:moveTo>
                <a:lnTo>
                  <a:pt x="0" y="3522"/>
                </a:lnTo>
                <a:lnTo>
                  <a:pt x="0" y="32953"/>
                </a:lnTo>
                <a:lnTo>
                  <a:pt x="45279" y="32953"/>
                </a:lnTo>
                <a:lnTo>
                  <a:pt x="45279" y="172816"/>
                </a:lnTo>
                <a:lnTo>
                  <a:pt x="80622" y="172816"/>
                </a:lnTo>
                <a:lnTo>
                  <a:pt x="80622" y="32953"/>
                </a:lnTo>
                <a:lnTo>
                  <a:pt x="125650" y="32953"/>
                </a:lnTo>
                <a:lnTo>
                  <a:pt x="125650" y="3522"/>
                </a:lnTo>
                <a:close/>
                <a:moveTo>
                  <a:pt x="470747" y="147024"/>
                </a:moveTo>
                <a:lnTo>
                  <a:pt x="469986" y="146999"/>
                </a:lnTo>
                <a:lnTo>
                  <a:pt x="469249" y="146958"/>
                </a:lnTo>
                <a:lnTo>
                  <a:pt x="468536" y="146900"/>
                </a:lnTo>
                <a:lnTo>
                  <a:pt x="467846" y="146826"/>
                </a:lnTo>
                <a:lnTo>
                  <a:pt x="467181" y="146735"/>
                </a:lnTo>
                <a:lnTo>
                  <a:pt x="466539" y="146628"/>
                </a:lnTo>
                <a:lnTo>
                  <a:pt x="465921" y="146504"/>
                </a:lnTo>
                <a:lnTo>
                  <a:pt x="465326" y="146364"/>
                </a:lnTo>
                <a:lnTo>
                  <a:pt x="464756" y="146207"/>
                </a:lnTo>
                <a:lnTo>
                  <a:pt x="464209" y="146034"/>
                </a:lnTo>
                <a:lnTo>
                  <a:pt x="463686" y="145844"/>
                </a:lnTo>
                <a:lnTo>
                  <a:pt x="463187" y="145638"/>
                </a:lnTo>
                <a:lnTo>
                  <a:pt x="462712" y="145415"/>
                </a:lnTo>
                <a:lnTo>
                  <a:pt x="462261" y="145176"/>
                </a:lnTo>
                <a:lnTo>
                  <a:pt x="461833" y="144920"/>
                </a:lnTo>
                <a:lnTo>
                  <a:pt x="461429" y="144648"/>
                </a:lnTo>
                <a:lnTo>
                  <a:pt x="461049" y="144359"/>
                </a:lnTo>
                <a:lnTo>
                  <a:pt x="460693" y="144054"/>
                </a:lnTo>
                <a:lnTo>
                  <a:pt x="460360" y="143732"/>
                </a:lnTo>
                <a:lnTo>
                  <a:pt x="460052" y="143394"/>
                </a:lnTo>
                <a:lnTo>
                  <a:pt x="459767" y="143039"/>
                </a:lnTo>
                <a:lnTo>
                  <a:pt x="459506" y="142668"/>
                </a:lnTo>
                <a:lnTo>
                  <a:pt x="459269" y="142280"/>
                </a:lnTo>
                <a:lnTo>
                  <a:pt x="459048" y="141875"/>
                </a:lnTo>
                <a:lnTo>
                  <a:pt x="458837" y="141453"/>
                </a:lnTo>
                <a:lnTo>
                  <a:pt x="458635" y="141012"/>
                </a:lnTo>
                <a:lnTo>
                  <a:pt x="458442" y="140554"/>
                </a:lnTo>
                <a:lnTo>
                  <a:pt x="458259" y="140077"/>
                </a:lnTo>
                <a:lnTo>
                  <a:pt x="458085" y="139583"/>
                </a:lnTo>
                <a:lnTo>
                  <a:pt x="457921" y="139071"/>
                </a:lnTo>
                <a:lnTo>
                  <a:pt x="457766" y="138542"/>
                </a:lnTo>
                <a:lnTo>
                  <a:pt x="457621" y="137994"/>
                </a:lnTo>
                <a:lnTo>
                  <a:pt x="457485" y="137428"/>
                </a:lnTo>
                <a:lnTo>
                  <a:pt x="457358" y="136845"/>
                </a:lnTo>
                <a:lnTo>
                  <a:pt x="457240" y="136244"/>
                </a:lnTo>
                <a:lnTo>
                  <a:pt x="457132" y="135625"/>
                </a:lnTo>
                <a:lnTo>
                  <a:pt x="457034" y="134988"/>
                </a:lnTo>
                <a:lnTo>
                  <a:pt x="456945" y="134334"/>
                </a:lnTo>
                <a:lnTo>
                  <a:pt x="456865" y="133661"/>
                </a:lnTo>
                <a:lnTo>
                  <a:pt x="456794" y="132971"/>
                </a:lnTo>
                <a:lnTo>
                  <a:pt x="456733" y="132263"/>
                </a:lnTo>
                <a:lnTo>
                  <a:pt x="456682" y="131537"/>
                </a:lnTo>
                <a:lnTo>
                  <a:pt x="456639" y="130793"/>
                </a:lnTo>
                <a:lnTo>
                  <a:pt x="456607" y="130031"/>
                </a:lnTo>
                <a:lnTo>
                  <a:pt x="456583" y="129252"/>
                </a:lnTo>
                <a:lnTo>
                  <a:pt x="456569" y="128454"/>
                </a:lnTo>
                <a:lnTo>
                  <a:pt x="456564" y="127639"/>
                </a:lnTo>
                <a:lnTo>
                  <a:pt x="456564" y="74208"/>
                </a:lnTo>
                <a:lnTo>
                  <a:pt x="483355" y="74208"/>
                </a:lnTo>
                <a:lnTo>
                  <a:pt x="483355" y="48550"/>
                </a:lnTo>
                <a:lnTo>
                  <a:pt x="456564" y="48550"/>
                </a:lnTo>
                <a:lnTo>
                  <a:pt x="456564" y="19621"/>
                </a:lnTo>
                <a:lnTo>
                  <a:pt x="423234" y="19621"/>
                </a:lnTo>
                <a:lnTo>
                  <a:pt x="423234" y="48550"/>
                </a:lnTo>
                <a:lnTo>
                  <a:pt x="402858" y="48550"/>
                </a:lnTo>
                <a:lnTo>
                  <a:pt x="402858" y="74208"/>
                </a:lnTo>
                <a:lnTo>
                  <a:pt x="423234" y="74208"/>
                </a:lnTo>
                <a:lnTo>
                  <a:pt x="423234" y="129388"/>
                </a:lnTo>
                <a:lnTo>
                  <a:pt x="423241" y="130656"/>
                </a:lnTo>
                <a:lnTo>
                  <a:pt x="423262" y="131903"/>
                </a:lnTo>
                <a:lnTo>
                  <a:pt x="423297" y="133130"/>
                </a:lnTo>
                <a:lnTo>
                  <a:pt x="423345" y="134336"/>
                </a:lnTo>
                <a:lnTo>
                  <a:pt x="423408" y="135523"/>
                </a:lnTo>
                <a:lnTo>
                  <a:pt x="423485" y="136689"/>
                </a:lnTo>
                <a:lnTo>
                  <a:pt x="423576" y="137836"/>
                </a:lnTo>
                <a:lnTo>
                  <a:pt x="423681" y="138962"/>
                </a:lnTo>
                <a:lnTo>
                  <a:pt x="423800" y="140067"/>
                </a:lnTo>
                <a:lnTo>
                  <a:pt x="423932" y="141153"/>
                </a:lnTo>
                <a:lnTo>
                  <a:pt x="424079" y="142219"/>
                </a:lnTo>
                <a:lnTo>
                  <a:pt x="424240" y="143264"/>
                </a:lnTo>
                <a:lnTo>
                  <a:pt x="424415" y="144289"/>
                </a:lnTo>
                <a:lnTo>
                  <a:pt x="424603" y="145294"/>
                </a:lnTo>
                <a:lnTo>
                  <a:pt x="424806" y="146279"/>
                </a:lnTo>
                <a:lnTo>
                  <a:pt x="425023" y="147243"/>
                </a:lnTo>
                <a:lnTo>
                  <a:pt x="425253" y="148188"/>
                </a:lnTo>
                <a:lnTo>
                  <a:pt x="425498" y="149112"/>
                </a:lnTo>
                <a:lnTo>
                  <a:pt x="425756" y="150016"/>
                </a:lnTo>
                <a:lnTo>
                  <a:pt x="426029" y="150900"/>
                </a:lnTo>
                <a:lnTo>
                  <a:pt x="426315" y="151763"/>
                </a:lnTo>
                <a:lnTo>
                  <a:pt x="426616" y="152607"/>
                </a:lnTo>
                <a:lnTo>
                  <a:pt x="426930" y="153430"/>
                </a:lnTo>
                <a:lnTo>
                  <a:pt x="427259" y="154233"/>
                </a:lnTo>
                <a:lnTo>
                  <a:pt x="427605" y="155017"/>
                </a:lnTo>
                <a:lnTo>
                  <a:pt x="427973" y="155784"/>
                </a:lnTo>
                <a:lnTo>
                  <a:pt x="428362" y="156534"/>
                </a:lnTo>
                <a:lnTo>
                  <a:pt x="428773" y="157267"/>
                </a:lnTo>
                <a:lnTo>
                  <a:pt x="429206" y="157982"/>
                </a:lnTo>
                <a:lnTo>
                  <a:pt x="429660" y="158680"/>
                </a:lnTo>
                <a:lnTo>
                  <a:pt x="430136" y="159360"/>
                </a:lnTo>
                <a:lnTo>
                  <a:pt x="430634" y="160023"/>
                </a:lnTo>
                <a:lnTo>
                  <a:pt x="431153" y="160669"/>
                </a:lnTo>
                <a:lnTo>
                  <a:pt x="431693" y="161298"/>
                </a:lnTo>
                <a:lnTo>
                  <a:pt x="432256" y="161910"/>
                </a:lnTo>
                <a:lnTo>
                  <a:pt x="432840" y="162504"/>
                </a:lnTo>
                <a:lnTo>
                  <a:pt x="433445" y="163081"/>
                </a:lnTo>
                <a:lnTo>
                  <a:pt x="434073" y="163640"/>
                </a:lnTo>
                <a:lnTo>
                  <a:pt x="434722" y="164182"/>
                </a:lnTo>
                <a:lnTo>
                  <a:pt x="435392" y="164707"/>
                </a:lnTo>
                <a:lnTo>
                  <a:pt x="436084" y="165215"/>
                </a:lnTo>
                <a:lnTo>
                  <a:pt x="436798" y="165705"/>
                </a:lnTo>
                <a:lnTo>
                  <a:pt x="437533" y="166178"/>
                </a:lnTo>
                <a:lnTo>
                  <a:pt x="438290" y="166634"/>
                </a:lnTo>
                <a:lnTo>
                  <a:pt x="439069" y="167073"/>
                </a:lnTo>
                <a:lnTo>
                  <a:pt x="439869" y="167494"/>
                </a:lnTo>
                <a:lnTo>
                  <a:pt x="440691" y="167898"/>
                </a:lnTo>
                <a:lnTo>
                  <a:pt x="441534" y="168285"/>
                </a:lnTo>
                <a:lnTo>
                  <a:pt x="442403" y="168654"/>
                </a:lnTo>
                <a:lnTo>
                  <a:pt x="443301" y="169008"/>
                </a:lnTo>
                <a:lnTo>
                  <a:pt x="444227" y="169347"/>
                </a:lnTo>
                <a:lnTo>
                  <a:pt x="445183" y="169669"/>
                </a:lnTo>
                <a:lnTo>
                  <a:pt x="446168" y="169976"/>
                </a:lnTo>
                <a:lnTo>
                  <a:pt x="447182" y="170267"/>
                </a:lnTo>
                <a:lnTo>
                  <a:pt x="448225" y="170543"/>
                </a:lnTo>
                <a:lnTo>
                  <a:pt x="449297" y="170802"/>
                </a:lnTo>
                <a:lnTo>
                  <a:pt x="450398" y="171046"/>
                </a:lnTo>
                <a:lnTo>
                  <a:pt x="451529" y="171274"/>
                </a:lnTo>
                <a:lnTo>
                  <a:pt x="452688" y="171487"/>
                </a:lnTo>
                <a:lnTo>
                  <a:pt x="453876" y="171683"/>
                </a:lnTo>
                <a:lnTo>
                  <a:pt x="455093" y="171864"/>
                </a:lnTo>
                <a:lnTo>
                  <a:pt x="456339" y="172030"/>
                </a:lnTo>
                <a:lnTo>
                  <a:pt x="457615" y="172179"/>
                </a:lnTo>
                <a:lnTo>
                  <a:pt x="458919" y="172313"/>
                </a:lnTo>
                <a:lnTo>
                  <a:pt x="460253" y="172431"/>
                </a:lnTo>
                <a:lnTo>
                  <a:pt x="461615" y="172533"/>
                </a:lnTo>
                <a:lnTo>
                  <a:pt x="463007" y="172620"/>
                </a:lnTo>
                <a:lnTo>
                  <a:pt x="464427" y="172691"/>
                </a:lnTo>
                <a:lnTo>
                  <a:pt x="465877" y="172746"/>
                </a:lnTo>
                <a:lnTo>
                  <a:pt x="467355" y="172785"/>
                </a:lnTo>
                <a:lnTo>
                  <a:pt x="468863" y="172809"/>
                </a:lnTo>
                <a:lnTo>
                  <a:pt x="470400" y="172816"/>
                </a:lnTo>
                <a:lnTo>
                  <a:pt x="483355" y="172816"/>
                </a:lnTo>
                <a:lnTo>
                  <a:pt x="483355" y="147032"/>
                </a:lnTo>
                <a:lnTo>
                  <a:pt x="471532" y="147032"/>
                </a:lnTo>
                <a:lnTo>
                  <a:pt x="470747" y="147024"/>
                </a:lnTo>
                <a:close/>
                <a:moveTo>
                  <a:pt x="613942" y="88453"/>
                </a:moveTo>
                <a:lnTo>
                  <a:pt x="614398" y="87906"/>
                </a:lnTo>
                <a:lnTo>
                  <a:pt x="614860" y="87366"/>
                </a:lnTo>
                <a:lnTo>
                  <a:pt x="615329" y="86834"/>
                </a:lnTo>
                <a:lnTo>
                  <a:pt x="615804" y="86308"/>
                </a:lnTo>
                <a:lnTo>
                  <a:pt x="616285" y="85789"/>
                </a:lnTo>
                <a:lnTo>
                  <a:pt x="616773" y="85278"/>
                </a:lnTo>
                <a:lnTo>
                  <a:pt x="617267" y="84774"/>
                </a:lnTo>
                <a:lnTo>
                  <a:pt x="617767" y="84276"/>
                </a:lnTo>
                <a:lnTo>
                  <a:pt x="618274" y="83786"/>
                </a:lnTo>
                <a:lnTo>
                  <a:pt x="618787" y="83303"/>
                </a:lnTo>
                <a:lnTo>
                  <a:pt x="619306" y="82827"/>
                </a:lnTo>
                <a:lnTo>
                  <a:pt x="619832" y="82358"/>
                </a:lnTo>
                <a:lnTo>
                  <a:pt x="620364" y="81896"/>
                </a:lnTo>
                <a:lnTo>
                  <a:pt x="620903" y="81442"/>
                </a:lnTo>
                <a:lnTo>
                  <a:pt x="621447" y="80994"/>
                </a:lnTo>
                <a:lnTo>
                  <a:pt x="621998" y="80554"/>
                </a:lnTo>
                <a:lnTo>
                  <a:pt x="622556" y="80120"/>
                </a:lnTo>
                <a:lnTo>
                  <a:pt x="623119" y="79694"/>
                </a:lnTo>
                <a:lnTo>
                  <a:pt x="623689" y="79275"/>
                </a:lnTo>
                <a:lnTo>
                  <a:pt x="624266" y="78863"/>
                </a:lnTo>
                <a:lnTo>
                  <a:pt x="624848" y="78458"/>
                </a:lnTo>
                <a:lnTo>
                  <a:pt x="625438" y="78060"/>
                </a:lnTo>
                <a:lnTo>
                  <a:pt x="626035" y="77674"/>
                </a:lnTo>
                <a:lnTo>
                  <a:pt x="626642" y="77304"/>
                </a:lnTo>
                <a:lnTo>
                  <a:pt x="627258" y="76951"/>
                </a:lnTo>
                <a:lnTo>
                  <a:pt x="627885" y="76614"/>
                </a:lnTo>
                <a:lnTo>
                  <a:pt x="628521" y="76293"/>
                </a:lnTo>
                <a:lnTo>
                  <a:pt x="629168" y="75989"/>
                </a:lnTo>
                <a:lnTo>
                  <a:pt x="629824" y="75702"/>
                </a:lnTo>
                <a:lnTo>
                  <a:pt x="630490" y="75431"/>
                </a:lnTo>
                <a:lnTo>
                  <a:pt x="631165" y="75176"/>
                </a:lnTo>
                <a:lnTo>
                  <a:pt x="631851" y="74938"/>
                </a:lnTo>
                <a:lnTo>
                  <a:pt x="632546" y="74716"/>
                </a:lnTo>
                <a:lnTo>
                  <a:pt x="633251" y="74511"/>
                </a:lnTo>
                <a:lnTo>
                  <a:pt x="633966" y="74322"/>
                </a:lnTo>
                <a:lnTo>
                  <a:pt x="634691" y="74149"/>
                </a:lnTo>
                <a:lnTo>
                  <a:pt x="635426" y="73993"/>
                </a:lnTo>
                <a:lnTo>
                  <a:pt x="636170" y="73853"/>
                </a:lnTo>
                <a:lnTo>
                  <a:pt x="636925" y="73730"/>
                </a:lnTo>
                <a:lnTo>
                  <a:pt x="637689" y="73623"/>
                </a:lnTo>
                <a:lnTo>
                  <a:pt x="638463" y="73533"/>
                </a:lnTo>
                <a:lnTo>
                  <a:pt x="639247" y="73459"/>
                </a:lnTo>
                <a:lnTo>
                  <a:pt x="640040" y="73401"/>
                </a:lnTo>
                <a:lnTo>
                  <a:pt x="640844" y="73360"/>
                </a:lnTo>
                <a:lnTo>
                  <a:pt x="641657" y="73336"/>
                </a:lnTo>
                <a:lnTo>
                  <a:pt x="642480" y="73327"/>
                </a:lnTo>
                <a:lnTo>
                  <a:pt x="643031" y="73332"/>
                </a:lnTo>
                <a:lnTo>
                  <a:pt x="643573" y="73347"/>
                </a:lnTo>
                <a:lnTo>
                  <a:pt x="644106" y="73371"/>
                </a:lnTo>
                <a:lnTo>
                  <a:pt x="644631" y="73406"/>
                </a:lnTo>
                <a:lnTo>
                  <a:pt x="645146" y="73450"/>
                </a:lnTo>
                <a:lnTo>
                  <a:pt x="645652" y="73503"/>
                </a:lnTo>
                <a:lnTo>
                  <a:pt x="646149" y="73567"/>
                </a:lnTo>
                <a:lnTo>
                  <a:pt x="646638" y="73640"/>
                </a:lnTo>
                <a:lnTo>
                  <a:pt x="647117" y="73723"/>
                </a:lnTo>
                <a:lnTo>
                  <a:pt x="647588" y="73816"/>
                </a:lnTo>
                <a:lnTo>
                  <a:pt x="648049" y="73919"/>
                </a:lnTo>
                <a:lnTo>
                  <a:pt x="648502" y="74031"/>
                </a:lnTo>
                <a:lnTo>
                  <a:pt x="648945" y="74153"/>
                </a:lnTo>
                <a:lnTo>
                  <a:pt x="649380" y="74285"/>
                </a:lnTo>
                <a:lnTo>
                  <a:pt x="649806" y="74427"/>
                </a:lnTo>
                <a:lnTo>
                  <a:pt x="650222" y="74578"/>
                </a:lnTo>
                <a:lnTo>
                  <a:pt x="650630" y="74739"/>
                </a:lnTo>
                <a:lnTo>
                  <a:pt x="651029" y="74910"/>
                </a:lnTo>
                <a:lnTo>
                  <a:pt x="651419" y="75091"/>
                </a:lnTo>
                <a:lnTo>
                  <a:pt x="651800" y="75282"/>
                </a:lnTo>
                <a:lnTo>
                  <a:pt x="652172" y="75482"/>
                </a:lnTo>
                <a:lnTo>
                  <a:pt x="652535" y="75692"/>
                </a:lnTo>
                <a:lnTo>
                  <a:pt x="652889" y="75912"/>
                </a:lnTo>
                <a:lnTo>
                  <a:pt x="653234" y="76142"/>
                </a:lnTo>
                <a:lnTo>
                  <a:pt x="653571" y="76380"/>
                </a:lnTo>
                <a:lnTo>
                  <a:pt x="653900" y="76627"/>
                </a:lnTo>
                <a:lnTo>
                  <a:pt x="654222" y="76881"/>
                </a:lnTo>
                <a:lnTo>
                  <a:pt x="654535" y="77144"/>
                </a:lnTo>
                <a:lnTo>
                  <a:pt x="654842" y="77414"/>
                </a:lnTo>
                <a:lnTo>
                  <a:pt x="655140" y="77693"/>
                </a:lnTo>
                <a:lnTo>
                  <a:pt x="655431" y="77979"/>
                </a:lnTo>
                <a:lnTo>
                  <a:pt x="655715" y="78273"/>
                </a:lnTo>
                <a:lnTo>
                  <a:pt x="655990" y="78576"/>
                </a:lnTo>
                <a:lnTo>
                  <a:pt x="656258" y="78886"/>
                </a:lnTo>
                <a:lnTo>
                  <a:pt x="656519" y="79204"/>
                </a:lnTo>
                <a:lnTo>
                  <a:pt x="656771" y="79531"/>
                </a:lnTo>
                <a:lnTo>
                  <a:pt x="657017" y="79865"/>
                </a:lnTo>
                <a:lnTo>
                  <a:pt x="657254" y="80207"/>
                </a:lnTo>
                <a:lnTo>
                  <a:pt x="657484" y="80558"/>
                </a:lnTo>
                <a:lnTo>
                  <a:pt x="657706" y="80916"/>
                </a:lnTo>
                <a:lnTo>
                  <a:pt x="657921" y="81282"/>
                </a:lnTo>
                <a:lnTo>
                  <a:pt x="658128" y="81656"/>
                </a:lnTo>
                <a:lnTo>
                  <a:pt x="658327" y="82039"/>
                </a:lnTo>
                <a:lnTo>
                  <a:pt x="658518" y="82429"/>
                </a:lnTo>
                <a:lnTo>
                  <a:pt x="658702" y="82827"/>
                </a:lnTo>
                <a:lnTo>
                  <a:pt x="658879" y="83233"/>
                </a:lnTo>
                <a:lnTo>
                  <a:pt x="659047" y="83647"/>
                </a:lnTo>
                <a:lnTo>
                  <a:pt x="659208" y="84070"/>
                </a:lnTo>
                <a:lnTo>
                  <a:pt x="659362" y="84499"/>
                </a:lnTo>
                <a:lnTo>
                  <a:pt x="659510" y="84933"/>
                </a:lnTo>
                <a:lnTo>
                  <a:pt x="659651" y="85374"/>
                </a:lnTo>
                <a:lnTo>
                  <a:pt x="659785" y="85820"/>
                </a:lnTo>
                <a:lnTo>
                  <a:pt x="659913" y="86273"/>
                </a:lnTo>
                <a:lnTo>
                  <a:pt x="660034" y="86730"/>
                </a:lnTo>
                <a:lnTo>
                  <a:pt x="660148" y="87194"/>
                </a:lnTo>
                <a:lnTo>
                  <a:pt x="660257" y="87664"/>
                </a:lnTo>
                <a:lnTo>
                  <a:pt x="660358" y="88139"/>
                </a:lnTo>
                <a:lnTo>
                  <a:pt x="660453" y="88620"/>
                </a:lnTo>
                <a:lnTo>
                  <a:pt x="660541" y="89107"/>
                </a:lnTo>
                <a:lnTo>
                  <a:pt x="660623" y="89600"/>
                </a:lnTo>
                <a:lnTo>
                  <a:pt x="660699" y="90098"/>
                </a:lnTo>
                <a:lnTo>
                  <a:pt x="660767" y="90602"/>
                </a:lnTo>
                <a:lnTo>
                  <a:pt x="660830" y="91113"/>
                </a:lnTo>
                <a:lnTo>
                  <a:pt x="660885" y="91628"/>
                </a:lnTo>
                <a:lnTo>
                  <a:pt x="660935" y="92150"/>
                </a:lnTo>
                <a:lnTo>
                  <a:pt x="660977" y="92677"/>
                </a:lnTo>
                <a:lnTo>
                  <a:pt x="661013" y="93211"/>
                </a:lnTo>
                <a:lnTo>
                  <a:pt x="661043" y="93750"/>
                </a:lnTo>
                <a:lnTo>
                  <a:pt x="661066" y="94294"/>
                </a:lnTo>
                <a:lnTo>
                  <a:pt x="661082" y="94845"/>
                </a:lnTo>
                <a:lnTo>
                  <a:pt x="661092" y="95401"/>
                </a:lnTo>
                <a:lnTo>
                  <a:pt x="661095" y="95963"/>
                </a:lnTo>
                <a:lnTo>
                  <a:pt x="661095" y="172816"/>
                </a:lnTo>
                <a:lnTo>
                  <a:pt x="694174" y="172816"/>
                </a:lnTo>
                <a:lnTo>
                  <a:pt x="694174" y="91899"/>
                </a:lnTo>
                <a:lnTo>
                  <a:pt x="694156" y="90070"/>
                </a:lnTo>
                <a:lnTo>
                  <a:pt x="694103" y="88278"/>
                </a:lnTo>
                <a:lnTo>
                  <a:pt x="694013" y="86522"/>
                </a:lnTo>
                <a:lnTo>
                  <a:pt x="693888" y="84804"/>
                </a:lnTo>
                <a:lnTo>
                  <a:pt x="693727" y="83123"/>
                </a:lnTo>
                <a:lnTo>
                  <a:pt x="693530" y="81478"/>
                </a:lnTo>
                <a:lnTo>
                  <a:pt x="693297" y="79871"/>
                </a:lnTo>
                <a:lnTo>
                  <a:pt x="693028" y="78300"/>
                </a:lnTo>
                <a:lnTo>
                  <a:pt x="692724" y="76766"/>
                </a:lnTo>
                <a:lnTo>
                  <a:pt x="692384" y="75270"/>
                </a:lnTo>
                <a:lnTo>
                  <a:pt x="692008" y="73810"/>
                </a:lnTo>
                <a:lnTo>
                  <a:pt x="691596" y="72387"/>
                </a:lnTo>
                <a:lnTo>
                  <a:pt x="691148" y="71001"/>
                </a:lnTo>
                <a:lnTo>
                  <a:pt x="690665" y="69652"/>
                </a:lnTo>
                <a:lnTo>
                  <a:pt x="690145" y="68340"/>
                </a:lnTo>
                <a:lnTo>
                  <a:pt x="689590" y="67065"/>
                </a:lnTo>
                <a:lnTo>
                  <a:pt x="688999" y="65827"/>
                </a:lnTo>
                <a:lnTo>
                  <a:pt x="688373" y="64626"/>
                </a:lnTo>
                <a:lnTo>
                  <a:pt x="687710" y="63462"/>
                </a:lnTo>
                <a:lnTo>
                  <a:pt x="687012" y="62335"/>
                </a:lnTo>
                <a:lnTo>
                  <a:pt x="686278" y="61244"/>
                </a:lnTo>
                <a:lnTo>
                  <a:pt x="685508" y="60191"/>
                </a:lnTo>
                <a:lnTo>
                  <a:pt x="684702" y="59175"/>
                </a:lnTo>
                <a:lnTo>
                  <a:pt x="683861" y="58195"/>
                </a:lnTo>
                <a:lnTo>
                  <a:pt x="682986" y="57254"/>
                </a:lnTo>
                <a:lnTo>
                  <a:pt x="682083" y="56353"/>
                </a:lnTo>
                <a:lnTo>
                  <a:pt x="681150" y="55492"/>
                </a:lnTo>
                <a:lnTo>
                  <a:pt x="680189" y="54671"/>
                </a:lnTo>
                <a:lnTo>
                  <a:pt x="679197" y="53891"/>
                </a:lnTo>
                <a:lnTo>
                  <a:pt x="678177" y="53150"/>
                </a:lnTo>
                <a:lnTo>
                  <a:pt x="677127" y="52449"/>
                </a:lnTo>
                <a:lnTo>
                  <a:pt x="676048" y="51788"/>
                </a:lnTo>
                <a:lnTo>
                  <a:pt x="674940" y="51168"/>
                </a:lnTo>
                <a:lnTo>
                  <a:pt x="673803" y="50587"/>
                </a:lnTo>
                <a:lnTo>
                  <a:pt x="672636" y="50046"/>
                </a:lnTo>
                <a:lnTo>
                  <a:pt x="671440" y="49546"/>
                </a:lnTo>
                <a:lnTo>
                  <a:pt x="670215" y="49085"/>
                </a:lnTo>
                <a:lnTo>
                  <a:pt x="668960" y="48665"/>
                </a:lnTo>
                <a:lnTo>
                  <a:pt x="667677" y="48285"/>
                </a:lnTo>
                <a:lnTo>
                  <a:pt x="666364" y="47944"/>
                </a:lnTo>
                <a:lnTo>
                  <a:pt x="665021" y="47644"/>
                </a:lnTo>
                <a:lnTo>
                  <a:pt x="663650" y="47384"/>
                </a:lnTo>
                <a:lnTo>
                  <a:pt x="662249" y="47163"/>
                </a:lnTo>
                <a:lnTo>
                  <a:pt x="660819" y="46983"/>
                </a:lnTo>
                <a:lnTo>
                  <a:pt x="659360" y="46843"/>
                </a:lnTo>
                <a:lnTo>
                  <a:pt x="657871" y="46743"/>
                </a:lnTo>
                <a:lnTo>
                  <a:pt x="656353" y="46683"/>
                </a:lnTo>
                <a:lnTo>
                  <a:pt x="654806" y="46663"/>
                </a:lnTo>
                <a:lnTo>
                  <a:pt x="653475" y="46674"/>
                </a:lnTo>
                <a:lnTo>
                  <a:pt x="652165" y="46705"/>
                </a:lnTo>
                <a:lnTo>
                  <a:pt x="650876" y="46758"/>
                </a:lnTo>
                <a:lnTo>
                  <a:pt x="649607" y="46832"/>
                </a:lnTo>
                <a:lnTo>
                  <a:pt x="648360" y="46928"/>
                </a:lnTo>
                <a:lnTo>
                  <a:pt x="647134" y="47044"/>
                </a:lnTo>
                <a:lnTo>
                  <a:pt x="645929" y="47182"/>
                </a:lnTo>
                <a:lnTo>
                  <a:pt x="644744" y="47341"/>
                </a:lnTo>
                <a:lnTo>
                  <a:pt x="643581" y="47521"/>
                </a:lnTo>
                <a:lnTo>
                  <a:pt x="642438" y="47722"/>
                </a:lnTo>
                <a:lnTo>
                  <a:pt x="641317" y="47944"/>
                </a:lnTo>
                <a:lnTo>
                  <a:pt x="640216" y="48188"/>
                </a:lnTo>
                <a:lnTo>
                  <a:pt x="639137" y="48453"/>
                </a:lnTo>
                <a:lnTo>
                  <a:pt x="638078" y="48739"/>
                </a:lnTo>
                <a:lnTo>
                  <a:pt x="637040" y="49046"/>
                </a:lnTo>
                <a:lnTo>
                  <a:pt x="636024" y="49374"/>
                </a:lnTo>
                <a:lnTo>
                  <a:pt x="635028" y="49724"/>
                </a:lnTo>
                <a:lnTo>
                  <a:pt x="634053" y="50094"/>
                </a:lnTo>
                <a:lnTo>
                  <a:pt x="633099" y="50486"/>
                </a:lnTo>
                <a:lnTo>
                  <a:pt x="632167" y="50899"/>
                </a:lnTo>
                <a:lnTo>
                  <a:pt x="631255" y="51333"/>
                </a:lnTo>
                <a:lnTo>
                  <a:pt x="630364" y="51789"/>
                </a:lnTo>
                <a:lnTo>
                  <a:pt x="629494" y="52265"/>
                </a:lnTo>
                <a:lnTo>
                  <a:pt x="628645" y="52763"/>
                </a:lnTo>
                <a:lnTo>
                  <a:pt x="627813" y="53275"/>
                </a:lnTo>
                <a:lnTo>
                  <a:pt x="626995" y="53792"/>
                </a:lnTo>
                <a:lnTo>
                  <a:pt x="626190" y="54317"/>
                </a:lnTo>
                <a:lnTo>
                  <a:pt x="625399" y="54847"/>
                </a:lnTo>
                <a:lnTo>
                  <a:pt x="624621" y="55384"/>
                </a:lnTo>
                <a:lnTo>
                  <a:pt x="623857" y="55927"/>
                </a:lnTo>
                <a:lnTo>
                  <a:pt x="623107" y="56477"/>
                </a:lnTo>
                <a:lnTo>
                  <a:pt x="622370" y="57032"/>
                </a:lnTo>
                <a:lnTo>
                  <a:pt x="621647" y="57595"/>
                </a:lnTo>
                <a:lnTo>
                  <a:pt x="620937" y="58163"/>
                </a:lnTo>
                <a:lnTo>
                  <a:pt x="620240" y="58738"/>
                </a:lnTo>
                <a:lnTo>
                  <a:pt x="619557" y="59319"/>
                </a:lnTo>
                <a:lnTo>
                  <a:pt x="618888" y="59907"/>
                </a:lnTo>
                <a:lnTo>
                  <a:pt x="618232" y="60500"/>
                </a:lnTo>
                <a:lnTo>
                  <a:pt x="617590" y="61101"/>
                </a:lnTo>
                <a:lnTo>
                  <a:pt x="616962" y="61707"/>
                </a:lnTo>
                <a:lnTo>
                  <a:pt x="616346" y="62320"/>
                </a:lnTo>
                <a:lnTo>
                  <a:pt x="615745" y="62939"/>
                </a:lnTo>
                <a:lnTo>
                  <a:pt x="615157" y="63565"/>
                </a:lnTo>
                <a:lnTo>
                  <a:pt x="614582" y="64196"/>
                </a:lnTo>
                <a:lnTo>
                  <a:pt x="614021" y="64835"/>
                </a:lnTo>
                <a:lnTo>
                  <a:pt x="613474" y="65479"/>
                </a:lnTo>
                <a:lnTo>
                  <a:pt x="612940" y="66130"/>
                </a:lnTo>
                <a:lnTo>
                  <a:pt x="612420" y="66787"/>
                </a:lnTo>
                <a:lnTo>
                  <a:pt x="611791" y="48550"/>
                </a:lnTo>
                <a:lnTo>
                  <a:pt x="579718" y="48550"/>
                </a:lnTo>
                <a:lnTo>
                  <a:pt x="579718" y="172816"/>
                </a:lnTo>
                <a:lnTo>
                  <a:pt x="613049" y="172816"/>
                </a:lnTo>
                <a:lnTo>
                  <a:pt x="613049" y="89568"/>
                </a:lnTo>
                <a:lnTo>
                  <a:pt x="613492" y="89007"/>
                </a:lnTo>
                <a:lnTo>
                  <a:pt x="613942" y="88453"/>
                </a:lnTo>
                <a:close/>
                <a:moveTo>
                  <a:pt x="509395" y="172816"/>
                </a:moveTo>
                <a:lnTo>
                  <a:pt x="542726" y="172816"/>
                </a:lnTo>
                <a:lnTo>
                  <a:pt x="542726" y="48550"/>
                </a:lnTo>
                <a:lnTo>
                  <a:pt x="509395" y="48550"/>
                </a:lnTo>
                <a:lnTo>
                  <a:pt x="509395" y="172816"/>
                </a:lnTo>
                <a:close/>
                <a:moveTo>
                  <a:pt x="206067" y="174948"/>
                </a:moveTo>
                <a:lnTo>
                  <a:pt x="207395" y="174873"/>
                </a:lnTo>
                <a:lnTo>
                  <a:pt x="208708" y="174782"/>
                </a:lnTo>
                <a:lnTo>
                  <a:pt x="210007" y="174674"/>
                </a:lnTo>
                <a:lnTo>
                  <a:pt x="211291" y="174549"/>
                </a:lnTo>
                <a:lnTo>
                  <a:pt x="212561" y="174408"/>
                </a:lnTo>
                <a:lnTo>
                  <a:pt x="213816" y="174251"/>
                </a:lnTo>
                <a:lnTo>
                  <a:pt x="215057" y="174076"/>
                </a:lnTo>
                <a:lnTo>
                  <a:pt x="216282" y="173885"/>
                </a:lnTo>
                <a:lnTo>
                  <a:pt x="217493" y="173678"/>
                </a:lnTo>
                <a:lnTo>
                  <a:pt x="218690" y="173454"/>
                </a:lnTo>
                <a:lnTo>
                  <a:pt x="219872" y="173213"/>
                </a:lnTo>
                <a:lnTo>
                  <a:pt x="221039" y="172956"/>
                </a:lnTo>
                <a:lnTo>
                  <a:pt x="222192" y="172682"/>
                </a:lnTo>
                <a:lnTo>
                  <a:pt x="223330" y="172392"/>
                </a:lnTo>
                <a:lnTo>
                  <a:pt x="224453" y="172085"/>
                </a:lnTo>
                <a:lnTo>
                  <a:pt x="225562" y="171761"/>
                </a:lnTo>
                <a:lnTo>
                  <a:pt x="226656" y="171421"/>
                </a:lnTo>
                <a:lnTo>
                  <a:pt x="227735" y="171064"/>
                </a:lnTo>
                <a:lnTo>
                  <a:pt x="228800" y="170691"/>
                </a:lnTo>
                <a:lnTo>
                  <a:pt x="229850" y="170301"/>
                </a:lnTo>
                <a:lnTo>
                  <a:pt x="230884" y="169894"/>
                </a:lnTo>
                <a:lnTo>
                  <a:pt x="231900" y="169470"/>
                </a:lnTo>
                <a:lnTo>
                  <a:pt x="232897" y="169029"/>
                </a:lnTo>
                <a:lnTo>
                  <a:pt x="233875" y="168571"/>
                </a:lnTo>
                <a:lnTo>
                  <a:pt x="234836" y="168097"/>
                </a:lnTo>
                <a:lnTo>
                  <a:pt x="235778" y="167605"/>
                </a:lnTo>
                <a:lnTo>
                  <a:pt x="236701" y="167096"/>
                </a:lnTo>
                <a:lnTo>
                  <a:pt x="237607" y="166570"/>
                </a:lnTo>
                <a:lnTo>
                  <a:pt x="238494" y="166026"/>
                </a:lnTo>
                <a:lnTo>
                  <a:pt x="239362" y="165466"/>
                </a:lnTo>
                <a:lnTo>
                  <a:pt x="240213" y="164889"/>
                </a:lnTo>
                <a:lnTo>
                  <a:pt x="241045" y="164295"/>
                </a:lnTo>
                <a:lnTo>
                  <a:pt x="241858" y="163684"/>
                </a:lnTo>
                <a:lnTo>
                  <a:pt x="242653" y="163056"/>
                </a:lnTo>
                <a:lnTo>
                  <a:pt x="243430" y="162410"/>
                </a:lnTo>
                <a:lnTo>
                  <a:pt x="244189" y="161748"/>
                </a:lnTo>
                <a:lnTo>
                  <a:pt x="244929" y="161069"/>
                </a:lnTo>
                <a:lnTo>
                  <a:pt x="245651" y="160372"/>
                </a:lnTo>
                <a:lnTo>
                  <a:pt x="246355" y="159659"/>
                </a:lnTo>
                <a:lnTo>
                  <a:pt x="247040" y="158929"/>
                </a:lnTo>
                <a:lnTo>
                  <a:pt x="247707" y="158181"/>
                </a:lnTo>
                <a:lnTo>
                  <a:pt x="248355" y="157417"/>
                </a:lnTo>
                <a:lnTo>
                  <a:pt x="248985" y="156635"/>
                </a:lnTo>
                <a:lnTo>
                  <a:pt x="249597" y="155837"/>
                </a:lnTo>
                <a:lnTo>
                  <a:pt x="250189" y="155021"/>
                </a:lnTo>
                <a:lnTo>
                  <a:pt x="250757" y="154189"/>
                </a:lnTo>
                <a:lnTo>
                  <a:pt x="251302" y="153340"/>
                </a:lnTo>
                <a:lnTo>
                  <a:pt x="251825" y="152474"/>
                </a:lnTo>
                <a:lnTo>
                  <a:pt x="252324" y="151591"/>
                </a:lnTo>
                <a:lnTo>
                  <a:pt x="252801" y="150692"/>
                </a:lnTo>
                <a:lnTo>
                  <a:pt x="253254" y="149775"/>
                </a:lnTo>
                <a:lnTo>
                  <a:pt x="253685" y="148842"/>
                </a:lnTo>
                <a:lnTo>
                  <a:pt x="254093" y="147892"/>
                </a:lnTo>
                <a:lnTo>
                  <a:pt x="254478" y="146925"/>
                </a:lnTo>
                <a:lnTo>
                  <a:pt x="254840" y="145942"/>
                </a:lnTo>
                <a:lnTo>
                  <a:pt x="255179" y="144941"/>
                </a:lnTo>
                <a:lnTo>
                  <a:pt x="255495" y="143924"/>
                </a:lnTo>
                <a:lnTo>
                  <a:pt x="255788" y="142890"/>
                </a:lnTo>
                <a:lnTo>
                  <a:pt x="256058" y="141839"/>
                </a:lnTo>
                <a:lnTo>
                  <a:pt x="256305" y="140771"/>
                </a:lnTo>
                <a:lnTo>
                  <a:pt x="256530" y="139687"/>
                </a:lnTo>
                <a:lnTo>
                  <a:pt x="256731" y="138586"/>
                </a:lnTo>
                <a:lnTo>
                  <a:pt x="256910" y="137468"/>
                </a:lnTo>
                <a:lnTo>
                  <a:pt x="257065" y="136333"/>
                </a:lnTo>
                <a:lnTo>
                  <a:pt x="257198" y="135181"/>
                </a:lnTo>
                <a:lnTo>
                  <a:pt x="257308" y="134012"/>
                </a:lnTo>
                <a:lnTo>
                  <a:pt x="257394" y="132827"/>
                </a:lnTo>
                <a:lnTo>
                  <a:pt x="257458" y="131625"/>
                </a:lnTo>
                <a:lnTo>
                  <a:pt x="224631" y="131625"/>
                </a:lnTo>
                <a:lnTo>
                  <a:pt x="224609" y="132416"/>
                </a:lnTo>
                <a:lnTo>
                  <a:pt x="224565" y="133190"/>
                </a:lnTo>
                <a:lnTo>
                  <a:pt x="224499" y="133948"/>
                </a:lnTo>
                <a:lnTo>
                  <a:pt x="224411" y="134690"/>
                </a:lnTo>
                <a:lnTo>
                  <a:pt x="224300" y="135415"/>
                </a:lnTo>
                <a:lnTo>
                  <a:pt x="224167" y="136124"/>
                </a:lnTo>
                <a:lnTo>
                  <a:pt x="224012" y="136817"/>
                </a:lnTo>
                <a:lnTo>
                  <a:pt x="223834" y="137493"/>
                </a:lnTo>
                <a:lnTo>
                  <a:pt x="223634" y="138152"/>
                </a:lnTo>
                <a:lnTo>
                  <a:pt x="223412" y="138795"/>
                </a:lnTo>
                <a:lnTo>
                  <a:pt x="223168" y="139422"/>
                </a:lnTo>
                <a:lnTo>
                  <a:pt x="222901" y="140032"/>
                </a:lnTo>
                <a:lnTo>
                  <a:pt x="222612" y="140626"/>
                </a:lnTo>
                <a:lnTo>
                  <a:pt x="222301" y="141203"/>
                </a:lnTo>
                <a:lnTo>
                  <a:pt x="221968" y="141764"/>
                </a:lnTo>
                <a:lnTo>
                  <a:pt x="221612" y="142309"/>
                </a:lnTo>
                <a:lnTo>
                  <a:pt x="221234" y="142837"/>
                </a:lnTo>
                <a:lnTo>
                  <a:pt x="220834" y="143348"/>
                </a:lnTo>
                <a:lnTo>
                  <a:pt x="220411" y="143844"/>
                </a:lnTo>
                <a:lnTo>
                  <a:pt x="219967" y="144322"/>
                </a:lnTo>
                <a:lnTo>
                  <a:pt x="219499" y="144785"/>
                </a:lnTo>
                <a:lnTo>
                  <a:pt x="219010" y="145231"/>
                </a:lnTo>
                <a:lnTo>
                  <a:pt x="218498" y="145660"/>
                </a:lnTo>
                <a:lnTo>
                  <a:pt x="217965" y="146073"/>
                </a:lnTo>
                <a:lnTo>
                  <a:pt x="217412" y="146470"/>
                </a:lnTo>
                <a:lnTo>
                  <a:pt x="216845" y="146849"/>
                </a:lnTo>
                <a:lnTo>
                  <a:pt x="216263" y="147212"/>
                </a:lnTo>
                <a:lnTo>
                  <a:pt x="215666" y="147558"/>
                </a:lnTo>
                <a:lnTo>
                  <a:pt x="215054" y="147887"/>
                </a:lnTo>
                <a:lnTo>
                  <a:pt x="214427" y="148199"/>
                </a:lnTo>
                <a:lnTo>
                  <a:pt x="213786" y="148494"/>
                </a:lnTo>
                <a:lnTo>
                  <a:pt x="213129" y="148772"/>
                </a:lnTo>
                <a:lnTo>
                  <a:pt x="212458" y="149034"/>
                </a:lnTo>
                <a:lnTo>
                  <a:pt x="211772" y="149278"/>
                </a:lnTo>
                <a:lnTo>
                  <a:pt x="211071" y="149506"/>
                </a:lnTo>
                <a:lnTo>
                  <a:pt x="210355" y="149717"/>
                </a:lnTo>
                <a:lnTo>
                  <a:pt x="209625" y="149911"/>
                </a:lnTo>
                <a:lnTo>
                  <a:pt x="208879" y="150088"/>
                </a:lnTo>
                <a:lnTo>
                  <a:pt x="208119" y="150248"/>
                </a:lnTo>
                <a:lnTo>
                  <a:pt x="207344" y="150392"/>
                </a:lnTo>
                <a:lnTo>
                  <a:pt x="206553" y="150518"/>
                </a:lnTo>
                <a:lnTo>
                  <a:pt x="205749" y="150628"/>
                </a:lnTo>
                <a:lnTo>
                  <a:pt x="204929" y="150720"/>
                </a:lnTo>
                <a:lnTo>
                  <a:pt x="204094" y="150796"/>
                </a:lnTo>
                <a:lnTo>
                  <a:pt x="203245" y="150855"/>
                </a:lnTo>
                <a:lnTo>
                  <a:pt x="202381" y="150898"/>
                </a:lnTo>
                <a:lnTo>
                  <a:pt x="201501" y="150923"/>
                </a:lnTo>
                <a:lnTo>
                  <a:pt x="200607" y="150931"/>
                </a:lnTo>
                <a:lnTo>
                  <a:pt x="199745" y="150923"/>
                </a:lnTo>
                <a:lnTo>
                  <a:pt x="198896" y="150899"/>
                </a:lnTo>
                <a:lnTo>
                  <a:pt x="198061" y="150858"/>
                </a:lnTo>
                <a:lnTo>
                  <a:pt x="197239" y="150801"/>
                </a:lnTo>
                <a:lnTo>
                  <a:pt x="196432" y="150728"/>
                </a:lnTo>
                <a:lnTo>
                  <a:pt x="195639" y="150638"/>
                </a:lnTo>
                <a:lnTo>
                  <a:pt x="194860" y="150532"/>
                </a:lnTo>
                <a:lnTo>
                  <a:pt x="194095" y="150410"/>
                </a:lnTo>
                <a:lnTo>
                  <a:pt x="193344" y="150271"/>
                </a:lnTo>
                <a:lnTo>
                  <a:pt x="192607" y="150117"/>
                </a:lnTo>
                <a:lnTo>
                  <a:pt x="191884" y="149945"/>
                </a:lnTo>
                <a:lnTo>
                  <a:pt x="191174" y="149758"/>
                </a:lnTo>
                <a:lnTo>
                  <a:pt x="190479" y="149554"/>
                </a:lnTo>
                <a:lnTo>
                  <a:pt x="189798" y="149334"/>
                </a:lnTo>
                <a:lnTo>
                  <a:pt x="189130" y="149098"/>
                </a:lnTo>
                <a:lnTo>
                  <a:pt x="188477" y="148846"/>
                </a:lnTo>
                <a:lnTo>
                  <a:pt x="187838" y="148577"/>
                </a:lnTo>
                <a:lnTo>
                  <a:pt x="187212" y="148292"/>
                </a:lnTo>
                <a:lnTo>
                  <a:pt x="186601" y="147990"/>
                </a:lnTo>
                <a:lnTo>
                  <a:pt x="186003" y="147672"/>
                </a:lnTo>
                <a:lnTo>
                  <a:pt x="185420" y="147338"/>
                </a:lnTo>
                <a:lnTo>
                  <a:pt x="184851" y="146988"/>
                </a:lnTo>
                <a:lnTo>
                  <a:pt x="184295" y="146621"/>
                </a:lnTo>
                <a:lnTo>
                  <a:pt x="183753" y="146238"/>
                </a:lnTo>
                <a:lnTo>
                  <a:pt x="183225" y="145842"/>
                </a:lnTo>
                <a:lnTo>
                  <a:pt x="182708" y="145435"/>
                </a:lnTo>
                <a:lnTo>
                  <a:pt x="182204" y="145017"/>
                </a:lnTo>
                <a:lnTo>
                  <a:pt x="181711" y="144589"/>
                </a:lnTo>
                <a:lnTo>
                  <a:pt x="181231" y="144150"/>
                </a:lnTo>
                <a:lnTo>
                  <a:pt x="180762" y="143701"/>
                </a:lnTo>
                <a:lnTo>
                  <a:pt x="180306" y="143241"/>
                </a:lnTo>
                <a:lnTo>
                  <a:pt x="179861" y="142771"/>
                </a:lnTo>
                <a:lnTo>
                  <a:pt x="179429" y="142291"/>
                </a:lnTo>
                <a:lnTo>
                  <a:pt x="179009" y="141799"/>
                </a:lnTo>
                <a:lnTo>
                  <a:pt x="178600" y="141298"/>
                </a:lnTo>
                <a:lnTo>
                  <a:pt x="178204" y="140786"/>
                </a:lnTo>
                <a:lnTo>
                  <a:pt x="177819" y="140263"/>
                </a:lnTo>
                <a:lnTo>
                  <a:pt x="177447" y="139730"/>
                </a:lnTo>
                <a:lnTo>
                  <a:pt x="177086" y="139186"/>
                </a:lnTo>
                <a:lnTo>
                  <a:pt x="176738" y="138632"/>
                </a:lnTo>
                <a:lnTo>
                  <a:pt x="176402" y="138068"/>
                </a:lnTo>
                <a:lnTo>
                  <a:pt x="176077" y="137493"/>
                </a:lnTo>
                <a:lnTo>
                  <a:pt x="175765" y="136907"/>
                </a:lnTo>
                <a:lnTo>
                  <a:pt x="175464" y="136311"/>
                </a:lnTo>
                <a:lnTo>
                  <a:pt x="175176" y="135705"/>
                </a:lnTo>
                <a:lnTo>
                  <a:pt x="174900" y="135087"/>
                </a:lnTo>
                <a:lnTo>
                  <a:pt x="174635" y="134460"/>
                </a:lnTo>
                <a:lnTo>
                  <a:pt x="174383" y="133822"/>
                </a:lnTo>
                <a:lnTo>
                  <a:pt x="174142" y="133177"/>
                </a:lnTo>
                <a:lnTo>
                  <a:pt x="173909" y="132527"/>
                </a:lnTo>
                <a:lnTo>
                  <a:pt x="173686" y="131874"/>
                </a:lnTo>
                <a:lnTo>
                  <a:pt x="173473" y="131216"/>
                </a:lnTo>
                <a:lnTo>
                  <a:pt x="173269" y="130555"/>
                </a:lnTo>
                <a:lnTo>
                  <a:pt x="173074" y="129890"/>
                </a:lnTo>
                <a:lnTo>
                  <a:pt x="172889" y="129220"/>
                </a:lnTo>
                <a:lnTo>
                  <a:pt x="172713" y="128547"/>
                </a:lnTo>
                <a:lnTo>
                  <a:pt x="172547" y="127869"/>
                </a:lnTo>
                <a:lnTo>
                  <a:pt x="172390" y="127188"/>
                </a:lnTo>
                <a:lnTo>
                  <a:pt x="172242" y="126502"/>
                </a:lnTo>
                <a:lnTo>
                  <a:pt x="172103" y="125812"/>
                </a:lnTo>
                <a:lnTo>
                  <a:pt x="171975" y="125119"/>
                </a:lnTo>
                <a:lnTo>
                  <a:pt x="171855" y="124421"/>
                </a:lnTo>
                <a:lnTo>
                  <a:pt x="171745" y="123720"/>
                </a:lnTo>
                <a:lnTo>
                  <a:pt x="171644" y="123014"/>
                </a:lnTo>
                <a:lnTo>
                  <a:pt x="171553" y="122304"/>
                </a:lnTo>
                <a:lnTo>
                  <a:pt x="171471" y="121590"/>
                </a:lnTo>
                <a:lnTo>
                  <a:pt x="171398" y="120873"/>
                </a:lnTo>
                <a:lnTo>
                  <a:pt x="171335" y="120151"/>
                </a:lnTo>
                <a:lnTo>
                  <a:pt x="171281" y="119425"/>
                </a:lnTo>
                <a:lnTo>
                  <a:pt x="171237" y="118695"/>
                </a:lnTo>
                <a:lnTo>
                  <a:pt x="171202" y="117961"/>
                </a:lnTo>
                <a:lnTo>
                  <a:pt x="171176" y="117223"/>
                </a:lnTo>
                <a:lnTo>
                  <a:pt x="257333" y="117223"/>
                </a:lnTo>
                <a:lnTo>
                  <a:pt x="257353" y="117105"/>
                </a:lnTo>
                <a:lnTo>
                  <a:pt x="257374" y="116982"/>
                </a:lnTo>
                <a:lnTo>
                  <a:pt x="257393" y="116855"/>
                </a:lnTo>
                <a:lnTo>
                  <a:pt x="257413" y="116723"/>
                </a:lnTo>
                <a:lnTo>
                  <a:pt x="257432" y="116588"/>
                </a:lnTo>
                <a:lnTo>
                  <a:pt x="257450" y="116448"/>
                </a:lnTo>
                <a:lnTo>
                  <a:pt x="257469" y="116304"/>
                </a:lnTo>
                <a:lnTo>
                  <a:pt x="257486" y="116156"/>
                </a:lnTo>
                <a:lnTo>
                  <a:pt x="257503" y="116004"/>
                </a:lnTo>
                <a:lnTo>
                  <a:pt x="257520" y="115848"/>
                </a:lnTo>
                <a:lnTo>
                  <a:pt x="257537" y="115687"/>
                </a:lnTo>
                <a:lnTo>
                  <a:pt x="257553" y="115522"/>
                </a:lnTo>
                <a:lnTo>
                  <a:pt x="257568" y="115353"/>
                </a:lnTo>
                <a:lnTo>
                  <a:pt x="257583" y="115180"/>
                </a:lnTo>
                <a:lnTo>
                  <a:pt x="257598" y="115003"/>
                </a:lnTo>
                <a:lnTo>
                  <a:pt x="257612" y="114821"/>
                </a:lnTo>
                <a:lnTo>
                  <a:pt x="257626" y="114636"/>
                </a:lnTo>
                <a:lnTo>
                  <a:pt x="257639" y="114446"/>
                </a:lnTo>
                <a:lnTo>
                  <a:pt x="257652" y="114252"/>
                </a:lnTo>
                <a:lnTo>
                  <a:pt x="257664" y="114053"/>
                </a:lnTo>
                <a:lnTo>
                  <a:pt x="257676" y="113851"/>
                </a:lnTo>
                <a:lnTo>
                  <a:pt x="257688" y="113644"/>
                </a:lnTo>
                <a:lnTo>
                  <a:pt x="257699" y="113433"/>
                </a:lnTo>
                <a:lnTo>
                  <a:pt x="257710" y="113218"/>
                </a:lnTo>
                <a:lnTo>
                  <a:pt x="257720" y="113003"/>
                </a:lnTo>
                <a:lnTo>
                  <a:pt x="257730" y="112791"/>
                </a:lnTo>
                <a:lnTo>
                  <a:pt x="257739" y="112584"/>
                </a:lnTo>
                <a:lnTo>
                  <a:pt x="257748" y="112380"/>
                </a:lnTo>
                <a:lnTo>
                  <a:pt x="257757" y="112179"/>
                </a:lnTo>
                <a:lnTo>
                  <a:pt x="257765" y="111983"/>
                </a:lnTo>
                <a:lnTo>
                  <a:pt x="257773" y="111790"/>
                </a:lnTo>
                <a:lnTo>
                  <a:pt x="257780" y="111601"/>
                </a:lnTo>
                <a:lnTo>
                  <a:pt x="257786" y="111416"/>
                </a:lnTo>
                <a:lnTo>
                  <a:pt x="257793" y="111234"/>
                </a:lnTo>
                <a:lnTo>
                  <a:pt x="257799" y="111056"/>
                </a:lnTo>
                <a:lnTo>
                  <a:pt x="257804" y="110882"/>
                </a:lnTo>
                <a:lnTo>
                  <a:pt x="257809" y="110712"/>
                </a:lnTo>
                <a:lnTo>
                  <a:pt x="257814" y="110546"/>
                </a:lnTo>
                <a:lnTo>
                  <a:pt x="257818" y="110383"/>
                </a:lnTo>
                <a:lnTo>
                  <a:pt x="257822" y="110224"/>
                </a:lnTo>
                <a:lnTo>
                  <a:pt x="257825" y="110069"/>
                </a:lnTo>
                <a:lnTo>
                  <a:pt x="257828" y="109917"/>
                </a:lnTo>
                <a:lnTo>
                  <a:pt x="257830" y="109770"/>
                </a:lnTo>
                <a:lnTo>
                  <a:pt x="257832" y="109626"/>
                </a:lnTo>
                <a:lnTo>
                  <a:pt x="257834" y="109485"/>
                </a:lnTo>
                <a:lnTo>
                  <a:pt x="257835" y="109349"/>
                </a:lnTo>
                <a:lnTo>
                  <a:pt x="257835" y="109216"/>
                </a:lnTo>
                <a:lnTo>
                  <a:pt x="257836" y="109087"/>
                </a:lnTo>
                <a:lnTo>
                  <a:pt x="257808" y="106611"/>
                </a:lnTo>
                <a:lnTo>
                  <a:pt x="257725" y="104182"/>
                </a:lnTo>
                <a:lnTo>
                  <a:pt x="257587" y="101801"/>
                </a:lnTo>
                <a:lnTo>
                  <a:pt x="257394" y="99469"/>
                </a:lnTo>
                <a:lnTo>
                  <a:pt x="257145" y="97184"/>
                </a:lnTo>
                <a:lnTo>
                  <a:pt x="256841" y="94947"/>
                </a:lnTo>
                <a:lnTo>
                  <a:pt x="256482" y="92758"/>
                </a:lnTo>
                <a:lnTo>
                  <a:pt x="256068" y="90616"/>
                </a:lnTo>
                <a:lnTo>
                  <a:pt x="255598" y="88523"/>
                </a:lnTo>
                <a:lnTo>
                  <a:pt x="255073" y="86478"/>
                </a:lnTo>
                <a:lnTo>
                  <a:pt x="254493" y="84480"/>
                </a:lnTo>
                <a:lnTo>
                  <a:pt x="253858" y="82531"/>
                </a:lnTo>
                <a:lnTo>
                  <a:pt x="253167" y="80629"/>
                </a:lnTo>
                <a:lnTo>
                  <a:pt x="252422" y="78775"/>
                </a:lnTo>
                <a:lnTo>
                  <a:pt x="251621" y="76969"/>
                </a:lnTo>
                <a:lnTo>
                  <a:pt x="250764" y="75211"/>
                </a:lnTo>
                <a:lnTo>
                  <a:pt x="249853" y="73501"/>
                </a:lnTo>
                <a:lnTo>
                  <a:pt x="248886" y="71839"/>
                </a:lnTo>
                <a:lnTo>
                  <a:pt x="247864" y="70225"/>
                </a:lnTo>
                <a:lnTo>
                  <a:pt x="246787" y="68659"/>
                </a:lnTo>
                <a:lnTo>
                  <a:pt x="245654" y="67140"/>
                </a:lnTo>
                <a:lnTo>
                  <a:pt x="244466" y="65670"/>
                </a:lnTo>
                <a:lnTo>
                  <a:pt x="243223" y="64247"/>
                </a:lnTo>
                <a:lnTo>
                  <a:pt x="241925" y="62872"/>
                </a:lnTo>
                <a:lnTo>
                  <a:pt x="240579" y="61550"/>
                </a:lnTo>
                <a:lnTo>
                  <a:pt x="239193" y="60283"/>
                </a:lnTo>
                <a:lnTo>
                  <a:pt x="237767" y="59073"/>
                </a:lnTo>
                <a:lnTo>
                  <a:pt x="236302" y="57919"/>
                </a:lnTo>
                <a:lnTo>
                  <a:pt x="234796" y="56822"/>
                </a:lnTo>
                <a:lnTo>
                  <a:pt x="233250" y="55781"/>
                </a:lnTo>
                <a:lnTo>
                  <a:pt x="231665" y="54796"/>
                </a:lnTo>
                <a:lnTo>
                  <a:pt x="230039" y="53867"/>
                </a:lnTo>
                <a:lnTo>
                  <a:pt x="228374" y="52995"/>
                </a:lnTo>
                <a:lnTo>
                  <a:pt x="226668" y="52179"/>
                </a:lnTo>
                <a:lnTo>
                  <a:pt x="224923" y="51419"/>
                </a:lnTo>
                <a:lnTo>
                  <a:pt x="223137" y="50715"/>
                </a:lnTo>
                <a:lnTo>
                  <a:pt x="221312" y="50068"/>
                </a:lnTo>
                <a:lnTo>
                  <a:pt x="219446" y="49477"/>
                </a:lnTo>
                <a:lnTo>
                  <a:pt x="217541" y="48942"/>
                </a:lnTo>
                <a:lnTo>
                  <a:pt x="215596" y="48464"/>
                </a:lnTo>
                <a:lnTo>
                  <a:pt x="213611" y="48042"/>
                </a:lnTo>
                <a:lnTo>
                  <a:pt x="211585" y="47676"/>
                </a:lnTo>
                <a:lnTo>
                  <a:pt x="209520" y="47366"/>
                </a:lnTo>
                <a:lnTo>
                  <a:pt x="207415" y="47113"/>
                </a:lnTo>
                <a:lnTo>
                  <a:pt x="205270" y="46916"/>
                </a:lnTo>
                <a:lnTo>
                  <a:pt x="203085" y="46776"/>
                </a:lnTo>
                <a:lnTo>
                  <a:pt x="200860" y="46691"/>
                </a:lnTo>
                <a:lnTo>
                  <a:pt x="198595" y="46663"/>
                </a:lnTo>
                <a:lnTo>
                  <a:pt x="196960" y="46676"/>
                </a:lnTo>
                <a:lnTo>
                  <a:pt x="195347" y="46716"/>
                </a:lnTo>
                <a:lnTo>
                  <a:pt x="193756" y="46783"/>
                </a:lnTo>
                <a:lnTo>
                  <a:pt x="192186" y="46877"/>
                </a:lnTo>
                <a:lnTo>
                  <a:pt x="190637" y="46997"/>
                </a:lnTo>
                <a:lnTo>
                  <a:pt x="189111" y="47144"/>
                </a:lnTo>
                <a:lnTo>
                  <a:pt x="187606" y="47318"/>
                </a:lnTo>
                <a:lnTo>
                  <a:pt x="186122" y="47518"/>
                </a:lnTo>
                <a:lnTo>
                  <a:pt x="184660" y="47746"/>
                </a:lnTo>
                <a:lnTo>
                  <a:pt x="183220" y="48000"/>
                </a:lnTo>
                <a:lnTo>
                  <a:pt x="181802" y="48280"/>
                </a:lnTo>
                <a:lnTo>
                  <a:pt x="180405" y="48588"/>
                </a:lnTo>
                <a:lnTo>
                  <a:pt x="179029" y="48922"/>
                </a:lnTo>
                <a:lnTo>
                  <a:pt x="177676" y="49283"/>
                </a:lnTo>
                <a:lnTo>
                  <a:pt x="176344" y="49671"/>
                </a:lnTo>
                <a:lnTo>
                  <a:pt x="175033" y="50085"/>
                </a:lnTo>
                <a:lnTo>
                  <a:pt x="173744" y="50526"/>
                </a:lnTo>
                <a:lnTo>
                  <a:pt x="172477" y="50994"/>
                </a:lnTo>
                <a:lnTo>
                  <a:pt x="171231" y="51489"/>
                </a:lnTo>
                <a:lnTo>
                  <a:pt x="170007" y="52010"/>
                </a:lnTo>
                <a:lnTo>
                  <a:pt x="168805" y="52558"/>
                </a:lnTo>
                <a:lnTo>
                  <a:pt x="167624" y="53133"/>
                </a:lnTo>
                <a:lnTo>
                  <a:pt x="166465" y="53735"/>
                </a:lnTo>
                <a:lnTo>
                  <a:pt x="165327" y="54363"/>
                </a:lnTo>
                <a:lnTo>
                  <a:pt x="164212" y="55016"/>
                </a:lnTo>
                <a:lnTo>
                  <a:pt x="163119" y="55692"/>
                </a:lnTo>
                <a:lnTo>
                  <a:pt x="162049" y="56390"/>
                </a:lnTo>
                <a:lnTo>
                  <a:pt x="161002" y="57112"/>
                </a:lnTo>
                <a:lnTo>
                  <a:pt x="159977" y="57856"/>
                </a:lnTo>
                <a:lnTo>
                  <a:pt x="158976" y="58622"/>
                </a:lnTo>
                <a:lnTo>
                  <a:pt x="157996" y="59412"/>
                </a:lnTo>
                <a:lnTo>
                  <a:pt x="157040" y="60224"/>
                </a:lnTo>
                <a:lnTo>
                  <a:pt x="156106" y="61060"/>
                </a:lnTo>
                <a:lnTo>
                  <a:pt x="155195" y="61918"/>
                </a:lnTo>
                <a:lnTo>
                  <a:pt x="154307" y="62798"/>
                </a:lnTo>
                <a:lnTo>
                  <a:pt x="153441" y="63702"/>
                </a:lnTo>
                <a:lnTo>
                  <a:pt x="152599" y="64628"/>
                </a:lnTo>
                <a:lnTo>
                  <a:pt x="151778" y="65577"/>
                </a:lnTo>
                <a:lnTo>
                  <a:pt x="150981" y="66549"/>
                </a:lnTo>
                <a:lnTo>
                  <a:pt x="150206" y="67543"/>
                </a:lnTo>
                <a:lnTo>
                  <a:pt x="149454" y="68560"/>
                </a:lnTo>
                <a:lnTo>
                  <a:pt x="148725" y="69600"/>
                </a:lnTo>
                <a:lnTo>
                  <a:pt x="148018" y="70663"/>
                </a:lnTo>
                <a:lnTo>
                  <a:pt x="147334" y="71749"/>
                </a:lnTo>
                <a:lnTo>
                  <a:pt x="146673" y="72857"/>
                </a:lnTo>
                <a:lnTo>
                  <a:pt x="146035" y="73988"/>
                </a:lnTo>
                <a:lnTo>
                  <a:pt x="145419" y="75142"/>
                </a:lnTo>
                <a:lnTo>
                  <a:pt x="144826" y="76319"/>
                </a:lnTo>
                <a:lnTo>
                  <a:pt x="144256" y="77516"/>
                </a:lnTo>
                <a:lnTo>
                  <a:pt x="143711" y="78732"/>
                </a:lnTo>
                <a:lnTo>
                  <a:pt x="143190" y="79967"/>
                </a:lnTo>
                <a:lnTo>
                  <a:pt x="142693" y="81221"/>
                </a:lnTo>
                <a:lnTo>
                  <a:pt x="142220" y="82495"/>
                </a:lnTo>
                <a:lnTo>
                  <a:pt x="141772" y="83787"/>
                </a:lnTo>
                <a:lnTo>
                  <a:pt x="141348" y="85098"/>
                </a:lnTo>
                <a:lnTo>
                  <a:pt x="140948" y="86428"/>
                </a:lnTo>
                <a:lnTo>
                  <a:pt x="140572" y="87778"/>
                </a:lnTo>
                <a:lnTo>
                  <a:pt x="140221" y="89146"/>
                </a:lnTo>
                <a:lnTo>
                  <a:pt x="139893" y="90533"/>
                </a:lnTo>
                <a:lnTo>
                  <a:pt x="139590" y="91939"/>
                </a:lnTo>
                <a:lnTo>
                  <a:pt x="139312" y="93365"/>
                </a:lnTo>
                <a:lnTo>
                  <a:pt x="139057" y="94809"/>
                </a:lnTo>
                <a:lnTo>
                  <a:pt x="138827" y="96272"/>
                </a:lnTo>
                <a:lnTo>
                  <a:pt x="138621" y="97755"/>
                </a:lnTo>
                <a:lnTo>
                  <a:pt x="138439" y="99256"/>
                </a:lnTo>
                <a:lnTo>
                  <a:pt x="138281" y="100776"/>
                </a:lnTo>
                <a:lnTo>
                  <a:pt x="138148" y="102316"/>
                </a:lnTo>
                <a:lnTo>
                  <a:pt x="138039" y="103874"/>
                </a:lnTo>
                <a:lnTo>
                  <a:pt x="137954" y="105452"/>
                </a:lnTo>
                <a:lnTo>
                  <a:pt x="137894" y="107048"/>
                </a:lnTo>
                <a:lnTo>
                  <a:pt x="137857" y="108663"/>
                </a:lnTo>
                <a:lnTo>
                  <a:pt x="137845" y="110298"/>
                </a:lnTo>
                <a:lnTo>
                  <a:pt x="137858" y="111985"/>
                </a:lnTo>
                <a:lnTo>
                  <a:pt x="137895" y="113651"/>
                </a:lnTo>
                <a:lnTo>
                  <a:pt x="137957" y="115297"/>
                </a:lnTo>
                <a:lnTo>
                  <a:pt x="138044" y="116923"/>
                </a:lnTo>
                <a:lnTo>
                  <a:pt x="138156" y="118529"/>
                </a:lnTo>
                <a:lnTo>
                  <a:pt x="138293" y="120114"/>
                </a:lnTo>
                <a:lnTo>
                  <a:pt x="138455" y="121679"/>
                </a:lnTo>
                <a:lnTo>
                  <a:pt x="138642" y="123223"/>
                </a:lnTo>
                <a:lnTo>
                  <a:pt x="138853" y="124748"/>
                </a:lnTo>
                <a:lnTo>
                  <a:pt x="139090" y="126252"/>
                </a:lnTo>
                <a:lnTo>
                  <a:pt x="139351" y="127735"/>
                </a:lnTo>
                <a:lnTo>
                  <a:pt x="139638" y="129199"/>
                </a:lnTo>
                <a:lnTo>
                  <a:pt x="139949" y="130642"/>
                </a:lnTo>
                <a:lnTo>
                  <a:pt x="140285" y="132064"/>
                </a:lnTo>
                <a:lnTo>
                  <a:pt x="140646" y="133467"/>
                </a:lnTo>
                <a:lnTo>
                  <a:pt x="141032" y="134849"/>
                </a:lnTo>
                <a:lnTo>
                  <a:pt x="141442" y="136210"/>
                </a:lnTo>
                <a:lnTo>
                  <a:pt x="141878" y="137552"/>
                </a:lnTo>
                <a:lnTo>
                  <a:pt x="142338" y="138873"/>
                </a:lnTo>
                <a:lnTo>
                  <a:pt x="142824" y="140173"/>
                </a:lnTo>
                <a:lnTo>
                  <a:pt x="143334" y="141454"/>
                </a:lnTo>
                <a:lnTo>
                  <a:pt x="143869" y="142714"/>
                </a:lnTo>
                <a:lnTo>
                  <a:pt x="144429" y="143954"/>
                </a:lnTo>
                <a:lnTo>
                  <a:pt x="145014" y="145173"/>
                </a:lnTo>
                <a:lnTo>
                  <a:pt x="145624" y="146370"/>
                </a:lnTo>
                <a:lnTo>
                  <a:pt x="146256" y="147544"/>
                </a:lnTo>
                <a:lnTo>
                  <a:pt x="146913" y="148694"/>
                </a:lnTo>
                <a:lnTo>
                  <a:pt x="147593" y="149820"/>
                </a:lnTo>
                <a:lnTo>
                  <a:pt x="148296" y="150922"/>
                </a:lnTo>
                <a:lnTo>
                  <a:pt x="149024" y="152001"/>
                </a:lnTo>
                <a:lnTo>
                  <a:pt x="149774" y="153057"/>
                </a:lnTo>
                <a:lnTo>
                  <a:pt x="150549" y="154088"/>
                </a:lnTo>
                <a:lnTo>
                  <a:pt x="151346" y="155096"/>
                </a:lnTo>
                <a:lnTo>
                  <a:pt x="152168" y="156081"/>
                </a:lnTo>
                <a:lnTo>
                  <a:pt x="153013" y="157042"/>
                </a:lnTo>
                <a:lnTo>
                  <a:pt x="153882" y="157979"/>
                </a:lnTo>
                <a:lnTo>
                  <a:pt x="154774" y="158892"/>
                </a:lnTo>
                <a:lnTo>
                  <a:pt x="155690" y="159782"/>
                </a:lnTo>
                <a:lnTo>
                  <a:pt x="156629" y="160648"/>
                </a:lnTo>
                <a:lnTo>
                  <a:pt x="157592" y="161491"/>
                </a:lnTo>
                <a:lnTo>
                  <a:pt x="158579" y="162310"/>
                </a:lnTo>
                <a:lnTo>
                  <a:pt x="159589" y="163105"/>
                </a:lnTo>
                <a:lnTo>
                  <a:pt x="160622" y="163877"/>
                </a:lnTo>
                <a:lnTo>
                  <a:pt x="161680" y="164625"/>
                </a:lnTo>
                <a:lnTo>
                  <a:pt x="162761" y="165349"/>
                </a:lnTo>
                <a:lnTo>
                  <a:pt x="163865" y="166050"/>
                </a:lnTo>
                <a:lnTo>
                  <a:pt x="164993" y="166727"/>
                </a:lnTo>
                <a:lnTo>
                  <a:pt x="166145" y="167380"/>
                </a:lnTo>
                <a:lnTo>
                  <a:pt x="167320" y="168009"/>
                </a:lnTo>
                <a:lnTo>
                  <a:pt x="168517" y="168610"/>
                </a:lnTo>
                <a:lnTo>
                  <a:pt x="169737" y="169185"/>
                </a:lnTo>
                <a:lnTo>
                  <a:pt x="170980" y="169733"/>
                </a:lnTo>
                <a:lnTo>
                  <a:pt x="172246" y="170255"/>
                </a:lnTo>
                <a:lnTo>
                  <a:pt x="173534" y="170749"/>
                </a:lnTo>
                <a:lnTo>
                  <a:pt x="174845" y="171217"/>
                </a:lnTo>
                <a:lnTo>
                  <a:pt x="176179" y="171658"/>
                </a:lnTo>
                <a:lnTo>
                  <a:pt x="177535" y="172073"/>
                </a:lnTo>
                <a:lnTo>
                  <a:pt x="178915" y="172460"/>
                </a:lnTo>
                <a:lnTo>
                  <a:pt x="180316" y="172821"/>
                </a:lnTo>
                <a:lnTo>
                  <a:pt x="181741" y="173155"/>
                </a:lnTo>
                <a:lnTo>
                  <a:pt x="183188" y="173463"/>
                </a:lnTo>
                <a:lnTo>
                  <a:pt x="184658" y="173744"/>
                </a:lnTo>
                <a:lnTo>
                  <a:pt x="186151" y="173998"/>
                </a:lnTo>
                <a:lnTo>
                  <a:pt x="187667" y="174225"/>
                </a:lnTo>
                <a:lnTo>
                  <a:pt x="189205" y="174425"/>
                </a:lnTo>
                <a:lnTo>
                  <a:pt x="190766" y="174599"/>
                </a:lnTo>
                <a:lnTo>
                  <a:pt x="192349" y="174746"/>
                </a:lnTo>
                <a:lnTo>
                  <a:pt x="193955" y="174866"/>
                </a:lnTo>
                <a:lnTo>
                  <a:pt x="195584" y="174960"/>
                </a:lnTo>
                <a:lnTo>
                  <a:pt x="197236" y="175027"/>
                </a:lnTo>
                <a:lnTo>
                  <a:pt x="198910" y="175067"/>
                </a:lnTo>
                <a:lnTo>
                  <a:pt x="200607" y="175080"/>
                </a:lnTo>
                <a:lnTo>
                  <a:pt x="201994" y="175072"/>
                </a:lnTo>
                <a:lnTo>
                  <a:pt x="203366" y="175047"/>
                </a:lnTo>
                <a:lnTo>
                  <a:pt x="204724" y="175006"/>
                </a:lnTo>
                <a:lnTo>
                  <a:pt x="206067" y="174948"/>
                </a:lnTo>
                <a:close/>
                <a:moveTo>
                  <a:pt x="171988" y="91988"/>
                </a:moveTo>
                <a:lnTo>
                  <a:pt x="172154" y="91015"/>
                </a:lnTo>
                <a:lnTo>
                  <a:pt x="172343" y="90063"/>
                </a:lnTo>
                <a:lnTo>
                  <a:pt x="172555" y="89132"/>
                </a:lnTo>
                <a:lnTo>
                  <a:pt x="172790" y="88222"/>
                </a:lnTo>
                <a:lnTo>
                  <a:pt x="173048" y="87333"/>
                </a:lnTo>
                <a:lnTo>
                  <a:pt x="173328" y="86466"/>
                </a:lnTo>
                <a:lnTo>
                  <a:pt x="173632" y="85619"/>
                </a:lnTo>
                <a:lnTo>
                  <a:pt x="173959" y="84794"/>
                </a:lnTo>
                <a:lnTo>
                  <a:pt x="174308" y="83990"/>
                </a:lnTo>
                <a:lnTo>
                  <a:pt x="174681" y="83206"/>
                </a:lnTo>
                <a:lnTo>
                  <a:pt x="175076" y="82445"/>
                </a:lnTo>
                <a:lnTo>
                  <a:pt x="175494" y="81704"/>
                </a:lnTo>
                <a:lnTo>
                  <a:pt x="175935" y="80984"/>
                </a:lnTo>
                <a:lnTo>
                  <a:pt x="176400" y="80286"/>
                </a:lnTo>
                <a:lnTo>
                  <a:pt x="176887" y="79608"/>
                </a:lnTo>
                <a:lnTo>
                  <a:pt x="177397" y="78952"/>
                </a:lnTo>
                <a:lnTo>
                  <a:pt x="177929" y="78317"/>
                </a:lnTo>
                <a:lnTo>
                  <a:pt x="178485" y="77703"/>
                </a:lnTo>
                <a:lnTo>
                  <a:pt x="179064" y="77110"/>
                </a:lnTo>
                <a:lnTo>
                  <a:pt x="179666" y="76539"/>
                </a:lnTo>
                <a:lnTo>
                  <a:pt x="180286" y="75989"/>
                </a:lnTo>
                <a:lnTo>
                  <a:pt x="180921" y="75463"/>
                </a:lnTo>
                <a:lnTo>
                  <a:pt x="181571" y="74961"/>
                </a:lnTo>
                <a:lnTo>
                  <a:pt x="182235" y="74481"/>
                </a:lnTo>
                <a:lnTo>
                  <a:pt x="182914" y="74026"/>
                </a:lnTo>
                <a:lnTo>
                  <a:pt x="183608" y="73593"/>
                </a:lnTo>
                <a:lnTo>
                  <a:pt x="184316" y="73184"/>
                </a:lnTo>
                <a:lnTo>
                  <a:pt x="185039" y="72798"/>
                </a:lnTo>
                <a:lnTo>
                  <a:pt x="185777" y="72436"/>
                </a:lnTo>
                <a:lnTo>
                  <a:pt x="186529" y="72097"/>
                </a:lnTo>
                <a:lnTo>
                  <a:pt x="187296" y="71781"/>
                </a:lnTo>
                <a:lnTo>
                  <a:pt x="188077" y="71489"/>
                </a:lnTo>
                <a:lnTo>
                  <a:pt x="188873" y="71220"/>
                </a:lnTo>
                <a:lnTo>
                  <a:pt x="189684" y="70975"/>
                </a:lnTo>
                <a:lnTo>
                  <a:pt x="190509" y="70753"/>
                </a:lnTo>
                <a:lnTo>
                  <a:pt x="191349" y="70554"/>
                </a:lnTo>
                <a:lnTo>
                  <a:pt x="192204" y="70379"/>
                </a:lnTo>
                <a:lnTo>
                  <a:pt x="193073" y="70227"/>
                </a:lnTo>
                <a:lnTo>
                  <a:pt x="193957" y="70098"/>
                </a:lnTo>
                <a:lnTo>
                  <a:pt x="194855" y="69993"/>
                </a:lnTo>
                <a:lnTo>
                  <a:pt x="195768" y="69911"/>
                </a:lnTo>
                <a:lnTo>
                  <a:pt x="196696" y="69853"/>
                </a:lnTo>
                <a:lnTo>
                  <a:pt x="197638" y="69817"/>
                </a:lnTo>
                <a:lnTo>
                  <a:pt x="198595" y="69806"/>
                </a:lnTo>
                <a:lnTo>
                  <a:pt x="199531" y="69817"/>
                </a:lnTo>
                <a:lnTo>
                  <a:pt x="200453" y="69851"/>
                </a:lnTo>
                <a:lnTo>
                  <a:pt x="201361" y="69908"/>
                </a:lnTo>
                <a:lnTo>
                  <a:pt x="202255" y="69987"/>
                </a:lnTo>
                <a:lnTo>
                  <a:pt x="203134" y="70090"/>
                </a:lnTo>
                <a:lnTo>
                  <a:pt x="204000" y="70215"/>
                </a:lnTo>
                <a:lnTo>
                  <a:pt x="204851" y="70362"/>
                </a:lnTo>
                <a:lnTo>
                  <a:pt x="205687" y="70532"/>
                </a:lnTo>
                <a:lnTo>
                  <a:pt x="206510" y="70725"/>
                </a:lnTo>
                <a:lnTo>
                  <a:pt x="207319" y="70941"/>
                </a:lnTo>
                <a:lnTo>
                  <a:pt x="208113" y="71180"/>
                </a:lnTo>
                <a:lnTo>
                  <a:pt x="208893" y="71441"/>
                </a:lnTo>
                <a:lnTo>
                  <a:pt x="209659" y="71725"/>
                </a:lnTo>
                <a:lnTo>
                  <a:pt x="210411" y="72031"/>
                </a:lnTo>
                <a:lnTo>
                  <a:pt x="211148" y="72361"/>
                </a:lnTo>
                <a:lnTo>
                  <a:pt x="211871" y="72713"/>
                </a:lnTo>
                <a:lnTo>
                  <a:pt x="212581" y="73087"/>
                </a:lnTo>
                <a:lnTo>
                  <a:pt x="213276" y="73485"/>
                </a:lnTo>
                <a:lnTo>
                  <a:pt x="213956" y="73905"/>
                </a:lnTo>
                <a:lnTo>
                  <a:pt x="214623" y="74348"/>
                </a:lnTo>
                <a:lnTo>
                  <a:pt x="215275" y="74813"/>
                </a:lnTo>
                <a:lnTo>
                  <a:pt x="215913" y="75301"/>
                </a:lnTo>
                <a:lnTo>
                  <a:pt x="216537" y="75812"/>
                </a:lnTo>
                <a:lnTo>
                  <a:pt x="217147" y="76346"/>
                </a:lnTo>
                <a:lnTo>
                  <a:pt x="217738" y="76903"/>
                </a:lnTo>
                <a:lnTo>
                  <a:pt x="218305" y="77482"/>
                </a:lnTo>
                <a:lnTo>
                  <a:pt x="218848" y="78085"/>
                </a:lnTo>
                <a:lnTo>
                  <a:pt x="219367" y="78711"/>
                </a:lnTo>
                <a:lnTo>
                  <a:pt x="219863" y="79361"/>
                </a:lnTo>
                <a:lnTo>
                  <a:pt x="220335" y="80033"/>
                </a:lnTo>
                <a:lnTo>
                  <a:pt x="220783" y="80728"/>
                </a:lnTo>
                <a:lnTo>
                  <a:pt x="221207" y="81447"/>
                </a:lnTo>
                <a:lnTo>
                  <a:pt x="221607" y="82189"/>
                </a:lnTo>
                <a:lnTo>
                  <a:pt x="221984" y="82954"/>
                </a:lnTo>
                <a:lnTo>
                  <a:pt x="222337" y="83742"/>
                </a:lnTo>
                <a:lnTo>
                  <a:pt x="222665" y="84553"/>
                </a:lnTo>
                <a:lnTo>
                  <a:pt x="222971" y="85387"/>
                </a:lnTo>
                <a:lnTo>
                  <a:pt x="223252" y="86245"/>
                </a:lnTo>
                <a:lnTo>
                  <a:pt x="223510" y="87126"/>
                </a:lnTo>
                <a:lnTo>
                  <a:pt x="223743" y="88029"/>
                </a:lnTo>
                <a:lnTo>
                  <a:pt x="223953" y="88956"/>
                </a:lnTo>
                <a:lnTo>
                  <a:pt x="224139" y="89906"/>
                </a:lnTo>
                <a:lnTo>
                  <a:pt x="224302" y="90880"/>
                </a:lnTo>
                <a:lnTo>
                  <a:pt x="224440" y="91876"/>
                </a:lnTo>
                <a:lnTo>
                  <a:pt x="224555" y="92895"/>
                </a:lnTo>
                <a:lnTo>
                  <a:pt x="224646" y="93938"/>
                </a:lnTo>
                <a:lnTo>
                  <a:pt x="224713" y="95004"/>
                </a:lnTo>
                <a:lnTo>
                  <a:pt x="224757" y="96093"/>
                </a:lnTo>
                <a:lnTo>
                  <a:pt x="171553" y="96093"/>
                </a:lnTo>
                <a:lnTo>
                  <a:pt x="171628" y="95035"/>
                </a:lnTo>
                <a:lnTo>
                  <a:pt x="171725" y="93998"/>
                </a:lnTo>
                <a:lnTo>
                  <a:pt x="171845" y="92983"/>
                </a:lnTo>
                <a:lnTo>
                  <a:pt x="171988" y="91988"/>
                </a:lnTo>
                <a:close/>
                <a:moveTo>
                  <a:pt x="340076" y="175020"/>
                </a:moveTo>
                <a:lnTo>
                  <a:pt x="340925" y="174987"/>
                </a:lnTo>
                <a:lnTo>
                  <a:pt x="341771" y="174945"/>
                </a:lnTo>
                <a:lnTo>
                  <a:pt x="342615" y="174896"/>
                </a:lnTo>
                <a:lnTo>
                  <a:pt x="343456" y="174840"/>
                </a:lnTo>
                <a:lnTo>
                  <a:pt x="344296" y="174776"/>
                </a:lnTo>
                <a:lnTo>
                  <a:pt x="345132" y="174705"/>
                </a:lnTo>
                <a:lnTo>
                  <a:pt x="345966" y="174626"/>
                </a:lnTo>
                <a:lnTo>
                  <a:pt x="346798" y="174540"/>
                </a:lnTo>
                <a:lnTo>
                  <a:pt x="347628" y="174446"/>
                </a:lnTo>
                <a:lnTo>
                  <a:pt x="348455" y="174345"/>
                </a:lnTo>
                <a:lnTo>
                  <a:pt x="349279" y="174236"/>
                </a:lnTo>
                <a:lnTo>
                  <a:pt x="350102" y="174120"/>
                </a:lnTo>
                <a:lnTo>
                  <a:pt x="350921" y="173996"/>
                </a:lnTo>
                <a:lnTo>
                  <a:pt x="351739" y="173864"/>
                </a:lnTo>
                <a:lnTo>
                  <a:pt x="352554" y="173725"/>
                </a:lnTo>
                <a:lnTo>
                  <a:pt x="353367" y="173579"/>
                </a:lnTo>
                <a:lnTo>
                  <a:pt x="354177" y="173425"/>
                </a:lnTo>
                <a:lnTo>
                  <a:pt x="354985" y="173264"/>
                </a:lnTo>
                <a:lnTo>
                  <a:pt x="355790" y="173095"/>
                </a:lnTo>
                <a:lnTo>
                  <a:pt x="356593" y="172919"/>
                </a:lnTo>
                <a:lnTo>
                  <a:pt x="357391" y="172734"/>
                </a:lnTo>
                <a:lnTo>
                  <a:pt x="358182" y="172540"/>
                </a:lnTo>
                <a:lnTo>
                  <a:pt x="358965" y="172337"/>
                </a:lnTo>
                <a:lnTo>
                  <a:pt x="359741" y="172126"/>
                </a:lnTo>
                <a:lnTo>
                  <a:pt x="360509" y="171905"/>
                </a:lnTo>
                <a:lnTo>
                  <a:pt x="361270" y="171675"/>
                </a:lnTo>
                <a:lnTo>
                  <a:pt x="362024" y="171436"/>
                </a:lnTo>
                <a:lnTo>
                  <a:pt x="362770" y="171188"/>
                </a:lnTo>
                <a:lnTo>
                  <a:pt x="363509" y="170931"/>
                </a:lnTo>
                <a:lnTo>
                  <a:pt x="364240" y="170665"/>
                </a:lnTo>
                <a:lnTo>
                  <a:pt x="364964" y="170390"/>
                </a:lnTo>
                <a:lnTo>
                  <a:pt x="365680" y="170105"/>
                </a:lnTo>
                <a:lnTo>
                  <a:pt x="366389" y="169812"/>
                </a:lnTo>
                <a:lnTo>
                  <a:pt x="367091" y="169510"/>
                </a:lnTo>
                <a:lnTo>
                  <a:pt x="367785" y="169198"/>
                </a:lnTo>
                <a:lnTo>
                  <a:pt x="368472" y="168878"/>
                </a:lnTo>
                <a:lnTo>
                  <a:pt x="369151" y="168549"/>
                </a:lnTo>
                <a:lnTo>
                  <a:pt x="369823" y="168210"/>
                </a:lnTo>
                <a:lnTo>
                  <a:pt x="370488" y="167863"/>
                </a:lnTo>
                <a:lnTo>
                  <a:pt x="371145" y="167506"/>
                </a:lnTo>
                <a:lnTo>
                  <a:pt x="371794" y="167140"/>
                </a:lnTo>
                <a:lnTo>
                  <a:pt x="372437" y="166766"/>
                </a:lnTo>
                <a:lnTo>
                  <a:pt x="373071" y="166382"/>
                </a:lnTo>
                <a:lnTo>
                  <a:pt x="373699" y="165989"/>
                </a:lnTo>
                <a:lnTo>
                  <a:pt x="374317" y="165587"/>
                </a:lnTo>
                <a:lnTo>
                  <a:pt x="374925" y="165174"/>
                </a:lnTo>
                <a:lnTo>
                  <a:pt x="375522" y="164751"/>
                </a:lnTo>
                <a:lnTo>
                  <a:pt x="376109" y="164317"/>
                </a:lnTo>
                <a:lnTo>
                  <a:pt x="376686" y="163873"/>
                </a:lnTo>
                <a:lnTo>
                  <a:pt x="377252" y="163419"/>
                </a:lnTo>
                <a:lnTo>
                  <a:pt x="377807" y="162954"/>
                </a:lnTo>
                <a:lnTo>
                  <a:pt x="378352" y="162479"/>
                </a:lnTo>
                <a:lnTo>
                  <a:pt x="378887" y="161993"/>
                </a:lnTo>
                <a:lnTo>
                  <a:pt x="379411" y="161497"/>
                </a:lnTo>
                <a:lnTo>
                  <a:pt x="379925" y="160991"/>
                </a:lnTo>
                <a:lnTo>
                  <a:pt x="380428" y="160475"/>
                </a:lnTo>
                <a:lnTo>
                  <a:pt x="380920" y="159948"/>
                </a:lnTo>
                <a:lnTo>
                  <a:pt x="381402" y="159410"/>
                </a:lnTo>
                <a:lnTo>
                  <a:pt x="381874" y="158863"/>
                </a:lnTo>
                <a:lnTo>
                  <a:pt x="382335" y="158305"/>
                </a:lnTo>
                <a:lnTo>
                  <a:pt x="382786" y="157736"/>
                </a:lnTo>
                <a:lnTo>
                  <a:pt x="383226" y="157157"/>
                </a:lnTo>
                <a:lnTo>
                  <a:pt x="383656" y="156568"/>
                </a:lnTo>
                <a:lnTo>
                  <a:pt x="384075" y="155969"/>
                </a:lnTo>
                <a:lnTo>
                  <a:pt x="384484" y="155359"/>
                </a:lnTo>
                <a:lnTo>
                  <a:pt x="384882" y="154738"/>
                </a:lnTo>
                <a:lnTo>
                  <a:pt x="385270" y="154108"/>
                </a:lnTo>
                <a:lnTo>
                  <a:pt x="385647" y="153467"/>
                </a:lnTo>
                <a:lnTo>
                  <a:pt x="386012" y="152814"/>
                </a:lnTo>
                <a:lnTo>
                  <a:pt x="386361" y="152150"/>
                </a:lnTo>
                <a:lnTo>
                  <a:pt x="386694" y="151474"/>
                </a:lnTo>
                <a:lnTo>
                  <a:pt x="387012" y="150786"/>
                </a:lnTo>
                <a:lnTo>
                  <a:pt x="387314" y="150086"/>
                </a:lnTo>
                <a:lnTo>
                  <a:pt x="387601" y="149374"/>
                </a:lnTo>
                <a:lnTo>
                  <a:pt x="387872" y="148651"/>
                </a:lnTo>
                <a:lnTo>
                  <a:pt x="388128" y="147915"/>
                </a:lnTo>
                <a:lnTo>
                  <a:pt x="388368" y="147167"/>
                </a:lnTo>
                <a:lnTo>
                  <a:pt x="388593" y="146408"/>
                </a:lnTo>
                <a:lnTo>
                  <a:pt x="388802" y="145636"/>
                </a:lnTo>
                <a:lnTo>
                  <a:pt x="388996" y="144853"/>
                </a:lnTo>
                <a:lnTo>
                  <a:pt x="389174" y="144057"/>
                </a:lnTo>
                <a:lnTo>
                  <a:pt x="389337" y="143250"/>
                </a:lnTo>
                <a:lnTo>
                  <a:pt x="389485" y="142431"/>
                </a:lnTo>
                <a:lnTo>
                  <a:pt x="389616" y="141600"/>
                </a:lnTo>
                <a:lnTo>
                  <a:pt x="389733" y="140757"/>
                </a:lnTo>
                <a:lnTo>
                  <a:pt x="389833" y="139902"/>
                </a:lnTo>
                <a:lnTo>
                  <a:pt x="389919" y="139035"/>
                </a:lnTo>
                <a:lnTo>
                  <a:pt x="389988" y="138156"/>
                </a:lnTo>
                <a:lnTo>
                  <a:pt x="390043" y="137265"/>
                </a:lnTo>
                <a:lnTo>
                  <a:pt x="390081" y="136363"/>
                </a:lnTo>
                <a:lnTo>
                  <a:pt x="390105" y="135448"/>
                </a:lnTo>
                <a:lnTo>
                  <a:pt x="390112" y="134521"/>
                </a:lnTo>
                <a:lnTo>
                  <a:pt x="390103" y="133533"/>
                </a:lnTo>
                <a:lnTo>
                  <a:pt x="390074" y="132560"/>
                </a:lnTo>
                <a:lnTo>
                  <a:pt x="390026" y="131603"/>
                </a:lnTo>
                <a:lnTo>
                  <a:pt x="389959" y="130661"/>
                </a:lnTo>
                <a:lnTo>
                  <a:pt x="389872" y="129734"/>
                </a:lnTo>
                <a:lnTo>
                  <a:pt x="389767" y="128823"/>
                </a:lnTo>
                <a:lnTo>
                  <a:pt x="389642" y="127928"/>
                </a:lnTo>
                <a:lnTo>
                  <a:pt x="389498" y="127048"/>
                </a:lnTo>
                <a:lnTo>
                  <a:pt x="389334" y="126183"/>
                </a:lnTo>
                <a:lnTo>
                  <a:pt x="389152" y="125334"/>
                </a:lnTo>
                <a:lnTo>
                  <a:pt x="388950" y="124500"/>
                </a:lnTo>
                <a:lnTo>
                  <a:pt x="388729" y="123682"/>
                </a:lnTo>
                <a:lnTo>
                  <a:pt x="388489" y="122879"/>
                </a:lnTo>
                <a:lnTo>
                  <a:pt x="388229" y="122092"/>
                </a:lnTo>
                <a:lnTo>
                  <a:pt x="387951" y="121320"/>
                </a:lnTo>
                <a:lnTo>
                  <a:pt x="387653" y="120564"/>
                </a:lnTo>
                <a:lnTo>
                  <a:pt x="387336" y="119823"/>
                </a:lnTo>
                <a:lnTo>
                  <a:pt x="386999" y="119097"/>
                </a:lnTo>
                <a:lnTo>
                  <a:pt x="386644" y="118387"/>
                </a:lnTo>
                <a:lnTo>
                  <a:pt x="386269" y="117693"/>
                </a:lnTo>
                <a:lnTo>
                  <a:pt x="385875" y="117014"/>
                </a:lnTo>
                <a:lnTo>
                  <a:pt x="385462" y="116350"/>
                </a:lnTo>
                <a:lnTo>
                  <a:pt x="385030" y="115702"/>
                </a:lnTo>
                <a:lnTo>
                  <a:pt x="384578" y="115069"/>
                </a:lnTo>
                <a:lnTo>
                  <a:pt x="384110" y="114449"/>
                </a:lnTo>
                <a:lnTo>
                  <a:pt x="383629" y="113840"/>
                </a:lnTo>
                <a:lnTo>
                  <a:pt x="383134" y="113241"/>
                </a:lnTo>
                <a:lnTo>
                  <a:pt x="382625" y="112653"/>
                </a:lnTo>
                <a:lnTo>
                  <a:pt x="382103" y="112076"/>
                </a:lnTo>
                <a:lnTo>
                  <a:pt x="381568" y="111509"/>
                </a:lnTo>
                <a:lnTo>
                  <a:pt x="381018" y="110952"/>
                </a:lnTo>
                <a:lnTo>
                  <a:pt x="380456" y="110407"/>
                </a:lnTo>
                <a:lnTo>
                  <a:pt x="379879" y="109871"/>
                </a:lnTo>
                <a:lnTo>
                  <a:pt x="379290" y="109347"/>
                </a:lnTo>
                <a:lnTo>
                  <a:pt x="378686" y="108833"/>
                </a:lnTo>
                <a:lnTo>
                  <a:pt x="378069" y="108330"/>
                </a:lnTo>
                <a:lnTo>
                  <a:pt x="377439" y="107837"/>
                </a:lnTo>
                <a:lnTo>
                  <a:pt x="376795" y="107355"/>
                </a:lnTo>
                <a:lnTo>
                  <a:pt x="376138" y="106883"/>
                </a:lnTo>
                <a:lnTo>
                  <a:pt x="375467" y="106422"/>
                </a:lnTo>
                <a:lnTo>
                  <a:pt x="374782" y="105972"/>
                </a:lnTo>
                <a:lnTo>
                  <a:pt x="374084" y="105532"/>
                </a:lnTo>
                <a:lnTo>
                  <a:pt x="373372" y="105103"/>
                </a:lnTo>
                <a:lnTo>
                  <a:pt x="372647" y="104685"/>
                </a:lnTo>
                <a:lnTo>
                  <a:pt x="371908" y="104277"/>
                </a:lnTo>
                <a:lnTo>
                  <a:pt x="371156" y="103880"/>
                </a:lnTo>
                <a:lnTo>
                  <a:pt x="370390" y="103493"/>
                </a:lnTo>
                <a:lnTo>
                  <a:pt x="369611" y="103117"/>
                </a:lnTo>
                <a:lnTo>
                  <a:pt x="368820" y="102749"/>
                </a:lnTo>
                <a:lnTo>
                  <a:pt x="368021" y="102387"/>
                </a:lnTo>
                <a:lnTo>
                  <a:pt x="367213" y="102030"/>
                </a:lnTo>
                <a:lnTo>
                  <a:pt x="366397" y="101680"/>
                </a:lnTo>
                <a:lnTo>
                  <a:pt x="365571" y="101335"/>
                </a:lnTo>
                <a:lnTo>
                  <a:pt x="364737" y="100995"/>
                </a:lnTo>
                <a:lnTo>
                  <a:pt x="363894" y="100662"/>
                </a:lnTo>
                <a:lnTo>
                  <a:pt x="363043" y="100334"/>
                </a:lnTo>
                <a:lnTo>
                  <a:pt x="362182" y="100012"/>
                </a:lnTo>
                <a:lnTo>
                  <a:pt x="361313" y="99696"/>
                </a:lnTo>
                <a:lnTo>
                  <a:pt x="360435" y="99385"/>
                </a:lnTo>
                <a:lnTo>
                  <a:pt x="359549" y="99080"/>
                </a:lnTo>
                <a:lnTo>
                  <a:pt x="358654" y="98781"/>
                </a:lnTo>
                <a:lnTo>
                  <a:pt x="357750" y="98488"/>
                </a:lnTo>
                <a:lnTo>
                  <a:pt x="356837" y="98200"/>
                </a:lnTo>
                <a:lnTo>
                  <a:pt x="355915" y="97918"/>
                </a:lnTo>
                <a:lnTo>
                  <a:pt x="354985" y="97642"/>
                </a:lnTo>
                <a:lnTo>
                  <a:pt x="354046" y="97371"/>
                </a:lnTo>
                <a:lnTo>
                  <a:pt x="353098" y="97107"/>
                </a:lnTo>
                <a:lnTo>
                  <a:pt x="352142" y="96848"/>
                </a:lnTo>
                <a:lnTo>
                  <a:pt x="351177" y="96594"/>
                </a:lnTo>
                <a:lnTo>
                  <a:pt x="350203" y="96347"/>
                </a:lnTo>
                <a:lnTo>
                  <a:pt x="349220" y="96105"/>
                </a:lnTo>
                <a:lnTo>
                  <a:pt x="348229" y="95869"/>
                </a:lnTo>
                <a:lnTo>
                  <a:pt x="347293" y="95658"/>
                </a:lnTo>
                <a:lnTo>
                  <a:pt x="346373" y="95447"/>
                </a:lnTo>
                <a:lnTo>
                  <a:pt x="345468" y="95238"/>
                </a:lnTo>
                <a:lnTo>
                  <a:pt x="344578" y="95030"/>
                </a:lnTo>
                <a:lnTo>
                  <a:pt x="343703" y="94823"/>
                </a:lnTo>
                <a:lnTo>
                  <a:pt x="342844" y="94617"/>
                </a:lnTo>
                <a:lnTo>
                  <a:pt x="342000" y="94413"/>
                </a:lnTo>
                <a:lnTo>
                  <a:pt x="341172" y="94209"/>
                </a:lnTo>
                <a:lnTo>
                  <a:pt x="340358" y="94006"/>
                </a:lnTo>
                <a:lnTo>
                  <a:pt x="339560" y="93805"/>
                </a:lnTo>
                <a:lnTo>
                  <a:pt x="338777" y="93605"/>
                </a:lnTo>
                <a:lnTo>
                  <a:pt x="338010" y="93405"/>
                </a:lnTo>
                <a:lnTo>
                  <a:pt x="337257" y="93207"/>
                </a:lnTo>
                <a:lnTo>
                  <a:pt x="336520" y="93010"/>
                </a:lnTo>
                <a:lnTo>
                  <a:pt x="335799" y="92814"/>
                </a:lnTo>
                <a:lnTo>
                  <a:pt x="335092" y="92620"/>
                </a:lnTo>
                <a:lnTo>
                  <a:pt x="334401" y="92426"/>
                </a:lnTo>
                <a:lnTo>
                  <a:pt x="333725" y="92233"/>
                </a:lnTo>
                <a:lnTo>
                  <a:pt x="333065" y="92042"/>
                </a:lnTo>
                <a:lnTo>
                  <a:pt x="332420" y="91852"/>
                </a:lnTo>
                <a:lnTo>
                  <a:pt x="331790" y="91662"/>
                </a:lnTo>
                <a:lnTo>
                  <a:pt x="331175" y="91474"/>
                </a:lnTo>
                <a:lnTo>
                  <a:pt x="330576" y="91287"/>
                </a:lnTo>
                <a:lnTo>
                  <a:pt x="329991" y="91101"/>
                </a:lnTo>
                <a:lnTo>
                  <a:pt x="329422" y="90915"/>
                </a:lnTo>
                <a:lnTo>
                  <a:pt x="328865" y="90728"/>
                </a:lnTo>
                <a:lnTo>
                  <a:pt x="328321" y="90539"/>
                </a:lnTo>
                <a:lnTo>
                  <a:pt x="327790" y="90349"/>
                </a:lnTo>
                <a:lnTo>
                  <a:pt x="327273" y="90158"/>
                </a:lnTo>
                <a:lnTo>
                  <a:pt x="326768" y="89965"/>
                </a:lnTo>
                <a:lnTo>
                  <a:pt x="326277" y="89771"/>
                </a:lnTo>
                <a:lnTo>
                  <a:pt x="325799" y="89576"/>
                </a:lnTo>
                <a:lnTo>
                  <a:pt x="325334" y="89379"/>
                </a:lnTo>
                <a:lnTo>
                  <a:pt x="324882" y="89181"/>
                </a:lnTo>
                <a:lnTo>
                  <a:pt x="324443" y="88982"/>
                </a:lnTo>
                <a:lnTo>
                  <a:pt x="324017" y="88781"/>
                </a:lnTo>
                <a:lnTo>
                  <a:pt x="323604" y="88579"/>
                </a:lnTo>
                <a:lnTo>
                  <a:pt x="323205" y="88376"/>
                </a:lnTo>
                <a:lnTo>
                  <a:pt x="322818" y="88171"/>
                </a:lnTo>
                <a:lnTo>
                  <a:pt x="322445" y="87966"/>
                </a:lnTo>
                <a:lnTo>
                  <a:pt x="322085" y="87758"/>
                </a:lnTo>
                <a:lnTo>
                  <a:pt x="321737" y="87550"/>
                </a:lnTo>
                <a:lnTo>
                  <a:pt x="321403" y="87340"/>
                </a:lnTo>
                <a:lnTo>
                  <a:pt x="321082" y="87129"/>
                </a:lnTo>
                <a:lnTo>
                  <a:pt x="320774" y="86916"/>
                </a:lnTo>
                <a:lnTo>
                  <a:pt x="320480" y="86702"/>
                </a:lnTo>
                <a:lnTo>
                  <a:pt x="320198" y="86487"/>
                </a:lnTo>
                <a:lnTo>
                  <a:pt x="319929" y="86271"/>
                </a:lnTo>
                <a:lnTo>
                  <a:pt x="319673" y="86052"/>
                </a:lnTo>
                <a:lnTo>
                  <a:pt x="319427" y="85830"/>
                </a:lnTo>
                <a:lnTo>
                  <a:pt x="319192" y="85605"/>
                </a:lnTo>
                <a:lnTo>
                  <a:pt x="318969" y="85378"/>
                </a:lnTo>
                <a:lnTo>
                  <a:pt x="318756" y="85148"/>
                </a:lnTo>
                <a:lnTo>
                  <a:pt x="318554" y="84914"/>
                </a:lnTo>
                <a:lnTo>
                  <a:pt x="318363" y="84678"/>
                </a:lnTo>
                <a:lnTo>
                  <a:pt x="318182" y="84439"/>
                </a:lnTo>
                <a:lnTo>
                  <a:pt x="318013" y="84198"/>
                </a:lnTo>
                <a:lnTo>
                  <a:pt x="317855" y="83953"/>
                </a:lnTo>
                <a:lnTo>
                  <a:pt x="317708" y="83706"/>
                </a:lnTo>
                <a:lnTo>
                  <a:pt x="317571" y="83455"/>
                </a:lnTo>
                <a:lnTo>
                  <a:pt x="317446" y="83202"/>
                </a:lnTo>
                <a:lnTo>
                  <a:pt x="317331" y="82946"/>
                </a:lnTo>
                <a:lnTo>
                  <a:pt x="317227" y="82687"/>
                </a:lnTo>
                <a:lnTo>
                  <a:pt x="317134" y="82426"/>
                </a:lnTo>
                <a:lnTo>
                  <a:pt x="317052" y="82161"/>
                </a:lnTo>
                <a:lnTo>
                  <a:pt x="316981" y="81894"/>
                </a:lnTo>
                <a:lnTo>
                  <a:pt x="316921" y="81624"/>
                </a:lnTo>
                <a:lnTo>
                  <a:pt x="316872" y="81350"/>
                </a:lnTo>
                <a:lnTo>
                  <a:pt x="316834" y="81074"/>
                </a:lnTo>
                <a:lnTo>
                  <a:pt x="316807" y="80796"/>
                </a:lnTo>
                <a:lnTo>
                  <a:pt x="316790" y="80514"/>
                </a:lnTo>
                <a:lnTo>
                  <a:pt x="316785" y="80229"/>
                </a:lnTo>
                <a:lnTo>
                  <a:pt x="316794" y="79737"/>
                </a:lnTo>
                <a:lnTo>
                  <a:pt x="316819" y="79257"/>
                </a:lnTo>
                <a:lnTo>
                  <a:pt x="316863" y="78788"/>
                </a:lnTo>
                <a:lnTo>
                  <a:pt x="316923" y="78331"/>
                </a:lnTo>
                <a:lnTo>
                  <a:pt x="317001" y="77885"/>
                </a:lnTo>
                <a:lnTo>
                  <a:pt x="317095" y="77452"/>
                </a:lnTo>
                <a:lnTo>
                  <a:pt x="317208" y="77030"/>
                </a:lnTo>
                <a:lnTo>
                  <a:pt x="317337" y="76619"/>
                </a:lnTo>
                <a:lnTo>
                  <a:pt x="317484" y="76221"/>
                </a:lnTo>
                <a:lnTo>
                  <a:pt x="317647" y="75834"/>
                </a:lnTo>
                <a:lnTo>
                  <a:pt x="317829" y="75459"/>
                </a:lnTo>
                <a:lnTo>
                  <a:pt x="318027" y="75096"/>
                </a:lnTo>
                <a:lnTo>
                  <a:pt x="318243" y="74745"/>
                </a:lnTo>
                <a:lnTo>
                  <a:pt x="318476" y="74405"/>
                </a:lnTo>
                <a:lnTo>
                  <a:pt x="318726" y="74077"/>
                </a:lnTo>
                <a:lnTo>
                  <a:pt x="318993" y="73761"/>
                </a:lnTo>
                <a:lnTo>
                  <a:pt x="319278" y="73456"/>
                </a:lnTo>
                <a:lnTo>
                  <a:pt x="319580" y="73163"/>
                </a:lnTo>
                <a:lnTo>
                  <a:pt x="319899" y="72882"/>
                </a:lnTo>
                <a:lnTo>
                  <a:pt x="320235" y="72613"/>
                </a:lnTo>
                <a:lnTo>
                  <a:pt x="320589" y="72355"/>
                </a:lnTo>
                <a:lnTo>
                  <a:pt x="320960" y="72110"/>
                </a:lnTo>
                <a:lnTo>
                  <a:pt x="321348" y="71875"/>
                </a:lnTo>
                <a:lnTo>
                  <a:pt x="321753" y="71653"/>
                </a:lnTo>
                <a:lnTo>
                  <a:pt x="322174" y="71441"/>
                </a:lnTo>
                <a:lnTo>
                  <a:pt x="322607" y="71237"/>
                </a:lnTo>
                <a:lnTo>
                  <a:pt x="323053" y="71043"/>
                </a:lnTo>
                <a:lnTo>
                  <a:pt x="323512" y="70858"/>
                </a:lnTo>
                <a:lnTo>
                  <a:pt x="323984" y="70682"/>
                </a:lnTo>
                <a:lnTo>
                  <a:pt x="324469" y="70515"/>
                </a:lnTo>
                <a:lnTo>
                  <a:pt x="324967" y="70357"/>
                </a:lnTo>
                <a:lnTo>
                  <a:pt x="325477" y="70208"/>
                </a:lnTo>
                <a:lnTo>
                  <a:pt x="326001" y="70067"/>
                </a:lnTo>
                <a:lnTo>
                  <a:pt x="326537" y="69936"/>
                </a:lnTo>
                <a:lnTo>
                  <a:pt x="327087" y="69815"/>
                </a:lnTo>
                <a:lnTo>
                  <a:pt x="327649" y="69702"/>
                </a:lnTo>
                <a:lnTo>
                  <a:pt x="328224" y="69598"/>
                </a:lnTo>
                <a:lnTo>
                  <a:pt x="328812" y="69503"/>
                </a:lnTo>
                <a:lnTo>
                  <a:pt x="329413" y="69417"/>
                </a:lnTo>
                <a:lnTo>
                  <a:pt x="330026" y="69340"/>
                </a:lnTo>
                <a:lnTo>
                  <a:pt x="330653" y="69272"/>
                </a:lnTo>
                <a:lnTo>
                  <a:pt x="331292" y="69214"/>
                </a:lnTo>
                <a:lnTo>
                  <a:pt x="331945" y="69164"/>
                </a:lnTo>
                <a:lnTo>
                  <a:pt x="332610" y="69123"/>
                </a:lnTo>
                <a:lnTo>
                  <a:pt x="333288" y="69092"/>
                </a:lnTo>
                <a:lnTo>
                  <a:pt x="333979" y="69069"/>
                </a:lnTo>
                <a:lnTo>
                  <a:pt x="334683" y="69056"/>
                </a:lnTo>
                <a:lnTo>
                  <a:pt x="335400" y="69051"/>
                </a:lnTo>
                <a:lnTo>
                  <a:pt x="336067" y="69058"/>
                </a:lnTo>
                <a:lnTo>
                  <a:pt x="336727" y="69077"/>
                </a:lnTo>
                <a:lnTo>
                  <a:pt x="337380" y="69110"/>
                </a:lnTo>
                <a:lnTo>
                  <a:pt x="338025" y="69155"/>
                </a:lnTo>
                <a:lnTo>
                  <a:pt x="338664" y="69213"/>
                </a:lnTo>
                <a:lnTo>
                  <a:pt x="339295" y="69285"/>
                </a:lnTo>
                <a:lnTo>
                  <a:pt x="339919" y="69369"/>
                </a:lnTo>
                <a:lnTo>
                  <a:pt x="340536" y="69467"/>
                </a:lnTo>
                <a:lnTo>
                  <a:pt x="341145" y="69577"/>
                </a:lnTo>
                <a:lnTo>
                  <a:pt x="341748" y="69701"/>
                </a:lnTo>
                <a:lnTo>
                  <a:pt x="342343" y="69837"/>
                </a:lnTo>
                <a:lnTo>
                  <a:pt x="342931" y="69987"/>
                </a:lnTo>
                <a:lnTo>
                  <a:pt x="343511" y="70149"/>
                </a:lnTo>
                <a:lnTo>
                  <a:pt x="344085" y="70324"/>
                </a:lnTo>
                <a:lnTo>
                  <a:pt x="344651" y="70513"/>
                </a:lnTo>
                <a:lnTo>
                  <a:pt x="345210" y="70714"/>
                </a:lnTo>
                <a:lnTo>
                  <a:pt x="345762" y="70929"/>
                </a:lnTo>
                <a:lnTo>
                  <a:pt x="346307" y="71156"/>
                </a:lnTo>
                <a:lnTo>
                  <a:pt x="346844" y="71396"/>
                </a:lnTo>
                <a:lnTo>
                  <a:pt x="347375" y="71650"/>
                </a:lnTo>
                <a:lnTo>
                  <a:pt x="347898" y="71916"/>
                </a:lnTo>
                <a:lnTo>
                  <a:pt x="348414" y="72195"/>
                </a:lnTo>
                <a:lnTo>
                  <a:pt x="348922" y="72488"/>
                </a:lnTo>
                <a:lnTo>
                  <a:pt x="349424" y="72793"/>
                </a:lnTo>
                <a:lnTo>
                  <a:pt x="349911" y="73115"/>
                </a:lnTo>
                <a:lnTo>
                  <a:pt x="350378" y="73457"/>
                </a:lnTo>
                <a:lnTo>
                  <a:pt x="350824" y="73820"/>
                </a:lnTo>
                <a:lnTo>
                  <a:pt x="351249" y="74204"/>
                </a:lnTo>
                <a:lnTo>
                  <a:pt x="351654" y="74608"/>
                </a:lnTo>
                <a:lnTo>
                  <a:pt x="352038" y="75033"/>
                </a:lnTo>
                <a:lnTo>
                  <a:pt x="352401" y="75478"/>
                </a:lnTo>
                <a:lnTo>
                  <a:pt x="352743" y="75944"/>
                </a:lnTo>
                <a:lnTo>
                  <a:pt x="353064" y="76431"/>
                </a:lnTo>
                <a:lnTo>
                  <a:pt x="353365" y="76938"/>
                </a:lnTo>
                <a:lnTo>
                  <a:pt x="353645" y="77466"/>
                </a:lnTo>
                <a:lnTo>
                  <a:pt x="353905" y="78015"/>
                </a:lnTo>
                <a:lnTo>
                  <a:pt x="354143" y="78584"/>
                </a:lnTo>
                <a:lnTo>
                  <a:pt x="354361" y="79173"/>
                </a:lnTo>
                <a:lnTo>
                  <a:pt x="354558" y="79784"/>
                </a:lnTo>
                <a:lnTo>
                  <a:pt x="354734" y="80415"/>
                </a:lnTo>
                <a:lnTo>
                  <a:pt x="354890" y="81066"/>
                </a:lnTo>
                <a:lnTo>
                  <a:pt x="355025" y="81738"/>
                </a:lnTo>
                <a:lnTo>
                  <a:pt x="355139" y="82431"/>
                </a:lnTo>
                <a:lnTo>
                  <a:pt x="355232" y="83144"/>
                </a:lnTo>
                <a:lnTo>
                  <a:pt x="355305" y="83878"/>
                </a:lnTo>
                <a:lnTo>
                  <a:pt x="355357" y="84633"/>
                </a:lnTo>
                <a:lnTo>
                  <a:pt x="355388" y="85408"/>
                </a:lnTo>
                <a:lnTo>
                  <a:pt x="355398" y="86204"/>
                </a:lnTo>
                <a:lnTo>
                  <a:pt x="386339" y="86204"/>
                </a:lnTo>
                <a:lnTo>
                  <a:pt x="386332" y="85257"/>
                </a:lnTo>
                <a:lnTo>
                  <a:pt x="386309" y="84323"/>
                </a:lnTo>
                <a:lnTo>
                  <a:pt x="386270" y="83403"/>
                </a:lnTo>
                <a:lnTo>
                  <a:pt x="386217" y="82496"/>
                </a:lnTo>
                <a:lnTo>
                  <a:pt x="386148" y="81602"/>
                </a:lnTo>
                <a:lnTo>
                  <a:pt x="386064" y="80721"/>
                </a:lnTo>
                <a:lnTo>
                  <a:pt x="385965" y="79854"/>
                </a:lnTo>
                <a:lnTo>
                  <a:pt x="385850" y="79000"/>
                </a:lnTo>
                <a:lnTo>
                  <a:pt x="385720" y="78159"/>
                </a:lnTo>
                <a:lnTo>
                  <a:pt x="385575" y="77331"/>
                </a:lnTo>
                <a:lnTo>
                  <a:pt x="385414" y="76516"/>
                </a:lnTo>
                <a:lnTo>
                  <a:pt x="385239" y="75715"/>
                </a:lnTo>
                <a:lnTo>
                  <a:pt x="385048" y="74927"/>
                </a:lnTo>
                <a:lnTo>
                  <a:pt x="384841" y="74153"/>
                </a:lnTo>
                <a:lnTo>
                  <a:pt x="384620" y="73391"/>
                </a:lnTo>
                <a:lnTo>
                  <a:pt x="384383" y="72643"/>
                </a:lnTo>
                <a:lnTo>
                  <a:pt x="384130" y="71908"/>
                </a:lnTo>
                <a:lnTo>
                  <a:pt x="383863" y="71186"/>
                </a:lnTo>
                <a:lnTo>
                  <a:pt x="383580" y="70477"/>
                </a:lnTo>
                <a:lnTo>
                  <a:pt x="383282" y="69782"/>
                </a:lnTo>
                <a:lnTo>
                  <a:pt x="382969" y="69100"/>
                </a:lnTo>
                <a:lnTo>
                  <a:pt x="382640" y="68431"/>
                </a:lnTo>
                <a:lnTo>
                  <a:pt x="382296" y="67775"/>
                </a:lnTo>
                <a:lnTo>
                  <a:pt x="381937" y="67133"/>
                </a:lnTo>
                <a:lnTo>
                  <a:pt x="381565" y="66503"/>
                </a:lnTo>
                <a:lnTo>
                  <a:pt x="381183" y="65883"/>
                </a:lnTo>
                <a:lnTo>
                  <a:pt x="380791" y="65274"/>
                </a:lnTo>
                <a:lnTo>
                  <a:pt x="380389" y="64677"/>
                </a:lnTo>
                <a:lnTo>
                  <a:pt x="379977" y="64089"/>
                </a:lnTo>
                <a:lnTo>
                  <a:pt x="379555" y="63513"/>
                </a:lnTo>
                <a:lnTo>
                  <a:pt x="379123" y="62948"/>
                </a:lnTo>
                <a:lnTo>
                  <a:pt x="378681" y="62393"/>
                </a:lnTo>
                <a:lnTo>
                  <a:pt x="378229" y="61849"/>
                </a:lnTo>
                <a:lnTo>
                  <a:pt x="377766" y="61317"/>
                </a:lnTo>
                <a:lnTo>
                  <a:pt x="377294" y="60794"/>
                </a:lnTo>
                <a:lnTo>
                  <a:pt x="376812" y="60283"/>
                </a:lnTo>
                <a:lnTo>
                  <a:pt x="376319" y="59783"/>
                </a:lnTo>
                <a:lnTo>
                  <a:pt x="375817" y="59293"/>
                </a:lnTo>
                <a:lnTo>
                  <a:pt x="375304" y="58814"/>
                </a:lnTo>
                <a:lnTo>
                  <a:pt x="374782" y="58346"/>
                </a:lnTo>
                <a:lnTo>
                  <a:pt x="374249" y="57889"/>
                </a:lnTo>
                <a:lnTo>
                  <a:pt x="373707" y="57443"/>
                </a:lnTo>
                <a:lnTo>
                  <a:pt x="373154" y="57007"/>
                </a:lnTo>
                <a:lnTo>
                  <a:pt x="372591" y="56582"/>
                </a:lnTo>
                <a:lnTo>
                  <a:pt x="372018" y="56168"/>
                </a:lnTo>
                <a:lnTo>
                  <a:pt x="371436" y="55765"/>
                </a:lnTo>
                <a:lnTo>
                  <a:pt x="370843" y="55373"/>
                </a:lnTo>
                <a:lnTo>
                  <a:pt x="370240" y="54992"/>
                </a:lnTo>
                <a:lnTo>
                  <a:pt x="369629" y="54620"/>
                </a:lnTo>
                <a:lnTo>
                  <a:pt x="369012" y="54257"/>
                </a:lnTo>
                <a:lnTo>
                  <a:pt x="368389" y="53903"/>
                </a:lnTo>
                <a:lnTo>
                  <a:pt x="367759" y="53559"/>
                </a:lnTo>
                <a:lnTo>
                  <a:pt x="367124" y="53223"/>
                </a:lnTo>
                <a:lnTo>
                  <a:pt x="366482" y="52897"/>
                </a:lnTo>
                <a:lnTo>
                  <a:pt x="365835" y="52579"/>
                </a:lnTo>
                <a:lnTo>
                  <a:pt x="365181" y="52271"/>
                </a:lnTo>
                <a:lnTo>
                  <a:pt x="364521" y="51972"/>
                </a:lnTo>
                <a:lnTo>
                  <a:pt x="363855" y="51681"/>
                </a:lnTo>
                <a:lnTo>
                  <a:pt x="363183" y="51400"/>
                </a:lnTo>
                <a:lnTo>
                  <a:pt x="362505" y="51128"/>
                </a:lnTo>
                <a:lnTo>
                  <a:pt x="361820" y="50865"/>
                </a:lnTo>
                <a:lnTo>
                  <a:pt x="361130" y="50611"/>
                </a:lnTo>
                <a:lnTo>
                  <a:pt x="360433" y="50366"/>
                </a:lnTo>
                <a:lnTo>
                  <a:pt x="359731" y="50130"/>
                </a:lnTo>
                <a:lnTo>
                  <a:pt x="359022" y="49903"/>
                </a:lnTo>
                <a:lnTo>
                  <a:pt x="358307" y="49686"/>
                </a:lnTo>
                <a:lnTo>
                  <a:pt x="357586" y="49477"/>
                </a:lnTo>
                <a:lnTo>
                  <a:pt x="356859" y="49277"/>
                </a:lnTo>
                <a:lnTo>
                  <a:pt x="356125" y="49087"/>
                </a:lnTo>
                <a:lnTo>
                  <a:pt x="355386" y="48905"/>
                </a:lnTo>
                <a:lnTo>
                  <a:pt x="354641" y="48733"/>
                </a:lnTo>
                <a:lnTo>
                  <a:pt x="353889" y="48569"/>
                </a:lnTo>
                <a:lnTo>
                  <a:pt x="353134" y="48414"/>
                </a:lnTo>
                <a:lnTo>
                  <a:pt x="352377" y="48265"/>
                </a:lnTo>
                <a:lnTo>
                  <a:pt x="351619" y="48122"/>
                </a:lnTo>
                <a:lnTo>
                  <a:pt x="350860" y="47987"/>
                </a:lnTo>
                <a:lnTo>
                  <a:pt x="350099" y="47858"/>
                </a:lnTo>
                <a:lnTo>
                  <a:pt x="349337" y="47735"/>
                </a:lnTo>
                <a:lnTo>
                  <a:pt x="348574" y="47619"/>
                </a:lnTo>
                <a:lnTo>
                  <a:pt x="347810" y="47510"/>
                </a:lnTo>
                <a:lnTo>
                  <a:pt x="347044" y="47408"/>
                </a:lnTo>
                <a:lnTo>
                  <a:pt x="346277" y="47312"/>
                </a:lnTo>
                <a:lnTo>
                  <a:pt x="345508" y="47222"/>
                </a:lnTo>
                <a:lnTo>
                  <a:pt x="344739" y="47140"/>
                </a:lnTo>
                <a:lnTo>
                  <a:pt x="343968" y="47063"/>
                </a:lnTo>
                <a:lnTo>
                  <a:pt x="343195" y="46994"/>
                </a:lnTo>
                <a:lnTo>
                  <a:pt x="342422" y="46931"/>
                </a:lnTo>
                <a:lnTo>
                  <a:pt x="341647" y="46875"/>
                </a:lnTo>
                <a:lnTo>
                  <a:pt x="340870" y="46825"/>
                </a:lnTo>
                <a:lnTo>
                  <a:pt x="340093" y="46782"/>
                </a:lnTo>
                <a:lnTo>
                  <a:pt x="339314" y="46746"/>
                </a:lnTo>
                <a:lnTo>
                  <a:pt x="338534" y="46716"/>
                </a:lnTo>
                <a:lnTo>
                  <a:pt x="337752" y="46693"/>
                </a:lnTo>
                <a:lnTo>
                  <a:pt x="336969" y="46676"/>
                </a:lnTo>
                <a:lnTo>
                  <a:pt x="336185" y="46666"/>
                </a:lnTo>
                <a:lnTo>
                  <a:pt x="335400" y="46663"/>
                </a:lnTo>
                <a:lnTo>
                  <a:pt x="334594" y="46666"/>
                </a:lnTo>
                <a:lnTo>
                  <a:pt x="333789" y="46676"/>
                </a:lnTo>
                <a:lnTo>
                  <a:pt x="332986" y="46693"/>
                </a:lnTo>
                <a:lnTo>
                  <a:pt x="332184" y="46716"/>
                </a:lnTo>
                <a:lnTo>
                  <a:pt x="331384" y="46746"/>
                </a:lnTo>
                <a:lnTo>
                  <a:pt x="330585" y="46782"/>
                </a:lnTo>
                <a:lnTo>
                  <a:pt x="329788" y="46825"/>
                </a:lnTo>
                <a:lnTo>
                  <a:pt x="328992" y="46875"/>
                </a:lnTo>
                <a:lnTo>
                  <a:pt x="328198" y="46932"/>
                </a:lnTo>
                <a:lnTo>
                  <a:pt x="327406" y="46995"/>
                </a:lnTo>
                <a:lnTo>
                  <a:pt x="326615" y="47064"/>
                </a:lnTo>
                <a:lnTo>
                  <a:pt x="325825" y="47140"/>
                </a:lnTo>
                <a:lnTo>
                  <a:pt x="325037" y="47223"/>
                </a:lnTo>
                <a:lnTo>
                  <a:pt x="324251" y="47313"/>
                </a:lnTo>
                <a:lnTo>
                  <a:pt x="323466" y="47409"/>
                </a:lnTo>
                <a:lnTo>
                  <a:pt x="322682" y="47512"/>
                </a:lnTo>
                <a:lnTo>
                  <a:pt x="321901" y="47621"/>
                </a:lnTo>
                <a:lnTo>
                  <a:pt x="321120" y="47737"/>
                </a:lnTo>
                <a:lnTo>
                  <a:pt x="320342" y="47860"/>
                </a:lnTo>
                <a:lnTo>
                  <a:pt x="319564" y="47989"/>
                </a:lnTo>
                <a:lnTo>
                  <a:pt x="318789" y="48125"/>
                </a:lnTo>
                <a:lnTo>
                  <a:pt x="318014" y="48268"/>
                </a:lnTo>
                <a:lnTo>
                  <a:pt x="317242" y="48417"/>
                </a:lnTo>
                <a:lnTo>
                  <a:pt x="316471" y="48573"/>
                </a:lnTo>
                <a:lnTo>
                  <a:pt x="315703" y="48736"/>
                </a:lnTo>
                <a:lnTo>
                  <a:pt x="314943" y="48906"/>
                </a:lnTo>
                <a:lnTo>
                  <a:pt x="314189" y="49085"/>
                </a:lnTo>
                <a:lnTo>
                  <a:pt x="313441" y="49270"/>
                </a:lnTo>
                <a:lnTo>
                  <a:pt x="312701" y="49464"/>
                </a:lnTo>
                <a:lnTo>
                  <a:pt x="311966" y="49665"/>
                </a:lnTo>
                <a:lnTo>
                  <a:pt x="311238" y="49874"/>
                </a:lnTo>
                <a:lnTo>
                  <a:pt x="310517" y="50091"/>
                </a:lnTo>
                <a:lnTo>
                  <a:pt x="309802" y="50316"/>
                </a:lnTo>
                <a:lnTo>
                  <a:pt x="309094" y="50548"/>
                </a:lnTo>
                <a:lnTo>
                  <a:pt x="308393" y="50788"/>
                </a:lnTo>
                <a:lnTo>
                  <a:pt x="307698" y="51036"/>
                </a:lnTo>
                <a:lnTo>
                  <a:pt x="307009" y="51291"/>
                </a:lnTo>
                <a:lnTo>
                  <a:pt x="306327" y="51554"/>
                </a:lnTo>
                <a:lnTo>
                  <a:pt x="305652" y="51825"/>
                </a:lnTo>
                <a:lnTo>
                  <a:pt x="304983" y="52104"/>
                </a:lnTo>
                <a:lnTo>
                  <a:pt x="304321" y="52390"/>
                </a:lnTo>
                <a:lnTo>
                  <a:pt x="303665" y="52684"/>
                </a:lnTo>
                <a:lnTo>
                  <a:pt x="303016" y="52986"/>
                </a:lnTo>
                <a:lnTo>
                  <a:pt x="302373" y="53295"/>
                </a:lnTo>
                <a:lnTo>
                  <a:pt x="301737" y="53612"/>
                </a:lnTo>
                <a:lnTo>
                  <a:pt x="301107" y="53937"/>
                </a:lnTo>
                <a:lnTo>
                  <a:pt x="300485" y="54270"/>
                </a:lnTo>
                <a:lnTo>
                  <a:pt x="299868" y="54610"/>
                </a:lnTo>
                <a:lnTo>
                  <a:pt x="299260" y="54959"/>
                </a:lnTo>
                <a:lnTo>
                  <a:pt x="298662" y="55317"/>
                </a:lnTo>
                <a:lnTo>
                  <a:pt x="298075" y="55684"/>
                </a:lnTo>
                <a:lnTo>
                  <a:pt x="297498" y="56060"/>
                </a:lnTo>
                <a:lnTo>
                  <a:pt x="296931" y="56445"/>
                </a:lnTo>
                <a:lnTo>
                  <a:pt x="296374" y="56839"/>
                </a:lnTo>
                <a:lnTo>
                  <a:pt x="295827" y="57242"/>
                </a:lnTo>
                <a:lnTo>
                  <a:pt x="295291" y="57654"/>
                </a:lnTo>
                <a:lnTo>
                  <a:pt x="294765" y="58076"/>
                </a:lnTo>
                <a:lnTo>
                  <a:pt x="294250" y="58506"/>
                </a:lnTo>
                <a:lnTo>
                  <a:pt x="293744" y="58945"/>
                </a:lnTo>
                <a:lnTo>
                  <a:pt x="293249" y="59394"/>
                </a:lnTo>
                <a:lnTo>
                  <a:pt x="292764" y="59851"/>
                </a:lnTo>
                <a:lnTo>
                  <a:pt x="292290" y="60318"/>
                </a:lnTo>
                <a:lnTo>
                  <a:pt x="291825" y="60794"/>
                </a:lnTo>
                <a:lnTo>
                  <a:pt x="291371" y="61278"/>
                </a:lnTo>
                <a:lnTo>
                  <a:pt x="290927" y="61772"/>
                </a:lnTo>
                <a:lnTo>
                  <a:pt x="290494" y="62275"/>
                </a:lnTo>
                <a:lnTo>
                  <a:pt x="290071" y="62787"/>
                </a:lnTo>
                <a:lnTo>
                  <a:pt x="289657" y="63308"/>
                </a:lnTo>
                <a:lnTo>
                  <a:pt x="289255" y="63838"/>
                </a:lnTo>
                <a:lnTo>
                  <a:pt x="288862" y="64377"/>
                </a:lnTo>
                <a:lnTo>
                  <a:pt x="288480" y="64925"/>
                </a:lnTo>
                <a:lnTo>
                  <a:pt x="288108" y="65482"/>
                </a:lnTo>
                <a:lnTo>
                  <a:pt x="287749" y="66049"/>
                </a:lnTo>
                <a:lnTo>
                  <a:pt x="287405" y="66625"/>
                </a:lnTo>
                <a:lnTo>
                  <a:pt x="287076" y="67212"/>
                </a:lnTo>
                <a:lnTo>
                  <a:pt x="286763" y="67809"/>
                </a:lnTo>
                <a:lnTo>
                  <a:pt x="286465" y="68416"/>
                </a:lnTo>
                <a:lnTo>
                  <a:pt x="286182" y="69034"/>
                </a:lnTo>
                <a:lnTo>
                  <a:pt x="285915" y="69661"/>
                </a:lnTo>
                <a:lnTo>
                  <a:pt x="285662" y="70299"/>
                </a:lnTo>
                <a:lnTo>
                  <a:pt x="285425" y="70947"/>
                </a:lnTo>
                <a:lnTo>
                  <a:pt x="285204" y="71605"/>
                </a:lnTo>
                <a:lnTo>
                  <a:pt x="284997" y="72273"/>
                </a:lnTo>
                <a:lnTo>
                  <a:pt x="284806" y="72951"/>
                </a:lnTo>
                <a:lnTo>
                  <a:pt x="284631" y="73640"/>
                </a:lnTo>
                <a:lnTo>
                  <a:pt x="284470" y="74338"/>
                </a:lnTo>
                <a:lnTo>
                  <a:pt x="284325" y="75047"/>
                </a:lnTo>
                <a:lnTo>
                  <a:pt x="284195" y="75766"/>
                </a:lnTo>
                <a:lnTo>
                  <a:pt x="284080" y="76495"/>
                </a:lnTo>
                <a:lnTo>
                  <a:pt x="283981" y="77235"/>
                </a:lnTo>
                <a:lnTo>
                  <a:pt x="283897" y="77984"/>
                </a:lnTo>
                <a:lnTo>
                  <a:pt x="283828" y="78744"/>
                </a:lnTo>
                <a:lnTo>
                  <a:pt x="283775" y="79514"/>
                </a:lnTo>
                <a:lnTo>
                  <a:pt x="283736" y="80294"/>
                </a:lnTo>
                <a:lnTo>
                  <a:pt x="283713" y="81084"/>
                </a:lnTo>
                <a:lnTo>
                  <a:pt x="283706" y="81884"/>
                </a:lnTo>
                <a:lnTo>
                  <a:pt x="283716" y="82904"/>
                </a:lnTo>
                <a:lnTo>
                  <a:pt x="283746" y="83907"/>
                </a:lnTo>
                <a:lnTo>
                  <a:pt x="283796" y="84893"/>
                </a:lnTo>
                <a:lnTo>
                  <a:pt x="283867" y="85863"/>
                </a:lnTo>
                <a:lnTo>
                  <a:pt x="283957" y="86816"/>
                </a:lnTo>
                <a:lnTo>
                  <a:pt x="284067" y="87753"/>
                </a:lnTo>
                <a:lnTo>
                  <a:pt x="284198" y="88673"/>
                </a:lnTo>
                <a:lnTo>
                  <a:pt x="284349" y="89577"/>
                </a:lnTo>
                <a:lnTo>
                  <a:pt x="284519" y="90464"/>
                </a:lnTo>
                <a:lnTo>
                  <a:pt x="284710" y="91335"/>
                </a:lnTo>
                <a:lnTo>
                  <a:pt x="284921" y="92189"/>
                </a:lnTo>
                <a:lnTo>
                  <a:pt x="285152" y="93026"/>
                </a:lnTo>
                <a:lnTo>
                  <a:pt x="285403" y="93847"/>
                </a:lnTo>
                <a:lnTo>
                  <a:pt x="285675" y="94651"/>
                </a:lnTo>
                <a:lnTo>
                  <a:pt x="285966" y="95439"/>
                </a:lnTo>
                <a:lnTo>
                  <a:pt x="286277" y="96210"/>
                </a:lnTo>
                <a:lnTo>
                  <a:pt x="286609" y="96965"/>
                </a:lnTo>
                <a:lnTo>
                  <a:pt x="286960" y="97703"/>
                </a:lnTo>
                <a:lnTo>
                  <a:pt x="287332" y="98425"/>
                </a:lnTo>
                <a:lnTo>
                  <a:pt x="287724" y="99130"/>
                </a:lnTo>
                <a:lnTo>
                  <a:pt x="288136" y="99818"/>
                </a:lnTo>
                <a:lnTo>
                  <a:pt x="288567" y="100490"/>
                </a:lnTo>
                <a:lnTo>
                  <a:pt x="289019" y="101146"/>
                </a:lnTo>
                <a:lnTo>
                  <a:pt x="289492" y="101784"/>
                </a:lnTo>
                <a:lnTo>
                  <a:pt x="289981" y="102409"/>
                </a:lnTo>
                <a:lnTo>
                  <a:pt x="290487" y="103024"/>
                </a:lnTo>
                <a:lnTo>
                  <a:pt x="291008" y="103627"/>
                </a:lnTo>
                <a:lnTo>
                  <a:pt x="291544" y="104220"/>
                </a:lnTo>
                <a:lnTo>
                  <a:pt x="292096" y="104803"/>
                </a:lnTo>
                <a:lnTo>
                  <a:pt x="292663" y="105375"/>
                </a:lnTo>
                <a:lnTo>
                  <a:pt x="293246" y="105936"/>
                </a:lnTo>
                <a:lnTo>
                  <a:pt x="293845" y="106487"/>
                </a:lnTo>
                <a:lnTo>
                  <a:pt x="294459" y="107027"/>
                </a:lnTo>
                <a:lnTo>
                  <a:pt x="295088" y="107557"/>
                </a:lnTo>
                <a:lnTo>
                  <a:pt x="295733" y="108076"/>
                </a:lnTo>
                <a:lnTo>
                  <a:pt x="296394" y="108584"/>
                </a:lnTo>
                <a:lnTo>
                  <a:pt x="297069" y="109082"/>
                </a:lnTo>
                <a:lnTo>
                  <a:pt x="297761" y="109569"/>
                </a:lnTo>
                <a:lnTo>
                  <a:pt x="298468" y="110046"/>
                </a:lnTo>
                <a:lnTo>
                  <a:pt x="299190" y="110512"/>
                </a:lnTo>
                <a:lnTo>
                  <a:pt x="299928" y="110967"/>
                </a:lnTo>
                <a:lnTo>
                  <a:pt x="300682" y="111412"/>
                </a:lnTo>
                <a:lnTo>
                  <a:pt x="301451" y="111846"/>
                </a:lnTo>
                <a:lnTo>
                  <a:pt x="302235" y="112270"/>
                </a:lnTo>
                <a:lnTo>
                  <a:pt x="303035" y="112683"/>
                </a:lnTo>
                <a:lnTo>
                  <a:pt x="303851" y="113086"/>
                </a:lnTo>
                <a:lnTo>
                  <a:pt x="304682" y="113478"/>
                </a:lnTo>
                <a:lnTo>
                  <a:pt x="305528" y="113859"/>
                </a:lnTo>
                <a:lnTo>
                  <a:pt x="306387" y="114233"/>
                </a:lnTo>
                <a:lnTo>
                  <a:pt x="307256" y="114602"/>
                </a:lnTo>
                <a:lnTo>
                  <a:pt x="308135" y="114966"/>
                </a:lnTo>
                <a:lnTo>
                  <a:pt x="309024" y="115326"/>
                </a:lnTo>
                <a:lnTo>
                  <a:pt x="309922" y="115681"/>
                </a:lnTo>
                <a:lnTo>
                  <a:pt x="310830" y="116032"/>
                </a:lnTo>
                <a:lnTo>
                  <a:pt x="311748" y="116378"/>
                </a:lnTo>
                <a:lnTo>
                  <a:pt x="312676" y="116719"/>
                </a:lnTo>
                <a:lnTo>
                  <a:pt x="313614" y="117056"/>
                </a:lnTo>
                <a:lnTo>
                  <a:pt x="314562" y="117388"/>
                </a:lnTo>
                <a:lnTo>
                  <a:pt x="315519" y="117715"/>
                </a:lnTo>
                <a:lnTo>
                  <a:pt x="316486" y="118038"/>
                </a:lnTo>
                <a:lnTo>
                  <a:pt x="317463" y="118356"/>
                </a:lnTo>
                <a:lnTo>
                  <a:pt x="318450" y="118670"/>
                </a:lnTo>
                <a:lnTo>
                  <a:pt x="319447" y="118979"/>
                </a:lnTo>
                <a:lnTo>
                  <a:pt x="320453" y="119283"/>
                </a:lnTo>
                <a:lnTo>
                  <a:pt x="321470" y="119583"/>
                </a:lnTo>
                <a:lnTo>
                  <a:pt x="322496" y="119878"/>
                </a:lnTo>
                <a:lnTo>
                  <a:pt x="323532" y="120168"/>
                </a:lnTo>
                <a:lnTo>
                  <a:pt x="324578" y="120454"/>
                </a:lnTo>
                <a:lnTo>
                  <a:pt x="325634" y="120735"/>
                </a:lnTo>
                <a:lnTo>
                  <a:pt x="326699" y="121012"/>
                </a:lnTo>
                <a:lnTo>
                  <a:pt x="327774" y="121284"/>
                </a:lnTo>
                <a:lnTo>
                  <a:pt x="328859" y="121551"/>
                </a:lnTo>
                <a:lnTo>
                  <a:pt x="330143" y="121847"/>
                </a:lnTo>
                <a:lnTo>
                  <a:pt x="331394" y="122143"/>
                </a:lnTo>
                <a:lnTo>
                  <a:pt x="332612" y="122439"/>
                </a:lnTo>
                <a:lnTo>
                  <a:pt x="333798" y="122734"/>
                </a:lnTo>
                <a:lnTo>
                  <a:pt x="334951" y="123029"/>
                </a:lnTo>
                <a:lnTo>
                  <a:pt x="336072" y="123323"/>
                </a:lnTo>
                <a:lnTo>
                  <a:pt x="337160" y="123617"/>
                </a:lnTo>
                <a:lnTo>
                  <a:pt x="338216" y="123911"/>
                </a:lnTo>
                <a:lnTo>
                  <a:pt x="339239" y="124204"/>
                </a:lnTo>
                <a:lnTo>
                  <a:pt x="340230" y="124497"/>
                </a:lnTo>
                <a:lnTo>
                  <a:pt x="341188" y="124789"/>
                </a:lnTo>
                <a:lnTo>
                  <a:pt x="342113" y="125080"/>
                </a:lnTo>
                <a:lnTo>
                  <a:pt x="343006" y="125372"/>
                </a:lnTo>
                <a:lnTo>
                  <a:pt x="343867" y="125663"/>
                </a:lnTo>
                <a:lnTo>
                  <a:pt x="344694" y="125953"/>
                </a:lnTo>
                <a:lnTo>
                  <a:pt x="345490" y="126243"/>
                </a:lnTo>
                <a:lnTo>
                  <a:pt x="346253" y="126533"/>
                </a:lnTo>
                <a:lnTo>
                  <a:pt x="346983" y="126822"/>
                </a:lnTo>
                <a:lnTo>
                  <a:pt x="347681" y="127110"/>
                </a:lnTo>
                <a:lnTo>
                  <a:pt x="348346" y="127399"/>
                </a:lnTo>
                <a:lnTo>
                  <a:pt x="348979" y="127686"/>
                </a:lnTo>
                <a:lnTo>
                  <a:pt x="349579" y="127974"/>
                </a:lnTo>
                <a:lnTo>
                  <a:pt x="350147" y="128261"/>
                </a:lnTo>
                <a:lnTo>
                  <a:pt x="350682" y="128547"/>
                </a:lnTo>
                <a:lnTo>
                  <a:pt x="351190" y="128839"/>
                </a:lnTo>
                <a:lnTo>
                  <a:pt x="351676" y="129144"/>
                </a:lnTo>
                <a:lnTo>
                  <a:pt x="352141" y="129461"/>
                </a:lnTo>
                <a:lnTo>
                  <a:pt x="352584" y="129790"/>
                </a:lnTo>
                <a:lnTo>
                  <a:pt x="353006" y="130131"/>
                </a:lnTo>
                <a:lnTo>
                  <a:pt x="353405" y="130485"/>
                </a:lnTo>
                <a:lnTo>
                  <a:pt x="353784" y="130852"/>
                </a:lnTo>
                <a:lnTo>
                  <a:pt x="354140" y="131230"/>
                </a:lnTo>
                <a:lnTo>
                  <a:pt x="354476" y="131621"/>
                </a:lnTo>
                <a:lnTo>
                  <a:pt x="354789" y="132025"/>
                </a:lnTo>
                <a:lnTo>
                  <a:pt x="355081" y="132441"/>
                </a:lnTo>
                <a:lnTo>
                  <a:pt x="355351" y="132869"/>
                </a:lnTo>
                <a:lnTo>
                  <a:pt x="355600" y="133309"/>
                </a:lnTo>
                <a:lnTo>
                  <a:pt x="355827" y="133762"/>
                </a:lnTo>
                <a:lnTo>
                  <a:pt x="356032" y="134227"/>
                </a:lnTo>
                <a:lnTo>
                  <a:pt x="356216" y="134705"/>
                </a:lnTo>
                <a:lnTo>
                  <a:pt x="356378" y="135195"/>
                </a:lnTo>
                <a:lnTo>
                  <a:pt x="356518" y="135697"/>
                </a:lnTo>
                <a:lnTo>
                  <a:pt x="356637" y="136212"/>
                </a:lnTo>
                <a:lnTo>
                  <a:pt x="356735" y="136739"/>
                </a:lnTo>
                <a:lnTo>
                  <a:pt x="356810" y="137278"/>
                </a:lnTo>
                <a:lnTo>
                  <a:pt x="356864" y="137830"/>
                </a:lnTo>
                <a:lnTo>
                  <a:pt x="356897" y="138394"/>
                </a:lnTo>
                <a:lnTo>
                  <a:pt x="356908" y="138971"/>
                </a:lnTo>
                <a:lnTo>
                  <a:pt x="356898" y="139589"/>
                </a:lnTo>
                <a:lnTo>
                  <a:pt x="356871" y="140192"/>
                </a:lnTo>
                <a:lnTo>
                  <a:pt x="356825" y="140780"/>
                </a:lnTo>
                <a:lnTo>
                  <a:pt x="356761" y="141353"/>
                </a:lnTo>
                <a:lnTo>
                  <a:pt x="356678" y="141911"/>
                </a:lnTo>
                <a:lnTo>
                  <a:pt x="356577" y="142453"/>
                </a:lnTo>
                <a:lnTo>
                  <a:pt x="356458" y="142981"/>
                </a:lnTo>
                <a:lnTo>
                  <a:pt x="356321" y="143494"/>
                </a:lnTo>
                <a:lnTo>
                  <a:pt x="356165" y="143992"/>
                </a:lnTo>
                <a:lnTo>
                  <a:pt x="355990" y="144474"/>
                </a:lnTo>
                <a:lnTo>
                  <a:pt x="355798" y="144942"/>
                </a:lnTo>
                <a:lnTo>
                  <a:pt x="355587" y="145394"/>
                </a:lnTo>
                <a:lnTo>
                  <a:pt x="355358" y="145832"/>
                </a:lnTo>
                <a:lnTo>
                  <a:pt x="355110" y="146254"/>
                </a:lnTo>
                <a:lnTo>
                  <a:pt x="354844" y="146661"/>
                </a:lnTo>
                <a:lnTo>
                  <a:pt x="354560" y="147054"/>
                </a:lnTo>
                <a:lnTo>
                  <a:pt x="354257" y="147431"/>
                </a:lnTo>
                <a:lnTo>
                  <a:pt x="353936" y="147793"/>
                </a:lnTo>
                <a:lnTo>
                  <a:pt x="353597" y="148140"/>
                </a:lnTo>
                <a:lnTo>
                  <a:pt x="353239" y="148472"/>
                </a:lnTo>
                <a:lnTo>
                  <a:pt x="352863" y="148789"/>
                </a:lnTo>
                <a:lnTo>
                  <a:pt x="352469" y="149091"/>
                </a:lnTo>
                <a:lnTo>
                  <a:pt x="352056" y="149378"/>
                </a:lnTo>
                <a:lnTo>
                  <a:pt x="351625" y="149650"/>
                </a:lnTo>
                <a:lnTo>
                  <a:pt x="351177" y="149908"/>
                </a:lnTo>
                <a:lnTo>
                  <a:pt x="350715" y="150156"/>
                </a:lnTo>
                <a:lnTo>
                  <a:pt x="350237" y="150392"/>
                </a:lnTo>
                <a:lnTo>
                  <a:pt x="349745" y="150618"/>
                </a:lnTo>
                <a:lnTo>
                  <a:pt x="349238" y="150832"/>
                </a:lnTo>
                <a:lnTo>
                  <a:pt x="348716" y="151036"/>
                </a:lnTo>
                <a:lnTo>
                  <a:pt x="348180" y="151228"/>
                </a:lnTo>
                <a:lnTo>
                  <a:pt x="347628" y="151410"/>
                </a:lnTo>
                <a:lnTo>
                  <a:pt x="347062" y="151580"/>
                </a:lnTo>
                <a:lnTo>
                  <a:pt x="346480" y="151740"/>
                </a:lnTo>
                <a:lnTo>
                  <a:pt x="345884" y="151888"/>
                </a:lnTo>
                <a:lnTo>
                  <a:pt x="345273" y="152026"/>
                </a:lnTo>
                <a:lnTo>
                  <a:pt x="344647" y="152152"/>
                </a:lnTo>
                <a:lnTo>
                  <a:pt x="344007" y="152268"/>
                </a:lnTo>
                <a:lnTo>
                  <a:pt x="343351" y="152372"/>
                </a:lnTo>
                <a:lnTo>
                  <a:pt x="342681" y="152466"/>
                </a:lnTo>
                <a:lnTo>
                  <a:pt x="341996" y="152548"/>
                </a:lnTo>
                <a:lnTo>
                  <a:pt x="341296" y="152620"/>
                </a:lnTo>
                <a:lnTo>
                  <a:pt x="340581" y="152680"/>
                </a:lnTo>
                <a:lnTo>
                  <a:pt x="339851" y="152730"/>
                </a:lnTo>
                <a:lnTo>
                  <a:pt x="339106" y="152768"/>
                </a:lnTo>
                <a:lnTo>
                  <a:pt x="338347" y="152796"/>
                </a:lnTo>
                <a:lnTo>
                  <a:pt x="337573" y="152812"/>
                </a:lnTo>
                <a:lnTo>
                  <a:pt x="336783" y="152818"/>
                </a:lnTo>
                <a:lnTo>
                  <a:pt x="335981" y="152811"/>
                </a:lnTo>
                <a:lnTo>
                  <a:pt x="335186" y="152789"/>
                </a:lnTo>
                <a:lnTo>
                  <a:pt x="334400" y="152754"/>
                </a:lnTo>
                <a:lnTo>
                  <a:pt x="333623" y="152703"/>
                </a:lnTo>
                <a:lnTo>
                  <a:pt x="332854" y="152639"/>
                </a:lnTo>
                <a:lnTo>
                  <a:pt x="332094" y="152560"/>
                </a:lnTo>
                <a:lnTo>
                  <a:pt x="331343" y="152467"/>
                </a:lnTo>
                <a:lnTo>
                  <a:pt x="330599" y="152360"/>
                </a:lnTo>
                <a:lnTo>
                  <a:pt x="329865" y="152238"/>
                </a:lnTo>
                <a:lnTo>
                  <a:pt x="329139" y="152102"/>
                </a:lnTo>
                <a:lnTo>
                  <a:pt x="328421" y="151952"/>
                </a:lnTo>
                <a:lnTo>
                  <a:pt x="327712" y="151787"/>
                </a:lnTo>
                <a:lnTo>
                  <a:pt x="327011" y="151608"/>
                </a:lnTo>
                <a:lnTo>
                  <a:pt x="326319" y="151415"/>
                </a:lnTo>
                <a:lnTo>
                  <a:pt x="325635" y="151207"/>
                </a:lnTo>
                <a:lnTo>
                  <a:pt x="324960" y="150985"/>
                </a:lnTo>
                <a:lnTo>
                  <a:pt x="324294" y="150749"/>
                </a:lnTo>
                <a:lnTo>
                  <a:pt x="323636" y="150499"/>
                </a:lnTo>
                <a:lnTo>
                  <a:pt x="322986" y="150234"/>
                </a:lnTo>
                <a:lnTo>
                  <a:pt x="322345" y="149955"/>
                </a:lnTo>
                <a:lnTo>
                  <a:pt x="321713" y="149661"/>
                </a:lnTo>
                <a:lnTo>
                  <a:pt x="321089" y="149353"/>
                </a:lnTo>
                <a:lnTo>
                  <a:pt x="320473" y="149031"/>
                </a:lnTo>
                <a:lnTo>
                  <a:pt x="319866" y="148695"/>
                </a:lnTo>
                <a:lnTo>
                  <a:pt x="319276" y="148340"/>
                </a:lnTo>
                <a:lnTo>
                  <a:pt x="318711" y="147963"/>
                </a:lnTo>
                <a:lnTo>
                  <a:pt x="318171" y="147564"/>
                </a:lnTo>
                <a:lnTo>
                  <a:pt x="317657" y="147142"/>
                </a:lnTo>
                <a:lnTo>
                  <a:pt x="317167" y="146697"/>
                </a:lnTo>
                <a:lnTo>
                  <a:pt x="316702" y="146231"/>
                </a:lnTo>
                <a:lnTo>
                  <a:pt x="316263" y="145742"/>
                </a:lnTo>
                <a:lnTo>
                  <a:pt x="315849" y="145231"/>
                </a:lnTo>
                <a:lnTo>
                  <a:pt x="315459" y="144697"/>
                </a:lnTo>
                <a:lnTo>
                  <a:pt x="315095" y="144141"/>
                </a:lnTo>
                <a:lnTo>
                  <a:pt x="314756" y="143563"/>
                </a:lnTo>
                <a:lnTo>
                  <a:pt x="314442" y="142962"/>
                </a:lnTo>
                <a:lnTo>
                  <a:pt x="314154" y="142339"/>
                </a:lnTo>
                <a:lnTo>
                  <a:pt x="313890" y="141694"/>
                </a:lnTo>
                <a:lnTo>
                  <a:pt x="313651" y="141026"/>
                </a:lnTo>
                <a:lnTo>
                  <a:pt x="313438" y="140336"/>
                </a:lnTo>
                <a:lnTo>
                  <a:pt x="313250" y="139624"/>
                </a:lnTo>
                <a:lnTo>
                  <a:pt x="313086" y="138889"/>
                </a:lnTo>
                <a:lnTo>
                  <a:pt x="312948" y="138132"/>
                </a:lnTo>
                <a:lnTo>
                  <a:pt x="312835" y="137352"/>
                </a:lnTo>
                <a:lnTo>
                  <a:pt x="312747" y="136550"/>
                </a:lnTo>
                <a:lnTo>
                  <a:pt x="312685" y="135726"/>
                </a:lnTo>
                <a:lnTo>
                  <a:pt x="312647" y="134879"/>
                </a:lnTo>
                <a:lnTo>
                  <a:pt x="312634" y="134011"/>
                </a:lnTo>
                <a:lnTo>
                  <a:pt x="281693" y="134011"/>
                </a:lnTo>
                <a:lnTo>
                  <a:pt x="281702" y="135000"/>
                </a:lnTo>
                <a:lnTo>
                  <a:pt x="281726" y="135975"/>
                </a:lnTo>
                <a:lnTo>
                  <a:pt x="281766" y="136937"/>
                </a:lnTo>
                <a:lnTo>
                  <a:pt x="281823" y="137885"/>
                </a:lnTo>
                <a:lnTo>
                  <a:pt x="281895" y="138820"/>
                </a:lnTo>
                <a:lnTo>
                  <a:pt x="281984" y="139740"/>
                </a:lnTo>
                <a:lnTo>
                  <a:pt x="282089" y="140648"/>
                </a:lnTo>
                <a:lnTo>
                  <a:pt x="282211" y="141541"/>
                </a:lnTo>
                <a:lnTo>
                  <a:pt x="282348" y="142421"/>
                </a:lnTo>
                <a:lnTo>
                  <a:pt x="282501" y="143287"/>
                </a:lnTo>
                <a:lnTo>
                  <a:pt x="282671" y="144139"/>
                </a:lnTo>
                <a:lnTo>
                  <a:pt x="282857" y="144978"/>
                </a:lnTo>
                <a:lnTo>
                  <a:pt x="283059" y="145803"/>
                </a:lnTo>
                <a:lnTo>
                  <a:pt x="283277" y="146614"/>
                </a:lnTo>
                <a:lnTo>
                  <a:pt x="283511" y="147411"/>
                </a:lnTo>
                <a:lnTo>
                  <a:pt x="283762" y="148195"/>
                </a:lnTo>
                <a:lnTo>
                  <a:pt x="284028" y="148965"/>
                </a:lnTo>
                <a:lnTo>
                  <a:pt x="284311" y="149722"/>
                </a:lnTo>
                <a:lnTo>
                  <a:pt x="284610" y="150465"/>
                </a:lnTo>
                <a:lnTo>
                  <a:pt x="284925" y="151194"/>
                </a:lnTo>
                <a:lnTo>
                  <a:pt x="285256" y="151909"/>
                </a:lnTo>
                <a:lnTo>
                  <a:pt x="285604" y="152611"/>
                </a:lnTo>
                <a:lnTo>
                  <a:pt x="285967" y="153299"/>
                </a:lnTo>
                <a:lnTo>
                  <a:pt x="286347" y="153974"/>
                </a:lnTo>
                <a:lnTo>
                  <a:pt x="286741" y="154635"/>
                </a:lnTo>
                <a:lnTo>
                  <a:pt x="287145" y="155285"/>
                </a:lnTo>
                <a:lnTo>
                  <a:pt x="287562" y="155924"/>
                </a:lnTo>
                <a:lnTo>
                  <a:pt x="287989" y="156550"/>
                </a:lnTo>
                <a:lnTo>
                  <a:pt x="288428" y="157165"/>
                </a:lnTo>
                <a:lnTo>
                  <a:pt x="288878" y="157768"/>
                </a:lnTo>
                <a:lnTo>
                  <a:pt x="289340" y="158360"/>
                </a:lnTo>
                <a:lnTo>
                  <a:pt x="289813" y="158940"/>
                </a:lnTo>
                <a:lnTo>
                  <a:pt x="290297" y="159508"/>
                </a:lnTo>
                <a:lnTo>
                  <a:pt x="290793" y="160064"/>
                </a:lnTo>
                <a:lnTo>
                  <a:pt x="291300" y="160609"/>
                </a:lnTo>
                <a:lnTo>
                  <a:pt x="291818" y="161142"/>
                </a:lnTo>
                <a:lnTo>
                  <a:pt x="292348" y="161663"/>
                </a:lnTo>
                <a:lnTo>
                  <a:pt x="292889" y="162173"/>
                </a:lnTo>
                <a:lnTo>
                  <a:pt x="293442" y="162671"/>
                </a:lnTo>
                <a:lnTo>
                  <a:pt x="294006" y="163157"/>
                </a:lnTo>
                <a:lnTo>
                  <a:pt x="294581" y="163632"/>
                </a:lnTo>
                <a:lnTo>
                  <a:pt x="295167" y="164094"/>
                </a:lnTo>
                <a:lnTo>
                  <a:pt x="295765" y="164546"/>
                </a:lnTo>
                <a:lnTo>
                  <a:pt x="296374" y="164985"/>
                </a:lnTo>
                <a:lnTo>
                  <a:pt x="296995" y="165413"/>
                </a:lnTo>
                <a:lnTo>
                  <a:pt x="297627" y="165829"/>
                </a:lnTo>
                <a:lnTo>
                  <a:pt x="298270" y="166233"/>
                </a:lnTo>
                <a:lnTo>
                  <a:pt x="298925" y="166626"/>
                </a:lnTo>
                <a:lnTo>
                  <a:pt x="299588" y="167008"/>
                </a:lnTo>
                <a:lnTo>
                  <a:pt x="300258" y="167380"/>
                </a:lnTo>
                <a:lnTo>
                  <a:pt x="300935" y="167744"/>
                </a:lnTo>
                <a:lnTo>
                  <a:pt x="301618" y="168097"/>
                </a:lnTo>
                <a:lnTo>
                  <a:pt x="302308" y="168441"/>
                </a:lnTo>
                <a:lnTo>
                  <a:pt x="303005" y="168776"/>
                </a:lnTo>
                <a:lnTo>
                  <a:pt x="303708" y="169101"/>
                </a:lnTo>
                <a:lnTo>
                  <a:pt x="304417" y="169417"/>
                </a:lnTo>
                <a:lnTo>
                  <a:pt x="305133" y="169723"/>
                </a:lnTo>
                <a:lnTo>
                  <a:pt x="305856" y="170019"/>
                </a:lnTo>
                <a:lnTo>
                  <a:pt x="306585" y="170306"/>
                </a:lnTo>
                <a:lnTo>
                  <a:pt x="307320" y="170584"/>
                </a:lnTo>
                <a:lnTo>
                  <a:pt x="308063" y="170852"/>
                </a:lnTo>
                <a:lnTo>
                  <a:pt x="308811" y="171111"/>
                </a:lnTo>
                <a:lnTo>
                  <a:pt x="309567" y="171360"/>
                </a:lnTo>
                <a:lnTo>
                  <a:pt x="310328" y="171599"/>
                </a:lnTo>
                <a:lnTo>
                  <a:pt x="311097" y="171829"/>
                </a:lnTo>
                <a:lnTo>
                  <a:pt x="311872" y="172050"/>
                </a:lnTo>
                <a:lnTo>
                  <a:pt x="312653" y="172261"/>
                </a:lnTo>
                <a:lnTo>
                  <a:pt x="313441" y="172463"/>
                </a:lnTo>
                <a:lnTo>
                  <a:pt x="314236" y="172655"/>
                </a:lnTo>
                <a:lnTo>
                  <a:pt x="315037" y="172837"/>
                </a:lnTo>
                <a:lnTo>
                  <a:pt x="315845" y="173010"/>
                </a:lnTo>
                <a:lnTo>
                  <a:pt x="316659" y="173174"/>
                </a:lnTo>
                <a:lnTo>
                  <a:pt x="317477" y="173330"/>
                </a:lnTo>
                <a:lnTo>
                  <a:pt x="318297" y="173479"/>
                </a:lnTo>
                <a:lnTo>
                  <a:pt x="319118" y="173621"/>
                </a:lnTo>
                <a:lnTo>
                  <a:pt x="319940" y="173757"/>
                </a:lnTo>
                <a:lnTo>
                  <a:pt x="320763" y="173886"/>
                </a:lnTo>
                <a:lnTo>
                  <a:pt x="321588" y="174008"/>
                </a:lnTo>
                <a:lnTo>
                  <a:pt x="322414" y="174124"/>
                </a:lnTo>
                <a:lnTo>
                  <a:pt x="323241" y="174233"/>
                </a:lnTo>
                <a:lnTo>
                  <a:pt x="324070" y="174336"/>
                </a:lnTo>
                <a:lnTo>
                  <a:pt x="324900" y="174432"/>
                </a:lnTo>
                <a:lnTo>
                  <a:pt x="325731" y="174521"/>
                </a:lnTo>
                <a:lnTo>
                  <a:pt x="326564" y="174604"/>
                </a:lnTo>
                <a:lnTo>
                  <a:pt x="327398" y="174680"/>
                </a:lnTo>
                <a:lnTo>
                  <a:pt x="328233" y="174749"/>
                </a:lnTo>
                <a:lnTo>
                  <a:pt x="329070" y="174812"/>
                </a:lnTo>
                <a:lnTo>
                  <a:pt x="329908" y="174869"/>
                </a:lnTo>
                <a:lnTo>
                  <a:pt x="330747" y="174918"/>
                </a:lnTo>
                <a:lnTo>
                  <a:pt x="331587" y="174961"/>
                </a:lnTo>
                <a:lnTo>
                  <a:pt x="332429" y="174998"/>
                </a:lnTo>
                <a:lnTo>
                  <a:pt x="333272" y="175027"/>
                </a:lnTo>
                <a:lnTo>
                  <a:pt x="334117" y="175051"/>
                </a:lnTo>
                <a:lnTo>
                  <a:pt x="334962" y="175067"/>
                </a:lnTo>
                <a:lnTo>
                  <a:pt x="335809" y="175077"/>
                </a:lnTo>
                <a:lnTo>
                  <a:pt x="336658" y="175080"/>
                </a:lnTo>
                <a:lnTo>
                  <a:pt x="337516" y="175077"/>
                </a:lnTo>
                <a:lnTo>
                  <a:pt x="338372" y="175065"/>
                </a:lnTo>
                <a:lnTo>
                  <a:pt x="339225" y="175047"/>
                </a:lnTo>
                <a:lnTo>
                  <a:pt x="340076" y="175020"/>
                </a:lnTo>
                <a:close/>
                <a:moveTo>
                  <a:pt x="740522" y="125121"/>
                </a:moveTo>
                <a:lnTo>
                  <a:pt x="739651" y="125481"/>
                </a:lnTo>
                <a:lnTo>
                  <a:pt x="738801" y="125847"/>
                </a:lnTo>
                <a:lnTo>
                  <a:pt x="737971" y="126216"/>
                </a:lnTo>
                <a:lnTo>
                  <a:pt x="737162" y="126591"/>
                </a:lnTo>
                <a:lnTo>
                  <a:pt x="736374" y="126970"/>
                </a:lnTo>
                <a:lnTo>
                  <a:pt x="735607" y="127353"/>
                </a:lnTo>
                <a:lnTo>
                  <a:pt x="734860" y="127741"/>
                </a:lnTo>
                <a:lnTo>
                  <a:pt x="734134" y="128134"/>
                </a:lnTo>
                <a:lnTo>
                  <a:pt x="733429" y="128531"/>
                </a:lnTo>
                <a:lnTo>
                  <a:pt x="732744" y="128933"/>
                </a:lnTo>
                <a:lnTo>
                  <a:pt x="732081" y="129340"/>
                </a:lnTo>
                <a:lnTo>
                  <a:pt x="731438" y="129751"/>
                </a:lnTo>
                <a:lnTo>
                  <a:pt x="730815" y="130166"/>
                </a:lnTo>
                <a:lnTo>
                  <a:pt x="730214" y="130587"/>
                </a:lnTo>
                <a:lnTo>
                  <a:pt x="729633" y="131012"/>
                </a:lnTo>
                <a:lnTo>
                  <a:pt x="729073" y="131441"/>
                </a:lnTo>
                <a:lnTo>
                  <a:pt x="728534" y="131875"/>
                </a:lnTo>
                <a:lnTo>
                  <a:pt x="728015" y="132314"/>
                </a:lnTo>
                <a:lnTo>
                  <a:pt x="727518" y="132757"/>
                </a:lnTo>
                <a:lnTo>
                  <a:pt x="727040" y="133206"/>
                </a:lnTo>
                <a:lnTo>
                  <a:pt x="726584" y="133664"/>
                </a:lnTo>
                <a:lnTo>
                  <a:pt x="726147" y="134129"/>
                </a:lnTo>
                <a:lnTo>
                  <a:pt x="725731" y="134603"/>
                </a:lnTo>
                <a:lnTo>
                  <a:pt x="725335" y="135085"/>
                </a:lnTo>
                <a:lnTo>
                  <a:pt x="724959" y="135575"/>
                </a:lnTo>
                <a:lnTo>
                  <a:pt x="724604" y="136073"/>
                </a:lnTo>
                <a:lnTo>
                  <a:pt x="724268" y="136579"/>
                </a:lnTo>
                <a:lnTo>
                  <a:pt x="723954" y="137093"/>
                </a:lnTo>
                <a:lnTo>
                  <a:pt x="723659" y="137615"/>
                </a:lnTo>
                <a:lnTo>
                  <a:pt x="723385" y="138146"/>
                </a:lnTo>
                <a:lnTo>
                  <a:pt x="723131" y="138684"/>
                </a:lnTo>
                <a:lnTo>
                  <a:pt x="722898" y="139230"/>
                </a:lnTo>
                <a:lnTo>
                  <a:pt x="722684" y="139785"/>
                </a:lnTo>
                <a:lnTo>
                  <a:pt x="722492" y="140347"/>
                </a:lnTo>
                <a:lnTo>
                  <a:pt x="722319" y="140918"/>
                </a:lnTo>
                <a:lnTo>
                  <a:pt x="722167" y="141497"/>
                </a:lnTo>
                <a:lnTo>
                  <a:pt x="722035" y="142084"/>
                </a:lnTo>
                <a:lnTo>
                  <a:pt x="721923" y="142679"/>
                </a:lnTo>
                <a:lnTo>
                  <a:pt x="721832" y="143282"/>
                </a:lnTo>
                <a:lnTo>
                  <a:pt x="721760" y="143893"/>
                </a:lnTo>
                <a:lnTo>
                  <a:pt x="721710" y="144512"/>
                </a:lnTo>
                <a:lnTo>
                  <a:pt x="721679" y="145139"/>
                </a:lnTo>
                <a:lnTo>
                  <a:pt x="721669" y="145775"/>
                </a:lnTo>
                <a:lnTo>
                  <a:pt x="721676" y="146184"/>
                </a:lnTo>
                <a:lnTo>
                  <a:pt x="721695" y="146593"/>
                </a:lnTo>
                <a:lnTo>
                  <a:pt x="721728" y="147003"/>
                </a:lnTo>
                <a:lnTo>
                  <a:pt x="721774" y="147413"/>
                </a:lnTo>
                <a:lnTo>
                  <a:pt x="721833" y="147824"/>
                </a:lnTo>
                <a:lnTo>
                  <a:pt x="721905" y="148235"/>
                </a:lnTo>
                <a:lnTo>
                  <a:pt x="721990" y="148647"/>
                </a:lnTo>
                <a:lnTo>
                  <a:pt x="722088" y="149059"/>
                </a:lnTo>
                <a:lnTo>
                  <a:pt x="722200" y="149471"/>
                </a:lnTo>
                <a:lnTo>
                  <a:pt x="722324" y="149884"/>
                </a:lnTo>
                <a:lnTo>
                  <a:pt x="722462" y="150297"/>
                </a:lnTo>
                <a:lnTo>
                  <a:pt x="722612" y="150711"/>
                </a:lnTo>
                <a:lnTo>
                  <a:pt x="722776" y="151125"/>
                </a:lnTo>
                <a:lnTo>
                  <a:pt x="722953" y="151540"/>
                </a:lnTo>
                <a:lnTo>
                  <a:pt x="723143" y="151955"/>
                </a:lnTo>
                <a:lnTo>
                  <a:pt x="723346" y="152371"/>
                </a:lnTo>
                <a:lnTo>
                  <a:pt x="723562" y="152787"/>
                </a:lnTo>
                <a:lnTo>
                  <a:pt x="723792" y="153203"/>
                </a:lnTo>
                <a:lnTo>
                  <a:pt x="724034" y="153620"/>
                </a:lnTo>
                <a:lnTo>
                  <a:pt x="724289" y="154037"/>
                </a:lnTo>
                <a:lnTo>
                  <a:pt x="724558" y="154455"/>
                </a:lnTo>
                <a:lnTo>
                  <a:pt x="724840" y="154873"/>
                </a:lnTo>
                <a:lnTo>
                  <a:pt x="725134" y="155292"/>
                </a:lnTo>
                <a:lnTo>
                  <a:pt x="725442" y="155711"/>
                </a:lnTo>
                <a:lnTo>
                  <a:pt x="725764" y="156128"/>
                </a:lnTo>
                <a:lnTo>
                  <a:pt x="726102" y="156541"/>
                </a:lnTo>
                <a:lnTo>
                  <a:pt x="726454" y="156950"/>
                </a:lnTo>
                <a:lnTo>
                  <a:pt x="726822" y="157355"/>
                </a:lnTo>
                <a:lnTo>
                  <a:pt x="727206" y="157755"/>
                </a:lnTo>
                <a:lnTo>
                  <a:pt x="727604" y="158152"/>
                </a:lnTo>
                <a:lnTo>
                  <a:pt x="728018" y="158544"/>
                </a:lnTo>
                <a:lnTo>
                  <a:pt x="728447" y="158932"/>
                </a:lnTo>
                <a:lnTo>
                  <a:pt x="728891" y="159316"/>
                </a:lnTo>
                <a:lnTo>
                  <a:pt x="729351" y="159696"/>
                </a:lnTo>
                <a:lnTo>
                  <a:pt x="729826" y="160072"/>
                </a:lnTo>
                <a:lnTo>
                  <a:pt x="730316" y="160443"/>
                </a:lnTo>
                <a:lnTo>
                  <a:pt x="730822" y="160811"/>
                </a:lnTo>
                <a:lnTo>
                  <a:pt x="731342" y="161174"/>
                </a:lnTo>
                <a:lnTo>
                  <a:pt x="731879" y="161533"/>
                </a:lnTo>
                <a:lnTo>
                  <a:pt x="732430" y="161888"/>
                </a:lnTo>
                <a:lnTo>
                  <a:pt x="732997" y="162239"/>
                </a:lnTo>
                <a:lnTo>
                  <a:pt x="733579" y="162585"/>
                </a:lnTo>
                <a:lnTo>
                  <a:pt x="734176" y="162928"/>
                </a:lnTo>
                <a:lnTo>
                  <a:pt x="734788" y="163266"/>
                </a:lnTo>
                <a:lnTo>
                  <a:pt x="735416" y="163600"/>
                </a:lnTo>
                <a:lnTo>
                  <a:pt x="736059" y="163930"/>
                </a:lnTo>
                <a:lnTo>
                  <a:pt x="736376" y="164087"/>
                </a:lnTo>
                <a:lnTo>
                  <a:pt x="735905" y="164282"/>
                </a:lnTo>
                <a:lnTo>
                  <a:pt x="734736" y="164799"/>
                </a:lnTo>
                <a:lnTo>
                  <a:pt x="733606" y="165332"/>
                </a:lnTo>
                <a:lnTo>
                  <a:pt x="732517" y="165881"/>
                </a:lnTo>
                <a:lnTo>
                  <a:pt x="731468" y="166447"/>
                </a:lnTo>
                <a:lnTo>
                  <a:pt x="730459" y="167029"/>
                </a:lnTo>
                <a:lnTo>
                  <a:pt x="729491" y="167628"/>
                </a:lnTo>
                <a:lnTo>
                  <a:pt x="728562" y="168243"/>
                </a:lnTo>
                <a:lnTo>
                  <a:pt x="727674" y="168875"/>
                </a:lnTo>
                <a:lnTo>
                  <a:pt x="726826" y="169523"/>
                </a:lnTo>
                <a:lnTo>
                  <a:pt x="726015" y="170183"/>
                </a:lnTo>
                <a:lnTo>
                  <a:pt x="725239" y="170853"/>
                </a:lnTo>
                <a:lnTo>
                  <a:pt x="724497" y="171531"/>
                </a:lnTo>
                <a:lnTo>
                  <a:pt x="723790" y="172219"/>
                </a:lnTo>
                <a:lnTo>
                  <a:pt x="723117" y="172915"/>
                </a:lnTo>
                <a:lnTo>
                  <a:pt x="722479" y="173621"/>
                </a:lnTo>
                <a:lnTo>
                  <a:pt x="721875" y="174335"/>
                </a:lnTo>
                <a:lnTo>
                  <a:pt x="721306" y="175059"/>
                </a:lnTo>
                <a:lnTo>
                  <a:pt x="720771" y="175791"/>
                </a:lnTo>
                <a:lnTo>
                  <a:pt x="720271" y="176532"/>
                </a:lnTo>
                <a:lnTo>
                  <a:pt x="719805" y="177283"/>
                </a:lnTo>
                <a:lnTo>
                  <a:pt x="719374" y="178042"/>
                </a:lnTo>
                <a:lnTo>
                  <a:pt x="718977" y="178810"/>
                </a:lnTo>
                <a:lnTo>
                  <a:pt x="718615" y="179588"/>
                </a:lnTo>
                <a:lnTo>
                  <a:pt x="718287" y="180374"/>
                </a:lnTo>
                <a:lnTo>
                  <a:pt x="717994" y="181169"/>
                </a:lnTo>
                <a:lnTo>
                  <a:pt x="717735" y="181973"/>
                </a:lnTo>
                <a:lnTo>
                  <a:pt x="717511" y="182787"/>
                </a:lnTo>
                <a:lnTo>
                  <a:pt x="717321" y="183609"/>
                </a:lnTo>
                <a:lnTo>
                  <a:pt x="717166" y="184440"/>
                </a:lnTo>
                <a:lnTo>
                  <a:pt x="717045" y="185280"/>
                </a:lnTo>
                <a:lnTo>
                  <a:pt x="716959" y="186129"/>
                </a:lnTo>
                <a:lnTo>
                  <a:pt x="716907" y="186987"/>
                </a:lnTo>
                <a:lnTo>
                  <a:pt x="716890" y="187854"/>
                </a:lnTo>
                <a:lnTo>
                  <a:pt x="716899" y="188566"/>
                </a:lnTo>
                <a:lnTo>
                  <a:pt x="716929" y="189274"/>
                </a:lnTo>
                <a:lnTo>
                  <a:pt x="716978" y="189978"/>
                </a:lnTo>
                <a:lnTo>
                  <a:pt x="717047" y="190677"/>
                </a:lnTo>
                <a:lnTo>
                  <a:pt x="717135" y="191373"/>
                </a:lnTo>
                <a:lnTo>
                  <a:pt x="717243" y="192064"/>
                </a:lnTo>
                <a:lnTo>
                  <a:pt x="717371" y="192751"/>
                </a:lnTo>
                <a:lnTo>
                  <a:pt x="717518" y="193434"/>
                </a:lnTo>
                <a:lnTo>
                  <a:pt x="717686" y="194112"/>
                </a:lnTo>
                <a:lnTo>
                  <a:pt x="717872" y="194787"/>
                </a:lnTo>
                <a:lnTo>
                  <a:pt x="718079" y="195457"/>
                </a:lnTo>
                <a:lnTo>
                  <a:pt x="718305" y="196123"/>
                </a:lnTo>
                <a:lnTo>
                  <a:pt x="718550" y="196785"/>
                </a:lnTo>
                <a:lnTo>
                  <a:pt x="718816" y="197443"/>
                </a:lnTo>
                <a:lnTo>
                  <a:pt x="719101" y="198097"/>
                </a:lnTo>
                <a:lnTo>
                  <a:pt x="719405" y="198746"/>
                </a:lnTo>
                <a:lnTo>
                  <a:pt x="719729" y="199392"/>
                </a:lnTo>
                <a:lnTo>
                  <a:pt x="720073" y="200033"/>
                </a:lnTo>
                <a:lnTo>
                  <a:pt x="720437" y="200670"/>
                </a:lnTo>
                <a:lnTo>
                  <a:pt x="720820" y="201303"/>
                </a:lnTo>
                <a:lnTo>
                  <a:pt x="721223" y="201932"/>
                </a:lnTo>
                <a:lnTo>
                  <a:pt x="721646" y="202556"/>
                </a:lnTo>
                <a:lnTo>
                  <a:pt x="722088" y="203176"/>
                </a:lnTo>
                <a:lnTo>
                  <a:pt x="722550" y="203793"/>
                </a:lnTo>
                <a:lnTo>
                  <a:pt x="723034" y="204402"/>
                </a:lnTo>
                <a:lnTo>
                  <a:pt x="723543" y="205001"/>
                </a:lnTo>
                <a:lnTo>
                  <a:pt x="724078" y="205591"/>
                </a:lnTo>
                <a:lnTo>
                  <a:pt x="724639" y="206171"/>
                </a:lnTo>
                <a:lnTo>
                  <a:pt x="725224" y="206740"/>
                </a:lnTo>
                <a:lnTo>
                  <a:pt x="725835" y="207300"/>
                </a:lnTo>
                <a:lnTo>
                  <a:pt x="726472" y="207851"/>
                </a:lnTo>
                <a:lnTo>
                  <a:pt x="727133" y="208391"/>
                </a:lnTo>
                <a:lnTo>
                  <a:pt x="727820" y="208921"/>
                </a:lnTo>
                <a:lnTo>
                  <a:pt x="728533" y="209442"/>
                </a:lnTo>
                <a:lnTo>
                  <a:pt x="729270" y="209953"/>
                </a:lnTo>
                <a:lnTo>
                  <a:pt x="730033" y="210454"/>
                </a:lnTo>
                <a:lnTo>
                  <a:pt x="730821" y="210945"/>
                </a:lnTo>
                <a:lnTo>
                  <a:pt x="731635" y="211426"/>
                </a:lnTo>
                <a:lnTo>
                  <a:pt x="732474" y="211898"/>
                </a:lnTo>
                <a:lnTo>
                  <a:pt x="733338" y="212359"/>
                </a:lnTo>
                <a:lnTo>
                  <a:pt x="734228" y="212811"/>
                </a:lnTo>
                <a:lnTo>
                  <a:pt x="735143" y="213253"/>
                </a:lnTo>
                <a:lnTo>
                  <a:pt x="736083" y="213685"/>
                </a:lnTo>
                <a:lnTo>
                  <a:pt x="737049" y="214108"/>
                </a:lnTo>
                <a:lnTo>
                  <a:pt x="738040" y="214520"/>
                </a:lnTo>
                <a:lnTo>
                  <a:pt x="739056" y="214923"/>
                </a:lnTo>
                <a:lnTo>
                  <a:pt x="740097" y="215315"/>
                </a:lnTo>
                <a:lnTo>
                  <a:pt x="741164" y="215698"/>
                </a:lnTo>
                <a:lnTo>
                  <a:pt x="742260" y="216068"/>
                </a:lnTo>
                <a:lnTo>
                  <a:pt x="743386" y="216423"/>
                </a:lnTo>
                <a:lnTo>
                  <a:pt x="744545" y="216761"/>
                </a:lnTo>
                <a:lnTo>
                  <a:pt x="745734" y="217084"/>
                </a:lnTo>
                <a:lnTo>
                  <a:pt x="746955" y="217391"/>
                </a:lnTo>
                <a:lnTo>
                  <a:pt x="748208" y="217683"/>
                </a:lnTo>
                <a:lnTo>
                  <a:pt x="749492" y="217958"/>
                </a:lnTo>
                <a:lnTo>
                  <a:pt x="750807" y="218218"/>
                </a:lnTo>
                <a:lnTo>
                  <a:pt x="752154" y="218462"/>
                </a:lnTo>
                <a:lnTo>
                  <a:pt x="753532" y="218691"/>
                </a:lnTo>
                <a:lnTo>
                  <a:pt x="754942" y="218903"/>
                </a:lnTo>
                <a:lnTo>
                  <a:pt x="756383" y="219100"/>
                </a:lnTo>
                <a:lnTo>
                  <a:pt x="757856" y="219281"/>
                </a:lnTo>
                <a:lnTo>
                  <a:pt x="759360" y="219447"/>
                </a:lnTo>
                <a:lnTo>
                  <a:pt x="760896" y="219596"/>
                </a:lnTo>
                <a:lnTo>
                  <a:pt x="762462" y="219730"/>
                </a:lnTo>
                <a:lnTo>
                  <a:pt x="764061" y="219848"/>
                </a:lnTo>
                <a:lnTo>
                  <a:pt x="765691" y="219950"/>
                </a:lnTo>
                <a:lnTo>
                  <a:pt x="767352" y="220037"/>
                </a:lnTo>
                <a:lnTo>
                  <a:pt x="769045" y="220108"/>
                </a:lnTo>
                <a:lnTo>
                  <a:pt x="770769" y="220163"/>
                </a:lnTo>
                <a:lnTo>
                  <a:pt x="772525" y="220202"/>
                </a:lnTo>
                <a:lnTo>
                  <a:pt x="774312" y="220226"/>
                </a:lnTo>
                <a:lnTo>
                  <a:pt x="776130" y="220234"/>
                </a:lnTo>
                <a:lnTo>
                  <a:pt x="778662" y="220215"/>
                </a:lnTo>
                <a:lnTo>
                  <a:pt x="781144" y="220159"/>
                </a:lnTo>
                <a:lnTo>
                  <a:pt x="783575" y="220065"/>
                </a:lnTo>
                <a:lnTo>
                  <a:pt x="785955" y="219933"/>
                </a:lnTo>
                <a:lnTo>
                  <a:pt x="788284" y="219764"/>
                </a:lnTo>
                <a:lnTo>
                  <a:pt x="790563" y="219557"/>
                </a:lnTo>
                <a:lnTo>
                  <a:pt x="792791" y="219312"/>
                </a:lnTo>
                <a:lnTo>
                  <a:pt x="794969" y="219030"/>
                </a:lnTo>
                <a:lnTo>
                  <a:pt x="797095" y="218710"/>
                </a:lnTo>
                <a:lnTo>
                  <a:pt x="799172" y="218353"/>
                </a:lnTo>
                <a:lnTo>
                  <a:pt x="801197" y="217958"/>
                </a:lnTo>
                <a:lnTo>
                  <a:pt x="803172" y="217525"/>
                </a:lnTo>
                <a:lnTo>
                  <a:pt x="805096" y="217055"/>
                </a:lnTo>
                <a:lnTo>
                  <a:pt x="806970" y="216547"/>
                </a:lnTo>
                <a:lnTo>
                  <a:pt x="808793" y="216001"/>
                </a:lnTo>
                <a:lnTo>
                  <a:pt x="810565" y="215418"/>
                </a:lnTo>
                <a:lnTo>
                  <a:pt x="812286" y="214797"/>
                </a:lnTo>
                <a:lnTo>
                  <a:pt x="813957" y="214139"/>
                </a:lnTo>
                <a:lnTo>
                  <a:pt x="815578" y="213442"/>
                </a:lnTo>
                <a:lnTo>
                  <a:pt x="817147" y="212709"/>
                </a:lnTo>
                <a:lnTo>
                  <a:pt x="818666" y="211937"/>
                </a:lnTo>
                <a:lnTo>
                  <a:pt x="820134" y="211128"/>
                </a:lnTo>
                <a:lnTo>
                  <a:pt x="821552" y="210282"/>
                </a:lnTo>
                <a:lnTo>
                  <a:pt x="822919" y="209398"/>
                </a:lnTo>
                <a:lnTo>
                  <a:pt x="824233" y="208483"/>
                </a:lnTo>
                <a:lnTo>
                  <a:pt x="825490" y="207545"/>
                </a:lnTo>
                <a:lnTo>
                  <a:pt x="826692" y="206583"/>
                </a:lnTo>
                <a:lnTo>
                  <a:pt x="827838" y="205598"/>
                </a:lnTo>
                <a:lnTo>
                  <a:pt x="828928" y="204589"/>
                </a:lnTo>
                <a:lnTo>
                  <a:pt x="829962" y="203556"/>
                </a:lnTo>
                <a:lnTo>
                  <a:pt x="830941" y="202500"/>
                </a:lnTo>
                <a:lnTo>
                  <a:pt x="831863" y="201420"/>
                </a:lnTo>
                <a:lnTo>
                  <a:pt x="832729" y="200316"/>
                </a:lnTo>
                <a:lnTo>
                  <a:pt x="833540" y="199189"/>
                </a:lnTo>
                <a:lnTo>
                  <a:pt x="834295" y="198038"/>
                </a:lnTo>
                <a:lnTo>
                  <a:pt x="834993" y="196863"/>
                </a:lnTo>
                <a:lnTo>
                  <a:pt x="835636" y="195665"/>
                </a:lnTo>
                <a:lnTo>
                  <a:pt x="836223" y="194443"/>
                </a:lnTo>
                <a:lnTo>
                  <a:pt x="836754" y="193198"/>
                </a:lnTo>
                <a:lnTo>
                  <a:pt x="837229" y="191929"/>
                </a:lnTo>
                <a:lnTo>
                  <a:pt x="837649" y="190636"/>
                </a:lnTo>
                <a:lnTo>
                  <a:pt x="838012" y="189320"/>
                </a:lnTo>
                <a:lnTo>
                  <a:pt x="838319" y="187980"/>
                </a:lnTo>
                <a:lnTo>
                  <a:pt x="838571" y="186616"/>
                </a:lnTo>
                <a:lnTo>
                  <a:pt x="838767" y="185229"/>
                </a:lnTo>
                <a:lnTo>
                  <a:pt x="838906" y="183818"/>
                </a:lnTo>
                <a:lnTo>
                  <a:pt x="838990" y="182383"/>
                </a:lnTo>
                <a:lnTo>
                  <a:pt x="839018" y="180925"/>
                </a:lnTo>
                <a:lnTo>
                  <a:pt x="838994" y="179492"/>
                </a:lnTo>
                <a:lnTo>
                  <a:pt x="838921" y="178089"/>
                </a:lnTo>
                <a:lnTo>
                  <a:pt x="838799" y="176718"/>
                </a:lnTo>
                <a:lnTo>
                  <a:pt x="838629" y="175377"/>
                </a:lnTo>
                <a:lnTo>
                  <a:pt x="838410" y="174068"/>
                </a:lnTo>
                <a:lnTo>
                  <a:pt x="838142" y="172790"/>
                </a:lnTo>
                <a:lnTo>
                  <a:pt x="837825" y="171543"/>
                </a:lnTo>
                <a:lnTo>
                  <a:pt x="837460" y="170327"/>
                </a:lnTo>
                <a:lnTo>
                  <a:pt x="837046" y="169142"/>
                </a:lnTo>
                <a:lnTo>
                  <a:pt x="836583" y="167988"/>
                </a:lnTo>
                <a:lnTo>
                  <a:pt x="836072" y="166866"/>
                </a:lnTo>
                <a:lnTo>
                  <a:pt x="835512" y="165774"/>
                </a:lnTo>
                <a:lnTo>
                  <a:pt x="834904" y="164713"/>
                </a:lnTo>
                <a:lnTo>
                  <a:pt x="834246" y="163684"/>
                </a:lnTo>
                <a:lnTo>
                  <a:pt x="833540" y="162685"/>
                </a:lnTo>
                <a:lnTo>
                  <a:pt x="832785" y="161718"/>
                </a:lnTo>
                <a:lnTo>
                  <a:pt x="831982" y="160782"/>
                </a:lnTo>
                <a:lnTo>
                  <a:pt x="831130" y="159876"/>
                </a:lnTo>
                <a:lnTo>
                  <a:pt x="830229" y="159002"/>
                </a:lnTo>
                <a:lnTo>
                  <a:pt x="829279" y="158159"/>
                </a:lnTo>
                <a:lnTo>
                  <a:pt x="828281" y="157347"/>
                </a:lnTo>
                <a:lnTo>
                  <a:pt x="827234" y="156566"/>
                </a:lnTo>
                <a:lnTo>
                  <a:pt x="826138" y="155816"/>
                </a:lnTo>
                <a:lnTo>
                  <a:pt x="824994" y="155098"/>
                </a:lnTo>
                <a:lnTo>
                  <a:pt x="823797" y="154409"/>
                </a:lnTo>
                <a:lnTo>
                  <a:pt x="822542" y="153749"/>
                </a:lnTo>
                <a:lnTo>
                  <a:pt x="821230" y="153119"/>
                </a:lnTo>
                <a:lnTo>
                  <a:pt x="819860" y="152518"/>
                </a:lnTo>
                <a:lnTo>
                  <a:pt x="818433" y="151946"/>
                </a:lnTo>
                <a:lnTo>
                  <a:pt x="816948" y="151404"/>
                </a:lnTo>
                <a:lnTo>
                  <a:pt x="815406" y="150891"/>
                </a:lnTo>
                <a:lnTo>
                  <a:pt x="813807" y="150407"/>
                </a:lnTo>
                <a:lnTo>
                  <a:pt x="812150" y="149953"/>
                </a:lnTo>
                <a:lnTo>
                  <a:pt x="810436" y="149528"/>
                </a:lnTo>
                <a:lnTo>
                  <a:pt x="808664" y="149132"/>
                </a:lnTo>
                <a:lnTo>
                  <a:pt x="806835" y="148766"/>
                </a:lnTo>
                <a:lnTo>
                  <a:pt x="804949" y="148429"/>
                </a:lnTo>
                <a:lnTo>
                  <a:pt x="803005" y="148121"/>
                </a:lnTo>
                <a:lnTo>
                  <a:pt x="801003" y="147842"/>
                </a:lnTo>
                <a:lnTo>
                  <a:pt x="798945" y="147593"/>
                </a:lnTo>
                <a:lnTo>
                  <a:pt x="796828" y="147373"/>
                </a:lnTo>
                <a:lnTo>
                  <a:pt x="794655" y="147183"/>
                </a:lnTo>
                <a:lnTo>
                  <a:pt x="792423" y="147021"/>
                </a:lnTo>
                <a:lnTo>
                  <a:pt x="790135" y="146889"/>
                </a:lnTo>
                <a:lnTo>
                  <a:pt x="787789" y="146787"/>
                </a:lnTo>
                <a:lnTo>
                  <a:pt x="785386" y="146714"/>
                </a:lnTo>
                <a:lnTo>
                  <a:pt x="782925" y="146670"/>
                </a:lnTo>
                <a:lnTo>
                  <a:pt x="780407" y="146655"/>
                </a:lnTo>
                <a:lnTo>
                  <a:pt x="777388" y="146655"/>
                </a:lnTo>
                <a:lnTo>
                  <a:pt x="776412" y="146654"/>
                </a:lnTo>
                <a:lnTo>
                  <a:pt x="775453" y="146649"/>
                </a:lnTo>
                <a:lnTo>
                  <a:pt x="774512" y="146642"/>
                </a:lnTo>
                <a:lnTo>
                  <a:pt x="773588" y="146632"/>
                </a:lnTo>
                <a:lnTo>
                  <a:pt x="772683" y="146619"/>
                </a:lnTo>
                <a:lnTo>
                  <a:pt x="771795" y="146604"/>
                </a:lnTo>
                <a:lnTo>
                  <a:pt x="770925" y="146585"/>
                </a:lnTo>
                <a:lnTo>
                  <a:pt x="770072" y="146564"/>
                </a:lnTo>
                <a:lnTo>
                  <a:pt x="769237" y="146540"/>
                </a:lnTo>
                <a:lnTo>
                  <a:pt x="768420" y="146513"/>
                </a:lnTo>
                <a:lnTo>
                  <a:pt x="767620" y="146483"/>
                </a:lnTo>
                <a:lnTo>
                  <a:pt x="766838" y="146451"/>
                </a:lnTo>
                <a:lnTo>
                  <a:pt x="766074" y="146415"/>
                </a:lnTo>
                <a:lnTo>
                  <a:pt x="765328" y="146377"/>
                </a:lnTo>
                <a:lnTo>
                  <a:pt x="764599" y="146336"/>
                </a:lnTo>
                <a:lnTo>
                  <a:pt x="763888" y="146292"/>
                </a:lnTo>
                <a:lnTo>
                  <a:pt x="763195" y="146245"/>
                </a:lnTo>
                <a:lnTo>
                  <a:pt x="762519" y="146195"/>
                </a:lnTo>
                <a:lnTo>
                  <a:pt x="761861" y="146143"/>
                </a:lnTo>
                <a:lnTo>
                  <a:pt x="761220" y="146087"/>
                </a:lnTo>
                <a:lnTo>
                  <a:pt x="760598" y="146029"/>
                </a:lnTo>
                <a:lnTo>
                  <a:pt x="759993" y="145968"/>
                </a:lnTo>
                <a:lnTo>
                  <a:pt x="759406" y="145904"/>
                </a:lnTo>
                <a:lnTo>
                  <a:pt x="758836" y="145837"/>
                </a:lnTo>
                <a:lnTo>
                  <a:pt x="758282" y="145768"/>
                </a:lnTo>
                <a:lnTo>
                  <a:pt x="757742" y="145695"/>
                </a:lnTo>
                <a:lnTo>
                  <a:pt x="757217" y="145620"/>
                </a:lnTo>
                <a:lnTo>
                  <a:pt x="756705" y="145542"/>
                </a:lnTo>
                <a:lnTo>
                  <a:pt x="756207" y="145461"/>
                </a:lnTo>
                <a:lnTo>
                  <a:pt x="755723" y="145378"/>
                </a:lnTo>
                <a:lnTo>
                  <a:pt x="755253" y="145291"/>
                </a:lnTo>
                <a:lnTo>
                  <a:pt x="754797" y="145202"/>
                </a:lnTo>
                <a:lnTo>
                  <a:pt x="754355" y="145109"/>
                </a:lnTo>
                <a:lnTo>
                  <a:pt x="753927" y="145014"/>
                </a:lnTo>
                <a:lnTo>
                  <a:pt x="753513" y="144916"/>
                </a:lnTo>
                <a:lnTo>
                  <a:pt x="753113" y="144815"/>
                </a:lnTo>
                <a:lnTo>
                  <a:pt x="752727" y="144712"/>
                </a:lnTo>
                <a:lnTo>
                  <a:pt x="752355" y="144605"/>
                </a:lnTo>
                <a:lnTo>
                  <a:pt x="751997" y="144496"/>
                </a:lnTo>
                <a:lnTo>
                  <a:pt x="751653" y="144384"/>
                </a:lnTo>
                <a:lnTo>
                  <a:pt x="751323" y="144269"/>
                </a:lnTo>
                <a:lnTo>
                  <a:pt x="751006" y="144151"/>
                </a:lnTo>
                <a:lnTo>
                  <a:pt x="750704" y="144031"/>
                </a:lnTo>
                <a:lnTo>
                  <a:pt x="750416" y="143907"/>
                </a:lnTo>
                <a:lnTo>
                  <a:pt x="750142" y="143781"/>
                </a:lnTo>
                <a:lnTo>
                  <a:pt x="749881" y="143652"/>
                </a:lnTo>
                <a:lnTo>
                  <a:pt x="749635" y="143520"/>
                </a:lnTo>
                <a:lnTo>
                  <a:pt x="749403" y="143385"/>
                </a:lnTo>
                <a:lnTo>
                  <a:pt x="749182" y="143247"/>
                </a:lnTo>
                <a:lnTo>
                  <a:pt x="748971" y="143107"/>
                </a:lnTo>
                <a:lnTo>
                  <a:pt x="748769" y="142964"/>
                </a:lnTo>
                <a:lnTo>
                  <a:pt x="748576" y="142819"/>
                </a:lnTo>
                <a:lnTo>
                  <a:pt x="748393" y="142671"/>
                </a:lnTo>
                <a:lnTo>
                  <a:pt x="748220" y="142520"/>
                </a:lnTo>
                <a:lnTo>
                  <a:pt x="748055" y="142367"/>
                </a:lnTo>
                <a:lnTo>
                  <a:pt x="747900" y="142211"/>
                </a:lnTo>
                <a:lnTo>
                  <a:pt x="747755" y="142052"/>
                </a:lnTo>
                <a:lnTo>
                  <a:pt x="747619" y="141891"/>
                </a:lnTo>
                <a:lnTo>
                  <a:pt x="747492" y="141727"/>
                </a:lnTo>
                <a:lnTo>
                  <a:pt x="747375" y="141561"/>
                </a:lnTo>
                <a:lnTo>
                  <a:pt x="747267" y="141392"/>
                </a:lnTo>
                <a:lnTo>
                  <a:pt x="747168" y="141220"/>
                </a:lnTo>
                <a:lnTo>
                  <a:pt x="747079" y="141046"/>
                </a:lnTo>
                <a:lnTo>
                  <a:pt x="746999" y="140869"/>
                </a:lnTo>
                <a:lnTo>
                  <a:pt x="746929" y="140690"/>
                </a:lnTo>
                <a:lnTo>
                  <a:pt x="746868" y="140508"/>
                </a:lnTo>
                <a:lnTo>
                  <a:pt x="746816" y="140323"/>
                </a:lnTo>
                <a:lnTo>
                  <a:pt x="746774" y="140136"/>
                </a:lnTo>
                <a:lnTo>
                  <a:pt x="746741" y="139946"/>
                </a:lnTo>
                <a:lnTo>
                  <a:pt x="746717" y="139753"/>
                </a:lnTo>
                <a:lnTo>
                  <a:pt x="746703" y="139558"/>
                </a:lnTo>
                <a:lnTo>
                  <a:pt x="746699" y="139360"/>
                </a:lnTo>
                <a:lnTo>
                  <a:pt x="746706" y="139079"/>
                </a:lnTo>
                <a:lnTo>
                  <a:pt x="746730" y="138801"/>
                </a:lnTo>
                <a:lnTo>
                  <a:pt x="746769" y="138528"/>
                </a:lnTo>
                <a:lnTo>
                  <a:pt x="746824" y="138258"/>
                </a:lnTo>
                <a:lnTo>
                  <a:pt x="746895" y="137991"/>
                </a:lnTo>
                <a:lnTo>
                  <a:pt x="746982" y="137729"/>
                </a:lnTo>
                <a:lnTo>
                  <a:pt x="747084" y="137470"/>
                </a:lnTo>
                <a:lnTo>
                  <a:pt x="747202" y="137215"/>
                </a:lnTo>
                <a:lnTo>
                  <a:pt x="747335" y="136963"/>
                </a:lnTo>
                <a:lnTo>
                  <a:pt x="747485" y="136716"/>
                </a:lnTo>
                <a:lnTo>
                  <a:pt x="747650" y="136472"/>
                </a:lnTo>
                <a:lnTo>
                  <a:pt x="747831" y="136231"/>
                </a:lnTo>
                <a:lnTo>
                  <a:pt x="748027" y="135995"/>
                </a:lnTo>
                <a:lnTo>
                  <a:pt x="748239" y="135762"/>
                </a:lnTo>
                <a:lnTo>
                  <a:pt x="748467" y="135533"/>
                </a:lnTo>
                <a:lnTo>
                  <a:pt x="748711" y="135307"/>
                </a:lnTo>
                <a:lnTo>
                  <a:pt x="748970" y="135085"/>
                </a:lnTo>
                <a:lnTo>
                  <a:pt x="749245" y="134867"/>
                </a:lnTo>
                <a:lnTo>
                  <a:pt x="749536" y="134653"/>
                </a:lnTo>
                <a:lnTo>
                  <a:pt x="749843" y="134442"/>
                </a:lnTo>
                <a:lnTo>
                  <a:pt x="750165" y="134236"/>
                </a:lnTo>
                <a:lnTo>
                  <a:pt x="750503" y="134032"/>
                </a:lnTo>
                <a:lnTo>
                  <a:pt x="750857" y="133833"/>
                </a:lnTo>
                <a:lnTo>
                  <a:pt x="751226" y="133637"/>
                </a:lnTo>
                <a:lnTo>
                  <a:pt x="751608" y="133444"/>
                </a:lnTo>
                <a:lnTo>
                  <a:pt x="751997" y="133254"/>
                </a:lnTo>
                <a:lnTo>
                  <a:pt x="752394" y="133066"/>
                </a:lnTo>
                <a:lnTo>
                  <a:pt x="752799" y="132881"/>
                </a:lnTo>
                <a:lnTo>
                  <a:pt x="753211" y="132698"/>
                </a:lnTo>
                <a:lnTo>
                  <a:pt x="753632" y="132517"/>
                </a:lnTo>
                <a:lnTo>
                  <a:pt x="754060" y="132339"/>
                </a:lnTo>
                <a:lnTo>
                  <a:pt x="754497" y="132163"/>
                </a:lnTo>
                <a:lnTo>
                  <a:pt x="754941" y="131989"/>
                </a:lnTo>
                <a:lnTo>
                  <a:pt x="755393" y="131818"/>
                </a:lnTo>
                <a:lnTo>
                  <a:pt x="755853" y="131649"/>
                </a:lnTo>
                <a:lnTo>
                  <a:pt x="756122" y="131554"/>
                </a:lnTo>
                <a:lnTo>
                  <a:pt x="756166" y="131565"/>
                </a:lnTo>
                <a:lnTo>
                  <a:pt x="757319" y="131842"/>
                </a:lnTo>
                <a:lnTo>
                  <a:pt x="758490" y="132098"/>
                </a:lnTo>
                <a:lnTo>
                  <a:pt x="759678" y="132334"/>
                </a:lnTo>
                <a:lnTo>
                  <a:pt x="760882" y="132549"/>
                </a:lnTo>
                <a:lnTo>
                  <a:pt x="762104" y="132744"/>
                </a:lnTo>
                <a:lnTo>
                  <a:pt x="763343" y="132918"/>
                </a:lnTo>
                <a:lnTo>
                  <a:pt x="764599" y="133072"/>
                </a:lnTo>
                <a:lnTo>
                  <a:pt x="765872" y="133205"/>
                </a:lnTo>
                <a:lnTo>
                  <a:pt x="767161" y="133318"/>
                </a:lnTo>
                <a:lnTo>
                  <a:pt x="768468" y="133410"/>
                </a:lnTo>
                <a:lnTo>
                  <a:pt x="769792" y="133482"/>
                </a:lnTo>
                <a:lnTo>
                  <a:pt x="771133" y="133533"/>
                </a:lnTo>
                <a:lnTo>
                  <a:pt x="772491" y="133564"/>
                </a:lnTo>
                <a:lnTo>
                  <a:pt x="773866" y="133574"/>
                </a:lnTo>
                <a:lnTo>
                  <a:pt x="775333" y="133564"/>
                </a:lnTo>
                <a:lnTo>
                  <a:pt x="776780" y="133534"/>
                </a:lnTo>
                <a:lnTo>
                  <a:pt x="778204" y="133484"/>
                </a:lnTo>
                <a:lnTo>
                  <a:pt x="779608" y="133414"/>
                </a:lnTo>
                <a:lnTo>
                  <a:pt x="780991" y="133323"/>
                </a:lnTo>
                <a:lnTo>
                  <a:pt x="782352" y="133213"/>
                </a:lnTo>
                <a:lnTo>
                  <a:pt x="783692" y="133083"/>
                </a:lnTo>
                <a:lnTo>
                  <a:pt x="785011" y="132932"/>
                </a:lnTo>
                <a:lnTo>
                  <a:pt x="786309" y="132762"/>
                </a:lnTo>
                <a:lnTo>
                  <a:pt x="787586" y="132571"/>
                </a:lnTo>
                <a:lnTo>
                  <a:pt x="788841" y="132360"/>
                </a:lnTo>
                <a:lnTo>
                  <a:pt x="790076" y="132130"/>
                </a:lnTo>
                <a:lnTo>
                  <a:pt x="791289" y="131879"/>
                </a:lnTo>
                <a:lnTo>
                  <a:pt x="792481" y="131608"/>
                </a:lnTo>
                <a:lnTo>
                  <a:pt x="793651" y="131317"/>
                </a:lnTo>
                <a:lnTo>
                  <a:pt x="794801" y="131006"/>
                </a:lnTo>
                <a:lnTo>
                  <a:pt x="795929" y="130675"/>
                </a:lnTo>
                <a:lnTo>
                  <a:pt x="797036" y="130324"/>
                </a:lnTo>
                <a:lnTo>
                  <a:pt x="798123" y="129953"/>
                </a:lnTo>
                <a:lnTo>
                  <a:pt x="799187" y="129562"/>
                </a:lnTo>
                <a:lnTo>
                  <a:pt x="800231" y="129151"/>
                </a:lnTo>
                <a:lnTo>
                  <a:pt x="801253" y="128719"/>
                </a:lnTo>
                <a:lnTo>
                  <a:pt x="802255" y="128268"/>
                </a:lnTo>
                <a:lnTo>
                  <a:pt x="803235" y="127796"/>
                </a:lnTo>
                <a:lnTo>
                  <a:pt x="804194" y="127308"/>
                </a:lnTo>
                <a:lnTo>
                  <a:pt x="805134" y="126806"/>
                </a:lnTo>
                <a:lnTo>
                  <a:pt x="806053" y="126291"/>
                </a:lnTo>
                <a:lnTo>
                  <a:pt x="806952" y="125762"/>
                </a:lnTo>
                <a:lnTo>
                  <a:pt x="807831" y="125220"/>
                </a:lnTo>
                <a:lnTo>
                  <a:pt x="808690" y="124664"/>
                </a:lnTo>
                <a:lnTo>
                  <a:pt x="809529" y="124095"/>
                </a:lnTo>
                <a:lnTo>
                  <a:pt x="810348" y="123512"/>
                </a:lnTo>
                <a:lnTo>
                  <a:pt x="811147" y="122916"/>
                </a:lnTo>
                <a:lnTo>
                  <a:pt x="811926" y="122306"/>
                </a:lnTo>
                <a:lnTo>
                  <a:pt x="812684" y="121683"/>
                </a:lnTo>
                <a:lnTo>
                  <a:pt x="813423" y="121046"/>
                </a:lnTo>
                <a:lnTo>
                  <a:pt x="814141" y="120395"/>
                </a:lnTo>
                <a:lnTo>
                  <a:pt x="814839" y="119731"/>
                </a:lnTo>
                <a:lnTo>
                  <a:pt x="815518" y="119054"/>
                </a:lnTo>
                <a:lnTo>
                  <a:pt x="816176" y="118363"/>
                </a:lnTo>
                <a:lnTo>
                  <a:pt x="816814" y="117659"/>
                </a:lnTo>
                <a:lnTo>
                  <a:pt x="817432" y="116941"/>
                </a:lnTo>
                <a:lnTo>
                  <a:pt x="818030" y="116209"/>
                </a:lnTo>
                <a:lnTo>
                  <a:pt x="818608" y="115464"/>
                </a:lnTo>
                <a:lnTo>
                  <a:pt x="819165" y="114706"/>
                </a:lnTo>
                <a:lnTo>
                  <a:pt x="819703" y="113934"/>
                </a:lnTo>
                <a:lnTo>
                  <a:pt x="820220" y="113149"/>
                </a:lnTo>
                <a:lnTo>
                  <a:pt x="820718" y="112350"/>
                </a:lnTo>
                <a:lnTo>
                  <a:pt x="821195" y="111541"/>
                </a:lnTo>
                <a:lnTo>
                  <a:pt x="821652" y="110726"/>
                </a:lnTo>
                <a:lnTo>
                  <a:pt x="822089" y="109905"/>
                </a:lnTo>
                <a:lnTo>
                  <a:pt x="822505" y="109078"/>
                </a:lnTo>
                <a:lnTo>
                  <a:pt x="822901" y="108244"/>
                </a:lnTo>
                <a:lnTo>
                  <a:pt x="823277" y="107405"/>
                </a:lnTo>
                <a:lnTo>
                  <a:pt x="823632" y="106559"/>
                </a:lnTo>
                <a:lnTo>
                  <a:pt x="823967" y="105708"/>
                </a:lnTo>
                <a:lnTo>
                  <a:pt x="824282" y="104850"/>
                </a:lnTo>
                <a:lnTo>
                  <a:pt x="824576" y="103986"/>
                </a:lnTo>
                <a:lnTo>
                  <a:pt x="824850" y="103116"/>
                </a:lnTo>
                <a:lnTo>
                  <a:pt x="825104" y="102240"/>
                </a:lnTo>
                <a:lnTo>
                  <a:pt x="825338" y="101358"/>
                </a:lnTo>
                <a:lnTo>
                  <a:pt x="825551" y="100470"/>
                </a:lnTo>
                <a:lnTo>
                  <a:pt x="825744" y="99575"/>
                </a:lnTo>
                <a:lnTo>
                  <a:pt x="825917" y="98675"/>
                </a:lnTo>
                <a:lnTo>
                  <a:pt x="826069" y="97768"/>
                </a:lnTo>
                <a:lnTo>
                  <a:pt x="826201" y="96855"/>
                </a:lnTo>
                <a:lnTo>
                  <a:pt x="826313" y="95937"/>
                </a:lnTo>
                <a:lnTo>
                  <a:pt x="826404" y="95012"/>
                </a:lnTo>
                <a:lnTo>
                  <a:pt x="826475" y="94081"/>
                </a:lnTo>
                <a:lnTo>
                  <a:pt x="826526" y="93143"/>
                </a:lnTo>
                <a:lnTo>
                  <a:pt x="826556" y="92200"/>
                </a:lnTo>
                <a:lnTo>
                  <a:pt x="826566" y="91251"/>
                </a:lnTo>
                <a:lnTo>
                  <a:pt x="826556" y="90260"/>
                </a:lnTo>
                <a:lnTo>
                  <a:pt x="826527" y="89278"/>
                </a:lnTo>
                <a:lnTo>
                  <a:pt x="826477" y="88304"/>
                </a:lnTo>
                <a:lnTo>
                  <a:pt x="826407" y="87338"/>
                </a:lnTo>
                <a:lnTo>
                  <a:pt x="826318" y="86379"/>
                </a:lnTo>
                <a:lnTo>
                  <a:pt x="826209" y="85429"/>
                </a:lnTo>
                <a:lnTo>
                  <a:pt x="826080" y="84488"/>
                </a:lnTo>
                <a:lnTo>
                  <a:pt x="825930" y="83554"/>
                </a:lnTo>
                <a:lnTo>
                  <a:pt x="825762" y="82628"/>
                </a:lnTo>
                <a:lnTo>
                  <a:pt x="825573" y="81710"/>
                </a:lnTo>
                <a:lnTo>
                  <a:pt x="825364" y="80801"/>
                </a:lnTo>
                <a:lnTo>
                  <a:pt x="825136" y="79899"/>
                </a:lnTo>
                <a:lnTo>
                  <a:pt x="824887" y="79006"/>
                </a:lnTo>
                <a:lnTo>
                  <a:pt x="824619" y="78121"/>
                </a:lnTo>
                <a:lnTo>
                  <a:pt x="824331" y="77243"/>
                </a:lnTo>
                <a:lnTo>
                  <a:pt x="824023" y="76374"/>
                </a:lnTo>
                <a:lnTo>
                  <a:pt x="823695" y="75513"/>
                </a:lnTo>
                <a:lnTo>
                  <a:pt x="823347" y="74660"/>
                </a:lnTo>
                <a:lnTo>
                  <a:pt x="822980" y="73815"/>
                </a:lnTo>
                <a:lnTo>
                  <a:pt x="822592" y="72978"/>
                </a:lnTo>
                <a:lnTo>
                  <a:pt x="822185" y="72149"/>
                </a:lnTo>
                <a:lnTo>
                  <a:pt x="821758" y="71329"/>
                </a:lnTo>
                <a:lnTo>
                  <a:pt x="821311" y="70516"/>
                </a:lnTo>
                <a:lnTo>
                  <a:pt x="820844" y="69711"/>
                </a:lnTo>
                <a:lnTo>
                  <a:pt x="820357" y="68918"/>
                </a:lnTo>
                <a:lnTo>
                  <a:pt x="819850" y="68137"/>
                </a:lnTo>
                <a:lnTo>
                  <a:pt x="819322" y="67370"/>
                </a:lnTo>
                <a:lnTo>
                  <a:pt x="818775" y="66616"/>
                </a:lnTo>
                <a:lnTo>
                  <a:pt x="818208" y="65875"/>
                </a:lnTo>
                <a:lnTo>
                  <a:pt x="817621" y="65148"/>
                </a:lnTo>
                <a:lnTo>
                  <a:pt x="817013" y="64433"/>
                </a:lnTo>
                <a:lnTo>
                  <a:pt x="816385" y="63733"/>
                </a:lnTo>
                <a:lnTo>
                  <a:pt x="815738" y="63045"/>
                </a:lnTo>
                <a:lnTo>
                  <a:pt x="815070" y="62371"/>
                </a:lnTo>
                <a:lnTo>
                  <a:pt x="814382" y="61710"/>
                </a:lnTo>
                <a:lnTo>
                  <a:pt x="813930" y="61296"/>
                </a:lnTo>
                <a:lnTo>
                  <a:pt x="814004" y="61237"/>
                </a:lnTo>
                <a:lnTo>
                  <a:pt x="814517" y="60867"/>
                </a:lnTo>
                <a:lnTo>
                  <a:pt x="815044" y="60515"/>
                </a:lnTo>
                <a:lnTo>
                  <a:pt x="815586" y="60183"/>
                </a:lnTo>
                <a:lnTo>
                  <a:pt x="816141" y="59869"/>
                </a:lnTo>
                <a:lnTo>
                  <a:pt x="816711" y="59575"/>
                </a:lnTo>
                <a:lnTo>
                  <a:pt x="817294" y="59300"/>
                </a:lnTo>
                <a:lnTo>
                  <a:pt x="817892" y="59043"/>
                </a:lnTo>
                <a:lnTo>
                  <a:pt x="818504" y="58806"/>
                </a:lnTo>
                <a:lnTo>
                  <a:pt x="819131" y="58587"/>
                </a:lnTo>
                <a:lnTo>
                  <a:pt x="819771" y="58388"/>
                </a:lnTo>
                <a:lnTo>
                  <a:pt x="820426" y="58207"/>
                </a:lnTo>
                <a:lnTo>
                  <a:pt x="821095" y="58046"/>
                </a:lnTo>
                <a:lnTo>
                  <a:pt x="821774" y="57897"/>
                </a:lnTo>
                <a:lnTo>
                  <a:pt x="822459" y="57754"/>
                </a:lnTo>
                <a:lnTo>
                  <a:pt x="823150" y="57618"/>
                </a:lnTo>
                <a:lnTo>
                  <a:pt x="823846" y="57488"/>
                </a:lnTo>
                <a:lnTo>
                  <a:pt x="824549" y="57365"/>
                </a:lnTo>
                <a:lnTo>
                  <a:pt x="825258" y="57248"/>
                </a:lnTo>
                <a:lnTo>
                  <a:pt x="825972" y="57137"/>
                </a:lnTo>
                <a:lnTo>
                  <a:pt x="826692" y="57032"/>
                </a:lnTo>
                <a:lnTo>
                  <a:pt x="827418" y="56934"/>
                </a:lnTo>
                <a:lnTo>
                  <a:pt x="828150" y="56843"/>
                </a:lnTo>
                <a:lnTo>
                  <a:pt x="828888" y="56757"/>
                </a:lnTo>
                <a:lnTo>
                  <a:pt x="829632" y="56678"/>
                </a:lnTo>
                <a:lnTo>
                  <a:pt x="830382" y="56605"/>
                </a:lnTo>
                <a:lnTo>
                  <a:pt x="831138" y="56539"/>
                </a:lnTo>
                <a:lnTo>
                  <a:pt x="831899" y="56478"/>
                </a:lnTo>
                <a:lnTo>
                  <a:pt x="832667" y="56425"/>
                </a:lnTo>
                <a:lnTo>
                  <a:pt x="833440" y="56377"/>
                </a:lnTo>
                <a:lnTo>
                  <a:pt x="834219" y="56336"/>
                </a:lnTo>
                <a:lnTo>
                  <a:pt x="835004" y="56301"/>
                </a:lnTo>
                <a:lnTo>
                  <a:pt x="835795" y="56273"/>
                </a:lnTo>
                <a:lnTo>
                  <a:pt x="836592" y="56250"/>
                </a:lnTo>
                <a:lnTo>
                  <a:pt x="837395" y="56235"/>
                </a:lnTo>
                <a:lnTo>
                  <a:pt x="838204" y="56225"/>
                </a:lnTo>
                <a:lnTo>
                  <a:pt x="839018" y="56222"/>
                </a:lnTo>
                <a:lnTo>
                  <a:pt x="839018" y="31947"/>
                </a:lnTo>
                <a:lnTo>
                  <a:pt x="837820" y="31966"/>
                </a:lnTo>
                <a:lnTo>
                  <a:pt x="836637" y="32000"/>
                </a:lnTo>
                <a:lnTo>
                  <a:pt x="835468" y="32051"/>
                </a:lnTo>
                <a:lnTo>
                  <a:pt x="834314" y="32118"/>
                </a:lnTo>
                <a:lnTo>
                  <a:pt x="833174" y="32202"/>
                </a:lnTo>
                <a:lnTo>
                  <a:pt x="832049" y="32301"/>
                </a:lnTo>
                <a:lnTo>
                  <a:pt x="830939" y="32416"/>
                </a:lnTo>
                <a:lnTo>
                  <a:pt x="829844" y="32548"/>
                </a:lnTo>
                <a:lnTo>
                  <a:pt x="828763" y="32696"/>
                </a:lnTo>
                <a:lnTo>
                  <a:pt x="827696" y="32860"/>
                </a:lnTo>
                <a:lnTo>
                  <a:pt x="826644" y="33040"/>
                </a:lnTo>
                <a:lnTo>
                  <a:pt x="825607" y="33236"/>
                </a:lnTo>
                <a:lnTo>
                  <a:pt x="824585" y="33449"/>
                </a:lnTo>
                <a:lnTo>
                  <a:pt x="823577" y="33677"/>
                </a:lnTo>
                <a:lnTo>
                  <a:pt x="822584" y="33922"/>
                </a:lnTo>
                <a:lnTo>
                  <a:pt x="821605" y="34183"/>
                </a:lnTo>
                <a:lnTo>
                  <a:pt x="820641" y="34460"/>
                </a:lnTo>
                <a:lnTo>
                  <a:pt x="819692" y="34754"/>
                </a:lnTo>
                <a:lnTo>
                  <a:pt x="818757" y="35063"/>
                </a:lnTo>
                <a:lnTo>
                  <a:pt x="817837" y="35389"/>
                </a:lnTo>
                <a:lnTo>
                  <a:pt x="816932" y="35730"/>
                </a:lnTo>
                <a:lnTo>
                  <a:pt x="816041" y="36088"/>
                </a:lnTo>
                <a:lnTo>
                  <a:pt x="815165" y="36462"/>
                </a:lnTo>
                <a:lnTo>
                  <a:pt x="814303" y="36852"/>
                </a:lnTo>
                <a:lnTo>
                  <a:pt x="813458" y="37265"/>
                </a:lnTo>
                <a:lnTo>
                  <a:pt x="812632" y="37707"/>
                </a:lnTo>
                <a:lnTo>
                  <a:pt x="811824" y="38177"/>
                </a:lnTo>
                <a:lnTo>
                  <a:pt x="811035" y="38676"/>
                </a:lnTo>
                <a:lnTo>
                  <a:pt x="810264" y="39204"/>
                </a:lnTo>
                <a:lnTo>
                  <a:pt x="809512" y="39761"/>
                </a:lnTo>
                <a:lnTo>
                  <a:pt x="808778" y="40347"/>
                </a:lnTo>
                <a:lnTo>
                  <a:pt x="808063" y="40961"/>
                </a:lnTo>
                <a:lnTo>
                  <a:pt x="807367" y="41604"/>
                </a:lnTo>
                <a:lnTo>
                  <a:pt x="806689" y="42277"/>
                </a:lnTo>
                <a:lnTo>
                  <a:pt x="806030" y="42977"/>
                </a:lnTo>
                <a:lnTo>
                  <a:pt x="805389" y="43707"/>
                </a:lnTo>
                <a:lnTo>
                  <a:pt x="804767" y="44466"/>
                </a:lnTo>
                <a:lnTo>
                  <a:pt x="804163" y="45253"/>
                </a:lnTo>
                <a:lnTo>
                  <a:pt x="803578" y="46069"/>
                </a:lnTo>
                <a:lnTo>
                  <a:pt x="803011" y="46914"/>
                </a:lnTo>
                <a:lnTo>
                  <a:pt x="802463" y="47788"/>
                </a:lnTo>
                <a:lnTo>
                  <a:pt x="801934" y="48691"/>
                </a:lnTo>
                <a:lnTo>
                  <a:pt x="801423" y="49623"/>
                </a:lnTo>
                <a:lnTo>
                  <a:pt x="800931" y="50583"/>
                </a:lnTo>
                <a:lnTo>
                  <a:pt x="800457" y="51572"/>
                </a:lnTo>
                <a:lnTo>
                  <a:pt x="800002" y="52590"/>
                </a:lnTo>
                <a:lnTo>
                  <a:pt x="799956" y="52700"/>
                </a:lnTo>
                <a:lnTo>
                  <a:pt x="799610" y="52562"/>
                </a:lnTo>
                <a:lnTo>
                  <a:pt x="798558" y="52171"/>
                </a:lnTo>
                <a:lnTo>
                  <a:pt x="797485" y="51800"/>
                </a:lnTo>
                <a:lnTo>
                  <a:pt x="796391" y="51449"/>
                </a:lnTo>
                <a:lnTo>
                  <a:pt x="795276" y="51118"/>
                </a:lnTo>
                <a:lnTo>
                  <a:pt x="794141" y="50807"/>
                </a:lnTo>
                <a:lnTo>
                  <a:pt x="792985" y="50516"/>
                </a:lnTo>
                <a:lnTo>
                  <a:pt x="791808" y="50245"/>
                </a:lnTo>
                <a:lnTo>
                  <a:pt x="790610" y="49994"/>
                </a:lnTo>
                <a:lnTo>
                  <a:pt x="789392" y="49763"/>
                </a:lnTo>
                <a:lnTo>
                  <a:pt x="788153" y="49553"/>
                </a:lnTo>
                <a:lnTo>
                  <a:pt x="786893" y="49362"/>
                </a:lnTo>
                <a:lnTo>
                  <a:pt x="785612" y="49192"/>
                </a:lnTo>
                <a:lnTo>
                  <a:pt x="784311" y="49041"/>
                </a:lnTo>
                <a:lnTo>
                  <a:pt x="782989" y="48911"/>
                </a:lnTo>
                <a:lnTo>
                  <a:pt x="781646" y="48800"/>
                </a:lnTo>
                <a:lnTo>
                  <a:pt x="780283" y="48710"/>
                </a:lnTo>
                <a:lnTo>
                  <a:pt x="778898" y="48640"/>
                </a:lnTo>
                <a:lnTo>
                  <a:pt x="777493" y="48590"/>
                </a:lnTo>
                <a:lnTo>
                  <a:pt x="776067" y="48560"/>
                </a:lnTo>
                <a:lnTo>
                  <a:pt x="774621" y="48550"/>
                </a:lnTo>
                <a:lnTo>
                  <a:pt x="773215" y="48560"/>
                </a:lnTo>
                <a:lnTo>
                  <a:pt x="771827" y="48590"/>
                </a:lnTo>
                <a:lnTo>
                  <a:pt x="770456" y="48640"/>
                </a:lnTo>
                <a:lnTo>
                  <a:pt x="769104" y="48710"/>
                </a:lnTo>
                <a:lnTo>
                  <a:pt x="767770" y="48800"/>
                </a:lnTo>
                <a:lnTo>
                  <a:pt x="766453" y="48911"/>
                </a:lnTo>
                <a:lnTo>
                  <a:pt x="765155" y="49041"/>
                </a:lnTo>
                <a:lnTo>
                  <a:pt x="763874" y="49192"/>
                </a:lnTo>
                <a:lnTo>
                  <a:pt x="762611" y="49362"/>
                </a:lnTo>
                <a:lnTo>
                  <a:pt x="761366" y="49553"/>
                </a:lnTo>
                <a:lnTo>
                  <a:pt x="760139" y="49763"/>
                </a:lnTo>
                <a:lnTo>
                  <a:pt x="758930" y="49994"/>
                </a:lnTo>
                <a:lnTo>
                  <a:pt x="757739" y="50245"/>
                </a:lnTo>
                <a:lnTo>
                  <a:pt x="756566" y="50516"/>
                </a:lnTo>
                <a:lnTo>
                  <a:pt x="755410" y="50807"/>
                </a:lnTo>
                <a:lnTo>
                  <a:pt x="754273" y="51118"/>
                </a:lnTo>
                <a:lnTo>
                  <a:pt x="753154" y="51449"/>
                </a:lnTo>
                <a:lnTo>
                  <a:pt x="752052" y="51800"/>
                </a:lnTo>
                <a:lnTo>
                  <a:pt x="750968" y="52171"/>
                </a:lnTo>
                <a:lnTo>
                  <a:pt x="749902" y="52562"/>
                </a:lnTo>
                <a:lnTo>
                  <a:pt x="748854" y="52973"/>
                </a:lnTo>
                <a:lnTo>
                  <a:pt x="747824" y="53405"/>
                </a:lnTo>
                <a:lnTo>
                  <a:pt x="746812" y="53856"/>
                </a:lnTo>
                <a:lnTo>
                  <a:pt x="745818" y="54327"/>
                </a:lnTo>
                <a:lnTo>
                  <a:pt x="744843" y="54816"/>
                </a:lnTo>
                <a:lnTo>
                  <a:pt x="743887" y="55317"/>
                </a:lnTo>
                <a:lnTo>
                  <a:pt x="742952" y="55832"/>
                </a:lnTo>
                <a:lnTo>
                  <a:pt x="742036" y="56360"/>
                </a:lnTo>
                <a:lnTo>
                  <a:pt x="741140" y="56901"/>
                </a:lnTo>
                <a:lnTo>
                  <a:pt x="740264" y="57456"/>
                </a:lnTo>
                <a:lnTo>
                  <a:pt x="739408" y="58024"/>
                </a:lnTo>
                <a:lnTo>
                  <a:pt x="738572" y="58605"/>
                </a:lnTo>
                <a:lnTo>
                  <a:pt x="737756" y="59199"/>
                </a:lnTo>
                <a:lnTo>
                  <a:pt x="736959" y="59807"/>
                </a:lnTo>
                <a:lnTo>
                  <a:pt x="736183" y="60428"/>
                </a:lnTo>
                <a:lnTo>
                  <a:pt x="735426" y="61062"/>
                </a:lnTo>
                <a:lnTo>
                  <a:pt x="734689" y="61710"/>
                </a:lnTo>
                <a:lnTo>
                  <a:pt x="733972" y="62371"/>
                </a:lnTo>
                <a:lnTo>
                  <a:pt x="733275" y="63045"/>
                </a:lnTo>
                <a:lnTo>
                  <a:pt x="732598" y="63733"/>
                </a:lnTo>
                <a:lnTo>
                  <a:pt x="731940" y="64433"/>
                </a:lnTo>
                <a:lnTo>
                  <a:pt x="731303" y="65148"/>
                </a:lnTo>
                <a:lnTo>
                  <a:pt x="730685" y="65875"/>
                </a:lnTo>
                <a:lnTo>
                  <a:pt x="730087" y="66616"/>
                </a:lnTo>
                <a:lnTo>
                  <a:pt x="729509" y="67370"/>
                </a:lnTo>
                <a:lnTo>
                  <a:pt x="728951" y="68137"/>
                </a:lnTo>
                <a:lnTo>
                  <a:pt x="728413" y="68918"/>
                </a:lnTo>
                <a:lnTo>
                  <a:pt x="727895" y="69711"/>
                </a:lnTo>
                <a:lnTo>
                  <a:pt x="727397" y="70516"/>
                </a:lnTo>
                <a:lnTo>
                  <a:pt x="726921" y="71329"/>
                </a:lnTo>
                <a:lnTo>
                  <a:pt x="726465" y="72149"/>
                </a:lnTo>
                <a:lnTo>
                  <a:pt x="726031" y="72978"/>
                </a:lnTo>
                <a:lnTo>
                  <a:pt x="725618" y="73815"/>
                </a:lnTo>
                <a:lnTo>
                  <a:pt x="725226" y="74660"/>
                </a:lnTo>
                <a:lnTo>
                  <a:pt x="724856" y="75513"/>
                </a:lnTo>
                <a:lnTo>
                  <a:pt x="724506" y="76374"/>
                </a:lnTo>
                <a:lnTo>
                  <a:pt x="724178" y="77243"/>
                </a:lnTo>
                <a:lnTo>
                  <a:pt x="723871" y="78121"/>
                </a:lnTo>
                <a:lnTo>
                  <a:pt x="723585" y="79006"/>
                </a:lnTo>
                <a:lnTo>
                  <a:pt x="723320" y="79899"/>
                </a:lnTo>
                <a:lnTo>
                  <a:pt x="723076" y="80801"/>
                </a:lnTo>
                <a:lnTo>
                  <a:pt x="722854" y="81710"/>
                </a:lnTo>
                <a:lnTo>
                  <a:pt x="722653" y="82628"/>
                </a:lnTo>
                <a:lnTo>
                  <a:pt x="722473" y="83554"/>
                </a:lnTo>
                <a:lnTo>
                  <a:pt x="722314" y="84488"/>
                </a:lnTo>
                <a:lnTo>
                  <a:pt x="722176" y="85429"/>
                </a:lnTo>
                <a:lnTo>
                  <a:pt x="722060" y="86379"/>
                </a:lnTo>
                <a:lnTo>
                  <a:pt x="721964" y="87338"/>
                </a:lnTo>
                <a:lnTo>
                  <a:pt x="721890" y="88304"/>
                </a:lnTo>
                <a:lnTo>
                  <a:pt x="721837" y="89278"/>
                </a:lnTo>
                <a:lnTo>
                  <a:pt x="721805" y="90260"/>
                </a:lnTo>
                <a:lnTo>
                  <a:pt x="721795" y="91251"/>
                </a:lnTo>
                <a:lnTo>
                  <a:pt x="721805" y="92179"/>
                </a:lnTo>
                <a:lnTo>
                  <a:pt x="721837" y="93103"/>
                </a:lnTo>
                <a:lnTo>
                  <a:pt x="721889" y="94022"/>
                </a:lnTo>
                <a:lnTo>
                  <a:pt x="721963" y="94935"/>
                </a:lnTo>
                <a:lnTo>
                  <a:pt x="722057" y="95843"/>
                </a:lnTo>
                <a:lnTo>
                  <a:pt x="722172" y="96745"/>
                </a:lnTo>
                <a:lnTo>
                  <a:pt x="722308" y="97643"/>
                </a:lnTo>
                <a:lnTo>
                  <a:pt x="722466" y="98535"/>
                </a:lnTo>
                <a:lnTo>
                  <a:pt x="722644" y="99422"/>
                </a:lnTo>
                <a:lnTo>
                  <a:pt x="722843" y="100304"/>
                </a:lnTo>
                <a:lnTo>
                  <a:pt x="723063" y="101180"/>
                </a:lnTo>
                <a:lnTo>
                  <a:pt x="723304" y="102052"/>
                </a:lnTo>
                <a:lnTo>
                  <a:pt x="723566" y="102918"/>
                </a:lnTo>
                <a:lnTo>
                  <a:pt x="723849" y="103778"/>
                </a:lnTo>
                <a:lnTo>
                  <a:pt x="724153" y="104634"/>
                </a:lnTo>
                <a:lnTo>
                  <a:pt x="724478" y="105484"/>
                </a:lnTo>
                <a:lnTo>
                  <a:pt x="724824" y="106329"/>
                </a:lnTo>
                <a:lnTo>
                  <a:pt x="725191" y="107169"/>
                </a:lnTo>
                <a:lnTo>
                  <a:pt x="725579" y="108004"/>
                </a:lnTo>
                <a:lnTo>
                  <a:pt x="725987" y="108833"/>
                </a:lnTo>
                <a:lnTo>
                  <a:pt x="726417" y="109657"/>
                </a:lnTo>
                <a:lnTo>
                  <a:pt x="726868" y="110476"/>
                </a:lnTo>
                <a:lnTo>
                  <a:pt x="727339" y="111290"/>
                </a:lnTo>
                <a:lnTo>
                  <a:pt x="727832" y="112098"/>
                </a:lnTo>
                <a:lnTo>
                  <a:pt x="728345" y="112897"/>
                </a:lnTo>
                <a:lnTo>
                  <a:pt x="728878" y="113683"/>
                </a:lnTo>
                <a:lnTo>
                  <a:pt x="729430" y="114456"/>
                </a:lnTo>
                <a:lnTo>
                  <a:pt x="730002" y="115216"/>
                </a:lnTo>
                <a:lnTo>
                  <a:pt x="730593" y="115963"/>
                </a:lnTo>
                <a:lnTo>
                  <a:pt x="731204" y="116697"/>
                </a:lnTo>
                <a:lnTo>
                  <a:pt x="731835" y="117418"/>
                </a:lnTo>
                <a:lnTo>
                  <a:pt x="732486" y="118126"/>
                </a:lnTo>
                <a:lnTo>
                  <a:pt x="733156" y="118820"/>
                </a:lnTo>
                <a:lnTo>
                  <a:pt x="733846" y="119502"/>
                </a:lnTo>
                <a:lnTo>
                  <a:pt x="734555" y="120170"/>
                </a:lnTo>
                <a:lnTo>
                  <a:pt x="735284" y="120826"/>
                </a:lnTo>
                <a:lnTo>
                  <a:pt x="736033" y="121468"/>
                </a:lnTo>
                <a:lnTo>
                  <a:pt x="736802" y="122097"/>
                </a:lnTo>
                <a:lnTo>
                  <a:pt x="737590" y="122713"/>
                </a:lnTo>
                <a:lnTo>
                  <a:pt x="738397" y="123316"/>
                </a:lnTo>
                <a:lnTo>
                  <a:pt x="739225" y="123907"/>
                </a:lnTo>
                <a:lnTo>
                  <a:pt x="740072" y="124483"/>
                </a:lnTo>
                <a:lnTo>
                  <a:pt x="740850" y="124990"/>
                </a:lnTo>
                <a:lnTo>
                  <a:pt x="740522" y="125121"/>
                </a:lnTo>
                <a:close/>
                <a:moveTo>
                  <a:pt x="769850" y="199158"/>
                </a:moveTo>
                <a:lnTo>
                  <a:pt x="768780" y="199071"/>
                </a:lnTo>
                <a:lnTo>
                  <a:pt x="767738" y="198968"/>
                </a:lnTo>
                <a:lnTo>
                  <a:pt x="766725" y="198850"/>
                </a:lnTo>
                <a:lnTo>
                  <a:pt x="765740" y="198716"/>
                </a:lnTo>
                <a:lnTo>
                  <a:pt x="764783" y="198566"/>
                </a:lnTo>
                <a:lnTo>
                  <a:pt x="763855" y="198400"/>
                </a:lnTo>
                <a:lnTo>
                  <a:pt x="762955" y="198218"/>
                </a:lnTo>
                <a:lnTo>
                  <a:pt x="762084" y="198021"/>
                </a:lnTo>
                <a:lnTo>
                  <a:pt x="761241" y="197808"/>
                </a:lnTo>
                <a:lnTo>
                  <a:pt x="760426" y="197579"/>
                </a:lnTo>
                <a:lnTo>
                  <a:pt x="759639" y="197334"/>
                </a:lnTo>
                <a:lnTo>
                  <a:pt x="758882" y="197073"/>
                </a:lnTo>
                <a:lnTo>
                  <a:pt x="758152" y="196797"/>
                </a:lnTo>
                <a:lnTo>
                  <a:pt x="757451" y="196505"/>
                </a:lnTo>
                <a:lnTo>
                  <a:pt x="756778" y="196197"/>
                </a:lnTo>
                <a:lnTo>
                  <a:pt x="756134" y="195873"/>
                </a:lnTo>
                <a:lnTo>
                  <a:pt x="755518" y="195534"/>
                </a:lnTo>
                <a:lnTo>
                  <a:pt x="754930" y="195179"/>
                </a:lnTo>
                <a:lnTo>
                  <a:pt x="754371" y="194808"/>
                </a:lnTo>
                <a:lnTo>
                  <a:pt x="753837" y="194427"/>
                </a:lnTo>
                <a:lnTo>
                  <a:pt x="753326" y="194044"/>
                </a:lnTo>
                <a:lnTo>
                  <a:pt x="752838" y="193659"/>
                </a:lnTo>
                <a:lnTo>
                  <a:pt x="752372" y="193271"/>
                </a:lnTo>
                <a:lnTo>
                  <a:pt x="751930" y="192880"/>
                </a:lnTo>
                <a:lnTo>
                  <a:pt x="751509" y="192486"/>
                </a:lnTo>
                <a:lnTo>
                  <a:pt x="751112" y="192090"/>
                </a:lnTo>
                <a:lnTo>
                  <a:pt x="750737" y="191691"/>
                </a:lnTo>
                <a:lnTo>
                  <a:pt x="750385" y="191290"/>
                </a:lnTo>
                <a:lnTo>
                  <a:pt x="750056" y="190886"/>
                </a:lnTo>
                <a:lnTo>
                  <a:pt x="749749" y="190479"/>
                </a:lnTo>
                <a:lnTo>
                  <a:pt x="749466" y="190069"/>
                </a:lnTo>
                <a:lnTo>
                  <a:pt x="749204" y="189657"/>
                </a:lnTo>
                <a:lnTo>
                  <a:pt x="748966" y="189243"/>
                </a:lnTo>
                <a:lnTo>
                  <a:pt x="748750" y="188825"/>
                </a:lnTo>
                <a:lnTo>
                  <a:pt x="748557" y="188405"/>
                </a:lnTo>
                <a:lnTo>
                  <a:pt x="748387" y="187983"/>
                </a:lnTo>
                <a:lnTo>
                  <a:pt x="748239" y="187557"/>
                </a:lnTo>
                <a:lnTo>
                  <a:pt x="748114" y="187129"/>
                </a:lnTo>
                <a:lnTo>
                  <a:pt x="748012" y="186699"/>
                </a:lnTo>
                <a:lnTo>
                  <a:pt x="747933" y="186265"/>
                </a:lnTo>
                <a:lnTo>
                  <a:pt x="747876" y="185830"/>
                </a:lnTo>
                <a:lnTo>
                  <a:pt x="747842" y="185391"/>
                </a:lnTo>
                <a:lnTo>
                  <a:pt x="747831" y="184950"/>
                </a:lnTo>
                <a:lnTo>
                  <a:pt x="747836" y="184573"/>
                </a:lnTo>
                <a:lnTo>
                  <a:pt x="747852" y="184199"/>
                </a:lnTo>
                <a:lnTo>
                  <a:pt x="747879" y="183830"/>
                </a:lnTo>
                <a:lnTo>
                  <a:pt x="747916" y="183464"/>
                </a:lnTo>
                <a:lnTo>
                  <a:pt x="747964" y="183102"/>
                </a:lnTo>
                <a:lnTo>
                  <a:pt x="748023" y="182743"/>
                </a:lnTo>
                <a:lnTo>
                  <a:pt x="748093" y="182388"/>
                </a:lnTo>
                <a:lnTo>
                  <a:pt x="748173" y="182037"/>
                </a:lnTo>
                <a:lnTo>
                  <a:pt x="748264" y="181690"/>
                </a:lnTo>
                <a:lnTo>
                  <a:pt x="748366" y="181346"/>
                </a:lnTo>
                <a:lnTo>
                  <a:pt x="748478" y="181007"/>
                </a:lnTo>
                <a:lnTo>
                  <a:pt x="748601" y="180671"/>
                </a:lnTo>
                <a:lnTo>
                  <a:pt x="748735" y="180338"/>
                </a:lnTo>
                <a:lnTo>
                  <a:pt x="748879" y="180009"/>
                </a:lnTo>
                <a:lnTo>
                  <a:pt x="749034" y="179685"/>
                </a:lnTo>
                <a:lnTo>
                  <a:pt x="749200" y="179363"/>
                </a:lnTo>
                <a:lnTo>
                  <a:pt x="749377" y="179046"/>
                </a:lnTo>
                <a:lnTo>
                  <a:pt x="749564" y="178732"/>
                </a:lnTo>
                <a:lnTo>
                  <a:pt x="749762" y="178422"/>
                </a:lnTo>
                <a:lnTo>
                  <a:pt x="749970" y="178116"/>
                </a:lnTo>
                <a:lnTo>
                  <a:pt x="750190" y="177813"/>
                </a:lnTo>
                <a:lnTo>
                  <a:pt x="750420" y="177514"/>
                </a:lnTo>
                <a:lnTo>
                  <a:pt x="750661" y="177219"/>
                </a:lnTo>
                <a:lnTo>
                  <a:pt x="750912" y="176928"/>
                </a:lnTo>
                <a:lnTo>
                  <a:pt x="751172" y="176641"/>
                </a:lnTo>
                <a:lnTo>
                  <a:pt x="751438" y="176360"/>
                </a:lnTo>
                <a:lnTo>
                  <a:pt x="751711" y="176084"/>
                </a:lnTo>
                <a:lnTo>
                  <a:pt x="751990" y="175813"/>
                </a:lnTo>
                <a:lnTo>
                  <a:pt x="752275" y="175549"/>
                </a:lnTo>
                <a:lnTo>
                  <a:pt x="752567" y="175289"/>
                </a:lnTo>
                <a:lnTo>
                  <a:pt x="752865" y="175035"/>
                </a:lnTo>
                <a:lnTo>
                  <a:pt x="753169" y="174787"/>
                </a:lnTo>
                <a:lnTo>
                  <a:pt x="753480" y="174544"/>
                </a:lnTo>
                <a:lnTo>
                  <a:pt x="753797" y="174307"/>
                </a:lnTo>
                <a:lnTo>
                  <a:pt x="754120" y="174075"/>
                </a:lnTo>
                <a:lnTo>
                  <a:pt x="754449" y="173848"/>
                </a:lnTo>
                <a:lnTo>
                  <a:pt x="754785" y="173627"/>
                </a:lnTo>
                <a:lnTo>
                  <a:pt x="755128" y="173412"/>
                </a:lnTo>
                <a:lnTo>
                  <a:pt x="755476" y="173202"/>
                </a:lnTo>
                <a:lnTo>
                  <a:pt x="755831" y="172997"/>
                </a:lnTo>
                <a:lnTo>
                  <a:pt x="756193" y="172798"/>
                </a:lnTo>
                <a:lnTo>
                  <a:pt x="756560" y="172605"/>
                </a:lnTo>
                <a:lnTo>
                  <a:pt x="756934" y="172417"/>
                </a:lnTo>
                <a:lnTo>
                  <a:pt x="757314" y="172234"/>
                </a:lnTo>
                <a:lnTo>
                  <a:pt x="757701" y="172057"/>
                </a:lnTo>
                <a:lnTo>
                  <a:pt x="758094" y="171885"/>
                </a:lnTo>
                <a:lnTo>
                  <a:pt x="758493" y="171719"/>
                </a:lnTo>
                <a:lnTo>
                  <a:pt x="758899" y="171559"/>
                </a:lnTo>
                <a:lnTo>
                  <a:pt x="781287" y="171559"/>
                </a:lnTo>
                <a:lnTo>
                  <a:pt x="782046" y="171561"/>
                </a:lnTo>
                <a:lnTo>
                  <a:pt x="782792" y="171569"/>
                </a:lnTo>
                <a:lnTo>
                  <a:pt x="783525" y="171582"/>
                </a:lnTo>
                <a:lnTo>
                  <a:pt x="784246" y="171601"/>
                </a:lnTo>
                <a:lnTo>
                  <a:pt x="784954" y="171624"/>
                </a:lnTo>
                <a:lnTo>
                  <a:pt x="785650" y="171653"/>
                </a:lnTo>
                <a:lnTo>
                  <a:pt x="786333" y="171687"/>
                </a:lnTo>
                <a:lnTo>
                  <a:pt x="787003" y="171727"/>
                </a:lnTo>
                <a:lnTo>
                  <a:pt x="787660" y="171771"/>
                </a:lnTo>
                <a:lnTo>
                  <a:pt x="788305" y="171821"/>
                </a:lnTo>
                <a:lnTo>
                  <a:pt x="788937" y="171877"/>
                </a:lnTo>
                <a:lnTo>
                  <a:pt x="789557" y="171937"/>
                </a:lnTo>
                <a:lnTo>
                  <a:pt x="790164" y="172003"/>
                </a:lnTo>
                <a:lnTo>
                  <a:pt x="790758" y="172074"/>
                </a:lnTo>
                <a:lnTo>
                  <a:pt x="791339" y="172150"/>
                </a:lnTo>
                <a:lnTo>
                  <a:pt x="791908" y="172231"/>
                </a:lnTo>
                <a:lnTo>
                  <a:pt x="792464" y="172318"/>
                </a:lnTo>
                <a:lnTo>
                  <a:pt x="793008" y="172410"/>
                </a:lnTo>
                <a:lnTo>
                  <a:pt x="793539" y="172507"/>
                </a:lnTo>
                <a:lnTo>
                  <a:pt x="794057" y="172609"/>
                </a:lnTo>
                <a:lnTo>
                  <a:pt x="794562" y="172717"/>
                </a:lnTo>
                <a:lnTo>
                  <a:pt x="795055" y="172830"/>
                </a:lnTo>
                <a:lnTo>
                  <a:pt x="795535" y="172948"/>
                </a:lnTo>
                <a:lnTo>
                  <a:pt x="796003" y="173072"/>
                </a:lnTo>
                <a:lnTo>
                  <a:pt x="796458" y="173200"/>
                </a:lnTo>
                <a:lnTo>
                  <a:pt x="796903" y="173333"/>
                </a:lnTo>
                <a:lnTo>
                  <a:pt x="797337" y="173471"/>
                </a:lnTo>
                <a:lnTo>
                  <a:pt x="797760" y="173613"/>
                </a:lnTo>
                <a:lnTo>
                  <a:pt x="798172" y="173759"/>
                </a:lnTo>
                <a:lnTo>
                  <a:pt x="798573" y="173909"/>
                </a:lnTo>
                <a:lnTo>
                  <a:pt x="798964" y="174064"/>
                </a:lnTo>
                <a:lnTo>
                  <a:pt x="799343" y="174224"/>
                </a:lnTo>
                <a:lnTo>
                  <a:pt x="799711" y="174387"/>
                </a:lnTo>
                <a:lnTo>
                  <a:pt x="800069" y="174555"/>
                </a:lnTo>
                <a:lnTo>
                  <a:pt x="800415" y="174728"/>
                </a:lnTo>
                <a:lnTo>
                  <a:pt x="800751" y="174904"/>
                </a:lnTo>
                <a:lnTo>
                  <a:pt x="801076" y="175086"/>
                </a:lnTo>
                <a:lnTo>
                  <a:pt x="801389" y="175271"/>
                </a:lnTo>
                <a:lnTo>
                  <a:pt x="801692" y="175461"/>
                </a:lnTo>
                <a:lnTo>
                  <a:pt x="801984" y="175656"/>
                </a:lnTo>
                <a:lnTo>
                  <a:pt x="802265" y="175854"/>
                </a:lnTo>
                <a:lnTo>
                  <a:pt x="802535" y="176057"/>
                </a:lnTo>
                <a:lnTo>
                  <a:pt x="802794" y="176265"/>
                </a:lnTo>
                <a:lnTo>
                  <a:pt x="803043" y="176477"/>
                </a:lnTo>
                <a:lnTo>
                  <a:pt x="803280" y="176693"/>
                </a:lnTo>
                <a:lnTo>
                  <a:pt x="803507" y="176914"/>
                </a:lnTo>
                <a:lnTo>
                  <a:pt x="803722" y="177139"/>
                </a:lnTo>
                <a:lnTo>
                  <a:pt x="803927" y="177368"/>
                </a:lnTo>
                <a:lnTo>
                  <a:pt x="804122" y="177602"/>
                </a:lnTo>
                <a:lnTo>
                  <a:pt x="804308" y="177840"/>
                </a:lnTo>
                <a:lnTo>
                  <a:pt x="804487" y="178083"/>
                </a:lnTo>
                <a:lnTo>
                  <a:pt x="804657" y="178331"/>
                </a:lnTo>
                <a:lnTo>
                  <a:pt x="804819" y="178582"/>
                </a:lnTo>
                <a:lnTo>
                  <a:pt x="804972" y="178838"/>
                </a:lnTo>
                <a:lnTo>
                  <a:pt x="805117" y="179099"/>
                </a:lnTo>
                <a:lnTo>
                  <a:pt x="805254" y="179363"/>
                </a:lnTo>
                <a:lnTo>
                  <a:pt x="805383" y="179632"/>
                </a:lnTo>
                <a:lnTo>
                  <a:pt x="805503" y="179906"/>
                </a:lnTo>
                <a:lnTo>
                  <a:pt x="805615" y="180184"/>
                </a:lnTo>
                <a:lnTo>
                  <a:pt x="805719" y="180466"/>
                </a:lnTo>
                <a:lnTo>
                  <a:pt x="805814" y="180753"/>
                </a:lnTo>
                <a:lnTo>
                  <a:pt x="805902" y="181044"/>
                </a:lnTo>
                <a:lnTo>
                  <a:pt x="805980" y="181339"/>
                </a:lnTo>
                <a:lnTo>
                  <a:pt x="806051" y="181639"/>
                </a:lnTo>
                <a:lnTo>
                  <a:pt x="806113" y="181943"/>
                </a:lnTo>
                <a:lnTo>
                  <a:pt x="806167" y="182252"/>
                </a:lnTo>
                <a:lnTo>
                  <a:pt x="806213" y="182565"/>
                </a:lnTo>
                <a:lnTo>
                  <a:pt x="806250" y="182882"/>
                </a:lnTo>
                <a:lnTo>
                  <a:pt x="806279" y="183204"/>
                </a:lnTo>
                <a:lnTo>
                  <a:pt x="806300" y="183530"/>
                </a:lnTo>
                <a:lnTo>
                  <a:pt x="806312" y="183860"/>
                </a:lnTo>
                <a:lnTo>
                  <a:pt x="806316" y="184195"/>
                </a:lnTo>
                <a:lnTo>
                  <a:pt x="806304" y="184718"/>
                </a:lnTo>
                <a:lnTo>
                  <a:pt x="806268" y="185235"/>
                </a:lnTo>
                <a:lnTo>
                  <a:pt x="806208" y="185745"/>
                </a:lnTo>
                <a:lnTo>
                  <a:pt x="806124" y="186248"/>
                </a:lnTo>
                <a:lnTo>
                  <a:pt x="806016" y="186745"/>
                </a:lnTo>
                <a:lnTo>
                  <a:pt x="805884" y="187235"/>
                </a:lnTo>
                <a:lnTo>
                  <a:pt x="805728" y="187719"/>
                </a:lnTo>
                <a:lnTo>
                  <a:pt x="805548" y="188196"/>
                </a:lnTo>
                <a:lnTo>
                  <a:pt x="805344" y="188666"/>
                </a:lnTo>
                <a:lnTo>
                  <a:pt x="805115" y="189130"/>
                </a:lnTo>
                <a:lnTo>
                  <a:pt x="804863" y="189587"/>
                </a:lnTo>
                <a:lnTo>
                  <a:pt x="804587" y="190038"/>
                </a:lnTo>
                <a:lnTo>
                  <a:pt x="804287" y="190482"/>
                </a:lnTo>
                <a:lnTo>
                  <a:pt x="803962" y="190920"/>
                </a:lnTo>
                <a:lnTo>
                  <a:pt x="803614" y="191351"/>
                </a:lnTo>
                <a:lnTo>
                  <a:pt x="803242" y="191775"/>
                </a:lnTo>
                <a:lnTo>
                  <a:pt x="802846" y="192193"/>
                </a:lnTo>
                <a:lnTo>
                  <a:pt x="802425" y="192604"/>
                </a:lnTo>
                <a:lnTo>
                  <a:pt x="801981" y="193009"/>
                </a:lnTo>
                <a:lnTo>
                  <a:pt x="801512" y="193407"/>
                </a:lnTo>
                <a:lnTo>
                  <a:pt x="801020" y="193798"/>
                </a:lnTo>
                <a:lnTo>
                  <a:pt x="800504" y="194183"/>
                </a:lnTo>
                <a:lnTo>
                  <a:pt x="799963" y="194562"/>
                </a:lnTo>
                <a:lnTo>
                  <a:pt x="799399" y="194933"/>
                </a:lnTo>
                <a:lnTo>
                  <a:pt x="798805" y="195294"/>
                </a:lnTo>
                <a:lnTo>
                  <a:pt x="798177" y="195640"/>
                </a:lnTo>
                <a:lnTo>
                  <a:pt x="797514" y="195970"/>
                </a:lnTo>
                <a:lnTo>
                  <a:pt x="796817" y="196284"/>
                </a:lnTo>
                <a:lnTo>
                  <a:pt x="796085" y="196584"/>
                </a:lnTo>
                <a:lnTo>
                  <a:pt x="795319" y="196868"/>
                </a:lnTo>
                <a:lnTo>
                  <a:pt x="794518" y="197137"/>
                </a:lnTo>
                <a:lnTo>
                  <a:pt x="793683" y="197390"/>
                </a:lnTo>
                <a:lnTo>
                  <a:pt x="792813" y="197628"/>
                </a:lnTo>
                <a:lnTo>
                  <a:pt x="791909" y="197851"/>
                </a:lnTo>
                <a:lnTo>
                  <a:pt x="790970" y="198058"/>
                </a:lnTo>
                <a:lnTo>
                  <a:pt x="789997" y="198250"/>
                </a:lnTo>
                <a:lnTo>
                  <a:pt x="788989" y="198426"/>
                </a:lnTo>
                <a:lnTo>
                  <a:pt x="787947" y="198587"/>
                </a:lnTo>
                <a:lnTo>
                  <a:pt x="786870" y="198733"/>
                </a:lnTo>
                <a:lnTo>
                  <a:pt x="785759" y="198864"/>
                </a:lnTo>
                <a:lnTo>
                  <a:pt x="784613" y="198979"/>
                </a:lnTo>
                <a:lnTo>
                  <a:pt x="783433" y="199079"/>
                </a:lnTo>
                <a:lnTo>
                  <a:pt x="782218" y="199163"/>
                </a:lnTo>
                <a:lnTo>
                  <a:pt x="780969" y="199232"/>
                </a:lnTo>
                <a:lnTo>
                  <a:pt x="779685" y="199286"/>
                </a:lnTo>
                <a:lnTo>
                  <a:pt x="778367" y="199324"/>
                </a:lnTo>
                <a:lnTo>
                  <a:pt x="777014" y="199347"/>
                </a:lnTo>
                <a:lnTo>
                  <a:pt x="775627" y="199355"/>
                </a:lnTo>
                <a:lnTo>
                  <a:pt x="774415" y="199347"/>
                </a:lnTo>
                <a:lnTo>
                  <a:pt x="773231" y="199324"/>
                </a:lnTo>
                <a:lnTo>
                  <a:pt x="772076" y="199284"/>
                </a:lnTo>
                <a:lnTo>
                  <a:pt x="770949" y="199229"/>
                </a:lnTo>
                <a:lnTo>
                  <a:pt x="769850" y="199158"/>
                </a:lnTo>
                <a:close/>
                <a:moveTo>
                  <a:pt x="770539" y="113331"/>
                </a:moveTo>
                <a:lnTo>
                  <a:pt x="769892" y="113223"/>
                </a:lnTo>
                <a:lnTo>
                  <a:pt x="769252" y="113096"/>
                </a:lnTo>
                <a:lnTo>
                  <a:pt x="768619" y="112949"/>
                </a:lnTo>
                <a:lnTo>
                  <a:pt x="767991" y="112782"/>
                </a:lnTo>
                <a:lnTo>
                  <a:pt x="767370" y="112596"/>
                </a:lnTo>
                <a:lnTo>
                  <a:pt x="766755" y="112390"/>
                </a:lnTo>
                <a:lnTo>
                  <a:pt x="766147" y="112165"/>
                </a:lnTo>
                <a:lnTo>
                  <a:pt x="765545" y="111920"/>
                </a:lnTo>
                <a:lnTo>
                  <a:pt x="764949" y="111655"/>
                </a:lnTo>
                <a:lnTo>
                  <a:pt x="764359" y="111371"/>
                </a:lnTo>
                <a:lnTo>
                  <a:pt x="763776" y="111067"/>
                </a:lnTo>
                <a:lnTo>
                  <a:pt x="763199" y="110744"/>
                </a:lnTo>
                <a:lnTo>
                  <a:pt x="762629" y="110401"/>
                </a:lnTo>
                <a:lnTo>
                  <a:pt x="762065" y="110038"/>
                </a:lnTo>
                <a:lnTo>
                  <a:pt x="761507" y="109656"/>
                </a:lnTo>
                <a:lnTo>
                  <a:pt x="760955" y="109254"/>
                </a:lnTo>
                <a:lnTo>
                  <a:pt x="760410" y="108833"/>
                </a:lnTo>
                <a:lnTo>
                  <a:pt x="759872" y="108392"/>
                </a:lnTo>
                <a:lnTo>
                  <a:pt x="759339" y="107932"/>
                </a:lnTo>
                <a:lnTo>
                  <a:pt x="758821" y="107452"/>
                </a:lnTo>
                <a:lnTo>
                  <a:pt x="758325" y="106953"/>
                </a:lnTo>
                <a:lnTo>
                  <a:pt x="757850" y="106436"/>
                </a:lnTo>
                <a:lnTo>
                  <a:pt x="757398" y="105900"/>
                </a:lnTo>
                <a:lnTo>
                  <a:pt x="756968" y="105346"/>
                </a:lnTo>
                <a:lnTo>
                  <a:pt x="756560" y="104772"/>
                </a:lnTo>
                <a:lnTo>
                  <a:pt x="756174" y="104180"/>
                </a:lnTo>
                <a:lnTo>
                  <a:pt x="755810" y="103570"/>
                </a:lnTo>
                <a:lnTo>
                  <a:pt x="755468" y="102940"/>
                </a:lnTo>
                <a:lnTo>
                  <a:pt x="755149" y="102292"/>
                </a:lnTo>
                <a:lnTo>
                  <a:pt x="754851" y="101625"/>
                </a:lnTo>
                <a:lnTo>
                  <a:pt x="754575" y="100939"/>
                </a:lnTo>
                <a:lnTo>
                  <a:pt x="754322" y="100235"/>
                </a:lnTo>
                <a:lnTo>
                  <a:pt x="754090" y="99512"/>
                </a:lnTo>
                <a:lnTo>
                  <a:pt x="753881" y="98770"/>
                </a:lnTo>
                <a:lnTo>
                  <a:pt x="753693" y="98009"/>
                </a:lnTo>
                <a:lnTo>
                  <a:pt x="753528" y="97230"/>
                </a:lnTo>
                <a:lnTo>
                  <a:pt x="753384" y="96432"/>
                </a:lnTo>
                <a:lnTo>
                  <a:pt x="753263" y="95615"/>
                </a:lnTo>
                <a:lnTo>
                  <a:pt x="753164" y="94780"/>
                </a:lnTo>
                <a:lnTo>
                  <a:pt x="753087" y="93926"/>
                </a:lnTo>
                <a:lnTo>
                  <a:pt x="753031" y="93053"/>
                </a:lnTo>
                <a:lnTo>
                  <a:pt x="752998" y="92161"/>
                </a:lnTo>
                <a:lnTo>
                  <a:pt x="752987" y="91251"/>
                </a:lnTo>
                <a:lnTo>
                  <a:pt x="752998" y="90330"/>
                </a:lnTo>
                <a:lnTo>
                  <a:pt x="753030" y="89427"/>
                </a:lnTo>
                <a:lnTo>
                  <a:pt x="753084" y="88543"/>
                </a:lnTo>
                <a:lnTo>
                  <a:pt x="753159" y="87678"/>
                </a:lnTo>
                <a:lnTo>
                  <a:pt x="753255" y="86831"/>
                </a:lnTo>
                <a:lnTo>
                  <a:pt x="753373" y="86002"/>
                </a:lnTo>
                <a:lnTo>
                  <a:pt x="753512" y="85192"/>
                </a:lnTo>
                <a:lnTo>
                  <a:pt x="753672" y="84401"/>
                </a:lnTo>
                <a:lnTo>
                  <a:pt x="753854" y="83628"/>
                </a:lnTo>
                <a:lnTo>
                  <a:pt x="754057" y="82874"/>
                </a:lnTo>
                <a:lnTo>
                  <a:pt x="754282" y="82138"/>
                </a:lnTo>
                <a:lnTo>
                  <a:pt x="754528" y="81420"/>
                </a:lnTo>
                <a:lnTo>
                  <a:pt x="754796" y="80721"/>
                </a:lnTo>
                <a:lnTo>
                  <a:pt x="755084" y="80041"/>
                </a:lnTo>
                <a:lnTo>
                  <a:pt x="755395" y="79379"/>
                </a:lnTo>
                <a:lnTo>
                  <a:pt x="755726" y="78736"/>
                </a:lnTo>
                <a:lnTo>
                  <a:pt x="756080" y="78111"/>
                </a:lnTo>
                <a:lnTo>
                  <a:pt x="756454" y="77505"/>
                </a:lnTo>
                <a:lnTo>
                  <a:pt x="756850" y="76917"/>
                </a:lnTo>
                <a:lnTo>
                  <a:pt x="757267" y="76347"/>
                </a:lnTo>
                <a:lnTo>
                  <a:pt x="757706" y="75797"/>
                </a:lnTo>
                <a:lnTo>
                  <a:pt x="758166" y="75264"/>
                </a:lnTo>
                <a:lnTo>
                  <a:pt x="758647" y="74750"/>
                </a:lnTo>
                <a:lnTo>
                  <a:pt x="759150" y="74255"/>
                </a:lnTo>
                <a:lnTo>
                  <a:pt x="759670" y="73779"/>
                </a:lnTo>
                <a:lnTo>
                  <a:pt x="760200" y="73323"/>
                </a:lnTo>
                <a:lnTo>
                  <a:pt x="760742" y="72888"/>
                </a:lnTo>
                <a:lnTo>
                  <a:pt x="761296" y="72473"/>
                </a:lnTo>
                <a:lnTo>
                  <a:pt x="761860" y="72078"/>
                </a:lnTo>
                <a:lnTo>
                  <a:pt x="762436" y="71703"/>
                </a:lnTo>
                <a:lnTo>
                  <a:pt x="763024" y="71349"/>
                </a:lnTo>
                <a:lnTo>
                  <a:pt x="763622" y="71015"/>
                </a:lnTo>
                <a:lnTo>
                  <a:pt x="764233" y="70701"/>
                </a:lnTo>
                <a:lnTo>
                  <a:pt x="764854" y="70407"/>
                </a:lnTo>
                <a:lnTo>
                  <a:pt x="765487" y="70134"/>
                </a:lnTo>
                <a:lnTo>
                  <a:pt x="766131" y="69880"/>
                </a:lnTo>
                <a:lnTo>
                  <a:pt x="766786" y="69648"/>
                </a:lnTo>
                <a:lnTo>
                  <a:pt x="767453" y="69435"/>
                </a:lnTo>
                <a:lnTo>
                  <a:pt x="768132" y="69242"/>
                </a:lnTo>
                <a:lnTo>
                  <a:pt x="768821" y="69070"/>
                </a:lnTo>
                <a:lnTo>
                  <a:pt x="769522" y="68918"/>
                </a:lnTo>
                <a:lnTo>
                  <a:pt x="770234" y="68787"/>
                </a:lnTo>
                <a:lnTo>
                  <a:pt x="770958" y="68675"/>
                </a:lnTo>
                <a:lnTo>
                  <a:pt x="771693" y="68584"/>
                </a:lnTo>
                <a:lnTo>
                  <a:pt x="772439" y="68513"/>
                </a:lnTo>
                <a:lnTo>
                  <a:pt x="773197" y="68463"/>
                </a:lnTo>
                <a:lnTo>
                  <a:pt x="773966" y="68432"/>
                </a:lnTo>
                <a:lnTo>
                  <a:pt x="774747" y="68422"/>
                </a:lnTo>
                <a:lnTo>
                  <a:pt x="775516" y="68432"/>
                </a:lnTo>
                <a:lnTo>
                  <a:pt x="776273" y="68461"/>
                </a:lnTo>
                <a:lnTo>
                  <a:pt x="777018" y="68510"/>
                </a:lnTo>
                <a:lnTo>
                  <a:pt x="777751" y="68579"/>
                </a:lnTo>
                <a:lnTo>
                  <a:pt x="778472" y="68667"/>
                </a:lnTo>
                <a:lnTo>
                  <a:pt x="779180" y="68775"/>
                </a:lnTo>
                <a:lnTo>
                  <a:pt x="779876" y="68902"/>
                </a:lnTo>
                <a:lnTo>
                  <a:pt x="780560" y="69049"/>
                </a:lnTo>
                <a:lnTo>
                  <a:pt x="781232" y="69216"/>
                </a:lnTo>
                <a:lnTo>
                  <a:pt x="781891" y="69402"/>
                </a:lnTo>
                <a:lnTo>
                  <a:pt x="782539" y="69608"/>
                </a:lnTo>
                <a:lnTo>
                  <a:pt x="783174" y="69833"/>
                </a:lnTo>
                <a:lnTo>
                  <a:pt x="783796" y="70078"/>
                </a:lnTo>
                <a:lnTo>
                  <a:pt x="784407" y="70343"/>
                </a:lnTo>
                <a:lnTo>
                  <a:pt x="785005" y="70627"/>
                </a:lnTo>
                <a:lnTo>
                  <a:pt x="785591" y="70931"/>
                </a:lnTo>
                <a:lnTo>
                  <a:pt x="786165" y="71254"/>
                </a:lnTo>
                <a:lnTo>
                  <a:pt x="786727" y="71597"/>
                </a:lnTo>
                <a:lnTo>
                  <a:pt x="787276" y="71960"/>
                </a:lnTo>
                <a:lnTo>
                  <a:pt x="787813" y="72342"/>
                </a:lnTo>
                <a:lnTo>
                  <a:pt x="788338" y="72744"/>
                </a:lnTo>
                <a:lnTo>
                  <a:pt x="788851" y="73165"/>
                </a:lnTo>
                <a:lnTo>
                  <a:pt x="789351" y="73606"/>
                </a:lnTo>
                <a:lnTo>
                  <a:pt x="789840" y="74066"/>
                </a:lnTo>
                <a:lnTo>
                  <a:pt x="790312" y="74547"/>
                </a:lnTo>
                <a:lnTo>
                  <a:pt x="790764" y="75048"/>
                </a:lnTo>
                <a:lnTo>
                  <a:pt x="791196" y="75570"/>
                </a:lnTo>
                <a:lnTo>
                  <a:pt x="791608" y="76112"/>
                </a:lnTo>
                <a:lnTo>
                  <a:pt x="791999" y="76674"/>
                </a:lnTo>
                <a:lnTo>
                  <a:pt x="792371" y="77257"/>
                </a:lnTo>
                <a:lnTo>
                  <a:pt x="792723" y="77860"/>
                </a:lnTo>
                <a:lnTo>
                  <a:pt x="793054" y="78484"/>
                </a:lnTo>
                <a:lnTo>
                  <a:pt x="793365" y="79129"/>
                </a:lnTo>
                <a:lnTo>
                  <a:pt x="793657" y="79793"/>
                </a:lnTo>
                <a:lnTo>
                  <a:pt x="793928" y="80479"/>
                </a:lnTo>
                <a:lnTo>
                  <a:pt x="794179" y="81185"/>
                </a:lnTo>
                <a:lnTo>
                  <a:pt x="794410" y="81911"/>
                </a:lnTo>
                <a:lnTo>
                  <a:pt x="794621" y="82658"/>
                </a:lnTo>
                <a:lnTo>
                  <a:pt x="794812" y="83425"/>
                </a:lnTo>
                <a:lnTo>
                  <a:pt x="794983" y="84212"/>
                </a:lnTo>
                <a:lnTo>
                  <a:pt x="795133" y="85020"/>
                </a:lnTo>
                <a:lnTo>
                  <a:pt x="795264" y="85849"/>
                </a:lnTo>
                <a:lnTo>
                  <a:pt x="795374" y="86698"/>
                </a:lnTo>
                <a:lnTo>
                  <a:pt x="795465" y="87568"/>
                </a:lnTo>
                <a:lnTo>
                  <a:pt x="795535" y="88458"/>
                </a:lnTo>
                <a:lnTo>
                  <a:pt x="795585" y="89368"/>
                </a:lnTo>
                <a:lnTo>
                  <a:pt x="795615" y="90299"/>
                </a:lnTo>
                <a:lnTo>
                  <a:pt x="795625" y="91251"/>
                </a:lnTo>
                <a:lnTo>
                  <a:pt x="795615" y="92151"/>
                </a:lnTo>
                <a:lnTo>
                  <a:pt x="795582" y="93033"/>
                </a:lnTo>
                <a:lnTo>
                  <a:pt x="795528" y="93897"/>
                </a:lnTo>
                <a:lnTo>
                  <a:pt x="795452" y="94743"/>
                </a:lnTo>
                <a:lnTo>
                  <a:pt x="795355" y="95571"/>
                </a:lnTo>
                <a:lnTo>
                  <a:pt x="795236" y="96381"/>
                </a:lnTo>
                <a:lnTo>
                  <a:pt x="795096" y="97173"/>
                </a:lnTo>
                <a:lnTo>
                  <a:pt x="794934" y="97946"/>
                </a:lnTo>
                <a:lnTo>
                  <a:pt x="794750" y="98702"/>
                </a:lnTo>
                <a:lnTo>
                  <a:pt x="794545" y="99440"/>
                </a:lnTo>
                <a:lnTo>
                  <a:pt x="794318" y="100159"/>
                </a:lnTo>
                <a:lnTo>
                  <a:pt x="794069" y="100861"/>
                </a:lnTo>
                <a:lnTo>
                  <a:pt x="793799" y="101544"/>
                </a:lnTo>
                <a:lnTo>
                  <a:pt x="793507" y="102209"/>
                </a:lnTo>
                <a:lnTo>
                  <a:pt x="793193" y="102857"/>
                </a:lnTo>
                <a:lnTo>
                  <a:pt x="792858" y="103486"/>
                </a:lnTo>
                <a:lnTo>
                  <a:pt x="792502" y="104097"/>
                </a:lnTo>
                <a:lnTo>
                  <a:pt x="792123" y="104690"/>
                </a:lnTo>
                <a:lnTo>
                  <a:pt x="791723" y="105265"/>
                </a:lnTo>
                <a:lnTo>
                  <a:pt x="791302" y="105822"/>
                </a:lnTo>
                <a:lnTo>
                  <a:pt x="790859" y="106361"/>
                </a:lnTo>
                <a:lnTo>
                  <a:pt x="790394" y="106881"/>
                </a:lnTo>
                <a:lnTo>
                  <a:pt x="789908" y="107384"/>
                </a:lnTo>
                <a:lnTo>
                  <a:pt x="789400" y="107869"/>
                </a:lnTo>
                <a:lnTo>
                  <a:pt x="788875" y="108334"/>
                </a:lnTo>
                <a:lnTo>
                  <a:pt x="788340" y="108780"/>
                </a:lnTo>
                <a:lnTo>
                  <a:pt x="787795" y="109206"/>
                </a:lnTo>
                <a:lnTo>
                  <a:pt x="787239" y="109613"/>
                </a:lnTo>
                <a:lnTo>
                  <a:pt x="786672" y="109999"/>
                </a:lnTo>
                <a:lnTo>
                  <a:pt x="786094" y="110366"/>
                </a:lnTo>
                <a:lnTo>
                  <a:pt x="785506" y="110712"/>
                </a:lnTo>
                <a:lnTo>
                  <a:pt x="784907" y="111039"/>
                </a:lnTo>
                <a:lnTo>
                  <a:pt x="784297" y="111347"/>
                </a:lnTo>
                <a:lnTo>
                  <a:pt x="783676" y="111634"/>
                </a:lnTo>
                <a:lnTo>
                  <a:pt x="783045" y="111901"/>
                </a:lnTo>
                <a:lnTo>
                  <a:pt x="782403" y="112149"/>
                </a:lnTo>
                <a:lnTo>
                  <a:pt x="781751" y="112377"/>
                </a:lnTo>
                <a:lnTo>
                  <a:pt x="781087" y="112585"/>
                </a:lnTo>
                <a:lnTo>
                  <a:pt x="780413" y="112773"/>
                </a:lnTo>
                <a:lnTo>
                  <a:pt x="779729" y="112942"/>
                </a:lnTo>
                <a:lnTo>
                  <a:pt x="779033" y="113090"/>
                </a:lnTo>
                <a:lnTo>
                  <a:pt x="778327" y="113219"/>
                </a:lnTo>
                <a:lnTo>
                  <a:pt x="777611" y="113328"/>
                </a:lnTo>
                <a:lnTo>
                  <a:pt x="776883" y="113417"/>
                </a:lnTo>
                <a:lnTo>
                  <a:pt x="776145" y="113487"/>
                </a:lnTo>
                <a:lnTo>
                  <a:pt x="775396" y="113536"/>
                </a:lnTo>
                <a:lnTo>
                  <a:pt x="774636" y="113566"/>
                </a:lnTo>
                <a:lnTo>
                  <a:pt x="773866" y="113576"/>
                </a:lnTo>
                <a:lnTo>
                  <a:pt x="773188" y="113566"/>
                </a:lnTo>
                <a:lnTo>
                  <a:pt x="772516" y="113537"/>
                </a:lnTo>
                <a:lnTo>
                  <a:pt x="771851" y="113488"/>
                </a:lnTo>
                <a:lnTo>
                  <a:pt x="771192" y="113419"/>
                </a:lnTo>
                <a:lnTo>
                  <a:pt x="770539" y="113331"/>
                </a:lnTo>
                <a:close/>
                <a:moveTo>
                  <a:pt x="911823" y="3522"/>
                </a:moveTo>
                <a:lnTo>
                  <a:pt x="911823" y="172816"/>
                </a:lnTo>
                <a:lnTo>
                  <a:pt x="1018606" y="172816"/>
                </a:lnTo>
                <a:lnTo>
                  <a:pt x="1018606" y="141750"/>
                </a:lnTo>
                <a:lnTo>
                  <a:pt x="947166" y="141750"/>
                </a:lnTo>
                <a:lnTo>
                  <a:pt x="947166" y="3522"/>
                </a:lnTo>
                <a:lnTo>
                  <a:pt x="911823" y="3522"/>
                </a:lnTo>
                <a:close/>
                <a:moveTo>
                  <a:pt x="1486185" y="88751"/>
                </a:moveTo>
                <a:lnTo>
                  <a:pt x="1486534" y="88293"/>
                </a:lnTo>
                <a:lnTo>
                  <a:pt x="1486887" y="87843"/>
                </a:lnTo>
                <a:lnTo>
                  <a:pt x="1487246" y="87402"/>
                </a:lnTo>
                <a:lnTo>
                  <a:pt x="1487611" y="86969"/>
                </a:lnTo>
                <a:lnTo>
                  <a:pt x="1487980" y="86545"/>
                </a:lnTo>
                <a:lnTo>
                  <a:pt x="1488355" y="86130"/>
                </a:lnTo>
                <a:lnTo>
                  <a:pt x="1488735" y="85723"/>
                </a:lnTo>
                <a:lnTo>
                  <a:pt x="1489120" y="85326"/>
                </a:lnTo>
                <a:lnTo>
                  <a:pt x="1489510" y="84936"/>
                </a:lnTo>
                <a:lnTo>
                  <a:pt x="1489906" y="84556"/>
                </a:lnTo>
                <a:lnTo>
                  <a:pt x="1490307" y="84184"/>
                </a:lnTo>
                <a:lnTo>
                  <a:pt x="1490713" y="83821"/>
                </a:lnTo>
                <a:lnTo>
                  <a:pt x="1491125" y="83466"/>
                </a:lnTo>
                <a:lnTo>
                  <a:pt x="1491541" y="83121"/>
                </a:lnTo>
                <a:lnTo>
                  <a:pt x="1491963" y="82783"/>
                </a:lnTo>
                <a:lnTo>
                  <a:pt x="1492390" y="82455"/>
                </a:lnTo>
                <a:lnTo>
                  <a:pt x="1492822" y="82135"/>
                </a:lnTo>
                <a:lnTo>
                  <a:pt x="1493260" y="81824"/>
                </a:lnTo>
                <a:lnTo>
                  <a:pt x="1493703" y="81521"/>
                </a:lnTo>
                <a:lnTo>
                  <a:pt x="1494151" y="81227"/>
                </a:lnTo>
                <a:lnTo>
                  <a:pt x="1494604" y="80942"/>
                </a:lnTo>
                <a:lnTo>
                  <a:pt x="1495063" y="80666"/>
                </a:lnTo>
                <a:lnTo>
                  <a:pt x="1495526" y="80397"/>
                </a:lnTo>
                <a:lnTo>
                  <a:pt x="1495994" y="80135"/>
                </a:lnTo>
                <a:lnTo>
                  <a:pt x="1496466" y="79879"/>
                </a:lnTo>
                <a:lnTo>
                  <a:pt x="1496943" y="79630"/>
                </a:lnTo>
                <a:lnTo>
                  <a:pt x="1497423" y="79388"/>
                </a:lnTo>
                <a:lnTo>
                  <a:pt x="1497909" y="79153"/>
                </a:lnTo>
                <a:lnTo>
                  <a:pt x="1498398" y="78924"/>
                </a:lnTo>
                <a:lnTo>
                  <a:pt x="1498892" y="78702"/>
                </a:lnTo>
                <a:lnTo>
                  <a:pt x="1499390" y="78486"/>
                </a:lnTo>
                <a:lnTo>
                  <a:pt x="1499893" y="78278"/>
                </a:lnTo>
                <a:lnTo>
                  <a:pt x="1500400" y="78075"/>
                </a:lnTo>
                <a:lnTo>
                  <a:pt x="1500911" y="77880"/>
                </a:lnTo>
                <a:lnTo>
                  <a:pt x="1501427" y="77691"/>
                </a:lnTo>
                <a:lnTo>
                  <a:pt x="1501947" y="77509"/>
                </a:lnTo>
                <a:lnTo>
                  <a:pt x="1502472" y="77334"/>
                </a:lnTo>
                <a:lnTo>
                  <a:pt x="1503001" y="77165"/>
                </a:lnTo>
                <a:lnTo>
                  <a:pt x="1503534" y="77003"/>
                </a:lnTo>
                <a:lnTo>
                  <a:pt x="1504072" y="76847"/>
                </a:lnTo>
                <a:lnTo>
                  <a:pt x="1504614" y="76699"/>
                </a:lnTo>
                <a:lnTo>
                  <a:pt x="1505160" y="76557"/>
                </a:lnTo>
                <a:lnTo>
                  <a:pt x="1505711" y="76421"/>
                </a:lnTo>
                <a:lnTo>
                  <a:pt x="1506266" y="76293"/>
                </a:lnTo>
                <a:lnTo>
                  <a:pt x="1506825" y="76171"/>
                </a:lnTo>
                <a:lnTo>
                  <a:pt x="1507389" y="76055"/>
                </a:lnTo>
                <a:lnTo>
                  <a:pt x="1507956" y="75946"/>
                </a:lnTo>
                <a:lnTo>
                  <a:pt x="1508525" y="75841"/>
                </a:lnTo>
                <a:lnTo>
                  <a:pt x="1509097" y="75740"/>
                </a:lnTo>
                <a:lnTo>
                  <a:pt x="1509670" y="75645"/>
                </a:lnTo>
                <a:lnTo>
                  <a:pt x="1510246" y="75553"/>
                </a:lnTo>
                <a:lnTo>
                  <a:pt x="1510824" y="75467"/>
                </a:lnTo>
                <a:lnTo>
                  <a:pt x="1511404" y="75385"/>
                </a:lnTo>
                <a:lnTo>
                  <a:pt x="1511987" y="75308"/>
                </a:lnTo>
                <a:lnTo>
                  <a:pt x="1512571" y="75236"/>
                </a:lnTo>
                <a:lnTo>
                  <a:pt x="1513158" y="75168"/>
                </a:lnTo>
                <a:lnTo>
                  <a:pt x="1513747" y="75105"/>
                </a:lnTo>
                <a:lnTo>
                  <a:pt x="1514338" y="75047"/>
                </a:lnTo>
                <a:lnTo>
                  <a:pt x="1514931" y="74993"/>
                </a:lnTo>
                <a:lnTo>
                  <a:pt x="1515527" y="74944"/>
                </a:lnTo>
                <a:lnTo>
                  <a:pt x="1516124" y="74900"/>
                </a:lnTo>
                <a:lnTo>
                  <a:pt x="1516724" y="74860"/>
                </a:lnTo>
                <a:lnTo>
                  <a:pt x="1517326" y="74825"/>
                </a:lnTo>
                <a:lnTo>
                  <a:pt x="1517931" y="74795"/>
                </a:lnTo>
                <a:lnTo>
                  <a:pt x="1518537" y="74769"/>
                </a:lnTo>
                <a:lnTo>
                  <a:pt x="1519146" y="74748"/>
                </a:lnTo>
                <a:lnTo>
                  <a:pt x="1519756" y="74732"/>
                </a:lnTo>
                <a:lnTo>
                  <a:pt x="1520369" y="74720"/>
                </a:lnTo>
                <a:lnTo>
                  <a:pt x="1520984" y="74713"/>
                </a:lnTo>
                <a:lnTo>
                  <a:pt x="1521602" y="74711"/>
                </a:lnTo>
                <a:lnTo>
                  <a:pt x="1524746" y="74711"/>
                </a:lnTo>
                <a:lnTo>
                  <a:pt x="1524746" y="46663"/>
                </a:lnTo>
                <a:lnTo>
                  <a:pt x="1522231" y="46663"/>
                </a:lnTo>
                <a:lnTo>
                  <a:pt x="1521106" y="46673"/>
                </a:lnTo>
                <a:lnTo>
                  <a:pt x="1519994" y="46704"/>
                </a:lnTo>
                <a:lnTo>
                  <a:pt x="1518897" y="46755"/>
                </a:lnTo>
                <a:lnTo>
                  <a:pt x="1517814" y="46827"/>
                </a:lnTo>
                <a:lnTo>
                  <a:pt x="1516745" y="46920"/>
                </a:lnTo>
                <a:lnTo>
                  <a:pt x="1515690" y="47032"/>
                </a:lnTo>
                <a:lnTo>
                  <a:pt x="1514649" y="47166"/>
                </a:lnTo>
                <a:lnTo>
                  <a:pt x="1513622" y="47320"/>
                </a:lnTo>
                <a:lnTo>
                  <a:pt x="1512609" y="47494"/>
                </a:lnTo>
                <a:lnTo>
                  <a:pt x="1511609" y="47689"/>
                </a:lnTo>
                <a:lnTo>
                  <a:pt x="1510624" y="47905"/>
                </a:lnTo>
                <a:lnTo>
                  <a:pt x="1509653" y="48141"/>
                </a:lnTo>
                <a:lnTo>
                  <a:pt x="1508696" y="48397"/>
                </a:lnTo>
                <a:lnTo>
                  <a:pt x="1507752" y="48674"/>
                </a:lnTo>
                <a:lnTo>
                  <a:pt x="1506823" y="48972"/>
                </a:lnTo>
                <a:lnTo>
                  <a:pt x="1505908" y="49290"/>
                </a:lnTo>
                <a:lnTo>
                  <a:pt x="1505006" y="49629"/>
                </a:lnTo>
                <a:lnTo>
                  <a:pt x="1504119" y="49988"/>
                </a:lnTo>
                <a:lnTo>
                  <a:pt x="1503245" y="50368"/>
                </a:lnTo>
                <a:lnTo>
                  <a:pt x="1502386" y="50768"/>
                </a:lnTo>
                <a:lnTo>
                  <a:pt x="1501540" y="51189"/>
                </a:lnTo>
                <a:lnTo>
                  <a:pt x="1500709" y="51630"/>
                </a:lnTo>
                <a:lnTo>
                  <a:pt x="1499891" y="52092"/>
                </a:lnTo>
                <a:lnTo>
                  <a:pt x="1499088" y="52574"/>
                </a:lnTo>
                <a:lnTo>
                  <a:pt x="1498299" y="53076"/>
                </a:lnTo>
                <a:lnTo>
                  <a:pt x="1497528" y="53595"/>
                </a:lnTo>
                <a:lnTo>
                  <a:pt x="1496773" y="54133"/>
                </a:lnTo>
                <a:lnTo>
                  <a:pt x="1496034" y="54688"/>
                </a:lnTo>
                <a:lnTo>
                  <a:pt x="1495312" y="55261"/>
                </a:lnTo>
                <a:lnTo>
                  <a:pt x="1494607" y="55852"/>
                </a:lnTo>
                <a:lnTo>
                  <a:pt x="1493918" y="56461"/>
                </a:lnTo>
                <a:lnTo>
                  <a:pt x="1493246" y="57088"/>
                </a:lnTo>
                <a:lnTo>
                  <a:pt x="1492591" y="57733"/>
                </a:lnTo>
                <a:lnTo>
                  <a:pt x="1491952" y="58396"/>
                </a:lnTo>
                <a:lnTo>
                  <a:pt x="1491329" y="59077"/>
                </a:lnTo>
                <a:lnTo>
                  <a:pt x="1490724" y="59775"/>
                </a:lnTo>
                <a:lnTo>
                  <a:pt x="1490134" y="60492"/>
                </a:lnTo>
                <a:lnTo>
                  <a:pt x="1489562" y="61226"/>
                </a:lnTo>
                <a:lnTo>
                  <a:pt x="1489006" y="61978"/>
                </a:lnTo>
                <a:lnTo>
                  <a:pt x="1488467" y="62748"/>
                </a:lnTo>
                <a:lnTo>
                  <a:pt x="1487944" y="63536"/>
                </a:lnTo>
                <a:lnTo>
                  <a:pt x="1487438" y="64342"/>
                </a:lnTo>
                <a:lnTo>
                  <a:pt x="1486948" y="65166"/>
                </a:lnTo>
                <a:lnTo>
                  <a:pt x="1486475" y="66008"/>
                </a:lnTo>
                <a:lnTo>
                  <a:pt x="1486019" y="66868"/>
                </a:lnTo>
                <a:lnTo>
                  <a:pt x="1485579" y="67745"/>
                </a:lnTo>
                <a:lnTo>
                  <a:pt x="1485156" y="68641"/>
                </a:lnTo>
                <a:lnTo>
                  <a:pt x="1484749" y="69554"/>
                </a:lnTo>
                <a:lnTo>
                  <a:pt x="1484120" y="48550"/>
                </a:lnTo>
                <a:lnTo>
                  <a:pt x="1452173" y="48550"/>
                </a:lnTo>
                <a:lnTo>
                  <a:pt x="1452173" y="172816"/>
                </a:lnTo>
                <a:lnTo>
                  <a:pt x="1485504" y="172816"/>
                </a:lnTo>
                <a:lnTo>
                  <a:pt x="1485504" y="89694"/>
                </a:lnTo>
                <a:lnTo>
                  <a:pt x="1485842" y="89218"/>
                </a:lnTo>
                <a:lnTo>
                  <a:pt x="1486185" y="88751"/>
                </a:lnTo>
                <a:close/>
                <a:moveTo>
                  <a:pt x="1079174" y="174953"/>
                </a:moveTo>
                <a:lnTo>
                  <a:pt x="1080246" y="174881"/>
                </a:lnTo>
                <a:lnTo>
                  <a:pt x="1081308" y="174793"/>
                </a:lnTo>
                <a:lnTo>
                  <a:pt x="1082358" y="174690"/>
                </a:lnTo>
                <a:lnTo>
                  <a:pt x="1083398" y="174570"/>
                </a:lnTo>
                <a:lnTo>
                  <a:pt x="1084427" y="174435"/>
                </a:lnTo>
                <a:lnTo>
                  <a:pt x="1085445" y="174283"/>
                </a:lnTo>
                <a:lnTo>
                  <a:pt x="1086451" y="174116"/>
                </a:lnTo>
                <a:lnTo>
                  <a:pt x="1087447" y="173933"/>
                </a:lnTo>
                <a:lnTo>
                  <a:pt x="1088432" y="173733"/>
                </a:lnTo>
                <a:lnTo>
                  <a:pt x="1089407" y="173518"/>
                </a:lnTo>
                <a:lnTo>
                  <a:pt x="1090370" y="173287"/>
                </a:lnTo>
                <a:lnTo>
                  <a:pt x="1091322" y="173040"/>
                </a:lnTo>
                <a:lnTo>
                  <a:pt x="1092263" y="172777"/>
                </a:lnTo>
                <a:lnTo>
                  <a:pt x="1093194" y="172498"/>
                </a:lnTo>
                <a:lnTo>
                  <a:pt x="1094113" y="172203"/>
                </a:lnTo>
                <a:lnTo>
                  <a:pt x="1095022" y="171892"/>
                </a:lnTo>
                <a:lnTo>
                  <a:pt x="1095920" y="171566"/>
                </a:lnTo>
                <a:lnTo>
                  <a:pt x="1096806" y="171223"/>
                </a:lnTo>
                <a:lnTo>
                  <a:pt x="1097682" y="170864"/>
                </a:lnTo>
                <a:lnTo>
                  <a:pt x="1098547" y="170490"/>
                </a:lnTo>
                <a:lnTo>
                  <a:pt x="1099402" y="170099"/>
                </a:lnTo>
                <a:lnTo>
                  <a:pt x="1100249" y="169694"/>
                </a:lnTo>
                <a:lnTo>
                  <a:pt x="1101086" y="169274"/>
                </a:lnTo>
                <a:lnTo>
                  <a:pt x="1101915" y="168839"/>
                </a:lnTo>
                <a:lnTo>
                  <a:pt x="1102735" y="168388"/>
                </a:lnTo>
                <a:lnTo>
                  <a:pt x="1103547" y="167923"/>
                </a:lnTo>
                <a:lnTo>
                  <a:pt x="1104349" y="167442"/>
                </a:lnTo>
                <a:lnTo>
                  <a:pt x="1105143" y="166947"/>
                </a:lnTo>
                <a:lnTo>
                  <a:pt x="1105929" y="166436"/>
                </a:lnTo>
                <a:lnTo>
                  <a:pt x="1106705" y="165910"/>
                </a:lnTo>
                <a:lnTo>
                  <a:pt x="1107473" y="165370"/>
                </a:lnTo>
                <a:lnTo>
                  <a:pt x="1108232" y="164814"/>
                </a:lnTo>
                <a:lnTo>
                  <a:pt x="1108982" y="164243"/>
                </a:lnTo>
                <a:lnTo>
                  <a:pt x="1109724" y="163657"/>
                </a:lnTo>
                <a:lnTo>
                  <a:pt x="1110457" y="163056"/>
                </a:lnTo>
                <a:lnTo>
                  <a:pt x="1111181" y="162440"/>
                </a:lnTo>
                <a:lnTo>
                  <a:pt x="1111896" y="161809"/>
                </a:lnTo>
                <a:lnTo>
                  <a:pt x="1112603" y="161162"/>
                </a:lnTo>
                <a:lnTo>
                  <a:pt x="1113301" y="160501"/>
                </a:lnTo>
                <a:lnTo>
                  <a:pt x="1113990" y="159825"/>
                </a:lnTo>
                <a:lnTo>
                  <a:pt x="1114670" y="159133"/>
                </a:lnTo>
                <a:lnTo>
                  <a:pt x="1115342" y="158427"/>
                </a:lnTo>
                <a:lnTo>
                  <a:pt x="1116005" y="157705"/>
                </a:lnTo>
                <a:lnTo>
                  <a:pt x="1116659" y="156969"/>
                </a:lnTo>
                <a:lnTo>
                  <a:pt x="1117665" y="172816"/>
                </a:lnTo>
                <a:lnTo>
                  <a:pt x="1148858" y="172816"/>
                </a:lnTo>
                <a:lnTo>
                  <a:pt x="1148858" y="89435"/>
                </a:lnTo>
                <a:lnTo>
                  <a:pt x="1148851" y="88402"/>
                </a:lnTo>
                <a:lnTo>
                  <a:pt x="1148831" y="87384"/>
                </a:lnTo>
                <a:lnTo>
                  <a:pt x="1148797" y="86380"/>
                </a:lnTo>
                <a:lnTo>
                  <a:pt x="1148749" y="85391"/>
                </a:lnTo>
                <a:lnTo>
                  <a:pt x="1148688" y="84416"/>
                </a:lnTo>
                <a:lnTo>
                  <a:pt x="1148614" y="83456"/>
                </a:lnTo>
                <a:lnTo>
                  <a:pt x="1148526" y="82509"/>
                </a:lnTo>
                <a:lnTo>
                  <a:pt x="1148424" y="81578"/>
                </a:lnTo>
                <a:lnTo>
                  <a:pt x="1148309" y="80660"/>
                </a:lnTo>
                <a:lnTo>
                  <a:pt x="1148181" y="79757"/>
                </a:lnTo>
                <a:lnTo>
                  <a:pt x="1148039" y="78868"/>
                </a:lnTo>
                <a:lnTo>
                  <a:pt x="1147883" y="77994"/>
                </a:lnTo>
                <a:lnTo>
                  <a:pt x="1147714" y="77134"/>
                </a:lnTo>
                <a:lnTo>
                  <a:pt x="1147531" y="76288"/>
                </a:lnTo>
                <a:lnTo>
                  <a:pt x="1147335" y="75457"/>
                </a:lnTo>
                <a:lnTo>
                  <a:pt x="1147125" y="74640"/>
                </a:lnTo>
                <a:lnTo>
                  <a:pt x="1146901" y="73838"/>
                </a:lnTo>
                <a:lnTo>
                  <a:pt x="1146664" y="73050"/>
                </a:lnTo>
                <a:lnTo>
                  <a:pt x="1146414" y="72276"/>
                </a:lnTo>
                <a:lnTo>
                  <a:pt x="1146150" y="71516"/>
                </a:lnTo>
                <a:lnTo>
                  <a:pt x="1145872" y="70771"/>
                </a:lnTo>
                <a:lnTo>
                  <a:pt x="1145581" y="70041"/>
                </a:lnTo>
                <a:lnTo>
                  <a:pt x="1145277" y="69325"/>
                </a:lnTo>
                <a:lnTo>
                  <a:pt x="1144959" y="68623"/>
                </a:lnTo>
                <a:lnTo>
                  <a:pt x="1144628" y="67934"/>
                </a:lnTo>
                <a:lnTo>
                  <a:pt x="1144286" y="67257"/>
                </a:lnTo>
                <a:lnTo>
                  <a:pt x="1143934" y="66592"/>
                </a:lnTo>
                <a:lnTo>
                  <a:pt x="1143570" y="65940"/>
                </a:lnTo>
                <a:lnTo>
                  <a:pt x="1143195" y="65300"/>
                </a:lnTo>
                <a:lnTo>
                  <a:pt x="1142809" y="64672"/>
                </a:lnTo>
                <a:lnTo>
                  <a:pt x="1142411" y="64056"/>
                </a:lnTo>
                <a:lnTo>
                  <a:pt x="1142003" y="63452"/>
                </a:lnTo>
                <a:lnTo>
                  <a:pt x="1141583" y="62860"/>
                </a:lnTo>
                <a:lnTo>
                  <a:pt x="1141152" y="62281"/>
                </a:lnTo>
                <a:lnTo>
                  <a:pt x="1140711" y="61714"/>
                </a:lnTo>
                <a:lnTo>
                  <a:pt x="1140258" y="61159"/>
                </a:lnTo>
                <a:lnTo>
                  <a:pt x="1139794" y="60616"/>
                </a:lnTo>
                <a:lnTo>
                  <a:pt x="1139318" y="60085"/>
                </a:lnTo>
                <a:lnTo>
                  <a:pt x="1138832" y="59567"/>
                </a:lnTo>
                <a:lnTo>
                  <a:pt x="1138334" y="59060"/>
                </a:lnTo>
                <a:lnTo>
                  <a:pt x="1137826" y="58566"/>
                </a:lnTo>
                <a:lnTo>
                  <a:pt x="1137306" y="58084"/>
                </a:lnTo>
                <a:lnTo>
                  <a:pt x="1136775" y="57614"/>
                </a:lnTo>
                <a:lnTo>
                  <a:pt x="1136233" y="57157"/>
                </a:lnTo>
                <a:lnTo>
                  <a:pt x="1135680" y="56711"/>
                </a:lnTo>
                <a:lnTo>
                  <a:pt x="1135115" y="56278"/>
                </a:lnTo>
                <a:lnTo>
                  <a:pt x="1134540" y="55857"/>
                </a:lnTo>
                <a:lnTo>
                  <a:pt x="1133953" y="55448"/>
                </a:lnTo>
                <a:lnTo>
                  <a:pt x="1133356" y="55049"/>
                </a:lnTo>
                <a:lnTo>
                  <a:pt x="1132751" y="54661"/>
                </a:lnTo>
                <a:lnTo>
                  <a:pt x="1132136" y="54283"/>
                </a:lnTo>
                <a:lnTo>
                  <a:pt x="1131513" y="53914"/>
                </a:lnTo>
                <a:lnTo>
                  <a:pt x="1130880" y="53556"/>
                </a:lnTo>
                <a:lnTo>
                  <a:pt x="1130239" y="53207"/>
                </a:lnTo>
                <a:lnTo>
                  <a:pt x="1129588" y="52869"/>
                </a:lnTo>
                <a:lnTo>
                  <a:pt x="1128929" y="52540"/>
                </a:lnTo>
                <a:lnTo>
                  <a:pt x="1128261" y="52222"/>
                </a:lnTo>
                <a:lnTo>
                  <a:pt x="1127584" y="51913"/>
                </a:lnTo>
                <a:lnTo>
                  <a:pt x="1126897" y="51614"/>
                </a:lnTo>
                <a:lnTo>
                  <a:pt x="1126202" y="51326"/>
                </a:lnTo>
                <a:lnTo>
                  <a:pt x="1125498" y="51047"/>
                </a:lnTo>
                <a:lnTo>
                  <a:pt x="1124785" y="50778"/>
                </a:lnTo>
                <a:lnTo>
                  <a:pt x="1124063" y="50519"/>
                </a:lnTo>
                <a:lnTo>
                  <a:pt x="1123332" y="50270"/>
                </a:lnTo>
                <a:lnTo>
                  <a:pt x="1122592" y="50031"/>
                </a:lnTo>
                <a:lnTo>
                  <a:pt x="1121843" y="49802"/>
                </a:lnTo>
                <a:lnTo>
                  <a:pt x="1121085" y="49583"/>
                </a:lnTo>
                <a:lnTo>
                  <a:pt x="1120319" y="49373"/>
                </a:lnTo>
                <a:lnTo>
                  <a:pt x="1119543" y="49174"/>
                </a:lnTo>
                <a:lnTo>
                  <a:pt x="1118758" y="48985"/>
                </a:lnTo>
                <a:lnTo>
                  <a:pt x="1117965" y="48805"/>
                </a:lnTo>
                <a:lnTo>
                  <a:pt x="1117162" y="48636"/>
                </a:lnTo>
                <a:lnTo>
                  <a:pt x="1116351" y="48475"/>
                </a:lnTo>
                <a:lnTo>
                  <a:pt x="1115534" y="48321"/>
                </a:lnTo>
                <a:lnTo>
                  <a:pt x="1114709" y="48174"/>
                </a:lnTo>
                <a:lnTo>
                  <a:pt x="1113878" y="48033"/>
                </a:lnTo>
                <a:lnTo>
                  <a:pt x="1113039" y="47900"/>
                </a:lnTo>
                <a:lnTo>
                  <a:pt x="1112194" y="47773"/>
                </a:lnTo>
                <a:lnTo>
                  <a:pt x="1111341" y="47653"/>
                </a:lnTo>
                <a:lnTo>
                  <a:pt x="1110482" y="47540"/>
                </a:lnTo>
                <a:lnTo>
                  <a:pt x="1109615" y="47434"/>
                </a:lnTo>
                <a:lnTo>
                  <a:pt x="1108742" y="47334"/>
                </a:lnTo>
                <a:lnTo>
                  <a:pt x="1107862" y="47242"/>
                </a:lnTo>
                <a:lnTo>
                  <a:pt x="1106974" y="47156"/>
                </a:lnTo>
                <a:lnTo>
                  <a:pt x="1106080" y="47077"/>
                </a:lnTo>
                <a:lnTo>
                  <a:pt x="1105178" y="47005"/>
                </a:lnTo>
                <a:lnTo>
                  <a:pt x="1104270" y="46940"/>
                </a:lnTo>
                <a:lnTo>
                  <a:pt x="1103355" y="46882"/>
                </a:lnTo>
                <a:lnTo>
                  <a:pt x="1102432" y="46831"/>
                </a:lnTo>
                <a:lnTo>
                  <a:pt x="1101503" y="46786"/>
                </a:lnTo>
                <a:lnTo>
                  <a:pt x="1100567" y="46749"/>
                </a:lnTo>
                <a:lnTo>
                  <a:pt x="1099623" y="46718"/>
                </a:lnTo>
                <a:lnTo>
                  <a:pt x="1098673" y="46694"/>
                </a:lnTo>
                <a:lnTo>
                  <a:pt x="1097716" y="46677"/>
                </a:lnTo>
                <a:lnTo>
                  <a:pt x="1096751" y="46666"/>
                </a:lnTo>
                <a:lnTo>
                  <a:pt x="1095780" y="46663"/>
                </a:lnTo>
                <a:lnTo>
                  <a:pt x="1094456" y="46670"/>
                </a:lnTo>
                <a:lnTo>
                  <a:pt x="1093144" y="46691"/>
                </a:lnTo>
                <a:lnTo>
                  <a:pt x="1091847" y="46727"/>
                </a:lnTo>
                <a:lnTo>
                  <a:pt x="1090562" y="46776"/>
                </a:lnTo>
                <a:lnTo>
                  <a:pt x="1089291" y="46840"/>
                </a:lnTo>
                <a:lnTo>
                  <a:pt x="1088033" y="46918"/>
                </a:lnTo>
                <a:lnTo>
                  <a:pt x="1086788" y="47010"/>
                </a:lnTo>
                <a:lnTo>
                  <a:pt x="1085557" y="47116"/>
                </a:lnTo>
                <a:lnTo>
                  <a:pt x="1084339" y="47236"/>
                </a:lnTo>
                <a:lnTo>
                  <a:pt x="1083135" y="47371"/>
                </a:lnTo>
                <a:lnTo>
                  <a:pt x="1081943" y="47519"/>
                </a:lnTo>
                <a:lnTo>
                  <a:pt x="1080766" y="47682"/>
                </a:lnTo>
                <a:lnTo>
                  <a:pt x="1079601" y="47859"/>
                </a:lnTo>
                <a:lnTo>
                  <a:pt x="1078450" y="48050"/>
                </a:lnTo>
                <a:lnTo>
                  <a:pt x="1077312" y="48255"/>
                </a:lnTo>
                <a:lnTo>
                  <a:pt x="1076187" y="48474"/>
                </a:lnTo>
                <a:lnTo>
                  <a:pt x="1075076" y="48708"/>
                </a:lnTo>
                <a:lnTo>
                  <a:pt x="1073978" y="48956"/>
                </a:lnTo>
                <a:lnTo>
                  <a:pt x="1072893" y="49217"/>
                </a:lnTo>
                <a:lnTo>
                  <a:pt x="1071821" y="49493"/>
                </a:lnTo>
                <a:lnTo>
                  <a:pt x="1070763" y="49784"/>
                </a:lnTo>
                <a:lnTo>
                  <a:pt x="1069719" y="50088"/>
                </a:lnTo>
                <a:lnTo>
                  <a:pt x="1068687" y="50406"/>
                </a:lnTo>
                <a:lnTo>
                  <a:pt x="1067669" y="50739"/>
                </a:lnTo>
                <a:lnTo>
                  <a:pt x="1066667" y="51088"/>
                </a:lnTo>
                <a:lnTo>
                  <a:pt x="1065683" y="51454"/>
                </a:lnTo>
                <a:lnTo>
                  <a:pt x="1064717" y="51840"/>
                </a:lnTo>
                <a:lnTo>
                  <a:pt x="1063770" y="52243"/>
                </a:lnTo>
                <a:lnTo>
                  <a:pt x="1062841" y="52664"/>
                </a:lnTo>
                <a:lnTo>
                  <a:pt x="1061931" y="53104"/>
                </a:lnTo>
                <a:lnTo>
                  <a:pt x="1061038" y="53561"/>
                </a:lnTo>
                <a:lnTo>
                  <a:pt x="1060164" y="54037"/>
                </a:lnTo>
                <a:lnTo>
                  <a:pt x="1059309" y="54531"/>
                </a:lnTo>
                <a:lnTo>
                  <a:pt x="1058472" y="55043"/>
                </a:lnTo>
                <a:lnTo>
                  <a:pt x="1057653" y="55573"/>
                </a:lnTo>
                <a:lnTo>
                  <a:pt x="1056852" y="56122"/>
                </a:lnTo>
                <a:lnTo>
                  <a:pt x="1056070" y="56688"/>
                </a:lnTo>
                <a:lnTo>
                  <a:pt x="1055306" y="57273"/>
                </a:lnTo>
                <a:lnTo>
                  <a:pt x="1054561" y="57876"/>
                </a:lnTo>
                <a:lnTo>
                  <a:pt x="1053834" y="58497"/>
                </a:lnTo>
                <a:lnTo>
                  <a:pt x="1053125" y="59136"/>
                </a:lnTo>
                <a:lnTo>
                  <a:pt x="1052434" y="59793"/>
                </a:lnTo>
                <a:lnTo>
                  <a:pt x="1051762" y="60469"/>
                </a:lnTo>
                <a:lnTo>
                  <a:pt x="1051109" y="61162"/>
                </a:lnTo>
                <a:lnTo>
                  <a:pt x="1050473" y="61874"/>
                </a:lnTo>
                <a:lnTo>
                  <a:pt x="1049856" y="62604"/>
                </a:lnTo>
                <a:lnTo>
                  <a:pt x="1049257" y="63352"/>
                </a:lnTo>
                <a:lnTo>
                  <a:pt x="1048677" y="64118"/>
                </a:lnTo>
                <a:lnTo>
                  <a:pt x="1048118" y="64905"/>
                </a:lnTo>
                <a:lnTo>
                  <a:pt x="1047582" y="65714"/>
                </a:lnTo>
                <a:lnTo>
                  <a:pt x="1047070" y="66547"/>
                </a:lnTo>
                <a:lnTo>
                  <a:pt x="1046582" y="67402"/>
                </a:lnTo>
                <a:lnTo>
                  <a:pt x="1046118" y="68281"/>
                </a:lnTo>
                <a:lnTo>
                  <a:pt x="1045678" y="69182"/>
                </a:lnTo>
                <a:lnTo>
                  <a:pt x="1045261" y="70106"/>
                </a:lnTo>
                <a:lnTo>
                  <a:pt x="1044869" y="71054"/>
                </a:lnTo>
                <a:lnTo>
                  <a:pt x="1044500" y="72024"/>
                </a:lnTo>
                <a:lnTo>
                  <a:pt x="1044155" y="73018"/>
                </a:lnTo>
                <a:lnTo>
                  <a:pt x="1043833" y="74034"/>
                </a:lnTo>
                <a:lnTo>
                  <a:pt x="1043536" y="75074"/>
                </a:lnTo>
                <a:lnTo>
                  <a:pt x="1043262" y="76136"/>
                </a:lnTo>
                <a:lnTo>
                  <a:pt x="1043012" y="77221"/>
                </a:lnTo>
                <a:lnTo>
                  <a:pt x="1042786" y="78330"/>
                </a:lnTo>
                <a:lnTo>
                  <a:pt x="1042584" y="79461"/>
                </a:lnTo>
                <a:lnTo>
                  <a:pt x="1042405" y="80616"/>
                </a:lnTo>
                <a:lnTo>
                  <a:pt x="1042251" y="81793"/>
                </a:lnTo>
                <a:lnTo>
                  <a:pt x="1042120" y="82993"/>
                </a:lnTo>
                <a:lnTo>
                  <a:pt x="1042013" y="84217"/>
                </a:lnTo>
                <a:lnTo>
                  <a:pt x="1041929" y="85463"/>
                </a:lnTo>
                <a:lnTo>
                  <a:pt x="1041870" y="86733"/>
                </a:lnTo>
                <a:lnTo>
                  <a:pt x="1041834" y="88025"/>
                </a:lnTo>
                <a:lnTo>
                  <a:pt x="1041822" y="89340"/>
                </a:lnTo>
                <a:lnTo>
                  <a:pt x="1073015" y="89340"/>
                </a:lnTo>
                <a:lnTo>
                  <a:pt x="1073026" y="88446"/>
                </a:lnTo>
                <a:lnTo>
                  <a:pt x="1073059" y="87573"/>
                </a:lnTo>
                <a:lnTo>
                  <a:pt x="1073115" y="86721"/>
                </a:lnTo>
                <a:lnTo>
                  <a:pt x="1073193" y="85890"/>
                </a:lnTo>
                <a:lnTo>
                  <a:pt x="1073293" y="85079"/>
                </a:lnTo>
                <a:lnTo>
                  <a:pt x="1073416" y="84290"/>
                </a:lnTo>
                <a:lnTo>
                  <a:pt x="1073560" y="83521"/>
                </a:lnTo>
                <a:lnTo>
                  <a:pt x="1073727" y="82773"/>
                </a:lnTo>
                <a:lnTo>
                  <a:pt x="1073917" y="82046"/>
                </a:lnTo>
                <a:lnTo>
                  <a:pt x="1074128" y="81340"/>
                </a:lnTo>
                <a:lnTo>
                  <a:pt x="1074362" y="80655"/>
                </a:lnTo>
                <a:lnTo>
                  <a:pt x="1074618" y="79991"/>
                </a:lnTo>
                <a:lnTo>
                  <a:pt x="1074897" y="79347"/>
                </a:lnTo>
                <a:lnTo>
                  <a:pt x="1075197" y="78725"/>
                </a:lnTo>
                <a:lnTo>
                  <a:pt x="1075520" y="78123"/>
                </a:lnTo>
                <a:lnTo>
                  <a:pt x="1075866" y="77542"/>
                </a:lnTo>
                <a:lnTo>
                  <a:pt x="1076233" y="76982"/>
                </a:lnTo>
                <a:lnTo>
                  <a:pt x="1076623" y="76443"/>
                </a:lnTo>
                <a:lnTo>
                  <a:pt x="1077035" y="75924"/>
                </a:lnTo>
                <a:lnTo>
                  <a:pt x="1077469" y="75427"/>
                </a:lnTo>
                <a:lnTo>
                  <a:pt x="1077926" y="74950"/>
                </a:lnTo>
                <a:lnTo>
                  <a:pt x="1078405" y="74495"/>
                </a:lnTo>
                <a:lnTo>
                  <a:pt x="1078906" y="74060"/>
                </a:lnTo>
                <a:lnTo>
                  <a:pt x="1079429" y="73646"/>
                </a:lnTo>
                <a:lnTo>
                  <a:pt x="1079970" y="73250"/>
                </a:lnTo>
                <a:lnTo>
                  <a:pt x="1080523" y="72872"/>
                </a:lnTo>
                <a:lnTo>
                  <a:pt x="1081088" y="72510"/>
                </a:lnTo>
                <a:lnTo>
                  <a:pt x="1081665" y="72165"/>
                </a:lnTo>
                <a:lnTo>
                  <a:pt x="1082255" y="71837"/>
                </a:lnTo>
                <a:lnTo>
                  <a:pt x="1082857" y="71526"/>
                </a:lnTo>
                <a:lnTo>
                  <a:pt x="1083471" y="71231"/>
                </a:lnTo>
                <a:lnTo>
                  <a:pt x="1084097" y="70953"/>
                </a:lnTo>
                <a:lnTo>
                  <a:pt x="1084735" y="70693"/>
                </a:lnTo>
                <a:lnTo>
                  <a:pt x="1085386" y="70449"/>
                </a:lnTo>
                <a:lnTo>
                  <a:pt x="1086049" y="70221"/>
                </a:lnTo>
                <a:lnTo>
                  <a:pt x="1086724" y="70011"/>
                </a:lnTo>
                <a:lnTo>
                  <a:pt x="1087412" y="69818"/>
                </a:lnTo>
                <a:lnTo>
                  <a:pt x="1088111" y="69641"/>
                </a:lnTo>
                <a:lnTo>
                  <a:pt x="1088823" y="69481"/>
                </a:lnTo>
                <a:lnTo>
                  <a:pt x="1089547" y="69338"/>
                </a:lnTo>
                <a:lnTo>
                  <a:pt x="1090283" y="69212"/>
                </a:lnTo>
                <a:lnTo>
                  <a:pt x="1091032" y="69102"/>
                </a:lnTo>
                <a:lnTo>
                  <a:pt x="1091793" y="69010"/>
                </a:lnTo>
                <a:lnTo>
                  <a:pt x="1092566" y="68934"/>
                </a:lnTo>
                <a:lnTo>
                  <a:pt x="1093351" y="68875"/>
                </a:lnTo>
                <a:lnTo>
                  <a:pt x="1094148" y="68833"/>
                </a:lnTo>
                <a:lnTo>
                  <a:pt x="1094958" y="68808"/>
                </a:lnTo>
                <a:lnTo>
                  <a:pt x="1095780" y="68800"/>
                </a:lnTo>
                <a:lnTo>
                  <a:pt x="1096529" y="68807"/>
                </a:lnTo>
                <a:lnTo>
                  <a:pt x="1097266" y="68831"/>
                </a:lnTo>
                <a:lnTo>
                  <a:pt x="1097992" y="68871"/>
                </a:lnTo>
                <a:lnTo>
                  <a:pt x="1098706" y="68926"/>
                </a:lnTo>
                <a:lnTo>
                  <a:pt x="1099409" y="68997"/>
                </a:lnTo>
                <a:lnTo>
                  <a:pt x="1100100" y="69084"/>
                </a:lnTo>
                <a:lnTo>
                  <a:pt x="1100779" y="69186"/>
                </a:lnTo>
                <a:lnTo>
                  <a:pt x="1101447" y="69304"/>
                </a:lnTo>
                <a:lnTo>
                  <a:pt x="1102103" y="69438"/>
                </a:lnTo>
                <a:lnTo>
                  <a:pt x="1102748" y="69588"/>
                </a:lnTo>
                <a:lnTo>
                  <a:pt x="1103381" y="69754"/>
                </a:lnTo>
                <a:lnTo>
                  <a:pt x="1104003" y="69935"/>
                </a:lnTo>
                <a:lnTo>
                  <a:pt x="1104613" y="70133"/>
                </a:lnTo>
                <a:lnTo>
                  <a:pt x="1105211" y="70346"/>
                </a:lnTo>
                <a:lnTo>
                  <a:pt x="1105798" y="70574"/>
                </a:lnTo>
                <a:lnTo>
                  <a:pt x="1106373" y="70819"/>
                </a:lnTo>
                <a:lnTo>
                  <a:pt x="1106937" y="71079"/>
                </a:lnTo>
                <a:lnTo>
                  <a:pt x="1107489" y="71355"/>
                </a:lnTo>
                <a:lnTo>
                  <a:pt x="1108030" y="71647"/>
                </a:lnTo>
                <a:lnTo>
                  <a:pt x="1108559" y="71955"/>
                </a:lnTo>
                <a:lnTo>
                  <a:pt x="1109076" y="72278"/>
                </a:lnTo>
                <a:lnTo>
                  <a:pt x="1109582" y="72617"/>
                </a:lnTo>
                <a:lnTo>
                  <a:pt x="1110076" y="72972"/>
                </a:lnTo>
                <a:lnTo>
                  <a:pt x="1110559" y="73343"/>
                </a:lnTo>
                <a:lnTo>
                  <a:pt x="1111026" y="73735"/>
                </a:lnTo>
                <a:lnTo>
                  <a:pt x="1111473" y="74155"/>
                </a:lnTo>
                <a:lnTo>
                  <a:pt x="1111900" y="74601"/>
                </a:lnTo>
                <a:lnTo>
                  <a:pt x="1112307" y="75074"/>
                </a:lnTo>
                <a:lnTo>
                  <a:pt x="1112695" y="75575"/>
                </a:lnTo>
                <a:lnTo>
                  <a:pt x="1113062" y="76102"/>
                </a:lnTo>
                <a:lnTo>
                  <a:pt x="1113410" y="76656"/>
                </a:lnTo>
                <a:lnTo>
                  <a:pt x="1113738" y="77238"/>
                </a:lnTo>
                <a:lnTo>
                  <a:pt x="1114046" y="77846"/>
                </a:lnTo>
                <a:lnTo>
                  <a:pt x="1114334" y="78482"/>
                </a:lnTo>
                <a:lnTo>
                  <a:pt x="1114602" y="79145"/>
                </a:lnTo>
                <a:lnTo>
                  <a:pt x="1114851" y="79834"/>
                </a:lnTo>
                <a:lnTo>
                  <a:pt x="1115079" y="80551"/>
                </a:lnTo>
                <a:lnTo>
                  <a:pt x="1115288" y="81295"/>
                </a:lnTo>
                <a:lnTo>
                  <a:pt x="1115477" y="82066"/>
                </a:lnTo>
                <a:lnTo>
                  <a:pt x="1115646" y="82864"/>
                </a:lnTo>
                <a:lnTo>
                  <a:pt x="1115795" y="83689"/>
                </a:lnTo>
                <a:lnTo>
                  <a:pt x="1115924" y="84541"/>
                </a:lnTo>
                <a:lnTo>
                  <a:pt x="1116033" y="85420"/>
                </a:lnTo>
                <a:lnTo>
                  <a:pt x="1116123" y="86326"/>
                </a:lnTo>
                <a:lnTo>
                  <a:pt x="1116192" y="87259"/>
                </a:lnTo>
                <a:lnTo>
                  <a:pt x="1116242" y="88219"/>
                </a:lnTo>
                <a:lnTo>
                  <a:pt x="1116272" y="89206"/>
                </a:lnTo>
                <a:lnTo>
                  <a:pt x="1116282" y="90221"/>
                </a:lnTo>
                <a:lnTo>
                  <a:pt x="1116282" y="96969"/>
                </a:lnTo>
                <a:lnTo>
                  <a:pt x="1114269" y="97016"/>
                </a:lnTo>
                <a:lnTo>
                  <a:pt x="1112277" y="97072"/>
                </a:lnTo>
                <a:lnTo>
                  <a:pt x="1110306" y="97137"/>
                </a:lnTo>
                <a:lnTo>
                  <a:pt x="1108356" y="97211"/>
                </a:lnTo>
                <a:lnTo>
                  <a:pt x="1106426" y="97294"/>
                </a:lnTo>
                <a:lnTo>
                  <a:pt x="1104518" y="97386"/>
                </a:lnTo>
                <a:lnTo>
                  <a:pt x="1102630" y="97487"/>
                </a:lnTo>
                <a:lnTo>
                  <a:pt x="1100762" y="97597"/>
                </a:lnTo>
                <a:lnTo>
                  <a:pt x="1098916" y="97716"/>
                </a:lnTo>
                <a:lnTo>
                  <a:pt x="1097090" y="97844"/>
                </a:lnTo>
                <a:lnTo>
                  <a:pt x="1095285" y="97982"/>
                </a:lnTo>
                <a:lnTo>
                  <a:pt x="1093500" y="98128"/>
                </a:lnTo>
                <a:lnTo>
                  <a:pt x="1091737" y="98283"/>
                </a:lnTo>
                <a:lnTo>
                  <a:pt x="1089994" y="98448"/>
                </a:lnTo>
                <a:lnTo>
                  <a:pt x="1088272" y="98621"/>
                </a:lnTo>
                <a:lnTo>
                  <a:pt x="1086570" y="98804"/>
                </a:lnTo>
                <a:lnTo>
                  <a:pt x="1084890" y="98995"/>
                </a:lnTo>
                <a:lnTo>
                  <a:pt x="1083230" y="99196"/>
                </a:lnTo>
                <a:lnTo>
                  <a:pt x="1081591" y="99405"/>
                </a:lnTo>
                <a:lnTo>
                  <a:pt x="1079972" y="99624"/>
                </a:lnTo>
                <a:lnTo>
                  <a:pt x="1078375" y="99852"/>
                </a:lnTo>
                <a:lnTo>
                  <a:pt x="1076798" y="100089"/>
                </a:lnTo>
                <a:lnTo>
                  <a:pt x="1075242" y="100335"/>
                </a:lnTo>
                <a:lnTo>
                  <a:pt x="1073706" y="100589"/>
                </a:lnTo>
                <a:lnTo>
                  <a:pt x="1072195" y="100859"/>
                </a:lnTo>
                <a:lnTo>
                  <a:pt x="1070713" y="101147"/>
                </a:lnTo>
                <a:lnTo>
                  <a:pt x="1069258" y="101455"/>
                </a:lnTo>
                <a:lnTo>
                  <a:pt x="1067832" y="101782"/>
                </a:lnTo>
                <a:lnTo>
                  <a:pt x="1066433" y="102129"/>
                </a:lnTo>
                <a:lnTo>
                  <a:pt x="1065063" y="102495"/>
                </a:lnTo>
                <a:lnTo>
                  <a:pt x="1063721" y="102881"/>
                </a:lnTo>
                <a:lnTo>
                  <a:pt x="1062407" y="103286"/>
                </a:lnTo>
                <a:lnTo>
                  <a:pt x="1061122" y="103710"/>
                </a:lnTo>
                <a:lnTo>
                  <a:pt x="1059864" y="104154"/>
                </a:lnTo>
                <a:lnTo>
                  <a:pt x="1058635" y="104617"/>
                </a:lnTo>
                <a:lnTo>
                  <a:pt x="1057434" y="105100"/>
                </a:lnTo>
                <a:lnTo>
                  <a:pt x="1056261" y="105602"/>
                </a:lnTo>
                <a:lnTo>
                  <a:pt x="1055116" y="106123"/>
                </a:lnTo>
                <a:lnTo>
                  <a:pt x="1054000" y="106664"/>
                </a:lnTo>
                <a:lnTo>
                  <a:pt x="1052911" y="107224"/>
                </a:lnTo>
                <a:lnTo>
                  <a:pt x="1051851" y="107804"/>
                </a:lnTo>
                <a:lnTo>
                  <a:pt x="1050819" y="108403"/>
                </a:lnTo>
                <a:lnTo>
                  <a:pt x="1049815" y="109021"/>
                </a:lnTo>
                <a:lnTo>
                  <a:pt x="1048839" y="109659"/>
                </a:lnTo>
                <a:lnTo>
                  <a:pt x="1047892" y="110316"/>
                </a:lnTo>
                <a:lnTo>
                  <a:pt x="1046972" y="110993"/>
                </a:lnTo>
                <a:lnTo>
                  <a:pt x="1046081" y="111689"/>
                </a:lnTo>
                <a:lnTo>
                  <a:pt x="1045218" y="112405"/>
                </a:lnTo>
                <a:lnTo>
                  <a:pt x="1044387" y="113144"/>
                </a:lnTo>
                <a:lnTo>
                  <a:pt x="1043591" y="113913"/>
                </a:lnTo>
                <a:lnTo>
                  <a:pt x="1042830" y="114711"/>
                </a:lnTo>
                <a:lnTo>
                  <a:pt x="1042105" y="115539"/>
                </a:lnTo>
                <a:lnTo>
                  <a:pt x="1041415" y="116395"/>
                </a:lnTo>
                <a:lnTo>
                  <a:pt x="1040761" y="117282"/>
                </a:lnTo>
                <a:lnTo>
                  <a:pt x="1040142" y="118197"/>
                </a:lnTo>
                <a:lnTo>
                  <a:pt x="1039558" y="119142"/>
                </a:lnTo>
                <a:lnTo>
                  <a:pt x="1039010" y="120116"/>
                </a:lnTo>
                <a:lnTo>
                  <a:pt x="1038497" y="121119"/>
                </a:lnTo>
                <a:lnTo>
                  <a:pt x="1038019" y="122152"/>
                </a:lnTo>
                <a:lnTo>
                  <a:pt x="1037577" y="123214"/>
                </a:lnTo>
                <a:lnTo>
                  <a:pt x="1037170" y="124306"/>
                </a:lnTo>
                <a:lnTo>
                  <a:pt x="1036799" y="125427"/>
                </a:lnTo>
                <a:lnTo>
                  <a:pt x="1036463" y="126577"/>
                </a:lnTo>
                <a:lnTo>
                  <a:pt x="1036162" y="127756"/>
                </a:lnTo>
                <a:lnTo>
                  <a:pt x="1035897" y="128965"/>
                </a:lnTo>
                <a:lnTo>
                  <a:pt x="1035667" y="130203"/>
                </a:lnTo>
                <a:lnTo>
                  <a:pt x="1035472" y="131471"/>
                </a:lnTo>
                <a:lnTo>
                  <a:pt x="1035313" y="132767"/>
                </a:lnTo>
                <a:lnTo>
                  <a:pt x="1035189" y="134093"/>
                </a:lnTo>
                <a:lnTo>
                  <a:pt x="1035101" y="135449"/>
                </a:lnTo>
                <a:lnTo>
                  <a:pt x="1035048" y="136834"/>
                </a:lnTo>
                <a:lnTo>
                  <a:pt x="1035030" y="138248"/>
                </a:lnTo>
                <a:lnTo>
                  <a:pt x="1035040" y="139267"/>
                </a:lnTo>
                <a:lnTo>
                  <a:pt x="1035069" y="140272"/>
                </a:lnTo>
                <a:lnTo>
                  <a:pt x="1035118" y="141263"/>
                </a:lnTo>
                <a:lnTo>
                  <a:pt x="1035186" y="142239"/>
                </a:lnTo>
                <a:lnTo>
                  <a:pt x="1035273" y="143201"/>
                </a:lnTo>
                <a:lnTo>
                  <a:pt x="1035380" y="144149"/>
                </a:lnTo>
                <a:lnTo>
                  <a:pt x="1035506" y="145082"/>
                </a:lnTo>
                <a:lnTo>
                  <a:pt x="1035652" y="146002"/>
                </a:lnTo>
                <a:lnTo>
                  <a:pt x="1035817" y="146906"/>
                </a:lnTo>
                <a:lnTo>
                  <a:pt x="1036002" y="147797"/>
                </a:lnTo>
                <a:lnTo>
                  <a:pt x="1036206" y="148673"/>
                </a:lnTo>
                <a:lnTo>
                  <a:pt x="1036429" y="149535"/>
                </a:lnTo>
                <a:lnTo>
                  <a:pt x="1036672" y="150383"/>
                </a:lnTo>
                <a:lnTo>
                  <a:pt x="1036935" y="151216"/>
                </a:lnTo>
                <a:lnTo>
                  <a:pt x="1037217" y="152035"/>
                </a:lnTo>
                <a:lnTo>
                  <a:pt x="1037518" y="152839"/>
                </a:lnTo>
                <a:lnTo>
                  <a:pt x="1037838" y="153630"/>
                </a:lnTo>
                <a:lnTo>
                  <a:pt x="1038179" y="154406"/>
                </a:lnTo>
                <a:lnTo>
                  <a:pt x="1038538" y="155167"/>
                </a:lnTo>
                <a:lnTo>
                  <a:pt x="1038917" y="155915"/>
                </a:lnTo>
                <a:lnTo>
                  <a:pt x="1039315" y="156648"/>
                </a:lnTo>
                <a:lnTo>
                  <a:pt x="1039733" y="157366"/>
                </a:lnTo>
                <a:lnTo>
                  <a:pt x="1040171" y="158071"/>
                </a:lnTo>
                <a:lnTo>
                  <a:pt x="1040627" y="158761"/>
                </a:lnTo>
                <a:lnTo>
                  <a:pt x="1041100" y="159436"/>
                </a:lnTo>
                <a:lnTo>
                  <a:pt x="1041584" y="160097"/>
                </a:lnTo>
                <a:lnTo>
                  <a:pt x="1042081" y="160744"/>
                </a:lnTo>
                <a:lnTo>
                  <a:pt x="1042589" y="161377"/>
                </a:lnTo>
                <a:lnTo>
                  <a:pt x="1043109" y="161995"/>
                </a:lnTo>
                <a:lnTo>
                  <a:pt x="1043642" y="162599"/>
                </a:lnTo>
                <a:lnTo>
                  <a:pt x="1044186" y="163188"/>
                </a:lnTo>
                <a:lnTo>
                  <a:pt x="1044743" y="163763"/>
                </a:lnTo>
                <a:lnTo>
                  <a:pt x="1045311" y="164324"/>
                </a:lnTo>
                <a:lnTo>
                  <a:pt x="1045892" y="164870"/>
                </a:lnTo>
                <a:lnTo>
                  <a:pt x="1046484" y="165403"/>
                </a:lnTo>
                <a:lnTo>
                  <a:pt x="1047089" y="165920"/>
                </a:lnTo>
                <a:lnTo>
                  <a:pt x="1047706" y="166424"/>
                </a:lnTo>
                <a:lnTo>
                  <a:pt x="1048334" y="166913"/>
                </a:lnTo>
                <a:lnTo>
                  <a:pt x="1048975" y="167388"/>
                </a:lnTo>
                <a:lnTo>
                  <a:pt x="1049627" y="167848"/>
                </a:lnTo>
                <a:lnTo>
                  <a:pt x="1050292" y="168294"/>
                </a:lnTo>
                <a:lnTo>
                  <a:pt x="1050968" y="168726"/>
                </a:lnTo>
                <a:lnTo>
                  <a:pt x="1051657" y="169144"/>
                </a:lnTo>
                <a:lnTo>
                  <a:pt x="1052358" y="169547"/>
                </a:lnTo>
                <a:lnTo>
                  <a:pt x="1053070" y="169936"/>
                </a:lnTo>
                <a:lnTo>
                  <a:pt x="1053795" y="170310"/>
                </a:lnTo>
                <a:lnTo>
                  <a:pt x="1054532" y="170670"/>
                </a:lnTo>
                <a:lnTo>
                  <a:pt x="1055280" y="171016"/>
                </a:lnTo>
                <a:lnTo>
                  <a:pt x="1056037" y="171348"/>
                </a:lnTo>
                <a:lnTo>
                  <a:pt x="1056799" y="171665"/>
                </a:lnTo>
                <a:lnTo>
                  <a:pt x="1057566" y="171969"/>
                </a:lnTo>
                <a:lnTo>
                  <a:pt x="1058337" y="172258"/>
                </a:lnTo>
                <a:lnTo>
                  <a:pt x="1059113" y="172533"/>
                </a:lnTo>
                <a:lnTo>
                  <a:pt x="1059895" y="172794"/>
                </a:lnTo>
                <a:lnTo>
                  <a:pt x="1060680" y="173041"/>
                </a:lnTo>
                <a:lnTo>
                  <a:pt x="1061471" y="173274"/>
                </a:lnTo>
                <a:lnTo>
                  <a:pt x="1062267" y="173493"/>
                </a:lnTo>
                <a:lnTo>
                  <a:pt x="1063067" y="173697"/>
                </a:lnTo>
                <a:lnTo>
                  <a:pt x="1063872" y="173888"/>
                </a:lnTo>
                <a:lnTo>
                  <a:pt x="1064682" y="174064"/>
                </a:lnTo>
                <a:lnTo>
                  <a:pt x="1065497" y="174227"/>
                </a:lnTo>
                <a:lnTo>
                  <a:pt x="1066316" y="174375"/>
                </a:lnTo>
                <a:lnTo>
                  <a:pt x="1067140" y="174509"/>
                </a:lnTo>
                <a:lnTo>
                  <a:pt x="1067970" y="174629"/>
                </a:lnTo>
                <a:lnTo>
                  <a:pt x="1068803" y="174735"/>
                </a:lnTo>
                <a:lnTo>
                  <a:pt x="1069642" y="174826"/>
                </a:lnTo>
                <a:lnTo>
                  <a:pt x="1070486" y="174904"/>
                </a:lnTo>
                <a:lnTo>
                  <a:pt x="1071334" y="174967"/>
                </a:lnTo>
                <a:lnTo>
                  <a:pt x="1072187" y="175017"/>
                </a:lnTo>
                <a:lnTo>
                  <a:pt x="1073045" y="175052"/>
                </a:lnTo>
                <a:lnTo>
                  <a:pt x="1073908" y="175073"/>
                </a:lnTo>
                <a:lnTo>
                  <a:pt x="1074775" y="175080"/>
                </a:lnTo>
                <a:lnTo>
                  <a:pt x="1075891" y="175072"/>
                </a:lnTo>
                <a:lnTo>
                  <a:pt x="1076997" y="175048"/>
                </a:lnTo>
                <a:lnTo>
                  <a:pt x="1078091" y="175009"/>
                </a:lnTo>
                <a:lnTo>
                  <a:pt x="1079174" y="174953"/>
                </a:lnTo>
                <a:close/>
                <a:moveTo>
                  <a:pt x="1083239" y="152082"/>
                </a:moveTo>
                <a:lnTo>
                  <a:pt x="1082644" y="152022"/>
                </a:lnTo>
                <a:lnTo>
                  <a:pt x="1082059" y="151948"/>
                </a:lnTo>
                <a:lnTo>
                  <a:pt x="1081483" y="151861"/>
                </a:lnTo>
                <a:lnTo>
                  <a:pt x="1080918" y="151761"/>
                </a:lnTo>
                <a:lnTo>
                  <a:pt x="1080362" y="151647"/>
                </a:lnTo>
                <a:lnTo>
                  <a:pt x="1079816" y="151520"/>
                </a:lnTo>
                <a:lnTo>
                  <a:pt x="1079279" y="151380"/>
                </a:lnTo>
                <a:lnTo>
                  <a:pt x="1078753" y="151226"/>
                </a:lnTo>
                <a:lnTo>
                  <a:pt x="1078237" y="151059"/>
                </a:lnTo>
                <a:lnTo>
                  <a:pt x="1077730" y="150878"/>
                </a:lnTo>
                <a:lnTo>
                  <a:pt x="1077233" y="150684"/>
                </a:lnTo>
                <a:lnTo>
                  <a:pt x="1076746" y="150477"/>
                </a:lnTo>
                <a:lnTo>
                  <a:pt x="1076269" y="150256"/>
                </a:lnTo>
                <a:lnTo>
                  <a:pt x="1075801" y="150022"/>
                </a:lnTo>
                <a:lnTo>
                  <a:pt x="1075344" y="149775"/>
                </a:lnTo>
                <a:lnTo>
                  <a:pt x="1074896" y="149514"/>
                </a:lnTo>
                <a:lnTo>
                  <a:pt x="1074458" y="149240"/>
                </a:lnTo>
                <a:lnTo>
                  <a:pt x="1074030" y="148952"/>
                </a:lnTo>
                <a:lnTo>
                  <a:pt x="1073612" y="148652"/>
                </a:lnTo>
                <a:lnTo>
                  <a:pt x="1073203" y="148337"/>
                </a:lnTo>
                <a:lnTo>
                  <a:pt x="1072808" y="148009"/>
                </a:lnTo>
                <a:lnTo>
                  <a:pt x="1072430" y="147667"/>
                </a:lnTo>
                <a:lnTo>
                  <a:pt x="1072068" y="147310"/>
                </a:lnTo>
                <a:lnTo>
                  <a:pt x="1071724" y="146939"/>
                </a:lnTo>
                <a:lnTo>
                  <a:pt x="1071396" y="146554"/>
                </a:lnTo>
                <a:lnTo>
                  <a:pt x="1071085" y="146154"/>
                </a:lnTo>
                <a:lnTo>
                  <a:pt x="1070790" y="145741"/>
                </a:lnTo>
                <a:lnTo>
                  <a:pt x="1070513" y="145312"/>
                </a:lnTo>
                <a:lnTo>
                  <a:pt x="1070252" y="144870"/>
                </a:lnTo>
                <a:lnTo>
                  <a:pt x="1070009" y="144414"/>
                </a:lnTo>
                <a:lnTo>
                  <a:pt x="1069782" y="143943"/>
                </a:lnTo>
                <a:lnTo>
                  <a:pt x="1069571" y="143457"/>
                </a:lnTo>
                <a:lnTo>
                  <a:pt x="1069378" y="142958"/>
                </a:lnTo>
                <a:lnTo>
                  <a:pt x="1069202" y="142444"/>
                </a:lnTo>
                <a:lnTo>
                  <a:pt x="1069042" y="141916"/>
                </a:lnTo>
                <a:lnTo>
                  <a:pt x="1068899" y="141374"/>
                </a:lnTo>
                <a:lnTo>
                  <a:pt x="1068773" y="140818"/>
                </a:lnTo>
                <a:lnTo>
                  <a:pt x="1068664" y="140247"/>
                </a:lnTo>
                <a:lnTo>
                  <a:pt x="1068571" y="139662"/>
                </a:lnTo>
                <a:lnTo>
                  <a:pt x="1068495" y="139062"/>
                </a:lnTo>
                <a:lnTo>
                  <a:pt x="1068437" y="138449"/>
                </a:lnTo>
                <a:lnTo>
                  <a:pt x="1068394" y="137821"/>
                </a:lnTo>
                <a:lnTo>
                  <a:pt x="1068369" y="137179"/>
                </a:lnTo>
                <a:lnTo>
                  <a:pt x="1068361" y="136522"/>
                </a:lnTo>
                <a:lnTo>
                  <a:pt x="1068379" y="135612"/>
                </a:lnTo>
                <a:lnTo>
                  <a:pt x="1068434" y="134724"/>
                </a:lnTo>
                <a:lnTo>
                  <a:pt x="1068526" y="133856"/>
                </a:lnTo>
                <a:lnTo>
                  <a:pt x="1068654" y="133010"/>
                </a:lnTo>
                <a:lnTo>
                  <a:pt x="1068819" y="132185"/>
                </a:lnTo>
                <a:lnTo>
                  <a:pt x="1069021" y="131381"/>
                </a:lnTo>
                <a:lnTo>
                  <a:pt x="1069260" y="130598"/>
                </a:lnTo>
                <a:lnTo>
                  <a:pt x="1069535" y="129837"/>
                </a:lnTo>
                <a:lnTo>
                  <a:pt x="1069847" y="129096"/>
                </a:lnTo>
                <a:lnTo>
                  <a:pt x="1070195" y="128377"/>
                </a:lnTo>
                <a:lnTo>
                  <a:pt x="1070580" y="127679"/>
                </a:lnTo>
                <a:lnTo>
                  <a:pt x="1071002" y="127002"/>
                </a:lnTo>
                <a:lnTo>
                  <a:pt x="1071461" y="126347"/>
                </a:lnTo>
                <a:lnTo>
                  <a:pt x="1071956" y="125712"/>
                </a:lnTo>
                <a:lnTo>
                  <a:pt x="1072488" y="125099"/>
                </a:lnTo>
                <a:lnTo>
                  <a:pt x="1073057" y="124507"/>
                </a:lnTo>
                <a:lnTo>
                  <a:pt x="1073662" y="123936"/>
                </a:lnTo>
                <a:lnTo>
                  <a:pt x="1074304" y="123386"/>
                </a:lnTo>
                <a:lnTo>
                  <a:pt x="1074982" y="122858"/>
                </a:lnTo>
                <a:lnTo>
                  <a:pt x="1075698" y="122350"/>
                </a:lnTo>
                <a:lnTo>
                  <a:pt x="1076450" y="121864"/>
                </a:lnTo>
                <a:lnTo>
                  <a:pt x="1077239" y="121399"/>
                </a:lnTo>
                <a:lnTo>
                  <a:pt x="1078064" y="120955"/>
                </a:lnTo>
                <a:lnTo>
                  <a:pt x="1078926" y="120533"/>
                </a:lnTo>
                <a:lnTo>
                  <a:pt x="1079834" y="120129"/>
                </a:lnTo>
                <a:lnTo>
                  <a:pt x="1080797" y="119742"/>
                </a:lnTo>
                <a:lnTo>
                  <a:pt x="1081815" y="119372"/>
                </a:lnTo>
                <a:lnTo>
                  <a:pt x="1082888" y="119018"/>
                </a:lnTo>
                <a:lnTo>
                  <a:pt x="1084016" y="118682"/>
                </a:lnTo>
                <a:lnTo>
                  <a:pt x="1085199" y="118361"/>
                </a:lnTo>
                <a:lnTo>
                  <a:pt x="1086437" y="118058"/>
                </a:lnTo>
                <a:lnTo>
                  <a:pt x="1087730" y="117771"/>
                </a:lnTo>
                <a:lnTo>
                  <a:pt x="1089079" y="117501"/>
                </a:lnTo>
                <a:lnTo>
                  <a:pt x="1090482" y="117248"/>
                </a:lnTo>
                <a:lnTo>
                  <a:pt x="1091940" y="117012"/>
                </a:lnTo>
                <a:lnTo>
                  <a:pt x="1093453" y="116792"/>
                </a:lnTo>
                <a:lnTo>
                  <a:pt x="1095021" y="116589"/>
                </a:lnTo>
                <a:lnTo>
                  <a:pt x="1096645" y="116403"/>
                </a:lnTo>
                <a:lnTo>
                  <a:pt x="1098323" y="116233"/>
                </a:lnTo>
                <a:lnTo>
                  <a:pt x="1100056" y="116080"/>
                </a:lnTo>
                <a:lnTo>
                  <a:pt x="1101845" y="115944"/>
                </a:lnTo>
                <a:lnTo>
                  <a:pt x="1103688" y="115824"/>
                </a:lnTo>
                <a:lnTo>
                  <a:pt x="1105587" y="115722"/>
                </a:lnTo>
                <a:lnTo>
                  <a:pt x="1107540" y="115636"/>
                </a:lnTo>
                <a:lnTo>
                  <a:pt x="1109549" y="115566"/>
                </a:lnTo>
                <a:lnTo>
                  <a:pt x="1111612" y="115514"/>
                </a:lnTo>
                <a:lnTo>
                  <a:pt x="1113731" y="115478"/>
                </a:lnTo>
                <a:lnTo>
                  <a:pt x="1115904" y="115459"/>
                </a:lnTo>
                <a:lnTo>
                  <a:pt x="1115904" y="135752"/>
                </a:lnTo>
                <a:lnTo>
                  <a:pt x="1115500" y="136284"/>
                </a:lnTo>
                <a:lnTo>
                  <a:pt x="1115085" y="136812"/>
                </a:lnTo>
                <a:lnTo>
                  <a:pt x="1114659" y="137334"/>
                </a:lnTo>
                <a:lnTo>
                  <a:pt x="1114222" y="137852"/>
                </a:lnTo>
                <a:lnTo>
                  <a:pt x="1113774" y="138365"/>
                </a:lnTo>
                <a:lnTo>
                  <a:pt x="1113314" y="138873"/>
                </a:lnTo>
                <a:lnTo>
                  <a:pt x="1112843" y="139376"/>
                </a:lnTo>
                <a:lnTo>
                  <a:pt x="1112362" y="139874"/>
                </a:lnTo>
                <a:lnTo>
                  <a:pt x="1111869" y="140368"/>
                </a:lnTo>
                <a:lnTo>
                  <a:pt x="1111365" y="140856"/>
                </a:lnTo>
                <a:lnTo>
                  <a:pt x="1110849" y="141340"/>
                </a:lnTo>
                <a:lnTo>
                  <a:pt x="1110323" y="141818"/>
                </a:lnTo>
                <a:lnTo>
                  <a:pt x="1109785" y="142292"/>
                </a:lnTo>
                <a:lnTo>
                  <a:pt x="1109237" y="142761"/>
                </a:lnTo>
                <a:lnTo>
                  <a:pt x="1108677" y="143225"/>
                </a:lnTo>
                <a:lnTo>
                  <a:pt x="1108106" y="143684"/>
                </a:lnTo>
                <a:lnTo>
                  <a:pt x="1107524" y="144139"/>
                </a:lnTo>
                <a:lnTo>
                  <a:pt x="1106931" y="144588"/>
                </a:lnTo>
                <a:lnTo>
                  <a:pt x="1106327" y="145032"/>
                </a:lnTo>
                <a:lnTo>
                  <a:pt x="1105711" y="145472"/>
                </a:lnTo>
                <a:lnTo>
                  <a:pt x="1105085" y="145907"/>
                </a:lnTo>
                <a:lnTo>
                  <a:pt x="1104447" y="146337"/>
                </a:lnTo>
                <a:lnTo>
                  <a:pt x="1103798" y="146762"/>
                </a:lnTo>
                <a:lnTo>
                  <a:pt x="1103138" y="147182"/>
                </a:lnTo>
                <a:lnTo>
                  <a:pt x="1102470" y="147590"/>
                </a:lnTo>
                <a:lnTo>
                  <a:pt x="1101797" y="147981"/>
                </a:lnTo>
                <a:lnTo>
                  <a:pt x="1101119" y="148355"/>
                </a:lnTo>
                <a:lnTo>
                  <a:pt x="1100436" y="148712"/>
                </a:lnTo>
                <a:lnTo>
                  <a:pt x="1099747" y="149051"/>
                </a:lnTo>
                <a:lnTo>
                  <a:pt x="1099054" y="149372"/>
                </a:lnTo>
                <a:lnTo>
                  <a:pt x="1098356" y="149677"/>
                </a:lnTo>
                <a:lnTo>
                  <a:pt x="1097653" y="149964"/>
                </a:lnTo>
                <a:lnTo>
                  <a:pt x="1096944" y="150233"/>
                </a:lnTo>
                <a:lnTo>
                  <a:pt x="1096231" y="150485"/>
                </a:lnTo>
                <a:lnTo>
                  <a:pt x="1095513" y="150720"/>
                </a:lnTo>
                <a:lnTo>
                  <a:pt x="1094790" y="150937"/>
                </a:lnTo>
                <a:lnTo>
                  <a:pt x="1094061" y="151137"/>
                </a:lnTo>
                <a:lnTo>
                  <a:pt x="1093328" y="151320"/>
                </a:lnTo>
                <a:lnTo>
                  <a:pt x="1092589" y="151485"/>
                </a:lnTo>
                <a:lnTo>
                  <a:pt x="1091846" y="151633"/>
                </a:lnTo>
                <a:lnTo>
                  <a:pt x="1091098" y="151763"/>
                </a:lnTo>
                <a:lnTo>
                  <a:pt x="1090344" y="151876"/>
                </a:lnTo>
                <a:lnTo>
                  <a:pt x="1089586" y="151972"/>
                </a:lnTo>
                <a:lnTo>
                  <a:pt x="1088822" y="152050"/>
                </a:lnTo>
                <a:lnTo>
                  <a:pt x="1088054" y="152111"/>
                </a:lnTo>
                <a:lnTo>
                  <a:pt x="1087280" y="152154"/>
                </a:lnTo>
                <a:lnTo>
                  <a:pt x="1086502" y="152180"/>
                </a:lnTo>
                <a:lnTo>
                  <a:pt x="1085718" y="152189"/>
                </a:lnTo>
                <a:lnTo>
                  <a:pt x="1085084" y="152182"/>
                </a:lnTo>
                <a:lnTo>
                  <a:pt x="1084459" y="152162"/>
                </a:lnTo>
                <a:lnTo>
                  <a:pt x="1083844" y="152129"/>
                </a:lnTo>
                <a:lnTo>
                  <a:pt x="1083239" y="152082"/>
                </a:lnTo>
                <a:close/>
                <a:moveTo>
                  <a:pt x="1370887" y="174948"/>
                </a:moveTo>
                <a:lnTo>
                  <a:pt x="1372215" y="174873"/>
                </a:lnTo>
                <a:lnTo>
                  <a:pt x="1373528" y="174782"/>
                </a:lnTo>
                <a:lnTo>
                  <a:pt x="1374827" y="174674"/>
                </a:lnTo>
                <a:lnTo>
                  <a:pt x="1376112" y="174549"/>
                </a:lnTo>
                <a:lnTo>
                  <a:pt x="1377381" y="174408"/>
                </a:lnTo>
                <a:lnTo>
                  <a:pt x="1378636" y="174251"/>
                </a:lnTo>
                <a:lnTo>
                  <a:pt x="1379877" y="174076"/>
                </a:lnTo>
                <a:lnTo>
                  <a:pt x="1381102" y="173885"/>
                </a:lnTo>
                <a:lnTo>
                  <a:pt x="1382314" y="173678"/>
                </a:lnTo>
                <a:lnTo>
                  <a:pt x="1383510" y="173454"/>
                </a:lnTo>
                <a:lnTo>
                  <a:pt x="1384692" y="173213"/>
                </a:lnTo>
                <a:lnTo>
                  <a:pt x="1385859" y="172956"/>
                </a:lnTo>
                <a:lnTo>
                  <a:pt x="1387012" y="172682"/>
                </a:lnTo>
                <a:lnTo>
                  <a:pt x="1388150" y="172392"/>
                </a:lnTo>
                <a:lnTo>
                  <a:pt x="1389273" y="172085"/>
                </a:lnTo>
                <a:lnTo>
                  <a:pt x="1390382" y="171761"/>
                </a:lnTo>
                <a:lnTo>
                  <a:pt x="1391476" y="171421"/>
                </a:lnTo>
                <a:lnTo>
                  <a:pt x="1392556" y="171064"/>
                </a:lnTo>
                <a:lnTo>
                  <a:pt x="1393620" y="170691"/>
                </a:lnTo>
                <a:lnTo>
                  <a:pt x="1394671" y="170301"/>
                </a:lnTo>
                <a:lnTo>
                  <a:pt x="1395704" y="169894"/>
                </a:lnTo>
                <a:lnTo>
                  <a:pt x="1396720" y="169470"/>
                </a:lnTo>
                <a:lnTo>
                  <a:pt x="1397717" y="169029"/>
                </a:lnTo>
                <a:lnTo>
                  <a:pt x="1398695" y="168571"/>
                </a:lnTo>
                <a:lnTo>
                  <a:pt x="1399656" y="168097"/>
                </a:lnTo>
                <a:lnTo>
                  <a:pt x="1400598" y="167605"/>
                </a:lnTo>
                <a:lnTo>
                  <a:pt x="1401521" y="167096"/>
                </a:lnTo>
                <a:lnTo>
                  <a:pt x="1402427" y="166570"/>
                </a:lnTo>
                <a:lnTo>
                  <a:pt x="1403314" y="166026"/>
                </a:lnTo>
                <a:lnTo>
                  <a:pt x="1404182" y="165466"/>
                </a:lnTo>
                <a:lnTo>
                  <a:pt x="1405033" y="164889"/>
                </a:lnTo>
                <a:lnTo>
                  <a:pt x="1405865" y="164295"/>
                </a:lnTo>
                <a:lnTo>
                  <a:pt x="1406678" y="163684"/>
                </a:lnTo>
                <a:lnTo>
                  <a:pt x="1407474" y="163056"/>
                </a:lnTo>
                <a:lnTo>
                  <a:pt x="1408250" y="162410"/>
                </a:lnTo>
                <a:lnTo>
                  <a:pt x="1409009" y="161748"/>
                </a:lnTo>
                <a:lnTo>
                  <a:pt x="1409749" y="161069"/>
                </a:lnTo>
                <a:lnTo>
                  <a:pt x="1410471" y="160372"/>
                </a:lnTo>
                <a:lnTo>
                  <a:pt x="1411175" y="159659"/>
                </a:lnTo>
                <a:lnTo>
                  <a:pt x="1411860" y="158929"/>
                </a:lnTo>
                <a:lnTo>
                  <a:pt x="1412527" y="158181"/>
                </a:lnTo>
                <a:lnTo>
                  <a:pt x="1413175" y="157417"/>
                </a:lnTo>
                <a:lnTo>
                  <a:pt x="1413806" y="156635"/>
                </a:lnTo>
                <a:lnTo>
                  <a:pt x="1414417" y="155837"/>
                </a:lnTo>
                <a:lnTo>
                  <a:pt x="1415009" y="155021"/>
                </a:lnTo>
                <a:lnTo>
                  <a:pt x="1415577" y="154189"/>
                </a:lnTo>
                <a:lnTo>
                  <a:pt x="1416122" y="153340"/>
                </a:lnTo>
                <a:lnTo>
                  <a:pt x="1416645" y="152474"/>
                </a:lnTo>
                <a:lnTo>
                  <a:pt x="1417144" y="151591"/>
                </a:lnTo>
                <a:lnTo>
                  <a:pt x="1417621" y="150692"/>
                </a:lnTo>
                <a:lnTo>
                  <a:pt x="1418074" y="149775"/>
                </a:lnTo>
                <a:lnTo>
                  <a:pt x="1418505" y="148842"/>
                </a:lnTo>
                <a:lnTo>
                  <a:pt x="1418913" y="147892"/>
                </a:lnTo>
                <a:lnTo>
                  <a:pt x="1419298" y="146925"/>
                </a:lnTo>
                <a:lnTo>
                  <a:pt x="1419660" y="145942"/>
                </a:lnTo>
                <a:lnTo>
                  <a:pt x="1419999" y="144941"/>
                </a:lnTo>
                <a:lnTo>
                  <a:pt x="1420315" y="143924"/>
                </a:lnTo>
                <a:lnTo>
                  <a:pt x="1420608" y="142890"/>
                </a:lnTo>
                <a:lnTo>
                  <a:pt x="1420878" y="141839"/>
                </a:lnTo>
                <a:lnTo>
                  <a:pt x="1421126" y="140771"/>
                </a:lnTo>
                <a:lnTo>
                  <a:pt x="1421350" y="139687"/>
                </a:lnTo>
                <a:lnTo>
                  <a:pt x="1421551" y="138586"/>
                </a:lnTo>
                <a:lnTo>
                  <a:pt x="1421730" y="137468"/>
                </a:lnTo>
                <a:lnTo>
                  <a:pt x="1421885" y="136333"/>
                </a:lnTo>
                <a:lnTo>
                  <a:pt x="1422018" y="135181"/>
                </a:lnTo>
                <a:lnTo>
                  <a:pt x="1422128" y="134012"/>
                </a:lnTo>
                <a:lnTo>
                  <a:pt x="1422215" y="132827"/>
                </a:lnTo>
                <a:lnTo>
                  <a:pt x="1422278" y="131625"/>
                </a:lnTo>
                <a:lnTo>
                  <a:pt x="1389451" y="131625"/>
                </a:lnTo>
                <a:lnTo>
                  <a:pt x="1389429" y="132416"/>
                </a:lnTo>
                <a:lnTo>
                  <a:pt x="1389385" y="133190"/>
                </a:lnTo>
                <a:lnTo>
                  <a:pt x="1389319" y="133948"/>
                </a:lnTo>
                <a:lnTo>
                  <a:pt x="1389231" y="134690"/>
                </a:lnTo>
                <a:lnTo>
                  <a:pt x="1389120" y="135415"/>
                </a:lnTo>
                <a:lnTo>
                  <a:pt x="1388987" y="136124"/>
                </a:lnTo>
                <a:lnTo>
                  <a:pt x="1388832" y="136817"/>
                </a:lnTo>
                <a:lnTo>
                  <a:pt x="1388654" y="137493"/>
                </a:lnTo>
                <a:lnTo>
                  <a:pt x="1388455" y="138152"/>
                </a:lnTo>
                <a:lnTo>
                  <a:pt x="1388232" y="138795"/>
                </a:lnTo>
                <a:lnTo>
                  <a:pt x="1387988" y="139422"/>
                </a:lnTo>
                <a:lnTo>
                  <a:pt x="1387721" y="140032"/>
                </a:lnTo>
                <a:lnTo>
                  <a:pt x="1387433" y="140626"/>
                </a:lnTo>
                <a:lnTo>
                  <a:pt x="1387121" y="141203"/>
                </a:lnTo>
                <a:lnTo>
                  <a:pt x="1386788" y="141764"/>
                </a:lnTo>
                <a:lnTo>
                  <a:pt x="1386432" y="142309"/>
                </a:lnTo>
                <a:lnTo>
                  <a:pt x="1386054" y="142837"/>
                </a:lnTo>
                <a:lnTo>
                  <a:pt x="1385654" y="143348"/>
                </a:lnTo>
                <a:lnTo>
                  <a:pt x="1385231" y="143844"/>
                </a:lnTo>
                <a:lnTo>
                  <a:pt x="1384787" y="144322"/>
                </a:lnTo>
                <a:lnTo>
                  <a:pt x="1384320" y="144785"/>
                </a:lnTo>
                <a:lnTo>
                  <a:pt x="1383830" y="145231"/>
                </a:lnTo>
                <a:lnTo>
                  <a:pt x="1383319" y="145660"/>
                </a:lnTo>
                <a:lnTo>
                  <a:pt x="1382785" y="146073"/>
                </a:lnTo>
                <a:lnTo>
                  <a:pt x="1382232" y="146470"/>
                </a:lnTo>
                <a:lnTo>
                  <a:pt x="1381665" y="146849"/>
                </a:lnTo>
                <a:lnTo>
                  <a:pt x="1381083" y="147212"/>
                </a:lnTo>
                <a:lnTo>
                  <a:pt x="1380486" y="147558"/>
                </a:lnTo>
                <a:lnTo>
                  <a:pt x="1379874" y="147887"/>
                </a:lnTo>
                <a:lnTo>
                  <a:pt x="1379247" y="148199"/>
                </a:lnTo>
                <a:lnTo>
                  <a:pt x="1378606" y="148494"/>
                </a:lnTo>
                <a:lnTo>
                  <a:pt x="1377949" y="148772"/>
                </a:lnTo>
                <a:lnTo>
                  <a:pt x="1377278" y="149034"/>
                </a:lnTo>
                <a:lnTo>
                  <a:pt x="1376592" y="149278"/>
                </a:lnTo>
                <a:lnTo>
                  <a:pt x="1375891" y="149506"/>
                </a:lnTo>
                <a:lnTo>
                  <a:pt x="1375175" y="149717"/>
                </a:lnTo>
                <a:lnTo>
                  <a:pt x="1374445" y="149911"/>
                </a:lnTo>
                <a:lnTo>
                  <a:pt x="1373699" y="150088"/>
                </a:lnTo>
                <a:lnTo>
                  <a:pt x="1372939" y="150248"/>
                </a:lnTo>
                <a:lnTo>
                  <a:pt x="1372164" y="150392"/>
                </a:lnTo>
                <a:lnTo>
                  <a:pt x="1371374" y="150518"/>
                </a:lnTo>
                <a:lnTo>
                  <a:pt x="1370569" y="150628"/>
                </a:lnTo>
                <a:lnTo>
                  <a:pt x="1369749" y="150720"/>
                </a:lnTo>
                <a:lnTo>
                  <a:pt x="1368914" y="150796"/>
                </a:lnTo>
                <a:lnTo>
                  <a:pt x="1368065" y="150855"/>
                </a:lnTo>
                <a:lnTo>
                  <a:pt x="1367201" y="150898"/>
                </a:lnTo>
                <a:lnTo>
                  <a:pt x="1366322" y="150923"/>
                </a:lnTo>
                <a:lnTo>
                  <a:pt x="1365428" y="150931"/>
                </a:lnTo>
                <a:lnTo>
                  <a:pt x="1364565" y="150923"/>
                </a:lnTo>
                <a:lnTo>
                  <a:pt x="1363716" y="150899"/>
                </a:lnTo>
                <a:lnTo>
                  <a:pt x="1362881" y="150858"/>
                </a:lnTo>
                <a:lnTo>
                  <a:pt x="1362060" y="150801"/>
                </a:lnTo>
                <a:lnTo>
                  <a:pt x="1361253" y="150728"/>
                </a:lnTo>
                <a:lnTo>
                  <a:pt x="1360459" y="150638"/>
                </a:lnTo>
                <a:lnTo>
                  <a:pt x="1359680" y="150532"/>
                </a:lnTo>
                <a:lnTo>
                  <a:pt x="1358915" y="150410"/>
                </a:lnTo>
                <a:lnTo>
                  <a:pt x="1358164" y="150271"/>
                </a:lnTo>
                <a:lnTo>
                  <a:pt x="1357427" y="150117"/>
                </a:lnTo>
                <a:lnTo>
                  <a:pt x="1356704" y="149945"/>
                </a:lnTo>
                <a:lnTo>
                  <a:pt x="1355994" y="149758"/>
                </a:lnTo>
                <a:lnTo>
                  <a:pt x="1355299" y="149554"/>
                </a:lnTo>
                <a:lnTo>
                  <a:pt x="1354618" y="149334"/>
                </a:lnTo>
                <a:lnTo>
                  <a:pt x="1353951" y="149098"/>
                </a:lnTo>
                <a:lnTo>
                  <a:pt x="1353297" y="148846"/>
                </a:lnTo>
                <a:lnTo>
                  <a:pt x="1352658" y="148577"/>
                </a:lnTo>
                <a:lnTo>
                  <a:pt x="1352032" y="148292"/>
                </a:lnTo>
                <a:lnTo>
                  <a:pt x="1351421" y="147990"/>
                </a:lnTo>
                <a:lnTo>
                  <a:pt x="1350824" y="147672"/>
                </a:lnTo>
                <a:lnTo>
                  <a:pt x="1350240" y="147338"/>
                </a:lnTo>
                <a:lnTo>
                  <a:pt x="1349671" y="146988"/>
                </a:lnTo>
                <a:lnTo>
                  <a:pt x="1349115" y="146621"/>
                </a:lnTo>
                <a:lnTo>
                  <a:pt x="1348574" y="146238"/>
                </a:lnTo>
                <a:lnTo>
                  <a:pt x="1348045" y="145842"/>
                </a:lnTo>
                <a:lnTo>
                  <a:pt x="1347529" y="145435"/>
                </a:lnTo>
                <a:lnTo>
                  <a:pt x="1347024" y="145017"/>
                </a:lnTo>
                <a:lnTo>
                  <a:pt x="1346532" y="144589"/>
                </a:lnTo>
                <a:lnTo>
                  <a:pt x="1346051" y="144150"/>
                </a:lnTo>
                <a:lnTo>
                  <a:pt x="1345583" y="143701"/>
                </a:lnTo>
                <a:lnTo>
                  <a:pt x="1345126" y="143241"/>
                </a:lnTo>
                <a:lnTo>
                  <a:pt x="1344682" y="142771"/>
                </a:lnTo>
                <a:lnTo>
                  <a:pt x="1344249" y="142291"/>
                </a:lnTo>
                <a:lnTo>
                  <a:pt x="1343829" y="141799"/>
                </a:lnTo>
                <a:lnTo>
                  <a:pt x="1343420" y="141298"/>
                </a:lnTo>
                <a:lnTo>
                  <a:pt x="1343024" y="140786"/>
                </a:lnTo>
                <a:lnTo>
                  <a:pt x="1342639" y="140263"/>
                </a:lnTo>
                <a:lnTo>
                  <a:pt x="1342267" y="139730"/>
                </a:lnTo>
                <a:lnTo>
                  <a:pt x="1341907" y="139186"/>
                </a:lnTo>
                <a:lnTo>
                  <a:pt x="1341558" y="138632"/>
                </a:lnTo>
                <a:lnTo>
                  <a:pt x="1341222" y="138068"/>
                </a:lnTo>
                <a:lnTo>
                  <a:pt x="1340897" y="137493"/>
                </a:lnTo>
                <a:lnTo>
                  <a:pt x="1340585" y="136907"/>
                </a:lnTo>
                <a:lnTo>
                  <a:pt x="1340285" y="136311"/>
                </a:lnTo>
                <a:lnTo>
                  <a:pt x="1339996" y="135705"/>
                </a:lnTo>
                <a:lnTo>
                  <a:pt x="1339720" y="135087"/>
                </a:lnTo>
                <a:lnTo>
                  <a:pt x="1339456" y="134460"/>
                </a:lnTo>
                <a:lnTo>
                  <a:pt x="1339203" y="133822"/>
                </a:lnTo>
                <a:lnTo>
                  <a:pt x="1338962" y="133177"/>
                </a:lnTo>
                <a:lnTo>
                  <a:pt x="1338729" y="132527"/>
                </a:lnTo>
                <a:lnTo>
                  <a:pt x="1338507" y="131874"/>
                </a:lnTo>
                <a:lnTo>
                  <a:pt x="1338293" y="131216"/>
                </a:lnTo>
                <a:lnTo>
                  <a:pt x="1338089" y="130555"/>
                </a:lnTo>
                <a:lnTo>
                  <a:pt x="1337894" y="129890"/>
                </a:lnTo>
                <a:lnTo>
                  <a:pt x="1337709" y="129220"/>
                </a:lnTo>
                <a:lnTo>
                  <a:pt x="1337533" y="128547"/>
                </a:lnTo>
                <a:lnTo>
                  <a:pt x="1337367" y="127869"/>
                </a:lnTo>
                <a:lnTo>
                  <a:pt x="1337210" y="127188"/>
                </a:lnTo>
                <a:lnTo>
                  <a:pt x="1337062" y="126502"/>
                </a:lnTo>
                <a:lnTo>
                  <a:pt x="1336924" y="125812"/>
                </a:lnTo>
                <a:lnTo>
                  <a:pt x="1336795" y="125119"/>
                </a:lnTo>
                <a:lnTo>
                  <a:pt x="1336675" y="124421"/>
                </a:lnTo>
                <a:lnTo>
                  <a:pt x="1336565" y="123720"/>
                </a:lnTo>
                <a:lnTo>
                  <a:pt x="1336464" y="123014"/>
                </a:lnTo>
                <a:lnTo>
                  <a:pt x="1336373" y="122304"/>
                </a:lnTo>
                <a:lnTo>
                  <a:pt x="1336291" y="121590"/>
                </a:lnTo>
                <a:lnTo>
                  <a:pt x="1336218" y="120873"/>
                </a:lnTo>
                <a:lnTo>
                  <a:pt x="1336155" y="120151"/>
                </a:lnTo>
                <a:lnTo>
                  <a:pt x="1336101" y="119425"/>
                </a:lnTo>
                <a:lnTo>
                  <a:pt x="1336057" y="118695"/>
                </a:lnTo>
                <a:lnTo>
                  <a:pt x="1336022" y="117961"/>
                </a:lnTo>
                <a:lnTo>
                  <a:pt x="1335996" y="117223"/>
                </a:lnTo>
                <a:lnTo>
                  <a:pt x="1422153" y="117223"/>
                </a:lnTo>
                <a:lnTo>
                  <a:pt x="1422173" y="117105"/>
                </a:lnTo>
                <a:lnTo>
                  <a:pt x="1422194" y="116982"/>
                </a:lnTo>
                <a:lnTo>
                  <a:pt x="1422214" y="116855"/>
                </a:lnTo>
                <a:lnTo>
                  <a:pt x="1422233" y="116723"/>
                </a:lnTo>
                <a:lnTo>
                  <a:pt x="1422252" y="116588"/>
                </a:lnTo>
                <a:lnTo>
                  <a:pt x="1422271" y="116448"/>
                </a:lnTo>
                <a:lnTo>
                  <a:pt x="1422289" y="116304"/>
                </a:lnTo>
                <a:lnTo>
                  <a:pt x="1422306" y="116156"/>
                </a:lnTo>
                <a:lnTo>
                  <a:pt x="1422324" y="116004"/>
                </a:lnTo>
                <a:lnTo>
                  <a:pt x="1422340" y="115848"/>
                </a:lnTo>
                <a:lnTo>
                  <a:pt x="1422357" y="115687"/>
                </a:lnTo>
                <a:lnTo>
                  <a:pt x="1422373" y="115522"/>
                </a:lnTo>
                <a:lnTo>
                  <a:pt x="1422388" y="115353"/>
                </a:lnTo>
                <a:lnTo>
                  <a:pt x="1422403" y="115180"/>
                </a:lnTo>
                <a:lnTo>
                  <a:pt x="1422418" y="115003"/>
                </a:lnTo>
                <a:lnTo>
                  <a:pt x="1422432" y="114821"/>
                </a:lnTo>
                <a:lnTo>
                  <a:pt x="1422446" y="114636"/>
                </a:lnTo>
                <a:lnTo>
                  <a:pt x="1422459" y="114446"/>
                </a:lnTo>
                <a:lnTo>
                  <a:pt x="1422472" y="114252"/>
                </a:lnTo>
                <a:lnTo>
                  <a:pt x="1422485" y="114053"/>
                </a:lnTo>
                <a:lnTo>
                  <a:pt x="1422497" y="113851"/>
                </a:lnTo>
                <a:lnTo>
                  <a:pt x="1422508" y="113644"/>
                </a:lnTo>
                <a:lnTo>
                  <a:pt x="1422519" y="113433"/>
                </a:lnTo>
                <a:lnTo>
                  <a:pt x="1422530" y="113218"/>
                </a:lnTo>
                <a:lnTo>
                  <a:pt x="1422540" y="113003"/>
                </a:lnTo>
                <a:lnTo>
                  <a:pt x="1422550" y="112791"/>
                </a:lnTo>
                <a:lnTo>
                  <a:pt x="1422559" y="112584"/>
                </a:lnTo>
                <a:lnTo>
                  <a:pt x="1422568" y="112380"/>
                </a:lnTo>
                <a:lnTo>
                  <a:pt x="1422577" y="112179"/>
                </a:lnTo>
                <a:lnTo>
                  <a:pt x="1422585" y="111983"/>
                </a:lnTo>
                <a:lnTo>
                  <a:pt x="1422593" y="111790"/>
                </a:lnTo>
                <a:lnTo>
                  <a:pt x="1422600" y="111601"/>
                </a:lnTo>
                <a:lnTo>
                  <a:pt x="1422607" y="111416"/>
                </a:lnTo>
                <a:lnTo>
                  <a:pt x="1422613" y="111234"/>
                </a:lnTo>
                <a:lnTo>
                  <a:pt x="1422619" y="111056"/>
                </a:lnTo>
                <a:lnTo>
                  <a:pt x="1422624" y="110882"/>
                </a:lnTo>
                <a:lnTo>
                  <a:pt x="1422629" y="110712"/>
                </a:lnTo>
                <a:lnTo>
                  <a:pt x="1422634" y="110546"/>
                </a:lnTo>
                <a:lnTo>
                  <a:pt x="1422638" y="110383"/>
                </a:lnTo>
                <a:lnTo>
                  <a:pt x="1422642" y="110224"/>
                </a:lnTo>
                <a:lnTo>
                  <a:pt x="1422645" y="110069"/>
                </a:lnTo>
                <a:lnTo>
                  <a:pt x="1422648" y="109917"/>
                </a:lnTo>
                <a:lnTo>
                  <a:pt x="1422650" y="109770"/>
                </a:lnTo>
                <a:lnTo>
                  <a:pt x="1422652" y="109626"/>
                </a:lnTo>
                <a:lnTo>
                  <a:pt x="1422654" y="109485"/>
                </a:lnTo>
                <a:lnTo>
                  <a:pt x="1422655" y="109349"/>
                </a:lnTo>
                <a:lnTo>
                  <a:pt x="1422656" y="109216"/>
                </a:lnTo>
                <a:lnTo>
                  <a:pt x="1422656" y="109087"/>
                </a:lnTo>
                <a:lnTo>
                  <a:pt x="1422628" y="106611"/>
                </a:lnTo>
                <a:lnTo>
                  <a:pt x="1422545" y="104182"/>
                </a:lnTo>
                <a:lnTo>
                  <a:pt x="1422407" y="101801"/>
                </a:lnTo>
                <a:lnTo>
                  <a:pt x="1422214" y="99469"/>
                </a:lnTo>
                <a:lnTo>
                  <a:pt x="1421965" y="97184"/>
                </a:lnTo>
                <a:lnTo>
                  <a:pt x="1421661" y="94947"/>
                </a:lnTo>
                <a:lnTo>
                  <a:pt x="1421302" y="92758"/>
                </a:lnTo>
                <a:lnTo>
                  <a:pt x="1420888" y="90616"/>
                </a:lnTo>
                <a:lnTo>
                  <a:pt x="1420418" y="88523"/>
                </a:lnTo>
                <a:lnTo>
                  <a:pt x="1419894" y="86478"/>
                </a:lnTo>
                <a:lnTo>
                  <a:pt x="1419313" y="84480"/>
                </a:lnTo>
                <a:lnTo>
                  <a:pt x="1418678" y="82531"/>
                </a:lnTo>
                <a:lnTo>
                  <a:pt x="1417988" y="80629"/>
                </a:lnTo>
                <a:lnTo>
                  <a:pt x="1417242" y="78775"/>
                </a:lnTo>
                <a:lnTo>
                  <a:pt x="1416441" y="76969"/>
                </a:lnTo>
                <a:lnTo>
                  <a:pt x="1415584" y="75211"/>
                </a:lnTo>
                <a:lnTo>
                  <a:pt x="1414673" y="73501"/>
                </a:lnTo>
                <a:lnTo>
                  <a:pt x="1413706" y="71839"/>
                </a:lnTo>
                <a:lnTo>
                  <a:pt x="1412684" y="70225"/>
                </a:lnTo>
                <a:lnTo>
                  <a:pt x="1411607" y="68659"/>
                </a:lnTo>
                <a:lnTo>
                  <a:pt x="1410474" y="67140"/>
                </a:lnTo>
                <a:lnTo>
                  <a:pt x="1409286" y="65670"/>
                </a:lnTo>
                <a:lnTo>
                  <a:pt x="1408043" y="64247"/>
                </a:lnTo>
                <a:lnTo>
                  <a:pt x="1406745" y="62872"/>
                </a:lnTo>
                <a:lnTo>
                  <a:pt x="1405399" y="61550"/>
                </a:lnTo>
                <a:lnTo>
                  <a:pt x="1404013" y="60283"/>
                </a:lnTo>
                <a:lnTo>
                  <a:pt x="1402588" y="59073"/>
                </a:lnTo>
                <a:lnTo>
                  <a:pt x="1401122" y="57919"/>
                </a:lnTo>
                <a:lnTo>
                  <a:pt x="1399616" y="56822"/>
                </a:lnTo>
                <a:lnTo>
                  <a:pt x="1398070" y="55781"/>
                </a:lnTo>
                <a:lnTo>
                  <a:pt x="1396485" y="54796"/>
                </a:lnTo>
                <a:lnTo>
                  <a:pt x="1394859" y="53867"/>
                </a:lnTo>
                <a:lnTo>
                  <a:pt x="1393194" y="52995"/>
                </a:lnTo>
                <a:lnTo>
                  <a:pt x="1391488" y="52179"/>
                </a:lnTo>
                <a:lnTo>
                  <a:pt x="1389743" y="51419"/>
                </a:lnTo>
                <a:lnTo>
                  <a:pt x="1387957" y="50715"/>
                </a:lnTo>
                <a:lnTo>
                  <a:pt x="1386132" y="50068"/>
                </a:lnTo>
                <a:lnTo>
                  <a:pt x="1384267" y="49477"/>
                </a:lnTo>
                <a:lnTo>
                  <a:pt x="1382361" y="48942"/>
                </a:lnTo>
                <a:lnTo>
                  <a:pt x="1380416" y="48464"/>
                </a:lnTo>
                <a:lnTo>
                  <a:pt x="1378431" y="48042"/>
                </a:lnTo>
                <a:lnTo>
                  <a:pt x="1376406" y="47676"/>
                </a:lnTo>
                <a:lnTo>
                  <a:pt x="1374340" y="47366"/>
                </a:lnTo>
                <a:lnTo>
                  <a:pt x="1372235" y="47113"/>
                </a:lnTo>
                <a:lnTo>
                  <a:pt x="1370090" y="46916"/>
                </a:lnTo>
                <a:lnTo>
                  <a:pt x="1367905" y="46776"/>
                </a:lnTo>
                <a:lnTo>
                  <a:pt x="1365680" y="46691"/>
                </a:lnTo>
                <a:lnTo>
                  <a:pt x="1363415" y="46663"/>
                </a:lnTo>
                <a:lnTo>
                  <a:pt x="1361780" y="46676"/>
                </a:lnTo>
                <a:lnTo>
                  <a:pt x="1360167" y="46716"/>
                </a:lnTo>
                <a:lnTo>
                  <a:pt x="1358576" y="46783"/>
                </a:lnTo>
                <a:lnTo>
                  <a:pt x="1357006" y="46877"/>
                </a:lnTo>
                <a:lnTo>
                  <a:pt x="1355458" y="46997"/>
                </a:lnTo>
                <a:lnTo>
                  <a:pt x="1353931" y="47144"/>
                </a:lnTo>
                <a:lnTo>
                  <a:pt x="1352426" y="47318"/>
                </a:lnTo>
                <a:lnTo>
                  <a:pt x="1350942" y="47518"/>
                </a:lnTo>
                <a:lnTo>
                  <a:pt x="1349481" y="47746"/>
                </a:lnTo>
                <a:lnTo>
                  <a:pt x="1348040" y="48000"/>
                </a:lnTo>
                <a:lnTo>
                  <a:pt x="1346622" y="48280"/>
                </a:lnTo>
                <a:lnTo>
                  <a:pt x="1345225" y="48588"/>
                </a:lnTo>
                <a:lnTo>
                  <a:pt x="1343850" y="48922"/>
                </a:lnTo>
                <a:lnTo>
                  <a:pt x="1342496" y="49283"/>
                </a:lnTo>
                <a:lnTo>
                  <a:pt x="1341164" y="49671"/>
                </a:lnTo>
                <a:lnTo>
                  <a:pt x="1339853" y="50085"/>
                </a:lnTo>
                <a:lnTo>
                  <a:pt x="1338564" y="50526"/>
                </a:lnTo>
                <a:lnTo>
                  <a:pt x="1337297" y="50994"/>
                </a:lnTo>
                <a:lnTo>
                  <a:pt x="1336051" y="51489"/>
                </a:lnTo>
                <a:lnTo>
                  <a:pt x="1334827" y="52010"/>
                </a:lnTo>
                <a:lnTo>
                  <a:pt x="1333625" y="52558"/>
                </a:lnTo>
                <a:lnTo>
                  <a:pt x="1332444" y="53133"/>
                </a:lnTo>
                <a:lnTo>
                  <a:pt x="1331285" y="53735"/>
                </a:lnTo>
                <a:lnTo>
                  <a:pt x="1330147" y="54363"/>
                </a:lnTo>
                <a:lnTo>
                  <a:pt x="1329032" y="55016"/>
                </a:lnTo>
                <a:lnTo>
                  <a:pt x="1327939" y="55692"/>
                </a:lnTo>
                <a:lnTo>
                  <a:pt x="1326869" y="56390"/>
                </a:lnTo>
                <a:lnTo>
                  <a:pt x="1325822" y="57112"/>
                </a:lnTo>
                <a:lnTo>
                  <a:pt x="1324798" y="57856"/>
                </a:lnTo>
                <a:lnTo>
                  <a:pt x="1323796" y="58622"/>
                </a:lnTo>
                <a:lnTo>
                  <a:pt x="1322817" y="59412"/>
                </a:lnTo>
                <a:lnTo>
                  <a:pt x="1321860" y="60224"/>
                </a:lnTo>
                <a:lnTo>
                  <a:pt x="1320926" y="61060"/>
                </a:lnTo>
                <a:lnTo>
                  <a:pt x="1320015" y="61918"/>
                </a:lnTo>
                <a:lnTo>
                  <a:pt x="1319127" y="62798"/>
                </a:lnTo>
                <a:lnTo>
                  <a:pt x="1318262" y="63702"/>
                </a:lnTo>
                <a:lnTo>
                  <a:pt x="1317419" y="64628"/>
                </a:lnTo>
                <a:lnTo>
                  <a:pt x="1316599" y="65577"/>
                </a:lnTo>
                <a:lnTo>
                  <a:pt x="1315801" y="66549"/>
                </a:lnTo>
                <a:lnTo>
                  <a:pt x="1315026" y="67543"/>
                </a:lnTo>
                <a:lnTo>
                  <a:pt x="1314274" y="68560"/>
                </a:lnTo>
                <a:lnTo>
                  <a:pt x="1313545" y="69600"/>
                </a:lnTo>
                <a:lnTo>
                  <a:pt x="1312838" y="70663"/>
                </a:lnTo>
                <a:lnTo>
                  <a:pt x="1312154" y="71749"/>
                </a:lnTo>
                <a:lnTo>
                  <a:pt x="1311493" y="72857"/>
                </a:lnTo>
                <a:lnTo>
                  <a:pt x="1310855" y="73988"/>
                </a:lnTo>
                <a:lnTo>
                  <a:pt x="1310239" y="75142"/>
                </a:lnTo>
                <a:lnTo>
                  <a:pt x="1309646" y="76319"/>
                </a:lnTo>
                <a:lnTo>
                  <a:pt x="1309076" y="77516"/>
                </a:lnTo>
                <a:lnTo>
                  <a:pt x="1308531" y="78732"/>
                </a:lnTo>
                <a:lnTo>
                  <a:pt x="1308010" y="79967"/>
                </a:lnTo>
                <a:lnTo>
                  <a:pt x="1307513" y="81221"/>
                </a:lnTo>
                <a:lnTo>
                  <a:pt x="1307040" y="82495"/>
                </a:lnTo>
                <a:lnTo>
                  <a:pt x="1306592" y="83787"/>
                </a:lnTo>
                <a:lnTo>
                  <a:pt x="1306168" y="85098"/>
                </a:lnTo>
                <a:lnTo>
                  <a:pt x="1305768" y="86428"/>
                </a:lnTo>
                <a:lnTo>
                  <a:pt x="1305392" y="87778"/>
                </a:lnTo>
                <a:lnTo>
                  <a:pt x="1305041" y="89146"/>
                </a:lnTo>
                <a:lnTo>
                  <a:pt x="1304713" y="90533"/>
                </a:lnTo>
                <a:lnTo>
                  <a:pt x="1304411" y="91939"/>
                </a:lnTo>
                <a:lnTo>
                  <a:pt x="1304132" y="93365"/>
                </a:lnTo>
                <a:lnTo>
                  <a:pt x="1303877" y="94809"/>
                </a:lnTo>
                <a:lnTo>
                  <a:pt x="1303647" y="96272"/>
                </a:lnTo>
                <a:lnTo>
                  <a:pt x="1303441" y="97755"/>
                </a:lnTo>
                <a:lnTo>
                  <a:pt x="1303259" y="99256"/>
                </a:lnTo>
                <a:lnTo>
                  <a:pt x="1303102" y="100776"/>
                </a:lnTo>
                <a:lnTo>
                  <a:pt x="1302968" y="102316"/>
                </a:lnTo>
                <a:lnTo>
                  <a:pt x="1302859" y="103874"/>
                </a:lnTo>
                <a:lnTo>
                  <a:pt x="1302774" y="105452"/>
                </a:lnTo>
                <a:lnTo>
                  <a:pt x="1302714" y="107048"/>
                </a:lnTo>
                <a:lnTo>
                  <a:pt x="1302677" y="108663"/>
                </a:lnTo>
                <a:lnTo>
                  <a:pt x="1302665" y="110298"/>
                </a:lnTo>
                <a:lnTo>
                  <a:pt x="1302678" y="111985"/>
                </a:lnTo>
                <a:lnTo>
                  <a:pt x="1302715" y="113651"/>
                </a:lnTo>
                <a:lnTo>
                  <a:pt x="1302777" y="115297"/>
                </a:lnTo>
                <a:lnTo>
                  <a:pt x="1302865" y="116923"/>
                </a:lnTo>
                <a:lnTo>
                  <a:pt x="1302977" y="118529"/>
                </a:lnTo>
                <a:lnTo>
                  <a:pt x="1303113" y="120114"/>
                </a:lnTo>
                <a:lnTo>
                  <a:pt x="1303275" y="121679"/>
                </a:lnTo>
                <a:lnTo>
                  <a:pt x="1303462" y="123223"/>
                </a:lnTo>
                <a:lnTo>
                  <a:pt x="1303674" y="124748"/>
                </a:lnTo>
                <a:lnTo>
                  <a:pt x="1303910" y="126252"/>
                </a:lnTo>
                <a:lnTo>
                  <a:pt x="1304171" y="127735"/>
                </a:lnTo>
                <a:lnTo>
                  <a:pt x="1304458" y="129199"/>
                </a:lnTo>
                <a:lnTo>
                  <a:pt x="1304769" y="130642"/>
                </a:lnTo>
                <a:lnTo>
                  <a:pt x="1305105" y="132064"/>
                </a:lnTo>
                <a:lnTo>
                  <a:pt x="1305466" y="133467"/>
                </a:lnTo>
                <a:lnTo>
                  <a:pt x="1305852" y="134849"/>
                </a:lnTo>
                <a:lnTo>
                  <a:pt x="1306262" y="136210"/>
                </a:lnTo>
                <a:lnTo>
                  <a:pt x="1306698" y="137552"/>
                </a:lnTo>
                <a:lnTo>
                  <a:pt x="1307159" y="138873"/>
                </a:lnTo>
                <a:lnTo>
                  <a:pt x="1307644" y="140173"/>
                </a:lnTo>
                <a:lnTo>
                  <a:pt x="1308154" y="141454"/>
                </a:lnTo>
                <a:lnTo>
                  <a:pt x="1308690" y="142714"/>
                </a:lnTo>
                <a:lnTo>
                  <a:pt x="1309250" y="143954"/>
                </a:lnTo>
                <a:lnTo>
                  <a:pt x="1309835" y="145173"/>
                </a:lnTo>
                <a:lnTo>
                  <a:pt x="1310444" y="146370"/>
                </a:lnTo>
                <a:lnTo>
                  <a:pt x="1311077" y="147544"/>
                </a:lnTo>
                <a:lnTo>
                  <a:pt x="1311733" y="148694"/>
                </a:lnTo>
                <a:lnTo>
                  <a:pt x="1312413" y="149820"/>
                </a:lnTo>
                <a:lnTo>
                  <a:pt x="1313117" y="150922"/>
                </a:lnTo>
                <a:lnTo>
                  <a:pt x="1313844" y="152001"/>
                </a:lnTo>
                <a:lnTo>
                  <a:pt x="1314594" y="153057"/>
                </a:lnTo>
                <a:lnTo>
                  <a:pt x="1315369" y="154088"/>
                </a:lnTo>
                <a:lnTo>
                  <a:pt x="1316167" y="155096"/>
                </a:lnTo>
                <a:lnTo>
                  <a:pt x="1316988" y="156081"/>
                </a:lnTo>
                <a:lnTo>
                  <a:pt x="1317833" y="157042"/>
                </a:lnTo>
                <a:lnTo>
                  <a:pt x="1318702" y="157979"/>
                </a:lnTo>
                <a:lnTo>
                  <a:pt x="1319594" y="158892"/>
                </a:lnTo>
                <a:lnTo>
                  <a:pt x="1320510" y="159782"/>
                </a:lnTo>
                <a:lnTo>
                  <a:pt x="1321449" y="160648"/>
                </a:lnTo>
                <a:lnTo>
                  <a:pt x="1322412" y="161491"/>
                </a:lnTo>
                <a:lnTo>
                  <a:pt x="1323399" y="162310"/>
                </a:lnTo>
                <a:lnTo>
                  <a:pt x="1324409" y="163105"/>
                </a:lnTo>
                <a:lnTo>
                  <a:pt x="1325443" y="163877"/>
                </a:lnTo>
                <a:lnTo>
                  <a:pt x="1326500" y="164625"/>
                </a:lnTo>
                <a:lnTo>
                  <a:pt x="1327581" y="165349"/>
                </a:lnTo>
                <a:lnTo>
                  <a:pt x="1328685" y="166050"/>
                </a:lnTo>
                <a:lnTo>
                  <a:pt x="1329813" y="166727"/>
                </a:lnTo>
                <a:lnTo>
                  <a:pt x="1330965" y="167380"/>
                </a:lnTo>
                <a:lnTo>
                  <a:pt x="1332140" y="168009"/>
                </a:lnTo>
                <a:lnTo>
                  <a:pt x="1333337" y="168610"/>
                </a:lnTo>
                <a:lnTo>
                  <a:pt x="1334557" y="169185"/>
                </a:lnTo>
                <a:lnTo>
                  <a:pt x="1335800" y="169733"/>
                </a:lnTo>
                <a:lnTo>
                  <a:pt x="1337066" y="170255"/>
                </a:lnTo>
                <a:lnTo>
                  <a:pt x="1338354" y="170749"/>
                </a:lnTo>
                <a:lnTo>
                  <a:pt x="1339665" y="171217"/>
                </a:lnTo>
                <a:lnTo>
                  <a:pt x="1340999" y="171658"/>
                </a:lnTo>
                <a:lnTo>
                  <a:pt x="1342356" y="172073"/>
                </a:lnTo>
                <a:lnTo>
                  <a:pt x="1343735" y="172460"/>
                </a:lnTo>
                <a:lnTo>
                  <a:pt x="1345137" y="172821"/>
                </a:lnTo>
                <a:lnTo>
                  <a:pt x="1346561" y="173155"/>
                </a:lnTo>
                <a:lnTo>
                  <a:pt x="1348009" y="173463"/>
                </a:lnTo>
                <a:lnTo>
                  <a:pt x="1349479" y="173744"/>
                </a:lnTo>
                <a:lnTo>
                  <a:pt x="1350971" y="173998"/>
                </a:lnTo>
                <a:lnTo>
                  <a:pt x="1352487" y="174225"/>
                </a:lnTo>
                <a:lnTo>
                  <a:pt x="1354025" y="174425"/>
                </a:lnTo>
                <a:lnTo>
                  <a:pt x="1355586" y="174599"/>
                </a:lnTo>
                <a:lnTo>
                  <a:pt x="1357169" y="174746"/>
                </a:lnTo>
                <a:lnTo>
                  <a:pt x="1358775" y="174866"/>
                </a:lnTo>
                <a:lnTo>
                  <a:pt x="1360404" y="174960"/>
                </a:lnTo>
                <a:lnTo>
                  <a:pt x="1362056" y="175027"/>
                </a:lnTo>
                <a:lnTo>
                  <a:pt x="1363731" y="175067"/>
                </a:lnTo>
                <a:lnTo>
                  <a:pt x="1365428" y="175080"/>
                </a:lnTo>
                <a:lnTo>
                  <a:pt x="1366814" y="175072"/>
                </a:lnTo>
                <a:lnTo>
                  <a:pt x="1368186" y="175047"/>
                </a:lnTo>
                <a:lnTo>
                  <a:pt x="1369544" y="175006"/>
                </a:lnTo>
                <a:lnTo>
                  <a:pt x="1370887" y="174948"/>
                </a:lnTo>
                <a:close/>
                <a:moveTo>
                  <a:pt x="1336808" y="91988"/>
                </a:moveTo>
                <a:lnTo>
                  <a:pt x="1336974" y="91015"/>
                </a:lnTo>
                <a:lnTo>
                  <a:pt x="1337163" y="90063"/>
                </a:lnTo>
                <a:lnTo>
                  <a:pt x="1337375" y="89132"/>
                </a:lnTo>
                <a:lnTo>
                  <a:pt x="1337610" y="88222"/>
                </a:lnTo>
                <a:lnTo>
                  <a:pt x="1337868" y="87333"/>
                </a:lnTo>
                <a:lnTo>
                  <a:pt x="1338149" y="86466"/>
                </a:lnTo>
                <a:lnTo>
                  <a:pt x="1338452" y="85619"/>
                </a:lnTo>
                <a:lnTo>
                  <a:pt x="1338779" y="84794"/>
                </a:lnTo>
                <a:lnTo>
                  <a:pt x="1339128" y="83990"/>
                </a:lnTo>
                <a:lnTo>
                  <a:pt x="1339501" y="83206"/>
                </a:lnTo>
                <a:lnTo>
                  <a:pt x="1339896" y="82445"/>
                </a:lnTo>
                <a:lnTo>
                  <a:pt x="1340314" y="81704"/>
                </a:lnTo>
                <a:lnTo>
                  <a:pt x="1340756" y="80984"/>
                </a:lnTo>
                <a:lnTo>
                  <a:pt x="1341220" y="80286"/>
                </a:lnTo>
                <a:lnTo>
                  <a:pt x="1341707" y="79608"/>
                </a:lnTo>
                <a:lnTo>
                  <a:pt x="1342217" y="78952"/>
                </a:lnTo>
                <a:lnTo>
                  <a:pt x="1342750" y="78317"/>
                </a:lnTo>
                <a:lnTo>
                  <a:pt x="1343305" y="77703"/>
                </a:lnTo>
                <a:lnTo>
                  <a:pt x="1343884" y="77110"/>
                </a:lnTo>
                <a:lnTo>
                  <a:pt x="1344486" y="76539"/>
                </a:lnTo>
                <a:lnTo>
                  <a:pt x="1345106" y="75989"/>
                </a:lnTo>
                <a:lnTo>
                  <a:pt x="1345742" y="75463"/>
                </a:lnTo>
                <a:lnTo>
                  <a:pt x="1346391" y="74961"/>
                </a:lnTo>
                <a:lnTo>
                  <a:pt x="1347056" y="74481"/>
                </a:lnTo>
                <a:lnTo>
                  <a:pt x="1347735" y="74026"/>
                </a:lnTo>
                <a:lnTo>
                  <a:pt x="1348428" y="73593"/>
                </a:lnTo>
                <a:lnTo>
                  <a:pt x="1349136" y="73184"/>
                </a:lnTo>
                <a:lnTo>
                  <a:pt x="1349859" y="72798"/>
                </a:lnTo>
                <a:lnTo>
                  <a:pt x="1350597" y="72436"/>
                </a:lnTo>
                <a:lnTo>
                  <a:pt x="1351349" y="72097"/>
                </a:lnTo>
                <a:lnTo>
                  <a:pt x="1352116" y="71781"/>
                </a:lnTo>
                <a:lnTo>
                  <a:pt x="1352897" y="71489"/>
                </a:lnTo>
                <a:lnTo>
                  <a:pt x="1353693" y="71220"/>
                </a:lnTo>
                <a:lnTo>
                  <a:pt x="1354504" y="70975"/>
                </a:lnTo>
                <a:lnTo>
                  <a:pt x="1355329" y="70753"/>
                </a:lnTo>
                <a:lnTo>
                  <a:pt x="1356169" y="70554"/>
                </a:lnTo>
                <a:lnTo>
                  <a:pt x="1357024" y="70379"/>
                </a:lnTo>
                <a:lnTo>
                  <a:pt x="1357893" y="70227"/>
                </a:lnTo>
                <a:lnTo>
                  <a:pt x="1358777" y="70098"/>
                </a:lnTo>
                <a:lnTo>
                  <a:pt x="1359675" y="69993"/>
                </a:lnTo>
                <a:lnTo>
                  <a:pt x="1360588" y="69911"/>
                </a:lnTo>
                <a:lnTo>
                  <a:pt x="1361516" y="69853"/>
                </a:lnTo>
                <a:lnTo>
                  <a:pt x="1362458" y="69817"/>
                </a:lnTo>
                <a:lnTo>
                  <a:pt x="1363415" y="69806"/>
                </a:lnTo>
                <a:lnTo>
                  <a:pt x="1364351" y="69817"/>
                </a:lnTo>
                <a:lnTo>
                  <a:pt x="1365273" y="69851"/>
                </a:lnTo>
                <a:lnTo>
                  <a:pt x="1366181" y="69908"/>
                </a:lnTo>
                <a:lnTo>
                  <a:pt x="1367075" y="69987"/>
                </a:lnTo>
                <a:lnTo>
                  <a:pt x="1367954" y="70090"/>
                </a:lnTo>
                <a:lnTo>
                  <a:pt x="1368820" y="70215"/>
                </a:lnTo>
                <a:lnTo>
                  <a:pt x="1369671" y="70362"/>
                </a:lnTo>
                <a:lnTo>
                  <a:pt x="1370508" y="70532"/>
                </a:lnTo>
                <a:lnTo>
                  <a:pt x="1371330" y="70725"/>
                </a:lnTo>
                <a:lnTo>
                  <a:pt x="1372139" y="70941"/>
                </a:lnTo>
                <a:lnTo>
                  <a:pt x="1372933" y="71180"/>
                </a:lnTo>
                <a:lnTo>
                  <a:pt x="1373713" y="71441"/>
                </a:lnTo>
                <a:lnTo>
                  <a:pt x="1374479" y="71725"/>
                </a:lnTo>
                <a:lnTo>
                  <a:pt x="1375231" y="72031"/>
                </a:lnTo>
                <a:lnTo>
                  <a:pt x="1375968" y="72361"/>
                </a:lnTo>
                <a:lnTo>
                  <a:pt x="1376692" y="72713"/>
                </a:lnTo>
                <a:lnTo>
                  <a:pt x="1377401" y="73087"/>
                </a:lnTo>
                <a:lnTo>
                  <a:pt x="1378096" y="73485"/>
                </a:lnTo>
                <a:lnTo>
                  <a:pt x="1378776" y="73905"/>
                </a:lnTo>
                <a:lnTo>
                  <a:pt x="1379443" y="74348"/>
                </a:lnTo>
                <a:lnTo>
                  <a:pt x="1380095" y="74813"/>
                </a:lnTo>
                <a:lnTo>
                  <a:pt x="1380733" y="75301"/>
                </a:lnTo>
                <a:lnTo>
                  <a:pt x="1381357" y="75812"/>
                </a:lnTo>
                <a:lnTo>
                  <a:pt x="1381967" y="76346"/>
                </a:lnTo>
                <a:lnTo>
                  <a:pt x="1382558" y="76903"/>
                </a:lnTo>
                <a:lnTo>
                  <a:pt x="1383125" y="77482"/>
                </a:lnTo>
                <a:lnTo>
                  <a:pt x="1383668" y="78085"/>
                </a:lnTo>
                <a:lnTo>
                  <a:pt x="1384188" y="78711"/>
                </a:lnTo>
                <a:lnTo>
                  <a:pt x="1384683" y="79361"/>
                </a:lnTo>
                <a:lnTo>
                  <a:pt x="1385155" y="80033"/>
                </a:lnTo>
                <a:lnTo>
                  <a:pt x="1385603" y="80728"/>
                </a:lnTo>
                <a:lnTo>
                  <a:pt x="1386027" y="81447"/>
                </a:lnTo>
                <a:lnTo>
                  <a:pt x="1386427" y="82189"/>
                </a:lnTo>
                <a:lnTo>
                  <a:pt x="1386804" y="82954"/>
                </a:lnTo>
                <a:lnTo>
                  <a:pt x="1387157" y="83742"/>
                </a:lnTo>
                <a:lnTo>
                  <a:pt x="1387486" y="84553"/>
                </a:lnTo>
                <a:lnTo>
                  <a:pt x="1387791" y="85387"/>
                </a:lnTo>
                <a:lnTo>
                  <a:pt x="1388072" y="86245"/>
                </a:lnTo>
                <a:lnTo>
                  <a:pt x="1388330" y="87126"/>
                </a:lnTo>
                <a:lnTo>
                  <a:pt x="1388563" y="88029"/>
                </a:lnTo>
                <a:lnTo>
                  <a:pt x="1388773" y="88956"/>
                </a:lnTo>
                <a:lnTo>
                  <a:pt x="1388960" y="89906"/>
                </a:lnTo>
                <a:lnTo>
                  <a:pt x="1389122" y="90880"/>
                </a:lnTo>
                <a:lnTo>
                  <a:pt x="1389260" y="91876"/>
                </a:lnTo>
                <a:lnTo>
                  <a:pt x="1389375" y="92895"/>
                </a:lnTo>
                <a:lnTo>
                  <a:pt x="1389466" y="93938"/>
                </a:lnTo>
                <a:lnTo>
                  <a:pt x="1389533" y="95004"/>
                </a:lnTo>
                <a:lnTo>
                  <a:pt x="1389577" y="96093"/>
                </a:lnTo>
                <a:lnTo>
                  <a:pt x="1336373" y="96093"/>
                </a:lnTo>
                <a:lnTo>
                  <a:pt x="1336448" y="95035"/>
                </a:lnTo>
                <a:lnTo>
                  <a:pt x="1336545" y="93998"/>
                </a:lnTo>
                <a:lnTo>
                  <a:pt x="1336665" y="92983"/>
                </a:lnTo>
                <a:lnTo>
                  <a:pt x="1336808" y="91988"/>
                </a:lnTo>
                <a:close/>
                <a:moveTo>
                  <a:pt x="1199357" y="217767"/>
                </a:moveTo>
                <a:lnTo>
                  <a:pt x="1200420" y="217723"/>
                </a:lnTo>
                <a:lnTo>
                  <a:pt x="1201466" y="217670"/>
                </a:lnTo>
                <a:lnTo>
                  <a:pt x="1202498" y="217607"/>
                </a:lnTo>
                <a:lnTo>
                  <a:pt x="1203513" y="217534"/>
                </a:lnTo>
                <a:lnTo>
                  <a:pt x="1204514" y="217451"/>
                </a:lnTo>
                <a:lnTo>
                  <a:pt x="1205498" y="217359"/>
                </a:lnTo>
                <a:lnTo>
                  <a:pt x="1206467" y="217257"/>
                </a:lnTo>
                <a:lnTo>
                  <a:pt x="1207421" y="217146"/>
                </a:lnTo>
                <a:lnTo>
                  <a:pt x="1208359" y="217024"/>
                </a:lnTo>
                <a:lnTo>
                  <a:pt x="1209282" y="216893"/>
                </a:lnTo>
                <a:lnTo>
                  <a:pt x="1210189" y="216753"/>
                </a:lnTo>
                <a:lnTo>
                  <a:pt x="1211081" y="216602"/>
                </a:lnTo>
                <a:lnTo>
                  <a:pt x="1211957" y="216442"/>
                </a:lnTo>
                <a:lnTo>
                  <a:pt x="1212818" y="216272"/>
                </a:lnTo>
                <a:lnTo>
                  <a:pt x="1213663" y="216093"/>
                </a:lnTo>
                <a:lnTo>
                  <a:pt x="1214493" y="215904"/>
                </a:lnTo>
                <a:lnTo>
                  <a:pt x="1215307" y="215705"/>
                </a:lnTo>
                <a:lnTo>
                  <a:pt x="1216105" y="215496"/>
                </a:lnTo>
                <a:lnTo>
                  <a:pt x="1216888" y="215278"/>
                </a:lnTo>
                <a:lnTo>
                  <a:pt x="1217656" y="215050"/>
                </a:lnTo>
                <a:lnTo>
                  <a:pt x="1218411" y="214809"/>
                </a:lnTo>
                <a:lnTo>
                  <a:pt x="1219156" y="214554"/>
                </a:lnTo>
                <a:lnTo>
                  <a:pt x="1219892" y="214283"/>
                </a:lnTo>
                <a:lnTo>
                  <a:pt x="1220617" y="213996"/>
                </a:lnTo>
                <a:lnTo>
                  <a:pt x="1221333" y="213694"/>
                </a:lnTo>
                <a:lnTo>
                  <a:pt x="1222039" y="213377"/>
                </a:lnTo>
                <a:lnTo>
                  <a:pt x="1222735" y="213044"/>
                </a:lnTo>
                <a:lnTo>
                  <a:pt x="1223421" y="212696"/>
                </a:lnTo>
                <a:lnTo>
                  <a:pt x="1224097" y="212332"/>
                </a:lnTo>
                <a:lnTo>
                  <a:pt x="1224764" y="211953"/>
                </a:lnTo>
                <a:lnTo>
                  <a:pt x="1225421" y="211559"/>
                </a:lnTo>
                <a:lnTo>
                  <a:pt x="1226067" y="211149"/>
                </a:lnTo>
                <a:lnTo>
                  <a:pt x="1226704" y="210723"/>
                </a:lnTo>
                <a:lnTo>
                  <a:pt x="1227332" y="210283"/>
                </a:lnTo>
                <a:lnTo>
                  <a:pt x="1227949" y="209826"/>
                </a:lnTo>
                <a:lnTo>
                  <a:pt x="1228557" y="209355"/>
                </a:lnTo>
                <a:lnTo>
                  <a:pt x="1229154" y="208868"/>
                </a:lnTo>
                <a:lnTo>
                  <a:pt x="1229742" y="208365"/>
                </a:lnTo>
                <a:lnTo>
                  <a:pt x="1230321" y="207847"/>
                </a:lnTo>
                <a:lnTo>
                  <a:pt x="1230889" y="207314"/>
                </a:lnTo>
                <a:lnTo>
                  <a:pt x="1231447" y="206765"/>
                </a:lnTo>
                <a:lnTo>
                  <a:pt x="1231996" y="206201"/>
                </a:lnTo>
                <a:lnTo>
                  <a:pt x="1232535" y="205622"/>
                </a:lnTo>
                <a:lnTo>
                  <a:pt x="1233064" y="205027"/>
                </a:lnTo>
                <a:lnTo>
                  <a:pt x="1233585" y="204414"/>
                </a:lnTo>
                <a:lnTo>
                  <a:pt x="1234101" y="203781"/>
                </a:lnTo>
                <a:lnTo>
                  <a:pt x="1234612" y="203128"/>
                </a:lnTo>
                <a:lnTo>
                  <a:pt x="1235118" y="202454"/>
                </a:lnTo>
                <a:lnTo>
                  <a:pt x="1235619" y="201760"/>
                </a:lnTo>
                <a:lnTo>
                  <a:pt x="1236114" y="201046"/>
                </a:lnTo>
                <a:lnTo>
                  <a:pt x="1236604" y="200311"/>
                </a:lnTo>
                <a:lnTo>
                  <a:pt x="1237089" y="199556"/>
                </a:lnTo>
                <a:lnTo>
                  <a:pt x="1237568" y="198781"/>
                </a:lnTo>
                <a:lnTo>
                  <a:pt x="1238042" y="197986"/>
                </a:lnTo>
                <a:lnTo>
                  <a:pt x="1238511" y="197170"/>
                </a:lnTo>
                <a:lnTo>
                  <a:pt x="1238975" y="196335"/>
                </a:lnTo>
                <a:lnTo>
                  <a:pt x="1239434" y="195478"/>
                </a:lnTo>
                <a:lnTo>
                  <a:pt x="1239887" y="194602"/>
                </a:lnTo>
                <a:lnTo>
                  <a:pt x="1240335" y="193705"/>
                </a:lnTo>
                <a:lnTo>
                  <a:pt x="1240778" y="192788"/>
                </a:lnTo>
                <a:lnTo>
                  <a:pt x="1241216" y="191851"/>
                </a:lnTo>
                <a:lnTo>
                  <a:pt x="1241648" y="190893"/>
                </a:lnTo>
                <a:lnTo>
                  <a:pt x="1242075" y="189915"/>
                </a:lnTo>
                <a:lnTo>
                  <a:pt x="1242497" y="188917"/>
                </a:lnTo>
                <a:lnTo>
                  <a:pt x="1242914" y="187899"/>
                </a:lnTo>
                <a:lnTo>
                  <a:pt x="1243325" y="186860"/>
                </a:lnTo>
                <a:lnTo>
                  <a:pt x="1243731" y="185801"/>
                </a:lnTo>
                <a:lnTo>
                  <a:pt x="1244132" y="184722"/>
                </a:lnTo>
                <a:lnTo>
                  <a:pt x="1248660" y="172412"/>
                </a:lnTo>
                <a:lnTo>
                  <a:pt x="1292807" y="48550"/>
                </a:lnTo>
                <a:lnTo>
                  <a:pt x="1259099" y="48550"/>
                </a:lnTo>
                <a:lnTo>
                  <a:pt x="1231429" y="140476"/>
                </a:lnTo>
                <a:lnTo>
                  <a:pt x="1200362" y="48550"/>
                </a:lnTo>
                <a:lnTo>
                  <a:pt x="1165648" y="48550"/>
                </a:lnTo>
                <a:lnTo>
                  <a:pt x="1213443" y="172816"/>
                </a:lnTo>
                <a:lnTo>
                  <a:pt x="1210676" y="179483"/>
                </a:lnTo>
                <a:lnTo>
                  <a:pt x="1210482" y="179980"/>
                </a:lnTo>
                <a:lnTo>
                  <a:pt x="1210279" y="180465"/>
                </a:lnTo>
                <a:lnTo>
                  <a:pt x="1210067" y="180939"/>
                </a:lnTo>
                <a:lnTo>
                  <a:pt x="1209846" y="181401"/>
                </a:lnTo>
                <a:lnTo>
                  <a:pt x="1209615" y="181851"/>
                </a:lnTo>
                <a:lnTo>
                  <a:pt x="1209375" y="182289"/>
                </a:lnTo>
                <a:lnTo>
                  <a:pt x="1209125" y="182715"/>
                </a:lnTo>
                <a:lnTo>
                  <a:pt x="1208866" y="183130"/>
                </a:lnTo>
                <a:lnTo>
                  <a:pt x="1208597" y="183533"/>
                </a:lnTo>
                <a:lnTo>
                  <a:pt x="1208319" y="183924"/>
                </a:lnTo>
                <a:lnTo>
                  <a:pt x="1208032" y="184303"/>
                </a:lnTo>
                <a:lnTo>
                  <a:pt x="1207736" y="184671"/>
                </a:lnTo>
                <a:lnTo>
                  <a:pt x="1207430" y="185026"/>
                </a:lnTo>
                <a:lnTo>
                  <a:pt x="1207114" y="185370"/>
                </a:lnTo>
                <a:lnTo>
                  <a:pt x="1206789" y="185703"/>
                </a:lnTo>
                <a:lnTo>
                  <a:pt x="1206455" y="186023"/>
                </a:lnTo>
                <a:lnTo>
                  <a:pt x="1206111" y="186331"/>
                </a:lnTo>
                <a:lnTo>
                  <a:pt x="1205759" y="186628"/>
                </a:lnTo>
                <a:lnTo>
                  <a:pt x="1205396" y="186913"/>
                </a:lnTo>
                <a:lnTo>
                  <a:pt x="1205024" y="187186"/>
                </a:lnTo>
                <a:lnTo>
                  <a:pt x="1204643" y="187448"/>
                </a:lnTo>
                <a:lnTo>
                  <a:pt x="1204253" y="187697"/>
                </a:lnTo>
                <a:lnTo>
                  <a:pt x="1203853" y="187935"/>
                </a:lnTo>
                <a:lnTo>
                  <a:pt x="1203443" y="188161"/>
                </a:lnTo>
                <a:lnTo>
                  <a:pt x="1203025" y="188377"/>
                </a:lnTo>
                <a:lnTo>
                  <a:pt x="1202598" y="188583"/>
                </a:lnTo>
                <a:lnTo>
                  <a:pt x="1202163" y="188780"/>
                </a:lnTo>
                <a:lnTo>
                  <a:pt x="1201719" y="188968"/>
                </a:lnTo>
                <a:lnTo>
                  <a:pt x="1201267" y="189147"/>
                </a:lnTo>
                <a:lnTo>
                  <a:pt x="1200806" y="189317"/>
                </a:lnTo>
                <a:lnTo>
                  <a:pt x="1200337" y="189477"/>
                </a:lnTo>
                <a:lnTo>
                  <a:pt x="1199859" y="189628"/>
                </a:lnTo>
                <a:lnTo>
                  <a:pt x="1199372" y="189771"/>
                </a:lnTo>
                <a:lnTo>
                  <a:pt x="1198878" y="189904"/>
                </a:lnTo>
                <a:lnTo>
                  <a:pt x="1198374" y="190027"/>
                </a:lnTo>
                <a:lnTo>
                  <a:pt x="1197862" y="190142"/>
                </a:lnTo>
                <a:lnTo>
                  <a:pt x="1197342" y="190248"/>
                </a:lnTo>
                <a:lnTo>
                  <a:pt x="1196813" y="190344"/>
                </a:lnTo>
                <a:lnTo>
                  <a:pt x="1196275" y="190431"/>
                </a:lnTo>
                <a:lnTo>
                  <a:pt x="1195729" y="190509"/>
                </a:lnTo>
                <a:lnTo>
                  <a:pt x="1195175" y="190578"/>
                </a:lnTo>
                <a:lnTo>
                  <a:pt x="1194612" y="190637"/>
                </a:lnTo>
                <a:lnTo>
                  <a:pt x="1194040" y="190688"/>
                </a:lnTo>
                <a:lnTo>
                  <a:pt x="1193460" y="190729"/>
                </a:lnTo>
                <a:lnTo>
                  <a:pt x="1192871" y="190761"/>
                </a:lnTo>
                <a:lnTo>
                  <a:pt x="1192274" y="190784"/>
                </a:lnTo>
                <a:lnTo>
                  <a:pt x="1191669" y="190798"/>
                </a:lnTo>
                <a:lnTo>
                  <a:pt x="1191054" y="190802"/>
                </a:lnTo>
                <a:lnTo>
                  <a:pt x="1179986" y="190802"/>
                </a:lnTo>
                <a:lnTo>
                  <a:pt x="1179986" y="217844"/>
                </a:lnTo>
                <a:lnTo>
                  <a:pt x="1194954" y="217844"/>
                </a:lnTo>
                <a:lnTo>
                  <a:pt x="1196078" y="217839"/>
                </a:lnTo>
                <a:lnTo>
                  <a:pt x="1197187" y="217825"/>
                </a:lnTo>
                <a:lnTo>
                  <a:pt x="1198280" y="217801"/>
                </a:lnTo>
                <a:lnTo>
                  <a:pt x="1199357" y="2177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9E0C4-4757-4B74-AEDD-66335053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288" y="385504"/>
            <a:ext cx="3670603" cy="2320494"/>
          </a:xfrm>
          <a:custGeom xmlns:a="http://schemas.openxmlformats.org/drawingml/2006/main">
            <a:pathLst>
              <a:path w="3670603" h="2320494">
                <a:moveTo>
                  <a:pt x="0" y="160411"/>
                </a:moveTo>
                <a:cubicBezTo>
                  <a:pt x="0" y="71708"/>
                  <a:pt x="71941" y="0"/>
                  <a:pt x="160411" y="0"/>
                </a:cubicBezTo>
                <a:lnTo>
                  <a:pt x="3510192" y="0"/>
                </a:lnTo>
                <a:cubicBezTo>
                  <a:pt x="3598896" y="0"/>
                  <a:pt x="3670603" y="71708"/>
                  <a:pt x="3670603" y="160411"/>
                </a:cubicBezTo>
                <a:lnTo>
                  <a:pt x="3670603" y="2160082"/>
                </a:lnTo>
                <a:cubicBezTo>
                  <a:pt x="3670603" y="2248786"/>
                  <a:pt x="3598896" y="2320494"/>
                  <a:pt x="3510192" y="2320494"/>
                </a:cubicBezTo>
                <a:lnTo>
                  <a:pt x="160411" y="2320494"/>
                </a:lnTo>
                <a:cubicBezTo>
                  <a:pt x="71941" y="2320494"/>
                  <a:pt x="0" y="2248786"/>
                  <a:pt x="0" y="2160082"/>
                </a:cubicBezTo>
                <a:lnTo>
                  <a:pt x="0" y="160411"/>
                </a:lnTo>
                <a:close/>
              </a:path>
            </a:pathLst>
          </a:custGeom>
          <a:solidFill xmlns:a="http://schemas.openxmlformats.org/drawingml/2006/main">
            <a:srgbClr val="FBFB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C3D06-8DCE-4B83-9A1C-3B2BCF1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288" y="385504"/>
            <a:ext cx="3670603" cy="2320494"/>
          </a:xfrm>
          <a:custGeom xmlns:a="http://schemas.openxmlformats.org/drawingml/2006/main">
            <a:pathLst>
              <a:path w="3670603" h="2320494" fill="none">
                <a:moveTo>
                  <a:pt x="0" y="160411"/>
                </a:moveTo>
                <a:cubicBezTo>
                  <a:pt x="0" y="71708"/>
                  <a:pt x="71941" y="0"/>
                  <a:pt x="160411" y="0"/>
                </a:cubicBezTo>
                <a:lnTo>
                  <a:pt x="3510192" y="0"/>
                </a:lnTo>
                <a:cubicBezTo>
                  <a:pt x="3598896" y="0"/>
                  <a:pt x="3670603" y="71708"/>
                  <a:pt x="3670603" y="160411"/>
                </a:cubicBezTo>
                <a:lnTo>
                  <a:pt x="3670603" y="2160082"/>
                </a:lnTo>
                <a:cubicBezTo>
                  <a:pt x="3670603" y="2248786"/>
                  <a:pt x="3598896" y="2320494"/>
                  <a:pt x="3510192" y="2320494"/>
                </a:cubicBezTo>
                <a:lnTo>
                  <a:pt x="160411" y="2320494"/>
                </a:lnTo>
                <a:cubicBezTo>
                  <a:pt x="71941" y="2320494"/>
                  <a:pt x="0" y="2248786"/>
                  <a:pt x="0" y="2160082"/>
                </a:cubicBezTo>
                <a:lnTo>
                  <a:pt x="0" y="160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0000"/>
            </a:solidFill>
            <a:miter/>
          </a:ln>
        </p:spPr>
      </p:sp>
      <p:sp>
        <p:nvSpPr>
          <p:cNvPr id="31" name="Text AgentLayer">
            <a:extLst xmlns:a="http://schemas.openxmlformats.org/drawingml/2006/main">
              <a:ext uri="{FF2B5EF4-FFF2-40B4-BE49-F238E27FC236}">
                <a16:creationId xmlns:a16="http://schemas.microsoft.com/office/drawing/2014/main" id="{2F9822A9-F118-448A-B390-31353AA0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242" y="107849"/>
            <a:ext cx="1355736" cy="216242"/>
          </a:xfrm>
          <a:custGeom xmlns:a="http://schemas.openxmlformats.org/drawingml/2006/main">
            <a:pathLst>
              <a:path w="1355736" h="216242">
                <a:moveTo>
                  <a:pt x="264367" y="56538"/>
                </a:moveTo>
                <a:lnTo>
                  <a:pt x="264921" y="56225"/>
                </a:lnTo>
                <a:lnTo>
                  <a:pt x="265490" y="55932"/>
                </a:lnTo>
                <a:lnTo>
                  <a:pt x="266072" y="55657"/>
                </a:lnTo>
                <a:lnTo>
                  <a:pt x="266669" y="55401"/>
                </a:lnTo>
                <a:lnTo>
                  <a:pt x="267280" y="55164"/>
                </a:lnTo>
                <a:lnTo>
                  <a:pt x="267905" y="54946"/>
                </a:lnTo>
                <a:lnTo>
                  <a:pt x="268544" y="54747"/>
                </a:lnTo>
                <a:lnTo>
                  <a:pt x="269197" y="54567"/>
                </a:lnTo>
                <a:lnTo>
                  <a:pt x="269865" y="54406"/>
                </a:lnTo>
                <a:lnTo>
                  <a:pt x="270542" y="54257"/>
                </a:lnTo>
                <a:lnTo>
                  <a:pt x="271226" y="54115"/>
                </a:lnTo>
                <a:lnTo>
                  <a:pt x="271915" y="53979"/>
                </a:lnTo>
                <a:lnTo>
                  <a:pt x="272610" y="53850"/>
                </a:lnTo>
                <a:lnTo>
                  <a:pt x="273311" y="53726"/>
                </a:lnTo>
                <a:lnTo>
                  <a:pt x="274018" y="53610"/>
                </a:lnTo>
                <a:lnTo>
                  <a:pt x="274731" y="53499"/>
                </a:lnTo>
                <a:lnTo>
                  <a:pt x="275450" y="53395"/>
                </a:lnTo>
                <a:lnTo>
                  <a:pt x="276174" y="53297"/>
                </a:lnTo>
                <a:lnTo>
                  <a:pt x="276905" y="53205"/>
                </a:lnTo>
                <a:lnTo>
                  <a:pt x="277641" y="53120"/>
                </a:lnTo>
                <a:lnTo>
                  <a:pt x="278383" y="53041"/>
                </a:lnTo>
                <a:lnTo>
                  <a:pt x="279131" y="52968"/>
                </a:lnTo>
                <a:lnTo>
                  <a:pt x="279885" y="52902"/>
                </a:lnTo>
                <a:lnTo>
                  <a:pt x="280645" y="52842"/>
                </a:lnTo>
                <a:lnTo>
                  <a:pt x="281411" y="52788"/>
                </a:lnTo>
                <a:lnTo>
                  <a:pt x="282183" y="52741"/>
                </a:lnTo>
                <a:lnTo>
                  <a:pt x="282960" y="52700"/>
                </a:lnTo>
                <a:lnTo>
                  <a:pt x="283744" y="52665"/>
                </a:lnTo>
                <a:lnTo>
                  <a:pt x="284533" y="52636"/>
                </a:lnTo>
                <a:lnTo>
                  <a:pt x="285328" y="52614"/>
                </a:lnTo>
                <a:lnTo>
                  <a:pt x="286129" y="52599"/>
                </a:lnTo>
                <a:lnTo>
                  <a:pt x="286936" y="52589"/>
                </a:lnTo>
                <a:lnTo>
                  <a:pt x="287749" y="52586"/>
                </a:lnTo>
                <a:lnTo>
                  <a:pt x="287749" y="28364"/>
                </a:lnTo>
                <a:lnTo>
                  <a:pt x="286553" y="28382"/>
                </a:lnTo>
                <a:lnTo>
                  <a:pt x="285373" y="28417"/>
                </a:lnTo>
                <a:lnTo>
                  <a:pt x="284206" y="28468"/>
                </a:lnTo>
                <a:lnTo>
                  <a:pt x="283055" y="28535"/>
                </a:lnTo>
                <a:lnTo>
                  <a:pt x="281918" y="28618"/>
                </a:lnTo>
                <a:lnTo>
                  <a:pt x="280795" y="28717"/>
                </a:lnTo>
                <a:lnTo>
                  <a:pt x="279687" y="28832"/>
                </a:lnTo>
                <a:lnTo>
                  <a:pt x="278594" y="28963"/>
                </a:lnTo>
                <a:lnTo>
                  <a:pt x="277515" y="29111"/>
                </a:lnTo>
                <a:lnTo>
                  <a:pt x="276451" y="29275"/>
                </a:lnTo>
                <a:lnTo>
                  <a:pt x="275402" y="29454"/>
                </a:lnTo>
                <a:lnTo>
                  <a:pt x="274367" y="29650"/>
                </a:lnTo>
                <a:lnTo>
                  <a:pt x="273347" y="29862"/>
                </a:lnTo>
                <a:lnTo>
                  <a:pt x="272341" y="30090"/>
                </a:lnTo>
                <a:lnTo>
                  <a:pt x="271350" y="30335"/>
                </a:lnTo>
                <a:lnTo>
                  <a:pt x="270374" y="30595"/>
                </a:lnTo>
                <a:lnTo>
                  <a:pt x="269412" y="30871"/>
                </a:lnTo>
                <a:lnTo>
                  <a:pt x="268465" y="31164"/>
                </a:lnTo>
                <a:lnTo>
                  <a:pt x="267532" y="31473"/>
                </a:lnTo>
                <a:lnTo>
                  <a:pt x="266614" y="31798"/>
                </a:lnTo>
                <a:lnTo>
                  <a:pt x="265710" y="32139"/>
                </a:lnTo>
                <a:lnTo>
                  <a:pt x="264821" y="32496"/>
                </a:lnTo>
                <a:lnTo>
                  <a:pt x="263947" y="32869"/>
                </a:lnTo>
                <a:lnTo>
                  <a:pt x="263088" y="33258"/>
                </a:lnTo>
                <a:lnTo>
                  <a:pt x="262244" y="33670"/>
                </a:lnTo>
                <a:lnTo>
                  <a:pt x="261420" y="34111"/>
                </a:lnTo>
                <a:lnTo>
                  <a:pt x="260614" y="34580"/>
                </a:lnTo>
                <a:lnTo>
                  <a:pt x="259826" y="35078"/>
                </a:lnTo>
                <a:lnTo>
                  <a:pt x="259057" y="35605"/>
                </a:lnTo>
                <a:lnTo>
                  <a:pt x="258307" y="36161"/>
                </a:lnTo>
                <a:lnTo>
                  <a:pt x="257575" y="36745"/>
                </a:lnTo>
                <a:lnTo>
                  <a:pt x="256861" y="37358"/>
                </a:lnTo>
                <a:lnTo>
                  <a:pt x="256166" y="38000"/>
                </a:lnTo>
                <a:lnTo>
                  <a:pt x="255490" y="38671"/>
                </a:lnTo>
                <a:lnTo>
                  <a:pt x="254832" y="39370"/>
                </a:lnTo>
                <a:lnTo>
                  <a:pt x="254192" y="40098"/>
                </a:lnTo>
                <a:lnTo>
                  <a:pt x="253572" y="40855"/>
                </a:lnTo>
                <a:lnTo>
                  <a:pt x="252969" y="41641"/>
                </a:lnTo>
                <a:lnTo>
                  <a:pt x="252385" y="42455"/>
                </a:lnTo>
                <a:lnTo>
                  <a:pt x="251820" y="43299"/>
                </a:lnTo>
                <a:lnTo>
                  <a:pt x="251273" y="44171"/>
                </a:lnTo>
                <a:lnTo>
                  <a:pt x="250745" y="45071"/>
                </a:lnTo>
                <a:lnTo>
                  <a:pt x="250235" y="46001"/>
                </a:lnTo>
                <a:lnTo>
                  <a:pt x="249744" y="46959"/>
                </a:lnTo>
                <a:lnTo>
                  <a:pt x="249271" y="47946"/>
                </a:lnTo>
                <a:lnTo>
                  <a:pt x="248817" y="48962"/>
                </a:lnTo>
                <a:lnTo>
                  <a:pt x="248772" y="49071"/>
                </a:lnTo>
                <a:lnTo>
                  <a:pt x="248426" y="48934"/>
                </a:lnTo>
                <a:lnTo>
                  <a:pt x="247376" y="48544"/>
                </a:lnTo>
                <a:lnTo>
                  <a:pt x="246305" y="48173"/>
                </a:lnTo>
                <a:lnTo>
                  <a:pt x="245214" y="47823"/>
                </a:lnTo>
                <a:lnTo>
                  <a:pt x="244102" y="47493"/>
                </a:lnTo>
                <a:lnTo>
                  <a:pt x="242969" y="47182"/>
                </a:lnTo>
                <a:lnTo>
                  <a:pt x="241815" y="46892"/>
                </a:lnTo>
                <a:lnTo>
                  <a:pt x="240641" y="46622"/>
                </a:lnTo>
                <a:lnTo>
                  <a:pt x="239446" y="46372"/>
                </a:lnTo>
                <a:lnTo>
                  <a:pt x="238230" y="46141"/>
                </a:lnTo>
                <a:lnTo>
                  <a:pt x="236994" y="45931"/>
                </a:lnTo>
                <a:lnTo>
                  <a:pt x="235737" y="45741"/>
                </a:lnTo>
                <a:lnTo>
                  <a:pt x="234459" y="45571"/>
                </a:lnTo>
                <a:lnTo>
                  <a:pt x="233160" y="45421"/>
                </a:lnTo>
                <a:lnTo>
                  <a:pt x="231841" y="45291"/>
                </a:lnTo>
                <a:lnTo>
                  <a:pt x="230501" y="45180"/>
                </a:lnTo>
                <a:lnTo>
                  <a:pt x="229141" y="45090"/>
                </a:lnTo>
                <a:lnTo>
                  <a:pt x="227759" y="45020"/>
                </a:lnTo>
                <a:lnTo>
                  <a:pt x="226357" y="44970"/>
                </a:lnTo>
                <a:lnTo>
                  <a:pt x="224935" y="44940"/>
                </a:lnTo>
                <a:lnTo>
                  <a:pt x="223491" y="44930"/>
                </a:lnTo>
                <a:lnTo>
                  <a:pt x="222088" y="44940"/>
                </a:lnTo>
                <a:lnTo>
                  <a:pt x="220703" y="44970"/>
                </a:lnTo>
                <a:lnTo>
                  <a:pt x="219336" y="45020"/>
                </a:lnTo>
                <a:lnTo>
                  <a:pt x="217987" y="45090"/>
                </a:lnTo>
                <a:lnTo>
                  <a:pt x="216655" y="45180"/>
                </a:lnTo>
                <a:lnTo>
                  <a:pt x="215341" y="45291"/>
                </a:lnTo>
                <a:lnTo>
                  <a:pt x="214046" y="45421"/>
                </a:lnTo>
                <a:lnTo>
                  <a:pt x="212768" y="45571"/>
                </a:lnTo>
                <a:lnTo>
                  <a:pt x="211508" y="45741"/>
                </a:lnTo>
                <a:lnTo>
                  <a:pt x="210265" y="45931"/>
                </a:lnTo>
                <a:lnTo>
                  <a:pt x="209041" y="46141"/>
                </a:lnTo>
                <a:lnTo>
                  <a:pt x="207835" y="46372"/>
                </a:lnTo>
                <a:lnTo>
                  <a:pt x="206646" y="46622"/>
                </a:lnTo>
                <a:lnTo>
                  <a:pt x="205475" y="46892"/>
                </a:lnTo>
                <a:lnTo>
                  <a:pt x="204323" y="47182"/>
                </a:lnTo>
                <a:lnTo>
                  <a:pt x="203188" y="47493"/>
                </a:lnTo>
                <a:lnTo>
                  <a:pt x="202070" y="47823"/>
                </a:lnTo>
                <a:lnTo>
                  <a:pt x="200971" y="48173"/>
                </a:lnTo>
                <a:lnTo>
                  <a:pt x="199890" y="48544"/>
                </a:lnTo>
                <a:lnTo>
                  <a:pt x="198826" y="48934"/>
                </a:lnTo>
                <a:lnTo>
                  <a:pt x="197781" y="49344"/>
                </a:lnTo>
                <a:lnTo>
                  <a:pt x="196753" y="49775"/>
                </a:lnTo>
                <a:lnTo>
                  <a:pt x="195743" y="50225"/>
                </a:lnTo>
                <a:lnTo>
                  <a:pt x="194751" y="50695"/>
                </a:lnTo>
                <a:lnTo>
                  <a:pt x="193778" y="51183"/>
                </a:lnTo>
                <a:lnTo>
                  <a:pt x="192824" y="51683"/>
                </a:lnTo>
                <a:lnTo>
                  <a:pt x="191891" y="52196"/>
                </a:lnTo>
                <a:lnTo>
                  <a:pt x="190977" y="52723"/>
                </a:lnTo>
                <a:lnTo>
                  <a:pt x="190083" y="53263"/>
                </a:lnTo>
                <a:lnTo>
                  <a:pt x="189209" y="53817"/>
                </a:lnTo>
                <a:lnTo>
                  <a:pt x="188355" y="54384"/>
                </a:lnTo>
                <a:lnTo>
                  <a:pt x="187521" y="54963"/>
                </a:lnTo>
                <a:lnTo>
                  <a:pt x="186706" y="55557"/>
                </a:lnTo>
                <a:lnTo>
                  <a:pt x="185911" y="56163"/>
                </a:lnTo>
                <a:lnTo>
                  <a:pt x="185136" y="56783"/>
                </a:lnTo>
                <a:lnTo>
                  <a:pt x="184381" y="57416"/>
                </a:lnTo>
                <a:lnTo>
                  <a:pt x="183646" y="58062"/>
                </a:lnTo>
                <a:lnTo>
                  <a:pt x="182931" y="58722"/>
                </a:lnTo>
                <a:lnTo>
                  <a:pt x="182235" y="59394"/>
                </a:lnTo>
                <a:lnTo>
                  <a:pt x="181559" y="60080"/>
                </a:lnTo>
                <a:lnTo>
                  <a:pt x="180903" y="60780"/>
                </a:lnTo>
                <a:lnTo>
                  <a:pt x="180267" y="61492"/>
                </a:lnTo>
                <a:lnTo>
                  <a:pt x="179651" y="62218"/>
                </a:lnTo>
                <a:lnTo>
                  <a:pt x="179054" y="62957"/>
                </a:lnTo>
                <a:lnTo>
                  <a:pt x="178478" y="63709"/>
                </a:lnTo>
                <a:lnTo>
                  <a:pt x="177921" y="64475"/>
                </a:lnTo>
                <a:lnTo>
                  <a:pt x="177384" y="65254"/>
                </a:lnTo>
                <a:lnTo>
                  <a:pt x="176867" y="66046"/>
                </a:lnTo>
                <a:lnTo>
                  <a:pt x="176370" y="66849"/>
                </a:lnTo>
                <a:lnTo>
                  <a:pt x="175895" y="67660"/>
                </a:lnTo>
                <a:lnTo>
                  <a:pt x="175440" y="68479"/>
                </a:lnTo>
                <a:lnTo>
                  <a:pt x="175007" y="69306"/>
                </a:lnTo>
                <a:lnTo>
                  <a:pt x="174595" y="70141"/>
                </a:lnTo>
                <a:lnTo>
                  <a:pt x="174204" y="70984"/>
                </a:lnTo>
                <a:lnTo>
                  <a:pt x="173834" y="71835"/>
                </a:lnTo>
                <a:lnTo>
                  <a:pt x="173485" y="72694"/>
                </a:lnTo>
                <a:lnTo>
                  <a:pt x="173158" y="73562"/>
                </a:lnTo>
                <a:lnTo>
                  <a:pt x="172851" y="74437"/>
                </a:lnTo>
                <a:lnTo>
                  <a:pt x="172566" y="75320"/>
                </a:lnTo>
                <a:lnTo>
                  <a:pt x="172302" y="76212"/>
                </a:lnTo>
                <a:lnTo>
                  <a:pt x="172059" y="77111"/>
                </a:lnTo>
                <a:lnTo>
                  <a:pt x="171837" y="78019"/>
                </a:lnTo>
                <a:lnTo>
                  <a:pt x="171636" y="78935"/>
                </a:lnTo>
                <a:lnTo>
                  <a:pt x="171456" y="79858"/>
                </a:lnTo>
                <a:lnTo>
                  <a:pt x="171298" y="80790"/>
                </a:lnTo>
                <a:lnTo>
                  <a:pt x="171160" y="81730"/>
                </a:lnTo>
                <a:lnTo>
                  <a:pt x="171044" y="82678"/>
                </a:lnTo>
                <a:lnTo>
                  <a:pt x="170949" y="83634"/>
                </a:lnTo>
                <a:lnTo>
                  <a:pt x="170875" y="84598"/>
                </a:lnTo>
                <a:lnTo>
                  <a:pt x="170822" y="85570"/>
                </a:lnTo>
                <a:lnTo>
                  <a:pt x="170790" y="86550"/>
                </a:lnTo>
                <a:lnTo>
                  <a:pt x="170780" y="87539"/>
                </a:lnTo>
                <a:lnTo>
                  <a:pt x="170790" y="88465"/>
                </a:lnTo>
                <a:lnTo>
                  <a:pt x="170822" y="89387"/>
                </a:lnTo>
                <a:lnTo>
                  <a:pt x="170874" y="90304"/>
                </a:lnTo>
                <a:lnTo>
                  <a:pt x="170947" y="91215"/>
                </a:lnTo>
                <a:lnTo>
                  <a:pt x="171041" y="92121"/>
                </a:lnTo>
                <a:lnTo>
                  <a:pt x="171156" y="93021"/>
                </a:lnTo>
                <a:lnTo>
                  <a:pt x="171292" y="93917"/>
                </a:lnTo>
                <a:lnTo>
                  <a:pt x="171449" y="94807"/>
                </a:lnTo>
                <a:lnTo>
                  <a:pt x="171627" y="95692"/>
                </a:lnTo>
                <a:lnTo>
                  <a:pt x="171826" y="96572"/>
                </a:lnTo>
                <a:lnTo>
                  <a:pt x="172045" y="97447"/>
                </a:lnTo>
                <a:lnTo>
                  <a:pt x="172286" y="98316"/>
                </a:lnTo>
                <a:lnTo>
                  <a:pt x="172547" y="99180"/>
                </a:lnTo>
                <a:lnTo>
                  <a:pt x="172830" y="100039"/>
                </a:lnTo>
                <a:lnTo>
                  <a:pt x="173133" y="100893"/>
                </a:lnTo>
                <a:lnTo>
                  <a:pt x="173457" y="101741"/>
                </a:lnTo>
                <a:lnTo>
                  <a:pt x="173802" y="102585"/>
                </a:lnTo>
                <a:lnTo>
                  <a:pt x="174168" y="103423"/>
                </a:lnTo>
                <a:lnTo>
                  <a:pt x="174555" y="104255"/>
                </a:lnTo>
                <a:lnTo>
                  <a:pt x="174963" y="105083"/>
                </a:lnTo>
                <a:lnTo>
                  <a:pt x="175392" y="105905"/>
                </a:lnTo>
                <a:lnTo>
                  <a:pt x="175842" y="106722"/>
                </a:lnTo>
                <a:lnTo>
                  <a:pt x="176312" y="107534"/>
                </a:lnTo>
                <a:lnTo>
                  <a:pt x="176804" y="108341"/>
                </a:lnTo>
                <a:lnTo>
                  <a:pt x="177316" y="109138"/>
                </a:lnTo>
                <a:lnTo>
                  <a:pt x="177847" y="109923"/>
                </a:lnTo>
                <a:lnTo>
                  <a:pt x="178398" y="110694"/>
                </a:lnTo>
                <a:lnTo>
                  <a:pt x="178969" y="111452"/>
                </a:lnTo>
                <a:lnTo>
                  <a:pt x="179559" y="112198"/>
                </a:lnTo>
                <a:lnTo>
                  <a:pt x="180169" y="112930"/>
                </a:lnTo>
                <a:lnTo>
                  <a:pt x="180799" y="113649"/>
                </a:lnTo>
                <a:lnTo>
                  <a:pt x="181448" y="114355"/>
                </a:lnTo>
                <a:lnTo>
                  <a:pt x="182116" y="115048"/>
                </a:lnTo>
                <a:lnTo>
                  <a:pt x="182805" y="115728"/>
                </a:lnTo>
                <a:lnTo>
                  <a:pt x="183513" y="116395"/>
                </a:lnTo>
                <a:lnTo>
                  <a:pt x="184240" y="117049"/>
                </a:lnTo>
                <a:lnTo>
                  <a:pt x="184987" y="117690"/>
                </a:lnTo>
                <a:lnTo>
                  <a:pt x="185754" y="118318"/>
                </a:lnTo>
                <a:lnTo>
                  <a:pt x="186540" y="118933"/>
                </a:lnTo>
                <a:lnTo>
                  <a:pt x="187346" y="119535"/>
                </a:lnTo>
                <a:lnTo>
                  <a:pt x="188172" y="120124"/>
                </a:lnTo>
                <a:lnTo>
                  <a:pt x="189017" y="120699"/>
                </a:lnTo>
                <a:lnTo>
                  <a:pt x="189794" y="121205"/>
                </a:lnTo>
                <a:lnTo>
                  <a:pt x="189467" y="121335"/>
                </a:lnTo>
                <a:lnTo>
                  <a:pt x="188597" y="121695"/>
                </a:lnTo>
                <a:lnTo>
                  <a:pt x="187749" y="122059"/>
                </a:lnTo>
                <a:lnTo>
                  <a:pt x="186921" y="122428"/>
                </a:lnTo>
                <a:lnTo>
                  <a:pt x="186114" y="122802"/>
                </a:lnTo>
                <a:lnTo>
                  <a:pt x="185327" y="123180"/>
                </a:lnTo>
                <a:lnTo>
                  <a:pt x="184562" y="123563"/>
                </a:lnTo>
                <a:lnTo>
                  <a:pt x="183817" y="123950"/>
                </a:lnTo>
                <a:lnTo>
                  <a:pt x="183092" y="124342"/>
                </a:lnTo>
                <a:lnTo>
                  <a:pt x="182388" y="124738"/>
                </a:lnTo>
                <a:lnTo>
                  <a:pt x="181706" y="125140"/>
                </a:lnTo>
                <a:lnTo>
                  <a:pt x="181043" y="125545"/>
                </a:lnTo>
                <a:lnTo>
                  <a:pt x="180402" y="125955"/>
                </a:lnTo>
                <a:lnTo>
                  <a:pt x="179781" y="126370"/>
                </a:lnTo>
                <a:lnTo>
                  <a:pt x="179181" y="126789"/>
                </a:lnTo>
                <a:lnTo>
                  <a:pt x="178601" y="127213"/>
                </a:lnTo>
                <a:lnTo>
                  <a:pt x="178042" y="127642"/>
                </a:lnTo>
                <a:lnTo>
                  <a:pt x="177504" y="128075"/>
                </a:lnTo>
                <a:lnTo>
                  <a:pt x="176987" y="128512"/>
                </a:lnTo>
                <a:lnTo>
                  <a:pt x="176490" y="128955"/>
                </a:lnTo>
                <a:lnTo>
                  <a:pt x="176014" y="129403"/>
                </a:lnTo>
                <a:lnTo>
                  <a:pt x="175558" y="129860"/>
                </a:lnTo>
                <a:lnTo>
                  <a:pt x="175122" y="130324"/>
                </a:lnTo>
                <a:lnTo>
                  <a:pt x="174707" y="130797"/>
                </a:lnTo>
                <a:lnTo>
                  <a:pt x="174312" y="131278"/>
                </a:lnTo>
                <a:lnTo>
                  <a:pt x="173937" y="131767"/>
                </a:lnTo>
                <a:lnTo>
                  <a:pt x="173582" y="132264"/>
                </a:lnTo>
                <a:lnTo>
                  <a:pt x="173248" y="132769"/>
                </a:lnTo>
                <a:lnTo>
                  <a:pt x="172934" y="133282"/>
                </a:lnTo>
                <a:lnTo>
                  <a:pt x="172640" y="133803"/>
                </a:lnTo>
                <a:lnTo>
                  <a:pt x="172367" y="134332"/>
                </a:lnTo>
                <a:lnTo>
                  <a:pt x="172113" y="134869"/>
                </a:lnTo>
                <a:lnTo>
                  <a:pt x="171880" y="135414"/>
                </a:lnTo>
                <a:lnTo>
                  <a:pt x="171668" y="135968"/>
                </a:lnTo>
                <a:lnTo>
                  <a:pt x="171475" y="136529"/>
                </a:lnTo>
                <a:lnTo>
                  <a:pt x="171303" y="137098"/>
                </a:lnTo>
                <a:lnTo>
                  <a:pt x="171151" y="137676"/>
                </a:lnTo>
                <a:lnTo>
                  <a:pt x="171019" y="138261"/>
                </a:lnTo>
                <a:lnTo>
                  <a:pt x="170908" y="138855"/>
                </a:lnTo>
                <a:lnTo>
                  <a:pt x="170816" y="139457"/>
                </a:lnTo>
                <a:lnTo>
                  <a:pt x="170746" y="140067"/>
                </a:lnTo>
                <a:lnTo>
                  <a:pt x="170695" y="140684"/>
                </a:lnTo>
                <a:lnTo>
                  <a:pt x="170664" y="141310"/>
                </a:lnTo>
                <a:lnTo>
                  <a:pt x="170654" y="141944"/>
                </a:lnTo>
                <a:lnTo>
                  <a:pt x="170661" y="142352"/>
                </a:lnTo>
                <a:lnTo>
                  <a:pt x="170681" y="142761"/>
                </a:lnTo>
                <a:lnTo>
                  <a:pt x="170713" y="143170"/>
                </a:lnTo>
                <a:lnTo>
                  <a:pt x="170759" y="143579"/>
                </a:lnTo>
                <a:lnTo>
                  <a:pt x="170818" y="143989"/>
                </a:lnTo>
                <a:lnTo>
                  <a:pt x="170890" y="144399"/>
                </a:lnTo>
                <a:lnTo>
                  <a:pt x="170975" y="144810"/>
                </a:lnTo>
                <a:lnTo>
                  <a:pt x="171073" y="145221"/>
                </a:lnTo>
                <a:lnTo>
                  <a:pt x="171184" y="145633"/>
                </a:lnTo>
                <a:lnTo>
                  <a:pt x="171308" y="146045"/>
                </a:lnTo>
                <a:lnTo>
                  <a:pt x="171445" y="146457"/>
                </a:lnTo>
                <a:lnTo>
                  <a:pt x="171596" y="146870"/>
                </a:lnTo>
                <a:lnTo>
                  <a:pt x="171759" y="147284"/>
                </a:lnTo>
                <a:lnTo>
                  <a:pt x="171936" y="147697"/>
                </a:lnTo>
                <a:lnTo>
                  <a:pt x="172125" y="148112"/>
                </a:lnTo>
                <a:lnTo>
                  <a:pt x="172328" y="148526"/>
                </a:lnTo>
                <a:lnTo>
                  <a:pt x="172543" y="148941"/>
                </a:lnTo>
                <a:lnTo>
                  <a:pt x="172772" y="149357"/>
                </a:lnTo>
                <a:lnTo>
                  <a:pt x="173014" y="149773"/>
                </a:lnTo>
                <a:lnTo>
                  <a:pt x="173269" y="150189"/>
                </a:lnTo>
                <a:lnTo>
                  <a:pt x="173537" y="150606"/>
                </a:lnTo>
                <a:lnTo>
                  <a:pt x="173818" y="151023"/>
                </a:lnTo>
                <a:lnTo>
                  <a:pt x="174112" y="151441"/>
                </a:lnTo>
                <a:lnTo>
                  <a:pt x="174419" y="151859"/>
                </a:lnTo>
                <a:lnTo>
                  <a:pt x="174741" y="152275"/>
                </a:lnTo>
                <a:lnTo>
                  <a:pt x="175077" y="152687"/>
                </a:lnTo>
                <a:lnTo>
                  <a:pt x="175429" y="153095"/>
                </a:lnTo>
                <a:lnTo>
                  <a:pt x="175797" y="153499"/>
                </a:lnTo>
                <a:lnTo>
                  <a:pt x="176179" y="153899"/>
                </a:lnTo>
                <a:lnTo>
                  <a:pt x="176577" y="154295"/>
                </a:lnTo>
                <a:lnTo>
                  <a:pt x="176989" y="154686"/>
                </a:lnTo>
                <a:lnTo>
                  <a:pt x="177418" y="155073"/>
                </a:lnTo>
                <a:lnTo>
                  <a:pt x="177861" y="155456"/>
                </a:lnTo>
                <a:lnTo>
                  <a:pt x="178320" y="155835"/>
                </a:lnTo>
                <a:lnTo>
                  <a:pt x="178794" y="156210"/>
                </a:lnTo>
                <a:lnTo>
                  <a:pt x="179283" y="156581"/>
                </a:lnTo>
                <a:lnTo>
                  <a:pt x="179787" y="156948"/>
                </a:lnTo>
                <a:lnTo>
                  <a:pt x="180307" y="157310"/>
                </a:lnTo>
                <a:lnTo>
                  <a:pt x="180842" y="157668"/>
                </a:lnTo>
                <a:lnTo>
                  <a:pt x="181392" y="158023"/>
                </a:lnTo>
                <a:lnTo>
                  <a:pt x="181957" y="158373"/>
                </a:lnTo>
                <a:lnTo>
                  <a:pt x="182538" y="158719"/>
                </a:lnTo>
                <a:lnTo>
                  <a:pt x="183134" y="159060"/>
                </a:lnTo>
                <a:lnTo>
                  <a:pt x="183745" y="159398"/>
                </a:lnTo>
                <a:lnTo>
                  <a:pt x="184371" y="159731"/>
                </a:lnTo>
                <a:lnTo>
                  <a:pt x="185013" y="160061"/>
                </a:lnTo>
                <a:lnTo>
                  <a:pt x="185329" y="160217"/>
                </a:lnTo>
                <a:lnTo>
                  <a:pt x="184860" y="160411"/>
                </a:lnTo>
                <a:lnTo>
                  <a:pt x="183693" y="160927"/>
                </a:lnTo>
                <a:lnTo>
                  <a:pt x="182566" y="161459"/>
                </a:lnTo>
                <a:lnTo>
                  <a:pt x="181479" y="162007"/>
                </a:lnTo>
                <a:lnTo>
                  <a:pt x="180432" y="162572"/>
                </a:lnTo>
                <a:lnTo>
                  <a:pt x="179426" y="163153"/>
                </a:lnTo>
                <a:lnTo>
                  <a:pt x="178459" y="163750"/>
                </a:lnTo>
                <a:lnTo>
                  <a:pt x="177533" y="164364"/>
                </a:lnTo>
                <a:lnTo>
                  <a:pt x="176646" y="164994"/>
                </a:lnTo>
                <a:lnTo>
                  <a:pt x="175800" y="165641"/>
                </a:lnTo>
                <a:lnTo>
                  <a:pt x="174991" y="166300"/>
                </a:lnTo>
                <a:lnTo>
                  <a:pt x="174216" y="166968"/>
                </a:lnTo>
                <a:lnTo>
                  <a:pt x="173476" y="167645"/>
                </a:lnTo>
                <a:lnTo>
                  <a:pt x="172770" y="168331"/>
                </a:lnTo>
                <a:lnTo>
                  <a:pt x="172099" y="169026"/>
                </a:lnTo>
                <a:lnTo>
                  <a:pt x="171462" y="169730"/>
                </a:lnTo>
                <a:lnTo>
                  <a:pt x="170860" y="170443"/>
                </a:lnTo>
                <a:lnTo>
                  <a:pt x="170292" y="171165"/>
                </a:lnTo>
                <a:lnTo>
                  <a:pt x="169758" y="171895"/>
                </a:lnTo>
                <a:lnTo>
                  <a:pt x="169259" y="172635"/>
                </a:lnTo>
                <a:lnTo>
                  <a:pt x="168794" y="173384"/>
                </a:lnTo>
                <a:lnTo>
                  <a:pt x="168364" y="174142"/>
                </a:lnTo>
                <a:lnTo>
                  <a:pt x="167968" y="174908"/>
                </a:lnTo>
                <a:lnTo>
                  <a:pt x="167607" y="175684"/>
                </a:lnTo>
                <a:lnTo>
                  <a:pt x="167279" y="176469"/>
                </a:lnTo>
                <a:lnTo>
                  <a:pt x="166987" y="177262"/>
                </a:lnTo>
                <a:lnTo>
                  <a:pt x="166729" y="178065"/>
                </a:lnTo>
                <a:lnTo>
                  <a:pt x="166505" y="178876"/>
                </a:lnTo>
                <a:lnTo>
                  <a:pt x="166316" y="179696"/>
                </a:lnTo>
                <a:lnTo>
                  <a:pt x="166161" y="180526"/>
                </a:lnTo>
                <a:lnTo>
                  <a:pt x="166040" y="181364"/>
                </a:lnTo>
                <a:lnTo>
                  <a:pt x="165954" y="182211"/>
                </a:lnTo>
                <a:lnTo>
                  <a:pt x="165902" y="183068"/>
                </a:lnTo>
                <a:lnTo>
                  <a:pt x="165885" y="183933"/>
                </a:lnTo>
                <a:lnTo>
                  <a:pt x="165895" y="184643"/>
                </a:lnTo>
                <a:lnTo>
                  <a:pt x="165924" y="185350"/>
                </a:lnTo>
                <a:lnTo>
                  <a:pt x="165973" y="186052"/>
                </a:lnTo>
                <a:lnTo>
                  <a:pt x="166042" y="186750"/>
                </a:lnTo>
                <a:lnTo>
                  <a:pt x="166130" y="187443"/>
                </a:lnTo>
                <a:lnTo>
                  <a:pt x="166238" y="188133"/>
                </a:lnTo>
                <a:lnTo>
                  <a:pt x="166366" y="188819"/>
                </a:lnTo>
                <a:lnTo>
                  <a:pt x="166513" y="189500"/>
                </a:lnTo>
                <a:lnTo>
                  <a:pt x="166679" y="190177"/>
                </a:lnTo>
                <a:lnTo>
                  <a:pt x="166866" y="190850"/>
                </a:lnTo>
                <a:lnTo>
                  <a:pt x="167072" y="191519"/>
                </a:lnTo>
                <a:lnTo>
                  <a:pt x="167297" y="192184"/>
                </a:lnTo>
                <a:lnTo>
                  <a:pt x="167542" y="192844"/>
                </a:lnTo>
                <a:lnTo>
                  <a:pt x="167807" y="193501"/>
                </a:lnTo>
                <a:lnTo>
                  <a:pt x="168091" y="194153"/>
                </a:lnTo>
                <a:lnTo>
                  <a:pt x="168395" y="194801"/>
                </a:lnTo>
                <a:lnTo>
                  <a:pt x="168719" y="195445"/>
                </a:lnTo>
                <a:lnTo>
                  <a:pt x="169062" y="196085"/>
                </a:lnTo>
                <a:lnTo>
                  <a:pt x="169425" y="196721"/>
                </a:lnTo>
                <a:lnTo>
                  <a:pt x="169807" y="197352"/>
                </a:lnTo>
                <a:lnTo>
                  <a:pt x="170209" y="197979"/>
                </a:lnTo>
                <a:lnTo>
                  <a:pt x="170631" y="198603"/>
                </a:lnTo>
                <a:lnTo>
                  <a:pt x="171072" y="199222"/>
                </a:lnTo>
                <a:lnTo>
                  <a:pt x="171533" y="199837"/>
                </a:lnTo>
                <a:lnTo>
                  <a:pt x="172016" y="200444"/>
                </a:lnTo>
                <a:lnTo>
                  <a:pt x="172525" y="201042"/>
                </a:lnTo>
                <a:lnTo>
                  <a:pt x="173059" y="201631"/>
                </a:lnTo>
                <a:lnTo>
                  <a:pt x="173618" y="202209"/>
                </a:lnTo>
                <a:lnTo>
                  <a:pt x="174202" y="202778"/>
                </a:lnTo>
                <a:lnTo>
                  <a:pt x="174812" y="203337"/>
                </a:lnTo>
                <a:lnTo>
                  <a:pt x="175447" y="203886"/>
                </a:lnTo>
                <a:lnTo>
                  <a:pt x="176107" y="204425"/>
                </a:lnTo>
                <a:lnTo>
                  <a:pt x="176792" y="204954"/>
                </a:lnTo>
                <a:lnTo>
                  <a:pt x="177503" y="205474"/>
                </a:lnTo>
                <a:lnTo>
                  <a:pt x="178239" y="205983"/>
                </a:lnTo>
                <a:lnTo>
                  <a:pt x="179000" y="206483"/>
                </a:lnTo>
                <a:lnTo>
                  <a:pt x="179787" y="206973"/>
                </a:lnTo>
                <a:lnTo>
                  <a:pt x="180599" y="207454"/>
                </a:lnTo>
                <a:lnTo>
                  <a:pt x="181436" y="207924"/>
                </a:lnTo>
                <a:lnTo>
                  <a:pt x="182298" y="208385"/>
                </a:lnTo>
                <a:lnTo>
                  <a:pt x="183186" y="208835"/>
                </a:lnTo>
                <a:lnTo>
                  <a:pt x="184099" y="209276"/>
                </a:lnTo>
                <a:lnTo>
                  <a:pt x="185037" y="209708"/>
                </a:lnTo>
                <a:lnTo>
                  <a:pt x="186001" y="210129"/>
                </a:lnTo>
                <a:lnTo>
                  <a:pt x="186989" y="210541"/>
                </a:lnTo>
                <a:lnTo>
                  <a:pt x="188003" y="210942"/>
                </a:lnTo>
                <a:lnTo>
                  <a:pt x="189043" y="211334"/>
                </a:lnTo>
                <a:lnTo>
                  <a:pt x="190107" y="211716"/>
                </a:lnTo>
                <a:lnTo>
                  <a:pt x="191200" y="212085"/>
                </a:lnTo>
                <a:lnTo>
                  <a:pt x="192325" y="212439"/>
                </a:lnTo>
                <a:lnTo>
                  <a:pt x="193480" y="212777"/>
                </a:lnTo>
                <a:lnTo>
                  <a:pt x="194667" y="213099"/>
                </a:lnTo>
                <a:lnTo>
                  <a:pt x="195886" y="213406"/>
                </a:lnTo>
                <a:lnTo>
                  <a:pt x="197136" y="213696"/>
                </a:lnTo>
                <a:lnTo>
                  <a:pt x="198417" y="213971"/>
                </a:lnTo>
                <a:lnTo>
                  <a:pt x="199729" y="214231"/>
                </a:lnTo>
                <a:lnTo>
                  <a:pt x="201073" y="214474"/>
                </a:lnTo>
                <a:lnTo>
                  <a:pt x="202449" y="214702"/>
                </a:lnTo>
                <a:lnTo>
                  <a:pt x="203855" y="214914"/>
                </a:lnTo>
                <a:lnTo>
                  <a:pt x="205293" y="215111"/>
                </a:lnTo>
                <a:lnTo>
                  <a:pt x="206763" y="215291"/>
                </a:lnTo>
                <a:lnTo>
                  <a:pt x="208264" y="215456"/>
                </a:lnTo>
                <a:lnTo>
                  <a:pt x="209796" y="215606"/>
                </a:lnTo>
                <a:lnTo>
                  <a:pt x="211359" y="215739"/>
                </a:lnTo>
                <a:lnTo>
                  <a:pt x="212954" y="215857"/>
                </a:lnTo>
                <a:lnTo>
                  <a:pt x="214581" y="215959"/>
                </a:lnTo>
                <a:lnTo>
                  <a:pt x="216238" y="216046"/>
                </a:lnTo>
                <a:lnTo>
                  <a:pt x="217927" y="216116"/>
                </a:lnTo>
                <a:lnTo>
                  <a:pt x="219648" y="216171"/>
                </a:lnTo>
                <a:lnTo>
                  <a:pt x="221400" y="216211"/>
                </a:lnTo>
                <a:lnTo>
                  <a:pt x="223183" y="216234"/>
                </a:lnTo>
                <a:lnTo>
                  <a:pt x="224997" y="216242"/>
                </a:lnTo>
                <a:lnTo>
                  <a:pt x="227524" y="216223"/>
                </a:lnTo>
                <a:lnTo>
                  <a:pt x="230000" y="216167"/>
                </a:lnTo>
                <a:lnTo>
                  <a:pt x="232425" y="216073"/>
                </a:lnTo>
                <a:lnTo>
                  <a:pt x="234800" y="215942"/>
                </a:lnTo>
                <a:lnTo>
                  <a:pt x="237125" y="215773"/>
                </a:lnTo>
                <a:lnTo>
                  <a:pt x="239399" y="215566"/>
                </a:lnTo>
                <a:lnTo>
                  <a:pt x="241622" y="215322"/>
                </a:lnTo>
                <a:lnTo>
                  <a:pt x="243795" y="215041"/>
                </a:lnTo>
                <a:lnTo>
                  <a:pt x="245917" y="214722"/>
                </a:lnTo>
                <a:lnTo>
                  <a:pt x="247989" y="214365"/>
                </a:lnTo>
                <a:lnTo>
                  <a:pt x="250010" y="213971"/>
                </a:lnTo>
                <a:lnTo>
                  <a:pt x="251980" y="213539"/>
                </a:lnTo>
                <a:lnTo>
                  <a:pt x="253901" y="213070"/>
                </a:lnTo>
                <a:lnTo>
                  <a:pt x="255770" y="212563"/>
                </a:lnTo>
                <a:lnTo>
                  <a:pt x="257589" y="212018"/>
                </a:lnTo>
                <a:lnTo>
                  <a:pt x="259357" y="211436"/>
                </a:lnTo>
                <a:lnTo>
                  <a:pt x="261075" y="210817"/>
                </a:lnTo>
                <a:lnTo>
                  <a:pt x="262742" y="210160"/>
                </a:lnTo>
                <a:lnTo>
                  <a:pt x="264359" y="209465"/>
                </a:lnTo>
                <a:lnTo>
                  <a:pt x="265925" y="208733"/>
                </a:lnTo>
                <a:lnTo>
                  <a:pt x="267441" y="207964"/>
                </a:lnTo>
                <a:lnTo>
                  <a:pt x="268906" y="207156"/>
                </a:lnTo>
                <a:lnTo>
                  <a:pt x="270321" y="206312"/>
                </a:lnTo>
                <a:lnTo>
                  <a:pt x="271684" y="205429"/>
                </a:lnTo>
                <a:lnTo>
                  <a:pt x="272995" y="204517"/>
                </a:lnTo>
                <a:lnTo>
                  <a:pt x="274250" y="203581"/>
                </a:lnTo>
                <a:lnTo>
                  <a:pt x="275450" y="202621"/>
                </a:lnTo>
                <a:lnTo>
                  <a:pt x="276593" y="201638"/>
                </a:lnTo>
                <a:lnTo>
                  <a:pt x="277681" y="200631"/>
                </a:lnTo>
                <a:lnTo>
                  <a:pt x="278713" y="199600"/>
                </a:lnTo>
                <a:lnTo>
                  <a:pt x="279689" y="198546"/>
                </a:lnTo>
                <a:lnTo>
                  <a:pt x="280609" y="197469"/>
                </a:lnTo>
                <a:lnTo>
                  <a:pt x="281474" y="196367"/>
                </a:lnTo>
                <a:lnTo>
                  <a:pt x="282283" y="195242"/>
                </a:lnTo>
                <a:lnTo>
                  <a:pt x="283036" y="194094"/>
                </a:lnTo>
                <a:lnTo>
                  <a:pt x="283733" y="192922"/>
                </a:lnTo>
                <a:lnTo>
                  <a:pt x="284374" y="191726"/>
                </a:lnTo>
                <a:lnTo>
                  <a:pt x="284960" y="190507"/>
                </a:lnTo>
                <a:lnTo>
                  <a:pt x="285490" y="189265"/>
                </a:lnTo>
                <a:lnTo>
                  <a:pt x="285964" y="187998"/>
                </a:lnTo>
                <a:lnTo>
                  <a:pt x="286382" y="186708"/>
                </a:lnTo>
                <a:lnTo>
                  <a:pt x="286745" y="185395"/>
                </a:lnTo>
                <a:lnTo>
                  <a:pt x="287052" y="184058"/>
                </a:lnTo>
                <a:lnTo>
                  <a:pt x="287303" y="182697"/>
                </a:lnTo>
                <a:lnTo>
                  <a:pt x="287498" y="181313"/>
                </a:lnTo>
                <a:lnTo>
                  <a:pt x="287637" y="179905"/>
                </a:lnTo>
                <a:lnTo>
                  <a:pt x="287721" y="178473"/>
                </a:lnTo>
                <a:lnTo>
                  <a:pt x="287749" y="177018"/>
                </a:lnTo>
                <a:lnTo>
                  <a:pt x="287725" y="175588"/>
                </a:lnTo>
                <a:lnTo>
                  <a:pt x="287652" y="174189"/>
                </a:lnTo>
                <a:lnTo>
                  <a:pt x="287530" y="172820"/>
                </a:lnTo>
                <a:lnTo>
                  <a:pt x="287360" y="171483"/>
                </a:lnTo>
                <a:lnTo>
                  <a:pt x="287142" y="170177"/>
                </a:lnTo>
                <a:lnTo>
                  <a:pt x="286874" y="168901"/>
                </a:lnTo>
                <a:lnTo>
                  <a:pt x="286558" y="167657"/>
                </a:lnTo>
                <a:lnTo>
                  <a:pt x="286194" y="166443"/>
                </a:lnTo>
                <a:lnTo>
                  <a:pt x="285781" y="165261"/>
                </a:lnTo>
                <a:lnTo>
                  <a:pt x="285319" y="164110"/>
                </a:lnTo>
                <a:lnTo>
                  <a:pt x="284809" y="162990"/>
                </a:lnTo>
                <a:lnTo>
                  <a:pt x="284251" y="161900"/>
                </a:lnTo>
                <a:lnTo>
                  <a:pt x="283643" y="160842"/>
                </a:lnTo>
                <a:lnTo>
                  <a:pt x="282987" y="159815"/>
                </a:lnTo>
                <a:lnTo>
                  <a:pt x="282283" y="158818"/>
                </a:lnTo>
                <a:lnTo>
                  <a:pt x="281530" y="157853"/>
                </a:lnTo>
                <a:lnTo>
                  <a:pt x="280728" y="156919"/>
                </a:lnTo>
                <a:lnTo>
                  <a:pt x="279877" y="156016"/>
                </a:lnTo>
                <a:lnTo>
                  <a:pt x="278979" y="155143"/>
                </a:lnTo>
                <a:lnTo>
                  <a:pt x="278031" y="154302"/>
                </a:lnTo>
                <a:lnTo>
                  <a:pt x="277035" y="153492"/>
                </a:lnTo>
                <a:lnTo>
                  <a:pt x="275990" y="152713"/>
                </a:lnTo>
                <a:lnTo>
                  <a:pt x="274897" y="151964"/>
                </a:lnTo>
                <a:lnTo>
                  <a:pt x="273755" y="151247"/>
                </a:lnTo>
                <a:lnTo>
                  <a:pt x="272561" y="150560"/>
                </a:lnTo>
                <a:lnTo>
                  <a:pt x="271308" y="149902"/>
                </a:lnTo>
                <a:lnTo>
                  <a:pt x="269999" y="149273"/>
                </a:lnTo>
                <a:lnTo>
                  <a:pt x="268632" y="148673"/>
                </a:lnTo>
                <a:lnTo>
                  <a:pt x="267208" y="148103"/>
                </a:lnTo>
                <a:lnTo>
                  <a:pt x="265727" y="147561"/>
                </a:lnTo>
                <a:lnTo>
                  <a:pt x="264188" y="147050"/>
                </a:lnTo>
                <a:lnTo>
                  <a:pt x="262592" y="146567"/>
                </a:lnTo>
                <a:lnTo>
                  <a:pt x="260939" y="146114"/>
                </a:lnTo>
                <a:lnTo>
                  <a:pt x="259229" y="145689"/>
                </a:lnTo>
                <a:lnTo>
                  <a:pt x="257461" y="145294"/>
                </a:lnTo>
                <a:lnTo>
                  <a:pt x="255636" y="144929"/>
                </a:lnTo>
                <a:lnTo>
                  <a:pt x="253753" y="144592"/>
                </a:lnTo>
                <a:lnTo>
                  <a:pt x="251814" y="144285"/>
                </a:lnTo>
                <a:lnTo>
                  <a:pt x="249817" y="144007"/>
                </a:lnTo>
                <a:lnTo>
                  <a:pt x="247762" y="143759"/>
                </a:lnTo>
                <a:lnTo>
                  <a:pt x="245651" y="143539"/>
                </a:lnTo>
                <a:lnTo>
                  <a:pt x="243482" y="143349"/>
                </a:lnTo>
                <a:lnTo>
                  <a:pt x="241255" y="143188"/>
                </a:lnTo>
                <a:lnTo>
                  <a:pt x="238972" y="143057"/>
                </a:lnTo>
                <a:lnTo>
                  <a:pt x="236631" y="142954"/>
                </a:lnTo>
                <a:lnTo>
                  <a:pt x="234233" y="142881"/>
                </a:lnTo>
                <a:lnTo>
                  <a:pt x="231777" y="142837"/>
                </a:lnTo>
                <a:lnTo>
                  <a:pt x="229264" y="142823"/>
                </a:lnTo>
                <a:lnTo>
                  <a:pt x="226252" y="142823"/>
                </a:lnTo>
                <a:lnTo>
                  <a:pt x="225278" y="142821"/>
                </a:lnTo>
                <a:lnTo>
                  <a:pt x="224321" y="142817"/>
                </a:lnTo>
                <a:lnTo>
                  <a:pt x="223382" y="142810"/>
                </a:lnTo>
                <a:lnTo>
                  <a:pt x="222461" y="142800"/>
                </a:lnTo>
                <a:lnTo>
                  <a:pt x="221557" y="142787"/>
                </a:lnTo>
                <a:lnTo>
                  <a:pt x="220671" y="142772"/>
                </a:lnTo>
                <a:lnTo>
                  <a:pt x="219803" y="142753"/>
                </a:lnTo>
                <a:lnTo>
                  <a:pt x="218952" y="142732"/>
                </a:lnTo>
                <a:lnTo>
                  <a:pt x="218119" y="142708"/>
                </a:lnTo>
                <a:lnTo>
                  <a:pt x="217304" y="142681"/>
                </a:lnTo>
                <a:lnTo>
                  <a:pt x="216506" y="142651"/>
                </a:lnTo>
                <a:lnTo>
                  <a:pt x="215726" y="142619"/>
                </a:lnTo>
                <a:lnTo>
                  <a:pt x="214963" y="142583"/>
                </a:lnTo>
                <a:lnTo>
                  <a:pt x="214218" y="142545"/>
                </a:lnTo>
                <a:lnTo>
                  <a:pt x="213491" y="142504"/>
                </a:lnTo>
                <a:lnTo>
                  <a:pt x="212782" y="142460"/>
                </a:lnTo>
                <a:lnTo>
                  <a:pt x="212090" y="142413"/>
                </a:lnTo>
                <a:lnTo>
                  <a:pt x="211415" y="142364"/>
                </a:lnTo>
                <a:lnTo>
                  <a:pt x="210759" y="142311"/>
                </a:lnTo>
                <a:lnTo>
                  <a:pt x="210120" y="142256"/>
                </a:lnTo>
                <a:lnTo>
                  <a:pt x="209499" y="142198"/>
                </a:lnTo>
                <a:lnTo>
                  <a:pt x="208895" y="142137"/>
                </a:lnTo>
                <a:lnTo>
                  <a:pt x="208309" y="142074"/>
                </a:lnTo>
                <a:lnTo>
                  <a:pt x="207741" y="142007"/>
                </a:lnTo>
                <a:lnTo>
                  <a:pt x="207188" y="141938"/>
                </a:lnTo>
                <a:lnTo>
                  <a:pt x="206649" y="141865"/>
                </a:lnTo>
                <a:lnTo>
                  <a:pt x="206125" y="141790"/>
                </a:lnTo>
                <a:lnTo>
                  <a:pt x="205614" y="141712"/>
                </a:lnTo>
                <a:lnTo>
                  <a:pt x="205117" y="141632"/>
                </a:lnTo>
                <a:lnTo>
                  <a:pt x="204634" y="141548"/>
                </a:lnTo>
                <a:lnTo>
                  <a:pt x="204165" y="141462"/>
                </a:lnTo>
                <a:lnTo>
                  <a:pt x="203711" y="141372"/>
                </a:lnTo>
                <a:lnTo>
                  <a:pt x="203270" y="141280"/>
                </a:lnTo>
                <a:lnTo>
                  <a:pt x="202842" y="141186"/>
                </a:lnTo>
                <a:lnTo>
                  <a:pt x="202429" y="141088"/>
                </a:lnTo>
                <a:lnTo>
                  <a:pt x="202030" y="140987"/>
                </a:lnTo>
                <a:lnTo>
                  <a:pt x="201645" y="140884"/>
                </a:lnTo>
                <a:lnTo>
                  <a:pt x="201274" y="140778"/>
                </a:lnTo>
                <a:lnTo>
                  <a:pt x="200916" y="140669"/>
                </a:lnTo>
                <a:lnTo>
                  <a:pt x="200573" y="140557"/>
                </a:lnTo>
                <a:lnTo>
                  <a:pt x="200243" y="140442"/>
                </a:lnTo>
                <a:lnTo>
                  <a:pt x="199928" y="140324"/>
                </a:lnTo>
                <a:lnTo>
                  <a:pt x="199626" y="140204"/>
                </a:lnTo>
                <a:lnTo>
                  <a:pt x="199339" y="140081"/>
                </a:lnTo>
                <a:lnTo>
                  <a:pt x="199065" y="139955"/>
                </a:lnTo>
                <a:lnTo>
                  <a:pt x="198805" y="139826"/>
                </a:lnTo>
                <a:lnTo>
                  <a:pt x="198560" y="139694"/>
                </a:lnTo>
                <a:lnTo>
                  <a:pt x="198328" y="139560"/>
                </a:lnTo>
                <a:lnTo>
                  <a:pt x="198108" y="139422"/>
                </a:lnTo>
                <a:lnTo>
                  <a:pt x="197897" y="139282"/>
                </a:lnTo>
                <a:lnTo>
                  <a:pt x="197695" y="139140"/>
                </a:lnTo>
                <a:lnTo>
                  <a:pt x="197503" y="138995"/>
                </a:lnTo>
                <a:lnTo>
                  <a:pt x="197321" y="138847"/>
                </a:lnTo>
                <a:lnTo>
                  <a:pt x="197147" y="138697"/>
                </a:lnTo>
                <a:lnTo>
                  <a:pt x="196983" y="138544"/>
                </a:lnTo>
                <a:lnTo>
                  <a:pt x="196829" y="138388"/>
                </a:lnTo>
                <a:lnTo>
                  <a:pt x="196684" y="138230"/>
                </a:lnTo>
                <a:lnTo>
                  <a:pt x="196548" y="138069"/>
                </a:lnTo>
                <a:lnTo>
                  <a:pt x="196421" y="137906"/>
                </a:lnTo>
                <a:lnTo>
                  <a:pt x="196304" y="137740"/>
                </a:lnTo>
                <a:lnTo>
                  <a:pt x="196196" y="137571"/>
                </a:lnTo>
                <a:lnTo>
                  <a:pt x="196098" y="137400"/>
                </a:lnTo>
                <a:lnTo>
                  <a:pt x="196009" y="137226"/>
                </a:lnTo>
                <a:lnTo>
                  <a:pt x="195929" y="137050"/>
                </a:lnTo>
                <a:lnTo>
                  <a:pt x="195859" y="136870"/>
                </a:lnTo>
                <a:lnTo>
                  <a:pt x="195798" y="136689"/>
                </a:lnTo>
                <a:lnTo>
                  <a:pt x="195747" y="136504"/>
                </a:lnTo>
                <a:lnTo>
                  <a:pt x="195704" y="136317"/>
                </a:lnTo>
                <a:lnTo>
                  <a:pt x="195672" y="136128"/>
                </a:lnTo>
                <a:lnTo>
                  <a:pt x="195648" y="135936"/>
                </a:lnTo>
                <a:lnTo>
                  <a:pt x="195634" y="135741"/>
                </a:lnTo>
                <a:lnTo>
                  <a:pt x="195630" y="135544"/>
                </a:lnTo>
                <a:lnTo>
                  <a:pt x="195637" y="135263"/>
                </a:lnTo>
                <a:lnTo>
                  <a:pt x="195661" y="134986"/>
                </a:lnTo>
                <a:lnTo>
                  <a:pt x="195700" y="134713"/>
                </a:lnTo>
                <a:lnTo>
                  <a:pt x="195755" y="134444"/>
                </a:lnTo>
                <a:lnTo>
                  <a:pt x="195826" y="134178"/>
                </a:lnTo>
                <a:lnTo>
                  <a:pt x="195912" y="133916"/>
                </a:lnTo>
                <a:lnTo>
                  <a:pt x="196014" y="133658"/>
                </a:lnTo>
                <a:lnTo>
                  <a:pt x="196132" y="133403"/>
                </a:lnTo>
                <a:lnTo>
                  <a:pt x="196265" y="133152"/>
                </a:lnTo>
                <a:lnTo>
                  <a:pt x="196414" y="132905"/>
                </a:lnTo>
                <a:lnTo>
                  <a:pt x="196579" y="132661"/>
                </a:lnTo>
                <a:lnTo>
                  <a:pt x="196759" y="132422"/>
                </a:lnTo>
                <a:lnTo>
                  <a:pt x="196955" y="132186"/>
                </a:lnTo>
                <a:lnTo>
                  <a:pt x="197167" y="131953"/>
                </a:lnTo>
                <a:lnTo>
                  <a:pt x="197394" y="131725"/>
                </a:lnTo>
                <a:lnTo>
                  <a:pt x="197638" y="131500"/>
                </a:lnTo>
                <a:lnTo>
                  <a:pt x="197896" y="131278"/>
                </a:lnTo>
                <a:lnTo>
                  <a:pt x="198171" y="131061"/>
                </a:lnTo>
                <a:lnTo>
                  <a:pt x="198461" y="130847"/>
                </a:lnTo>
                <a:lnTo>
                  <a:pt x="198767" y="130637"/>
                </a:lnTo>
                <a:lnTo>
                  <a:pt x="199089" y="130430"/>
                </a:lnTo>
                <a:lnTo>
                  <a:pt x="199426" y="130228"/>
                </a:lnTo>
                <a:lnTo>
                  <a:pt x="199779" y="130028"/>
                </a:lnTo>
                <a:lnTo>
                  <a:pt x="200148" y="129833"/>
                </a:lnTo>
                <a:lnTo>
                  <a:pt x="200528" y="129641"/>
                </a:lnTo>
                <a:lnTo>
                  <a:pt x="200916" y="129451"/>
                </a:lnTo>
                <a:lnTo>
                  <a:pt x="201312" y="129263"/>
                </a:lnTo>
                <a:lnTo>
                  <a:pt x="201716" y="129078"/>
                </a:lnTo>
                <a:lnTo>
                  <a:pt x="202128" y="128896"/>
                </a:lnTo>
                <a:lnTo>
                  <a:pt x="202548" y="128715"/>
                </a:lnTo>
                <a:lnTo>
                  <a:pt x="202975" y="128537"/>
                </a:lnTo>
                <a:lnTo>
                  <a:pt x="203411" y="128362"/>
                </a:lnTo>
                <a:lnTo>
                  <a:pt x="203854" y="128189"/>
                </a:lnTo>
                <a:lnTo>
                  <a:pt x="204305" y="128018"/>
                </a:lnTo>
                <a:lnTo>
                  <a:pt x="204764" y="127850"/>
                </a:lnTo>
                <a:lnTo>
                  <a:pt x="205032" y="127754"/>
                </a:lnTo>
                <a:lnTo>
                  <a:pt x="205076" y="127766"/>
                </a:lnTo>
                <a:lnTo>
                  <a:pt x="206227" y="128042"/>
                </a:lnTo>
                <a:lnTo>
                  <a:pt x="207395" y="128298"/>
                </a:lnTo>
                <a:lnTo>
                  <a:pt x="208581" y="128533"/>
                </a:lnTo>
                <a:lnTo>
                  <a:pt x="209783" y="128748"/>
                </a:lnTo>
                <a:lnTo>
                  <a:pt x="211002" y="128942"/>
                </a:lnTo>
                <a:lnTo>
                  <a:pt x="212238" y="129116"/>
                </a:lnTo>
                <a:lnTo>
                  <a:pt x="213491" y="129269"/>
                </a:lnTo>
                <a:lnTo>
                  <a:pt x="214761" y="129402"/>
                </a:lnTo>
                <a:lnTo>
                  <a:pt x="216048" y="129515"/>
                </a:lnTo>
                <a:lnTo>
                  <a:pt x="217352" y="129607"/>
                </a:lnTo>
                <a:lnTo>
                  <a:pt x="218673" y="129678"/>
                </a:lnTo>
                <a:lnTo>
                  <a:pt x="220011" y="129729"/>
                </a:lnTo>
                <a:lnTo>
                  <a:pt x="221366" y="129760"/>
                </a:lnTo>
                <a:lnTo>
                  <a:pt x="222738" y="129770"/>
                </a:lnTo>
                <a:lnTo>
                  <a:pt x="224202" y="129760"/>
                </a:lnTo>
                <a:lnTo>
                  <a:pt x="225645" y="129730"/>
                </a:lnTo>
                <a:lnTo>
                  <a:pt x="227067" y="129680"/>
                </a:lnTo>
                <a:lnTo>
                  <a:pt x="228468" y="129610"/>
                </a:lnTo>
                <a:lnTo>
                  <a:pt x="229847" y="129520"/>
                </a:lnTo>
                <a:lnTo>
                  <a:pt x="231206" y="129410"/>
                </a:lnTo>
                <a:lnTo>
                  <a:pt x="232543" y="129280"/>
                </a:lnTo>
                <a:lnTo>
                  <a:pt x="233859" y="129130"/>
                </a:lnTo>
                <a:lnTo>
                  <a:pt x="235154" y="128960"/>
                </a:lnTo>
                <a:lnTo>
                  <a:pt x="236428" y="128769"/>
                </a:lnTo>
                <a:lnTo>
                  <a:pt x="237681" y="128559"/>
                </a:lnTo>
                <a:lnTo>
                  <a:pt x="238912" y="128329"/>
                </a:lnTo>
                <a:lnTo>
                  <a:pt x="240123" y="128079"/>
                </a:lnTo>
                <a:lnTo>
                  <a:pt x="241312" y="127809"/>
                </a:lnTo>
                <a:lnTo>
                  <a:pt x="242480" y="127518"/>
                </a:lnTo>
                <a:lnTo>
                  <a:pt x="243628" y="127208"/>
                </a:lnTo>
                <a:lnTo>
                  <a:pt x="244753" y="126878"/>
                </a:lnTo>
                <a:lnTo>
                  <a:pt x="245858" y="126527"/>
                </a:lnTo>
                <a:lnTo>
                  <a:pt x="246942" y="126157"/>
                </a:lnTo>
                <a:lnTo>
                  <a:pt x="248004" y="125767"/>
                </a:lnTo>
                <a:lnTo>
                  <a:pt x="249046" y="125356"/>
                </a:lnTo>
                <a:lnTo>
                  <a:pt x="250066" y="124926"/>
                </a:lnTo>
                <a:lnTo>
                  <a:pt x="251065" y="124476"/>
                </a:lnTo>
                <a:lnTo>
                  <a:pt x="252043" y="124005"/>
                </a:lnTo>
                <a:lnTo>
                  <a:pt x="253001" y="123518"/>
                </a:lnTo>
                <a:lnTo>
                  <a:pt x="253938" y="123017"/>
                </a:lnTo>
                <a:lnTo>
                  <a:pt x="254855" y="122503"/>
                </a:lnTo>
                <a:lnTo>
                  <a:pt x="255753" y="121975"/>
                </a:lnTo>
                <a:lnTo>
                  <a:pt x="256630" y="121434"/>
                </a:lnTo>
                <a:lnTo>
                  <a:pt x="257487" y="120880"/>
                </a:lnTo>
                <a:lnTo>
                  <a:pt x="258324" y="120312"/>
                </a:lnTo>
                <a:lnTo>
                  <a:pt x="259141" y="119730"/>
                </a:lnTo>
                <a:lnTo>
                  <a:pt x="259938" y="119135"/>
                </a:lnTo>
                <a:lnTo>
                  <a:pt x="260715" y="118527"/>
                </a:lnTo>
                <a:lnTo>
                  <a:pt x="261472" y="117905"/>
                </a:lnTo>
                <a:lnTo>
                  <a:pt x="262209" y="117269"/>
                </a:lnTo>
                <a:lnTo>
                  <a:pt x="262926" y="116620"/>
                </a:lnTo>
                <a:lnTo>
                  <a:pt x="263623" y="115958"/>
                </a:lnTo>
                <a:lnTo>
                  <a:pt x="264299" y="115282"/>
                </a:lnTo>
                <a:lnTo>
                  <a:pt x="264956" y="114592"/>
                </a:lnTo>
                <a:lnTo>
                  <a:pt x="265593" y="113889"/>
                </a:lnTo>
                <a:lnTo>
                  <a:pt x="266209" y="113173"/>
                </a:lnTo>
                <a:lnTo>
                  <a:pt x="266806" y="112443"/>
                </a:lnTo>
                <a:lnTo>
                  <a:pt x="267383" y="111700"/>
                </a:lnTo>
                <a:lnTo>
                  <a:pt x="267939" y="110943"/>
                </a:lnTo>
                <a:lnTo>
                  <a:pt x="268475" y="110173"/>
                </a:lnTo>
                <a:lnTo>
                  <a:pt x="268992" y="109389"/>
                </a:lnTo>
                <a:lnTo>
                  <a:pt x="269488" y="108592"/>
                </a:lnTo>
                <a:lnTo>
                  <a:pt x="269964" y="107785"/>
                </a:lnTo>
                <a:lnTo>
                  <a:pt x="270420" y="106971"/>
                </a:lnTo>
                <a:lnTo>
                  <a:pt x="270856" y="106152"/>
                </a:lnTo>
                <a:lnTo>
                  <a:pt x="271271" y="105327"/>
                </a:lnTo>
                <a:lnTo>
                  <a:pt x="271667" y="104495"/>
                </a:lnTo>
                <a:lnTo>
                  <a:pt x="272041" y="103658"/>
                </a:lnTo>
                <a:lnTo>
                  <a:pt x="272396" y="102814"/>
                </a:lnTo>
                <a:lnTo>
                  <a:pt x="272730" y="101964"/>
                </a:lnTo>
                <a:lnTo>
                  <a:pt x="273044" y="101109"/>
                </a:lnTo>
                <a:lnTo>
                  <a:pt x="273338" y="100247"/>
                </a:lnTo>
                <a:lnTo>
                  <a:pt x="273612" y="99379"/>
                </a:lnTo>
                <a:lnTo>
                  <a:pt x="273865" y="98504"/>
                </a:lnTo>
                <a:lnTo>
                  <a:pt x="274098" y="97624"/>
                </a:lnTo>
                <a:lnTo>
                  <a:pt x="274311" y="96738"/>
                </a:lnTo>
                <a:lnTo>
                  <a:pt x="274503" y="95845"/>
                </a:lnTo>
                <a:lnTo>
                  <a:pt x="274676" y="94947"/>
                </a:lnTo>
                <a:lnTo>
                  <a:pt x="274828" y="94042"/>
                </a:lnTo>
                <a:lnTo>
                  <a:pt x="274959" y="93131"/>
                </a:lnTo>
                <a:lnTo>
                  <a:pt x="275071" y="92214"/>
                </a:lnTo>
                <a:lnTo>
                  <a:pt x="275162" y="91291"/>
                </a:lnTo>
                <a:lnTo>
                  <a:pt x="275233" y="90362"/>
                </a:lnTo>
                <a:lnTo>
                  <a:pt x="275284" y="89427"/>
                </a:lnTo>
                <a:lnTo>
                  <a:pt x="275314" y="88486"/>
                </a:lnTo>
                <a:lnTo>
                  <a:pt x="275324" y="87539"/>
                </a:lnTo>
                <a:lnTo>
                  <a:pt x="275314" y="86550"/>
                </a:lnTo>
                <a:lnTo>
                  <a:pt x="275284" y="85570"/>
                </a:lnTo>
                <a:lnTo>
                  <a:pt x="275235" y="84598"/>
                </a:lnTo>
                <a:lnTo>
                  <a:pt x="275165" y="83634"/>
                </a:lnTo>
                <a:lnTo>
                  <a:pt x="275076" y="82678"/>
                </a:lnTo>
                <a:lnTo>
                  <a:pt x="274967" y="81730"/>
                </a:lnTo>
                <a:lnTo>
                  <a:pt x="274838" y="80790"/>
                </a:lnTo>
                <a:lnTo>
                  <a:pt x="274690" y="79858"/>
                </a:lnTo>
                <a:lnTo>
                  <a:pt x="274521" y="78935"/>
                </a:lnTo>
                <a:lnTo>
                  <a:pt x="274333" y="78019"/>
                </a:lnTo>
                <a:lnTo>
                  <a:pt x="274125" y="77111"/>
                </a:lnTo>
                <a:lnTo>
                  <a:pt x="273896" y="76212"/>
                </a:lnTo>
                <a:lnTo>
                  <a:pt x="273649" y="75320"/>
                </a:lnTo>
                <a:lnTo>
                  <a:pt x="273381" y="74437"/>
                </a:lnTo>
                <a:lnTo>
                  <a:pt x="273093" y="73562"/>
                </a:lnTo>
                <a:lnTo>
                  <a:pt x="272786" y="72694"/>
                </a:lnTo>
                <a:lnTo>
                  <a:pt x="272459" y="71835"/>
                </a:lnTo>
                <a:lnTo>
                  <a:pt x="272112" y="70984"/>
                </a:lnTo>
                <a:lnTo>
                  <a:pt x="271745" y="70141"/>
                </a:lnTo>
                <a:lnTo>
                  <a:pt x="271359" y="69306"/>
                </a:lnTo>
                <a:lnTo>
                  <a:pt x="270952" y="68479"/>
                </a:lnTo>
                <a:lnTo>
                  <a:pt x="270526" y="67660"/>
                </a:lnTo>
                <a:lnTo>
                  <a:pt x="270080" y="66849"/>
                </a:lnTo>
                <a:lnTo>
                  <a:pt x="269614" y="66046"/>
                </a:lnTo>
                <a:lnTo>
                  <a:pt x="269128" y="65254"/>
                </a:lnTo>
                <a:lnTo>
                  <a:pt x="268622" y="64475"/>
                </a:lnTo>
                <a:lnTo>
                  <a:pt x="268096" y="63709"/>
                </a:lnTo>
                <a:lnTo>
                  <a:pt x="267550" y="62957"/>
                </a:lnTo>
                <a:lnTo>
                  <a:pt x="266984" y="62218"/>
                </a:lnTo>
                <a:lnTo>
                  <a:pt x="266398" y="61492"/>
                </a:lnTo>
                <a:lnTo>
                  <a:pt x="265792" y="60780"/>
                </a:lnTo>
                <a:lnTo>
                  <a:pt x="265165" y="60080"/>
                </a:lnTo>
                <a:lnTo>
                  <a:pt x="264519" y="59394"/>
                </a:lnTo>
                <a:lnTo>
                  <a:pt x="263853" y="58722"/>
                </a:lnTo>
                <a:lnTo>
                  <a:pt x="263166" y="58062"/>
                </a:lnTo>
                <a:lnTo>
                  <a:pt x="262715" y="57649"/>
                </a:lnTo>
                <a:lnTo>
                  <a:pt x="262789" y="57590"/>
                </a:lnTo>
                <a:lnTo>
                  <a:pt x="263301" y="57221"/>
                </a:lnTo>
                <a:lnTo>
                  <a:pt x="263827" y="56870"/>
                </a:lnTo>
                <a:lnTo>
                  <a:pt x="264367" y="56538"/>
                </a:lnTo>
                <a:close/>
                <a:moveTo>
                  <a:pt x="220070" y="109659"/>
                </a:moveTo>
                <a:lnTo>
                  <a:pt x="219418" y="109571"/>
                </a:lnTo>
                <a:lnTo>
                  <a:pt x="218773" y="109463"/>
                </a:lnTo>
                <a:lnTo>
                  <a:pt x="218134" y="109336"/>
                </a:lnTo>
                <a:lnTo>
                  <a:pt x="217502" y="109190"/>
                </a:lnTo>
                <a:lnTo>
                  <a:pt x="216876" y="109023"/>
                </a:lnTo>
                <a:lnTo>
                  <a:pt x="216256" y="108838"/>
                </a:lnTo>
                <a:lnTo>
                  <a:pt x="215643" y="108632"/>
                </a:lnTo>
                <a:lnTo>
                  <a:pt x="215035" y="108407"/>
                </a:lnTo>
                <a:lnTo>
                  <a:pt x="214435" y="108163"/>
                </a:lnTo>
                <a:lnTo>
                  <a:pt x="213840" y="107899"/>
                </a:lnTo>
                <a:lnTo>
                  <a:pt x="213252" y="107615"/>
                </a:lnTo>
                <a:lnTo>
                  <a:pt x="212670" y="107312"/>
                </a:lnTo>
                <a:lnTo>
                  <a:pt x="212095" y="106990"/>
                </a:lnTo>
                <a:lnTo>
                  <a:pt x="211525" y="106647"/>
                </a:lnTo>
                <a:lnTo>
                  <a:pt x="210962" y="106286"/>
                </a:lnTo>
                <a:lnTo>
                  <a:pt x="210406" y="105904"/>
                </a:lnTo>
                <a:lnTo>
                  <a:pt x="209855" y="105503"/>
                </a:lnTo>
                <a:lnTo>
                  <a:pt x="209312" y="105083"/>
                </a:lnTo>
                <a:lnTo>
                  <a:pt x="208774" y="104643"/>
                </a:lnTo>
                <a:lnTo>
                  <a:pt x="208243" y="104183"/>
                </a:lnTo>
                <a:lnTo>
                  <a:pt x="207725" y="103705"/>
                </a:lnTo>
                <a:lnTo>
                  <a:pt x="207230" y="103207"/>
                </a:lnTo>
                <a:lnTo>
                  <a:pt x="206757" y="102691"/>
                </a:lnTo>
                <a:lnTo>
                  <a:pt x="206306" y="102157"/>
                </a:lnTo>
                <a:lnTo>
                  <a:pt x="205877" y="101603"/>
                </a:lnTo>
                <a:lnTo>
                  <a:pt x="205470" y="101031"/>
                </a:lnTo>
                <a:lnTo>
                  <a:pt x="205085" y="100440"/>
                </a:lnTo>
                <a:lnTo>
                  <a:pt x="204722" y="99831"/>
                </a:lnTo>
                <a:lnTo>
                  <a:pt x="204380" y="99203"/>
                </a:lnTo>
                <a:lnTo>
                  <a:pt x="204061" y="98556"/>
                </a:lnTo>
                <a:lnTo>
                  <a:pt x="203764" y="97890"/>
                </a:lnTo>
                <a:lnTo>
                  <a:pt x="203489" y="97206"/>
                </a:lnTo>
                <a:lnTo>
                  <a:pt x="203236" y="96503"/>
                </a:lnTo>
                <a:lnTo>
                  <a:pt x="203005" y="95782"/>
                </a:lnTo>
                <a:lnTo>
                  <a:pt x="202796" y="95042"/>
                </a:lnTo>
                <a:lnTo>
                  <a:pt x="202609" y="94283"/>
                </a:lnTo>
                <a:lnTo>
                  <a:pt x="202444" y="93505"/>
                </a:lnTo>
                <a:lnTo>
                  <a:pt x="202301" y="92709"/>
                </a:lnTo>
                <a:lnTo>
                  <a:pt x="202180" y="91894"/>
                </a:lnTo>
                <a:lnTo>
                  <a:pt x="202081" y="91060"/>
                </a:lnTo>
                <a:lnTo>
                  <a:pt x="202004" y="90208"/>
                </a:lnTo>
                <a:lnTo>
                  <a:pt x="201949" y="89337"/>
                </a:lnTo>
                <a:lnTo>
                  <a:pt x="201916" y="88447"/>
                </a:lnTo>
                <a:lnTo>
                  <a:pt x="201905" y="87539"/>
                </a:lnTo>
                <a:lnTo>
                  <a:pt x="201915" y="86620"/>
                </a:lnTo>
                <a:lnTo>
                  <a:pt x="201947" y="85719"/>
                </a:lnTo>
                <a:lnTo>
                  <a:pt x="202001" y="84837"/>
                </a:lnTo>
                <a:lnTo>
                  <a:pt x="202075" y="83973"/>
                </a:lnTo>
                <a:lnTo>
                  <a:pt x="202172" y="83128"/>
                </a:lnTo>
                <a:lnTo>
                  <a:pt x="202289" y="82302"/>
                </a:lnTo>
                <a:lnTo>
                  <a:pt x="202428" y="81494"/>
                </a:lnTo>
                <a:lnTo>
                  <a:pt x="202588" y="80704"/>
                </a:lnTo>
                <a:lnTo>
                  <a:pt x="202769" y="79933"/>
                </a:lnTo>
                <a:lnTo>
                  <a:pt x="202972" y="79180"/>
                </a:lnTo>
                <a:lnTo>
                  <a:pt x="203197" y="78446"/>
                </a:lnTo>
                <a:lnTo>
                  <a:pt x="203442" y="77730"/>
                </a:lnTo>
                <a:lnTo>
                  <a:pt x="203709" y="77032"/>
                </a:lnTo>
                <a:lnTo>
                  <a:pt x="203997" y="76353"/>
                </a:lnTo>
                <a:lnTo>
                  <a:pt x="204307" y="75693"/>
                </a:lnTo>
                <a:lnTo>
                  <a:pt x="204638" y="75051"/>
                </a:lnTo>
                <a:lnTo>
                  <a:pt x="204990" y="74427"/>
                </a:lnTo>
                <a:lnTo>
                  <a:pt x="205364" y="73822"/>
                </a:lnTo>
                <a:lnTo>
                  <a:pt x="205759" y="73236"/>
                </a:lnTo>
                <a:lnTo>
                  <a:pt x="206175" y="72668"/>
                </a:lnTo>
                <a:lnTo>
                  <a:pt x="206613" y="72118"/>
                </a:lnTo>
                <a:lnTo>
                  <a:pt x="207072" y="71587"/>
                </a:lnTo>
                <a:lnTo>
                  <a:pt x="207553" y="71074"/>
                </a:lnTo>
                <a:lnTo>
                  <a:pt x="208054" y="70580"/>
                </a:lnTo>
                <a:lnTo>
                  <a:pt x="208572" y="70105"/>
                </a:lnTo>
                <a:lnTo>
                  <a:pt x="209102" y="69650"/>
                </a:lnTo>
                <a:lnTo>
                  <a:pt x="209643" y="69216"/>
                </a:lnTo>
                <a:lnTo>
                  <a:pt x="210195" y="68802"/>
                </a:lnTo>
                <a:lnTo>
                  <a:pt x="210758" y="68407"/>
                </a:lnTo>
                <a:lnTo>
                  <a:pt x="211333" y="68034"/>
                </a:lnTo>
                <a:lnTo>
                  <a:pt x="211919" y="67680"/>
                </a:lnTo>
                <a:lnTo>
                  <a:pt x="212517" y="67346"/>
                </a:lnTo>
                <a:lnTo>
                  <a:pt x="213125" y="67033"/>
                </a:lnTo>
                <a:lnTo>
                  <a:pt x="213746" y="66740"/>
                </a:lnTo>
                <a:lnTo>
                  <a:pt x="214377" y="66467"/>
                </a:lnTo>
                <a:lnTo>
                  <a:pt x="215020" y="66215"/>
                </a:lnTo>
                <a:lnTo>
                  <a:pt x="215674" y="65982"/>
                </a:lnTo>
                <a:lnTo>
                  <a:pt x="216339" y="65770"/>
                </a:lnTo>
                <a:lnTo>
                  <a:pt x="217016" y="65578"/>
                </a:lnTo>
                <a:lnTo>
                  <a:pt x="217704" y="65406"/>
                </a:lnTo>
                <a:lnTo>
                  <a:pt x="218404" y="65255"/>
                </a:lnTo>
                <a:lnTo>
                  <a:pt x="219114" y="65123"/>
                </a:lnTo>
                <a:lnTo>
                  <a:pt x="219836" y="65012"/>
                </a:lnTo>
                <a:lnTo>
                  <a:pt x="220570" y="64921"/>
                </a:lnTo>
                <a:lnTo>
                  <a:pt x="221315" y="64851"/>
                </a:lnTo>
                <a:lnTo>
                  <a:pt x="222071" y="64800"/>
                </a:lnTo>
                <a:lnTo>
                  <a:pt x="222838" y="64770"/>
                </a:lnTo>
                <a:lnTo>
                  <a:pt x="223617" y="64760"/>
                </a:lnTo>
                <a:lnTo>
                  <a:pt x="224385" y="64769"/>
                </a:lnTo>
                <a:lnTo>
                  <a:pt x="225140" y="64799"/>
                </a:lnTo>
                <a:lnTo>
                  <a:pt x="225884" y="64848"/>
                </a:lnTo>
                <a:lnTo>
                  <a:pt x="226615" y="64916"/>
                </a:lnTo>
                <a:lnTo>
                  <a:pt x="227334" y="65004"/>
                </a:lnTo>
                <a:lnTo>
                  <a:pt x="228041" y="65112"/>
                </a:lnTo>
                <a:lnTo>
                  <a:pt x="228735" y="65239"/>
                </a:lnTo>
                <a:lnTo>
                  <a:pt x="229418" y="65385"/>
                </a:lnTo>
                <a:lnTo>
                  <a:pt x="230088" y="65552"/>
                </a:lnTo>
                <a:lnTo>
                  <a:pt x="230746" y="65737"/>
                </a:lnTo>
                <a:lnTo>
                  <a:pt x="231392" y="65943"/>
                </a:lnTo>
                <a:lnTo>
                  <a:pt x="232025" y="66168"/>
                </a:lnTo>
                <a:lnTo>
                  <a:pt x="232647" y="66412"/>
                </a:lnTo>
                <a:lnTo>
                  <a:pt x="233256" y="66676"/>
                </a:lnTo>
                <a:lnTo>
                  <a:pt x="233853" y="66960"/>
                </a:lnTo>
                <a:lnTo>
                  <a:pt x="234438" y="67263"/>
                </a:lnTo>
                <a:lnTo>
                  <a:pt x="235011" y="67585"/>
                </a:lnTo>
                <a:lnTo>
                  <a:pt x="235571" y="67928"/>
                </a:lnTo>
                <a:lnTo>
                  <a:pt x="236119" y="68289"/>
                </a:lnTo>
                <a:lnTo>
                  <a:pt x="236655" y="68671"/>
                </a:lnTo>
                <a:lnTo>
                  <a:pt x="237179" y="69072"/>
                </a:lnTo>
                <a:lnTo>
                  <a:pt x="237691" y="69492"/>
                </a:lnTo>
                <a:lnTo>
                  <a:pt x="238190" y="69932"/>
                </a:lnTo>
                <a:lnTo>
                  <a:pt x="238677" y="70392"/>
                </a:lnTo>
                <a:lnTo>
                  <a:pt x="239148" y="70871"/>
                </a:lnTo>
                <a:lnTo>
                  <a:pt x="239599" y="71371"/>
                </a:lnTo>
                <a:lnTo>
                  <a:pt x="240030" y="71892"/>
                </a:lnTo>
                <a:lnTo>
                  <a:pt x="240441" y="72432"/>
                </a:lnTo>
                <a:lnTo>
                  <a:pt x="240832" y="72994"/>
                </a:lnTo>
                <a:lnTo>
                  <a:pt x="241203" y="73575"/>
                </a:lnTo>
                <a:lnTo>
                  <a:pt x="241554" y="74177"/>
                </a:lnTo>
                <a:lnTo>
                  <a:pt x="241884" y="74800"/>
                </a:lnTo>
                <a:lnTo>
                  <a:pt x="242195" y="75443"/>
                </a:lnTo>
                <a:lnTo>
                  <a:pt x="242486" y="76106"/>
                </a:lnTo>
                <a:lnTo>
                  <a:pt x="242756" y="76790"/>
                </a:lnTo>
                <a:lnTo>
                  <a:pt x="243007" y="77494"/>
                </a:lnTo>
                <a:lnTo>
                  <a:pt x="243238" y="78219"/>
                </a:lnTo>
                <a:lnTo>
                  <a:pt x="243448" y="78964"/>
                </a:lnTo>
                <a:lnTo>
                  <a:pt x="243638" y="79730"/>
                </a:lnTo>
                <a:lnTo>
                  <a:pt x="243809" y="80516"/>
                </a:lnTo>
                <a:lnTo>
                  <a:pt x="243959" y="81322"/>
                </a:lnTo>
                <a:lnTo>
                  <a:pt x="244089" y="82149"/>
                </a:lnTo>
                <a:lnTo>
                  <a:pt x="244200" y="82996"/>
                </a:lnTo>
                <a:lnTo>
                  <a:pt x="244290" y="83864"/>
                </a:lnTo>
                <a:lnTo>
                  <a:pt x="244360" y="84752"/>
                </a:lnTo>
                <a:lnTo>
                  <a:pt x="244410" y="85660"/>
                </a:lnTo>
                <a:lnTo>
                  <a:pt x="244440" y="86589"/>
                </a:lnTo>
                <a:lnTo>
                  <a:pt x="244450" y="87539"/>
                </a:lnTo>
                <a:lnTo>
                  <a:pt x="244439" y="88437"/>
                </a:lnTo>
                <a:lnTo>
                  <a:pt x="244407" y="89317"/>
                </a:lnTo>
                <a:lnTo>
                  <a:pt x="244353" y="90179"/>
                </a:lnTo>
                <a:lnTo>
                  <a:pt x="244278" y="91023"/>
                </a:lnTo>
                <a:lnTo>
                  <a:pt x="244181" y="91850"/>
                </a:lnTo>
                <a:lnTo>
                  <a:pt x="244062" y="92658"/>
                </a:lnTo>
                <a:lnTo>
                  <a:pt x="243922" y="93448"/>
                </a:lnTo>
                <a:lnTo>
                  <a:pt x="243760" y="94220"/>
                </a:lnTo>
                <a:lnTo>
                  <a:pt x="243577" y="94974"/>
                </a:lnTo>
                <a:lnTo>
                  <a:pt x="243372" y="95710"/>
                </a:lnTo>
                <a:lnTo>
                  <a:pt x="243145" y="96428"/>
                </a:lnTo>
                <a:lnTo>
                  <a:pt x="242897" y="97128"/>
                </a:lnTo>
                <a:lnTo>
                  <a:pt x="242628" y="97810"/>
                </a:lnTo>
                <a:lnTo>
                  <a:pt x="242336" y="98474"/>
                </a:lnTo>
                <a:lnTo>
                  <a:pt x="242024" y="99119"/>
                </a:lnTo>
                <a:lnTo>
                  <a:pt x="241689" y="99747"/>
                </a:lnTo>
                <a:lnTo>
                  <a:pt x="241333" y="100357"/>
                </a:lnTo>
                <a:lnTo>
                  <a:pt x="240956" y="100949"/>
                </a:lnTo>
                <a:lnTo>
                  <a:pt x="240557" y="101522"/>
                </a:lnTo>
                <a:lnTo>
                  <a:pt x="240136" y="102078"/>
                </a:lnTo>
                <a:lnTo>
                  <a:pt x="239694" y="102616"/>
                </a:lnTo>
                <a:lnTo>
                  <a:pt x="239230" y="103135"/>
                </a:lnTo>
                <a:lnTo>
                  <a:pt x="238745" y="103637"/>
                </a:lnTo>
                <a:lnTo>
                  <a:pt x="238238" y="104121"/>
                </a:lnTo>
                <a:lnTo>
                  <a:pt x="237715" y="104585"/>
                </a:lnTo>
                <a:lnTo>
                  <a:pt x="237181" y="105030"/>
                </a:lnTo>
                <a:lnTo>
                  <a:pt x="236637" y="105455"/>
                </a:lnTo>
                <a:lnTo>
                  <a:pt x="236082" y="105861"/>
                </a:lnTo>
                <a:lnTo>
                  <a:pt x="235516" y="106246"/>
                </a:lnTo>
                <a:lnTo>
                  <a:pt x="234939" y="106612"/>
                </a:lnTo>
                <a:lnTo>
                  <a:pt x="234352" y="106958"/>
                </a:lnTo>
                <a:lnTo>
                  <a:pt x="233755" y="107284"/>
                </a:lnTo>
                <a:lnTo>
                  <a:pt x="233146" y="107591"/>
                </a:lnTo>
                <a:lnTo>
                  <a:pt x="232527" y="107878"/>
                </a:lnTo>
                <a:lnTo>
                  <a:pt x="231897" y="108145"/>
                </a:lnTo>
                <a:lnTo>
                  <a:pt x="231257" y="108392"/>
                </a:lnTo>
                <a:lnTo>
                  <a:pt x="230606" y="108619"/>
                </a:lnTo>
                <a:lnTo>
                  <a:pt x="229944" y="108827"/>
                </a:lnTo>
                <a:lnTo>
                  <a:pt x="229271" y="109015"/>
                </a:lnTo>
                <a:lnTo>
                  <a:pt x="228588" y="109183"/>
                </a:lnTo>
                <a:lnTo>
                  <a:pt x="227894" y="109331"/>
                </a:lnTo>
                <a:lnTo>
                  <a:pt x="227190" y="109459"/>
                </a:lnTo>
                <a:lnTo>
                  <a:pt x="226474" y="109568"/>
                </a:lnTo>
                <a:lnTo>
                  <a:pt x="225749" y="109657"/>
                </a:lnTo>
                <a:lnTo>
                  <a:pt x="225012" y="109726"/>
                </a:lnTo>
                <a:lnTo>
                  <a:pt x="224265" y="109776"/>
                </a:lnTo>
                <a:lnTo>
                  <a:pt x="223507" y="109805"/>
                </a:lnTo>
                <a:lnTo>
                  <a:pt x="222738" y="109815"/>
                </a:lnTo>
                <a:lnTo>
                  <a:pt x="222062" y="109806"/>
                </a:lnTo>
                <a:lnTo>
                  <a:pt x="221391" y="109776"/>
                </a:lnTo>
                <a:lnTo>
                  <a:pt x="220727" y="109727"/>
                </a:lnTo>
                <a:lnTo>
                  <a:pt x="220070" y="109659"/>
                </a:lnTo>
                <a:close/>
                <a:moveTo>
                  <a:pt x="219827" y="195283"/>
                </a:moveTo>
                <a:lnTo>
                  <a:pt x="218731" y="195212"/>
                </a:lnTo>
                <a:lnTo>
                  <a:pt x="217663" y="195125"/>
                </a:lnTo>
                <a:lnTo>
                  <a:pt x="216624" y="195023"/>
                </a:lnTo>
                <a:lnTo>
                  <a:pt x="215612" y="194904"/>
                </a:lnTo>
                <a:lnTo>
                  <a:pt x="214630" y="194770"/>
                </a:lnTo>
                <a:lnTo>
                  <a:pt x="213675" y="194621"/>
                </a:lnTo>
                <a:lnTo>
                  <a:pt x="212749" y="194455"/>
                </a:lnTo>
                <a:lnTo>
                  <a:pt x="211851" y="194274"/>
                </a:lnTo>
                <a:lnTo>
                  <a:pt x="210981" y="194077"/>
                </a:lnTo>
                <a:lnTo>
                  <a:pt x="210140" y="193865"/>
                </a:lnTo>
                <a:lnTo>
                  <a:pt x="209327" y="193636"/>
                </a:lnTo>
                <a:lnTo>
                  <a:pt x="208542" y="193392"/>
                </a:lnTo>
                <a:lnTo>
                  <a:pt x="207786" y="193132"/>
                </a:lnTo>
                <a:lnTo>
                  <a:pt x="207058" y="192856"/>
                </a:lnTo>
                <a:lnTo>
                  <a:pt x="206359" y="192565"/>
                </a:lnTo>
                <a:lnTo>
                  <a:pt x="205687" y="192257"/>
                </a:lnTo>
                <a:lnTo>
                  <a:pt x="205044" y="191934"/>
                </a:lnTo>
                <a:lnTo>
                  <a:pt x="204430" y="191596"/>
                </a:lnTo>
                <a:lnTo>
                  <a:pt x="203843" y="191241"/>
                </a:lnTo>
                <a:lnTo>
                  <a:pt x="203285" y="190871"/>
                </a:lnTo>
                <a:lnTo>
                  <a:pt x="202753" y="190491"/>
                </a:lnTo>
                <a:lnTo>
                  <a:pt x="202243" y="190109"/>
                </a:lnTo>
                <a:lnTo>
                  <a:pt x="201756" y="189725"/>
                </a:lnTo>
                <a:lnTo>
                  <a:pt x="201291" y="189337"/>
                </a:lnTo>
                <a:lnTo>
                  <a:pt x="200849" y="188947"/>
                </a:lnTo>
                <a:lnTo>
                  <a:pt x="200430" y="188554"/>
                </a:lnTo>
                <a:lnTo>
                  <a:pt x="200033" y="188159"/>
                </a:lnTo>
                <a:lnTo>
                  <a:pt x="199660" y="187761"/>
                </a:lnTo>
                <a:lnTo>
                  <a:pt x="199308" y="187361"/>
                </a:lnTo>
                <a:lnTo>
                  <a:pt x="198980" y="186957"/>
                </a:lnTo>
                <a:lnTo>
                  <a:pt x="198674" y="186551"/>
                </a:lnTo>
                <a:lnTo>
                  <a:pt x="198391" y="186143"/>
                </a:lnTo>
                <a:lnTo>
                  <a:pt x="198130" y="185732"/>
                </a:lnTo>
                <a:lnTo>
                  <a:pt x="197892" y="185318"/>
                </a:lnTo>
                <a:lnTo>
                  <a:pt x="197677" y="184901"/>
                </a:lnTo>
                <a:lnTo>
                  <a:pt x="197484" y="184482"/>
                </a:lnTo>
                <a:lnTo>
                  <a:pt x="197314" y="184061"/>
                </a:lnTo>
                <a:lnTo>
                  <a:pt x="197167" y="183636"/>
                </a:lnTo>
                <a:lnTo>
                  <a:pt x="197042" y="183209"/>
                </a:lnTo>
                <a:lnTo>
                  <a:pt x="196940" y="182780"/>
                </a:lnTo>
                <a:lnTo>
                  <a:pt x="196861" y="182347"/>
                </a:lnTo>
                <a:lnTo>
                  <a:pt x="196804" y="181912"/>
                </a:lnTo>
                <a:lnTo>
                  <a:pt x="196770" y="181475"/>
                </a:lnTo>
                <a:lnTo>
                  <a:pt x="196759" y="181035"/>
                </a:lnTo>
                <a:lnTo>
                  <a:pt x="196764" y="180658"/>
                </a:lnTo>
                <a:lnTo>
                  <a:pt x="196780" y="180286"/>
                </a:lnTo>
                <a:lnTo>
                  <a:pt x="196807" y="179917"/>
                </a:lnTo>
                <a:lnTo>
                  <a:pt x="196844" y="179552"/>
                </a:lnTo>
                <a:lnTo>
                  <a:pt x="196892" y="179190"/>
                </a:lnTo>
                <a:lnTo>
                  <a:pt x="196951" y="178833"/>
                </a:lnTo>
                <a:lnTo>
                  <a:pt x="197021" y="178479"/>
                </a:lnTo>
                <a:lnTo>
                  <a:pt x="197101" y="178128"/>
                </a:lnTo>
                <a:lnTo>
                  <a:pt x="197191" y="177782"/>
                </a:lnTo>
                <a:lnTo>
                  <a:pt x="197293" y="177439"/>
                </a:lnTo>
                <a:lnTo>
                  <a:pt x="197405" y="177100"/>
                </a:lnTo>
                <a:lnTo>
                  <a:pt x="197528" y="176764"/>
                </a:lnTo>
                <a:lnTo>
                  <a:pt x="197661" y="176433"/>
                </a:lnTo>
                <a:lnTo>
                  <a:pt x="197805" y="176105"/>
                </a:lnTo>
                <a:lnTo>
                  <a:pt x="197960" y="175781"/>
                </a:lnTo>
                <a:lnTo>
                  <a:pt x="198126" y="175460"/>
                </a:lnTo>
                <a:lnTo>
                  <a:pt x="198302" y="175143"/>
                </a:lnTo>
                <a:lnTo>
                  <a:pt x="198489" y="174830"/>
                </a:lnTo>
                <a:lnTo>
                  <a:pt x="198686" y="174521"/>
                </a:lnTo>
                <a:lnTo>
                  <a:pt x="198894" y="174215"/>
                </a:lnTo>
                <a:lnTo>
                  <a:pt x="199113" y="173913"/>
                </a:lnTo>
                <a:lnTo>
                  <a:pt x="199343" y="173615"/>
                </a:lnTo>
                <a:lnTo>
                  <a:pt x="199583" y="173321"/>
                </a:lnTo>
                <a:lnTo>
                  <a:pt x="199834" y="173030"/>
                </a:lnTo>
                <a:lnTo>
                  <a:pt x="200093" y="172744"/>
                </a:lnTo>
                <a:lnTo>
                  <a:pt x="200359" y="172463"/>
                </a:lnTo>
                <a:lnTo>
                  <a:pt x="200631" y="172188"/>
                </a:lnTo>
                <a:lnTo>
                  <a:pt x="200909" y="171918"/>
                </a:lnTo>
                <a:lnTo>
                  <a:pt x="201194" y="171654"/>
                </a:lnTo>
                <a:lnTo>
                  <a:pt x="201485" y="171395"/>
                </a:lnTo>
                <a:lnTo>
                  <a:pt x="201782" y="171141"/>
                </a:lnTo>
                <a:lnTo>
                  <a:pt x="202086" y="170894"/>
                </a:lnTo>
                <a:lnTo>
                  <a:pt x="202396" y="170651"/>
                </a:lnTo>
                <a:lnTo>
                  <a:pt x="202712" y="170414"/>
                </a:lnTo>
                <a:lnTo>
                  <a:pt x="203035" y="170183"/>
                </a:lnTo>
                <a:lnTo>
                  <a:pt x="203364" y="169957"/>
                </a:lnTo>
                <a:lnTo>
                  <a:pt x="203699" y="169736"/>
                </a:lnTo>
                <a:lnTo>
                  <a:pt x="204040" y="169521"/>
                </a:lnTo>
                <a:lnTo>
                  <a:pt x="204388" y="169312"/>
                </a:lnTo>
                <a:lnTo>
                  <a:pt x="204742" y="169108"/>
                </a:lnTo>
                <a:lnTo>
                  <a:pt x="205103" y="168909"/>
                </a:lnTo>
                <a:lnTo>
                  <a:pt x="205470" y="168716"/>
                </a:lnTo>
                <a:lnTo>
                  <a:pt x="205843" y="168528"/>
                </a:lnTo>
                <a:lnTo>
                  <a:pt x="206222" y="168346"/>
                </a:lnTo>
                <a:lnTo>
                  <a:pt x="206608" y="168170"/>
                </a:lnTo>
                <a:lnTo>
                  <a:pt x="207000" y="167998"/>
                </a:lnTo>
                <a:lnTo>
                  <a:pt x="207399" y="167833"/>
                </a:lnTo>
                <a:lnTo>
                  <a:pt x="207803" y="167672"/>
                </a:lnTo>
                <a:lnTo>
                  <a:pt x="230143" y="167672"/>
                </a:lnTo>
                <a:lnTo>
                  <a:pt x="230900" y="167675"/>
                </a:lnTo>
                <a:lnTo>
                  <a:pt x="231645" y="167683"/>
                </a:lnTo>
                <a:lnTo>
                  <a:pt x="232376" y="167696"/>
                </a:lnTo>
                <a:lnTo>
                  <a:pt x="233096" y="167714"/>
                </a:lnTo>
                <a:lnTo>
                  <a:pt x="233802" y="167738"/>
                </a:lnTo>
                <a:lnTo>
                  <a:pt x="234496" y="167767"/>
                </a:lnTo>
                <a:lnTo>
                  <a:pt x="235178" y="167801"/>
                </a:lnTo>
                <a:lnTo>
                  <a:pt x="235846" y="167840"/>
                </a:lnTo>
                <a:lnTo>
                  <a:pt x="236502" y="167885"/>
                </a:lnTo>
                <a:lnTo>
                  <a:pt x="237146" y="167935"/>
                </a:lnTo>
                <a:lnTo>
                  <a:pt x="237777" y="167990"/>
                </a:lnTo>
                <a:lnTo>
                  <a:pt x="238395" y="168050"/>
                </a:lnTo>
                <a:lnTo>
                  <a:pt x="239000" y="168115"/>
                </a:lnTo>
                <a:lnTo>
                  <a:pt x="239593" y="168186"/>
                </a:lnTo>
                <a:lnTo>
                  <a:pt x="240173" y="168262"/>
                </a:lnTo>
                <a:lnTo>
                  <a:pt x="240741" y="168343"/>
                </a:lnTo>
                <a:lnTo>
                  <a:pt x="241296" y="168430"/>
                </a:lnTo>
                <a:lnTo>
                  <a:pt x="241838" y="168522"/>
                </a:lnTo>
                <a:lnTo>
                  <a:pt x="242368" y="168619"/>
                </a:lnTo>
                <a:lnTo>
                  <a:pt x="242885" y="168721"/>
                </a:lnTo>
                <a:lnTo>
                  <a:pt x="243389" y="168828"/>
                </a:lnTo>
                <a:lnTo>
                  <a:pt x="243881" y="168941"/>
                </a:lnTo>
                <a:lnTo>
                  <a:pt x="244360" y="169059"/>
                </a:lnTo>
                <a:lnTo>
                  <a:pt x="244827" y="169182"/>
                </a:lnTo>
                <a:lnTo>
                  <a:pt x="245282" y="169311"/>
                </a:lnTo>
                <a:lnTo>
                  <a:pt x="245725" y="169443"/>
                </a:lnTo>
                <a:lnTo>
                  <a:pt x="246158" y="169580"/>
                </a:lnTo>
                <a:lnTo>
                  <a:pt x="246580" y="169722"/>
                </a:lnTo>
                <a:lnTo>
                  <a:pt x="246992" y="169868"/>
                </a:lnTo>
                <a:lnTo>
                  <a:pt x="247392" y="170018"/>
                </a:lnTo>
                <a:lnTo>
                  <a:pt x="247781" y="170173"/>
                </a:lnTo>
                <a:lnTo>
                  <a:pt x="248160" y="170331"/>
                </a:lnTo>
                <a:lnTo>
                  <a:pt x="248527" y="170495"/>
                </a:lnTo>
                <a:lnTo>
                  <a:pt x="248884" y="170662"/>
                </a:lnTo>
                <a:lnTo>
                  <a:pt x="249230" y="170835"/>
                </a:lnTo>
                <a:lnTo>
                  <a:pt x="249565" y="171011"/>
                </a:lnTo>
                <a:lnTo>
                  <a:pt x="249889" y="171192"/>
                </a:lnTo>
                <a:lnTo>
                  <a:pt x="250202" y="171377"/>
                </a:lnTo>
                <a:lnTo>
                  <a:pt x="250504" y="171566"/>
                </a:lnTo>
                <a:lnTo>
                  <a:pt x="250795" y="171760"/>
                </a:lnTo>
                <a:lnTo>
                  <a:pt x="251076" y="171959"/>
                </a:lnTo>
                <a:lnTo>
                  <a:pt x="251345" y="172161"/>
                </a:lnTo>
                <a:lnTo>
                  <a:pt x="251604" y="172368"/>
                </a:lnTo>
                <a:lnTo>
                  <a:pt x="251851" y="172580"/>
                </a:lnTo>
                <a:lnTo>
                  <a:pt x="252088" y="172796"/>
                </a:lnTo>
                <a:lnTo>
                  <a:pt x="252314" y="173016"/>
                </a:lnTo>
                <a:lnTo>
                  <a:pt x="252529" y="173240"/>
                </a:lnTo>
                <a:lnTo>
                  <a:pt x="252733" y="173469"/>
                </a:lnTo>
                <a:lnTo>
                  <a:pt x="252928" y="173703"/>
                </a:lnTo>
                <a:lnTo>
                  <a:pt x="253114" y="173941"/>
                </a:lnTo>
                <a:lnTo>
                  <a:pt x="253292" y="174183"/>
                </a:lnTo>
                <a:lnTo>
                  <a:pt x="253462" y="174430"/>
                </a:lnTo>
                <a:lnTo>
                  <a:pt x="253624" y="174681"/>
                </a:lnTo>
                <a:lnTo>
                  <a:pt x="253777" y="174936"/>
                </a:lnTo>
                <a:lnTo>
                  <a:pt x="253922" y="175196"/>
                </a:lnTo>
                <a:lnTo>
                  <a:pt x="254058" y="175460"/>
                </a:lnTo>
                <a:lnTo>
                  <a:pt x="254187" y="175729"/>
                </a:lnTo>
                <a:lnTo>
                  <a:pt x="254307" y="176002"/>
                </a:lnTo>
                <a:lnTo>
                  <a:pt x="254418" y="176279"/>
                </a:lnTo>
                <a:lnTo>
                  <a:pt x="254522" y="176561"/>
                </a:lnTo>
                <a:lnTo>
                  <a:pt x="254617" y="176847"/>
                </a:lnTo>
                <a:lnTo>
                  <a:pt x="254704" y="177137"/>
                </a:lnTo>
                <a:lnTo>
                  <a:pt x="254783" y="177432"/>
                </a:lnTo>
                <a:lnTo>
                  <a:pt x="254853" y="177731"/>
                </a:lnTo>
                <a:lnTo>
                  <a:pt x="254915" y="178034"/>
                </a:lnTo>
                <a:lnTo>
                  <a:pt x="254969" y="178342"/>
                </a:lnTo>
                <a:lnTo>
                  <a:pt x="255015" y="178655"/>
                </a:lnTo>
                <a:lnTo>
                  <a:pt x="255052" y="178971"/>
                </a:lnTo>
                <a:lnTo>
                  <a:pt x="255081" y="179292"/>
                </a:lnTo>
                <a:lnTo>
                  <a:pt x="255101" y="179618"/>
                </a:lnTo>
                <a:lnTo>
                  <a:pt x="255114" y="179947"/>
                </a:lnTo>
                <a:lnTo>
                  <a:pt x="255118" y="180282"/>
                </a:lnTo>
                <a:lnTo>
                  <a:pt x="255106" y="180803"/>
                </a:lnTo>
                <a:lnTo>
                  <a:pt x="255070" y="181319"/>
                </a:lnTo>
                <a:lnTo>
                  <a:pt x="255010" y="181828"/>
                </a:lnTo>
                <a:lnTo>
                  <a:pt x="254926" y="182330"/>
                </a:lnTo>
                <a:lnTo>
                  <a:pt x="254818" y="182826"/>
                </a:lnTo>
                <a:lnTo>
                  <a:pt x="254687" y="183315"/>
                </a:lnTo>
                <a:lnTo>
                  <a:pt x="254531" y="183797"/>
                </a:lnTo>
                <a:lnTo>
                  <a:pt x="254351" y="184273"/>
                </a:lnTo>
                <a:lnTo>
                  <a:pt x="254147" y="184743"/>
                </a:lnTo>
                <a:lnTo>
                  <a:pt x="253920" y="185206"/>
                </a:lnTo>
                <a:lnTo>
                  <a:pt x="253668" y="185662"/>
                </a:lnTo>
                <a:lnTo>
                  <a:pt x="253392" y="186112"/>
                </a:lnTo>
                <a:lnTo>
                  <a:pt x="253093" y="186555"/>
                </a:lnTo>
                <a:lnTo>
                  <a:pt x="252769" y="186991"/>
                </a:lnTo>
                <a:lnTo>
                  <a:pt x="252422" y="187421"/>
                </a:lnTo>
                <a:lnTo>
                  <a:pt x="252050" y="187845"/>
                </a:lnTo>
                <a:lnTo>
                  <a:pt x="251655" y="188262"/>
                </a:lnTo>
                <a:lnTo>
                  <a:pt x="251235" y="188672"/>
                </a:lnTo>
                <a:lnTo>
                  <a:pt x="250792" y="189076"/>
                </a:lnTo>
                <a:lnTo>
                  <a:pt x="250325" y="189473"/>
                </a:lnTo>
                <a:lnTo>
                  <a:pt x="249833" y="189864"/>
                </a:lnTo>
                <a:lnTo>
                  <a:pt x="249318" y="190248"/>
                </a:lnTo>
                <a:lnTo>
                  <a:pt x="248779" y="190625"/>
                </a:lnTo>
                <a:lnTo>
                  <a:pt x="248215" y="190996"/>
                </a:lnTo>
                <a:lnTo>
                  <a:pt x="247623" y="191356"/>
                </a:lnTo>
                <a:lnTo>
                  <a:pt x="246996" y="191701"/>
                </a:lnTo>
                <a:lnTo>
                  <a:pt x="246335" y="192030"/>
                </a:lnTo>
                <a:lnTo>
                  <a:pt x="245639" y="192345"/>
                </a:lnTo>
                <a:lnTo>
                  <a:pt x="244909" y="192643"/>
                </a:lnTo>
                <a:lnTo>
                  <a:pt x="244144" y="192927"/>
                </a:lnTo>
                <a:lnTo>
                  <a:pt x="243345" y="193195"/>
                </a:lnTo>
                <a:lnTo>
                  <a:pt x="242512" y="193448"/>
                </a:lnTo>
                <a:lnTo>
                  <a:pt x="241644" y="193685"/>
                </a:lnTo>
                <a:lnTo>
                  <a:pt x="240742" y="193907"/>
                </a:lnTo>
                <a:lnTo>
                  <a:pt x="239805" y="194114"/>
                </a:lnTo>
                <a:lnTo>
                  <a:pt x="238834" y="194306"/>
                </a:lnTo>
                <a:lnTo>
                  <a:pt x="237828" y="194482"/>
                </a:lnTo>
                <a:lnTo>
                  <a:pt x="236788" y="194643"/>
                </a:lnTo>
                <a:lnTo>
                  <a:pt x="235714" y="194788"/>
                </a:lnTo>
                <a:lnTo>
                  <a:pt x="234605" y="194918"/>
                </a:lnTo>
                <a:lnTo>
                  <a:pt x="233462" y="195033"/>
                </a:lnTo>
                <a:lnTo>
                  <a:pt x="232284" y="195133"/>
                </a:lnTo>
                <a:lnTo>
                  <a:pt x="231072" y="195217"/>
                </a:lnTo>
                <a:lnTo>
                  <a:pt x="229826" y="195286"/>
                </a:lnTo>
                <a:lnTo>
                  <a:pt x="228545" y="195340"/>
                </a:lnTo>
                <a:lnTo>
                  <a:pt x="227229" y="195378"/>
                </a:lnTo>
                <a:lnTo>
                  <a:pt x="225879" y="195401"/>
                </a:lnTo>
                <a:lnTo>
                  <a:pt x="224495" y="195409"/>
                </a:lnTo>
                <a:lnTo>
                  <a:pt x="223286" y="195401"/>
                </a:lnTo>
                <a:lnTo>
                  <a:pt x="222105" y="195377"/>
                </a:lnTo>
                <a:lnTo>
                  <a:pt x="220952" y="195338"/>
                </a:lnTo>
                <a:lnTo>
                  <a:pt x="219827" y="195283"/>
                </a:lnTo>
                <a:close/>
                <a:moveTo>
                  <a:pt x="121864" y="168927"/>
                </a:moveTo>
                <a:lnTo>
                  <a:pt x="158636" y="168927"/>
                </a:lnTo>
                <a:lnTo>
                  <a:pt x="97767" y="0"/>
                </a:lnTo>
                <a:lnTo>
                  <a:pt x="60744" y="0"/>
                </a:lnTo>
                <a:lnTo>
                  <a:pt x="0" y="168927"/>
                </a:lnTo>
                <a:lnTo>
                  <a:pt x="36396" y="168927"/>
                </a:lnTo>
                <a:lnTo>
                  <a:pt x="48821" y="131778"/>
                </a:lnTo>
                <a:lnTo>
                  <a:pt x="109815" y="131778"/>
                </a:lnTo>
                <a:lnTo>
                  <a:pt x="121864" y="168927"/>
                </a:lnTo>
                <a:close/>
                <a:moveTo>
                  <a:pt x="79193" y="34890"/>
                </a:moveTo>
                <a:lnTo>
                  <a:pt x="101156" y="102536"/>
                </a:lnTo>
                <a:lnTo>
                  <a:pt x="57229" y="102536"/>
                </a:lnTo>
                <a:lnTo>
                  <a:pt x="79193" y="34890"/>
                </a:lnTo>
                <a:close/>
                <a:moveTo>
                  <a:pt x="778637" y="0"/>
                </a:moveTo>
                <a:lnTo>
                  <a:pt x="743371" y="0"/>
                </a:lnTo>
                <a:lnTo>
                  <a:pt x="743371" y="168927"/>
                </a:lnTo>
                <a:lnTo>
                  <a:pt x="849923" y="168927"/>
                </a:lnTo>
                <a:lnTo>
                  <a:pt x="849923" y="137928"/>
                </a:lnTo>
                <a:lnTo>
                  <a:pt x="778637" y="137928"/>
                </a:lnTo>
                <a:lnTo>
                  <a:pt x="778637" y="0"/>
                </a:lnTo>
                <a:close/>
                <a:moveTo>
                  <a:pt x="651273" y="143191"/>
                </a:moveTo>
                <a:lnTo>
                  <a:pt x="650513" y="143166"/>
                </a:lnTo>
                <a:lnTo>
                  <a:pt x="649778" y="143125"/>
                </a:lnTo>
                <a:lnTo>
                  <a:pt x="649066" y="143068"/>
                </a:lnTo>
                <a:lnTo>
                  <a:pt x="648378" y="142993"/>
                </a:lnTo>
                <a:lnTo>
                  <a:pt x="647714" y="142903"/>
                </a:lnTo>
                <a:lnTo>
                  <a:pt x="647074" y="142796"/>
                </a:lnTo>
                <a:lnTo>
                  <a:pt x="646457" y="142672"/>
                </a:lnTo>
                <a:lnTo>
                  <a:pt x="645864" y="142532"/>
                </a:lnTo>
                <a:lnTo>
                  <a:pt x="645295" y="142376"/>
                </a:lnTo>
                <a:lnTo>
                  <a:pt x="644749" y="142203"/>
                </a:lnTo>
                <a:lnTo>
                  <a:pt x="644227" y="142014"/>
                </a:lnTo>
                <a:lnTo>
                  <a:pt x="643729" y="141808"/>
                </a:lnTo>
                <a:lnTo>
                  <a:pt x="643255" y="141586"/>
                </a:lnTo>
                <a:lnTo>
                  <a:pt x="642805" y="141347"/>
                </a:lnTo>
                <a:lnTo>
                  <a:pt x="642378" y="141092"/>
                </a:lnTo>
                <a:lnTo>
                  <a:pt x="641975" y="140820"/>
                </a:lnTo>
                <a:lnTo>
                  <a:pt x="641596" y="140532"/>
                </a:lnTo>
                <a:lnTo>
                  <a:pt x="641240" y="140227"/>
                </a:lnTo>
                <a:lnTo>
                  <a:pt x="640909" y="139906"/>
                </a:lnTo>
                <a:lnTo>
                  <a:pt x="640601" y="139569"/>
                </a:lnTo>
                <a:lnTo>
                  <a:pt x="640316" y="139215"/>
                </a:lnTo>
                <a:lnTo>
                  <a:pt x="640056" y="138844"/>
                </a:lnTo>
                <a:lnTo>
                  <a:pt x="639819" y="138458"/>
                </a:lnTo>
                <a:lnTo>
                  <a:pt x="639599" y="138054"/>
                </a:lnTo>
                <a:lnTo>
                  <a:pt x="639388" y="137632"/>
                </a:lnTo>
                <a:lnTo>
                  <a:pt x="639187" y="137192"/>
                </a:lnTo>
                <a:lnTo>
                  <a:pt x="638995" y="136735"/>
                </a:lnTo>
                <a:lnTo>
                  <a:pt x="638812" y="136259"/>
                </a:lnTo>
                <a:lnTo>
                  <a:pt x="638639" y="135766"/>
                </a:lnTo>
                <a:lnTo>
                  <a:pt x="638475" y="135256"/>
                </a:lnTo>
                <a:lnTo>
                  <a:pt x="638320" y="134727"/>
                </a:lnTo>
                <a:lnTo>
                  <a:pt x="638175" y="134180"/>
                </a:lnTo>
                <a:lnTo>
                  <a:pt x="638039" y="133616"/>
                </a:lnTo>
                <a:lnTo>
                  <a:pt x="637913" y="133034"/>
                </a:lnTo>
                <a:lnTo>
                  <a:pt x="637795" y="132434"/>
                </a:lnTo>
                <a:lnTo>
                  <a:pt x="637688" y="131817"/>
                </a:lnTo>
                <a:lnTo>
                  <a:pt x="637589" y="131181"/>
                </a:lnTo>
                <a:lnTo>
                  <a:pt x="637500" y="130528"/>
                </a:lnTo>
                <a:lnTo>
                  <a:pt x="637421" y="129857"/>
                </a:lnTo>
                <a:lnTo>
                  <a:pt x="637350" y="129168"/>
                </a:lnTo>
                <a:lnTo>
                  <a:pt x="637289" y="128462"/>
                </a:lnTo>
                <a:lnTo>
                  <a:pt x="637238" y="127737"/>
                </a:lnTo>
                <a:lnTo>
                  <a:pt x="637196" y="126995"/>
                </a:lnTo>
                <a:lnTo>
                  <a:pt x="637163" y="126235"/>
                </a:lnTo>
                <a:lnTo>
                  <a:pt x="637140" y="125457"/>
                </a:lnTo>
                <a:lnTo>
                  <a:pt x="637125" y="124662"/>
                </a:lnTo>
                <a:lnTo>
                  <a:pt x="637121" y="123848"/>
                </a:lnTo>
                <a:lnTo>
                  <a:pt x="637121" y="70533"/>
                </a:lnTo>
                <a:lnTo>
                  <a:pt x="663853" y="70533"/>
                </a:lnTo>
                <a:lnTo>
                  <a:pt x="663853" y="44930"/>
                </a:lnTo>
                <a:lnTo>
                  <a:pt x="637121" y="44930"/>
                </a:lnTo>
                <a:lnTo>
                  <a:pt x="637121" y="16064"/>
                </a:lnTo>
                <a:lnTo>
                  <a:pt x="603862" y="16064"/>
                </a:lnTo>
                <a:lnTo>
                  <a:pt x="603862" y="44930"/>
                </a:lnTo>
                <a:lnTo>
                  <a:pt x="583531" y="44930"/>
                </a:lnTo>
                <a:lnTo>
                  <a:pt x="583531" y="70533"/>
                </a:lnTo>
                <a:lnTo>
                  <a:pt x="603862" y="70533"/>
                </a:lnTo>
                <a:lnTo>
                  <a:pt x="603862" y="125593"/>
                </a:lnTo>
                <a:lnTo>
                  <a:pt x="603869" y="126858"/>
                </a:lnTo>
                <a:lnTo>
                  <a:pt x="603890" y="128102"/>
                </a:lnTo>
                <a:lnTo>
                  <a:pt x="603925" y="129327"/>
                </a:lnTo>
                <a:lnTo>
                  <a:pt x="603974" y="130531"/>
                </a:lnTo>
                <a:lnTo>
                  <a:pt x="604037" y="131715"/>
                </a:lnTo>
                <a:lnTo>
                  <a:pt x="604113" y="132879"/>
                </a:lnTo>
                <a:lnTo>
                  <a:pt x="604204" y="134023"/>
                </a:lnTo>
                <a:lnTo>
                  <a:pt x="604309" y="135146"/>
                </a:lnTo>
                <a:lnTo>
                  <a:pt x="604427" y="136250"/>
                </a:lnTo>
                <a:lnTo>
                  <a:pt x="604560" y="137333"/>
                </a:lnTo>
                <a:lnTo>
                  <a:pt x="604706" y="138396"/>
                </a:lnTo>
                <a:lnTo>
                  <a:pt x="604866" y="139439"/>
                </a:lnTo>
                <a:lnTo>
                  <a:pt x="605041" y="140462"/>
                </a:lnTo>
                <a:lnTo>
                  <a:pt x="605229" y="141465"/>
                </a:lnTo>
                <a:lnTo>
                  <a:pt x="605431" y="142447"/>
                </a:lnTo>
                <a:lnTo>
                  <a:pt x="605647" y="143410"/>
                </a:lnTo>
                <a:lnTo>
                  <a:pt x="605877" y="144352"/>
                </a:lnTo>
                <a:lnTo>
                  <a:pt x="606121" y="145274"/>
                </a:lnTo>
                <a:lnTo>
                  <a:pt x="606379" y="146176"/>
                </a:lnTo>
                <a:lnTo>
                  <a:pt x="606651" y="147058"/>
                </a:lnTo>
                <a:lnTo>
                  <a:pt x="606937" y="147920"/>
                </a:lnTo>
                <a:lnTo>
                  <a:pt x="607237" y="148761"/>
                </a:lnTo>
                <a:lnTo>
                  <a:pt x="607551" y="149583"/>
                </a:lnTo>
                <a:lnTo>
                  <a:pt x="607879" y="150384"/>
                </a:lnTo>
                <a:lnTo>
                  <a:pt x="608224" y="151167"/>
                </a:lnTo>
                <a:lnTo>
                  <a:pt x="608591" y="151932"/>
                </a:lnTo>
                <a:lnTo>
                  <a:pt x="608980" y="152680"/>
                </a:lnTo>
                <a:lnTo>
                  <a:pt x="609390" y="153411"/>
                </a:lnTo>
                <a:lnTo>
                  <a:pt x="609822" y="154125"/>
                </a:lnTo>
                <a:lnTo>
                  <a:pt x="610275" y="154821"/>
                </a:lnTo>
                <a:lnTo>
                  <a:pt x="610750" y="155500"/>
                </a:lnTo>
                <a:lnTo>
                  <a:pt x="611246" y="156162"/>
                </a:lnTo>
                <a:lnTo>
                  <a:pt x="611764" y="156807"/>
                </a:lnTo>
                <a:lnTo>
                  <a:pt x="612304" y="157434"/>
                </a:lnTo>
                <a:lnTo>
                  <a:pt x="612865" y="158044"/>
                </a:lnTo>
                <a:lnTo>
                  <a:pt x="613448" y="158637"/>
                </a:lnTo>
                <a:lnTo>
                  <a:pt x="614052" y="159213"/>
                </a:lnTo>
                <a:lnTo>
                  <a:pt x="614678" y="159771"/>
                </a:lnTo>
                <a:lnTo>
                  <a:pt x="615325" y="160312"/>
                </a:lnTo>
                <a:lnTo>
                  <a:pt x="615994" y="160836"/>
                </a:lnTo>
                <a:lnTo>
                  <a:pt x="616685" y="161343"/>
                </a:lnTo>
                <a:lnTo>
                  <a:pt x="617397" y="161832"/>
                </a:lnTo>
                <a:lnTo>
                  <a:pt x="618131" y="162304"/>
                </a:lnTo>
                <a:lnTo>
                  <a:pt x="618886" y="162759"/>
                </a:lnTo>
                <a:lnTo>
                  <a:pt x="619663" y="163196"/>
                </a:lnTo>
                <a:lnTo>
                  <a:pt x="620462" y="163617"/>
                </a:lnTo>
                <a:lnTo>
                  <a:pt x="621282" y="164020"/>
                </a:lnTo>
                <a:lnTo>
                  <a:pt x="622123" y="164405"/>
                </a:lnTo>
                <a:lnTo>
                  <a:pt x="622990" y="164774"/>
                </a:lnTo>
                <a:lnTo>
                  <a:pt x="623886" y="165128"/>
                </a:lnTo>
                <a:lnTo>
                  <a:pt x="624811" y="165465"/>
                </a:lnTo>
                <a:lnTo>
                  <a:pt x="625765" y="165787"/>
                </a:lnTo>
                <a:lnTo>
                  <a:pt x="626747" y="166093"/>
                </a:lnTo>
                <a:lnTo>
                  <a:pt x="627759" y="166384"/>
                </a:lnTo>
                <a:lnTo>
                  <a:pt x="628800" y="166659"/>
                </a:lnTo>
                <a:lnTo>
                  <a:pt x="629870" y="166918"/>
                </a:lnTo>
                <a:lnTo>
                  <a:pt x="630968" y="167161"/>
                </a:lnTo>
                <a:lnTo>
                  <a:pt x="632096" y="167389"/>
                </a:lnTo>
                <a:lnTo>
                  <a:pt x="633253" y="167601"/>
                </a:lnTo>
                <a:lnTo>
                  <a:pt x="634438" y="167797"/>
                </a:lnTo>
                <a:lnTo>
                  <a:pt x="635653" y="167977"/>
                </a:lnTo>
                <a:lnTo>
                  <a:pt x="636896" y="168142"/>
                </a:lnTo>
                <a:lnTo>
                  <a:pt x="638169" y="168291"/>
                </a:lnTo>
                <a:lnTo>
                  <a:pt x="639471" y="168425"/>
                </a:lnTo>
                <a:lnTo>
                  <a:pt x="640801" y="168543"/>
                </a:lnTo>
                <a:lnTo>
                  <a:pt x="642161" y="168645"/>
                </a:lnTo>
                <a:lnTo>
                  <a:pt x="643549" y="168731"/>
                </a:lnTo>
                <a:lnTo>
                  <a:pt x="644967" y="168802"/>
                </a:lnTo>
                <a:lnTo>
                  <a:pt x="646413" y="168857"/>
                </a:lnTo>
                <a:lnTo>
                  <a:pt x="647888" y="168896"/>
                </a:lnTo>
                <a:lnTo>
                  <a:pt x="649393" y="168920"/>
                </a:lnTo>
                <a:lnTo>
                  <a:pt x="650926" y="168927"/>
                </a:lnTo>
                <a:lnTo>
                  <a:pt x="663853" y="168927"/>
                </a:lnTo>
                <a:lnTo>
                  <a:pt x="663853" y="143199"/>
                </a:lnTo>
                <a:lnTo>
                  <a:pt x="652056" y="143199"/>
                </a:lnTo>
                <a:lnTo>
                  <a:pt x="651273" y="143191"/>
                </a:lnTo>
                <a:close/>
                <a:moveTo>
                  <a:pt x="485205" y="84747"/>
                </a:moveTo>
                <a:lnTo>
                  <a:pt x="485660" y="84201"/>
                </a:lnTo>
                <a:lnTo>
                  <a:pt x="486121" y="83663"/>
                </a:lnTo>
                <a:lnTo>
                  <a:pt x="486589" y="83131"/>
                </a:lnTo>
                <a:lnTo>
                  <a:pt x="487063" y="82607"/>
                </a:lnTo>
                <a:lnTo>
                  <a:pt x="487543" y="82089"/>
                </a:lnTo>
                <a:lnTo>
                  <a:pt x="488030" y="81579"/>
                </a:lnTo>
                <a:lnTo>
                  <a:pt x="488523" y="81076"/>
                </a:lnTo>
                <a:lnTo>
                  <a:pt x="489022" y="80579"/>
                </a:lnTo>
                <a:lnTo>
                  <a:pt x="489528" y="80090"/>
                </a:lnTo>
                <a:lnTo>
                  <a:pt x="490040" y="79608"/>
                </a:lnTo>
                <a:lnTo>
                  <a:pt x="490558" y="79133"/>
                </a:lnTo>
                <a:lnTo>
                  <a:pt x="491083" y="78665"/>
                </a:lnTo>
                <a:lnTo>
                  <a:pt x="491614" y="78205"/>
                </a:lnTo>
                <a:lnTo>
                  <a:pt x="492151" y="77751"/>
                </a:lnTo>
                <a:lnTo>
                  <a:pt x="492694" y="77304"/>
                </a:lnTo>
                <a:lnTo>
                  <a:pt x="493244" y="76865"/>
                </a:lnTo>
                <a:lnTo>
                  <a:pt x="493800" y="76432"/>
                </a:lnTo>
                <a:lnTo>
                  <a:pt x="494363" y="76007"/>
                </a:lnTo>
                <a:lnTo>
                  <a:pt x="494932" y="75589"/>
                </a:lnTo>
                <a:lnTo>
                  <a:pt x="495507" y="75178"/>
                </a:lnTo>
                <a:lnTo>
                  <a:pt x="496088" y="74773"/>
                </a:lnTo>
                <a:lnTo>
                  <a:pt x="496676" y="74376"/>
                </a:lnTo>
                <a:lnTo>
                  <a:pt x="497272" y="73991"/>
                </a:lnTo>
                <a:lnTo>
                  <a:pt x="497877" y="73622"/>
                </a:lnTo>
                <a:lnTo>
                  <a:pt x="498493" y="73270"/>
                </a:lnTo>
                <a:lnTo>
                  <a:pt x="499118" y="72934"/>
                </a:lnTo>
                <a:lnTo>
                  <a:pt x="499753" y="72614"/>
                </a:lnTo>
                <a:lnTo>
                  <a:pt x="500398" y="72310"/>
                </a:lnTo>
                <a:lnTo>
                  <a:pt x="501052" y="72024"/>
                </a:lnTo>
                <a:lnTo>
                  <a:pt x="501717" y="71753"/>
                </a:lnTo>
                <a:lnTo>
                  <a:pt x="502391" y="71499"/>
                </a:lnTo>
                <a:lnTo>
                  <a:pt x="503075" y="71261"/>
                </a:lnTo>
                <a:lnTo>
                  <a:pt x="503769" y="71040"/>
                </a:lnTo>
                <a:lnTo>
                  <a:pt x="504473" y="70835"/>
                </a:lnTo>
                <a:lnTo>
                  <a:pt x="505186" y="70646"/>
                </a:lnTo>
                <a:lnTo>
                  <a:pt x="505910" y="70474"/>
                </a:lnTo>
                <a:lnTo>
                  <a:pt x="506643" y="70318"/>
                </a:lnTo>
                <a:lnTo>
                  <a:pt x="507385" y="70179"/>
                </a:lnTo>
                <a:lnTo>
                  <a:pt x="508138" y="70056"/>
                </a:lnTo>
                <a:lnTo>
                  <a:pt x="508901" y="69949"/>
                </a:lnTo>
                <a:lnTo>
                  <a:pt x="509673" y="69859"/>
                </a:lnTo>
                <a:lnTo>
                  <a:pt x="510455" y="69785"/>
                </a:lnTo>
                <a:lnTo>
                  <a:pt x="511247" y="69728"/>
                </a:lnTo>
                <a:lnTo>
                  <a:pt x="512049" y="69687"/>
                </a:lnTo>
                <a:lnTo>
                  <a:pt x="512860" y="69663"/>
                </a:lnTo>
                <a:lnTo>
                  <a:pt x="513682" y="69654"/>
                </a:lnTo>
                <a:lnTo>
                  <a:pt x="514231" y="69659"/>
                </a:lnTo>
                <a:lnTo>
                  <a:pt x="514772" y="69674"/>
                </a:lnTo>
                <a:lnTo>
                  <a:pt x="515304" y="69698"/>
                </a:lnTo>
                <a:lnTo>
                  <a:pt x="515827" y="69732"/>
                </a:lnTo>
                <a:lnTo>
                  <a:pt x="516341" y="69776"/>
                </a:lnTo>
                <a:lnTo>
                  <a:pt x="516847" y="69830"/>
                </a:lnTo>
                <a:lnTo>
                  <a:pt x="517343" y="69893"/>
                </a:lnTo>
                <a:lnTo>
                  <a:pt x="517830" y="69966"/>
                </a:lnTo>
                <a:lnTo>
                  <a:pt x="518309" y="70049"/>
                </a:lnTo>
                <a:lnTo>
                  <a:pt x="518778" y="70142"/>
                </a:lnTo>
                <a:lnTo>
                  <a:pt x="519238" y="70244"/>
                </a:lnTo>
                <a:lnTo>
                  <a:pt x="519690" y="70356"/>
                </a:lnTo>
                <a:lnTo>
                  <a:pt x="520133" y="70478"/>
                </a:lnTo>
                <a:lnTo>
                  <a:pt x="520566" y="70610"/>
                </a:lnTo>
                <a:lnTo>
                  <a:pt x="520991" y="70751"/>
                </a:lnTo>
                <a:lnTo>
                  <a:pt x="521407" y="70902"/>
                </a:lnTo>
                <a:lnTo>
                  <a:pt x="521814" y="71063"/>
                </a:lnTo>
                <a:lnTo>
                  <a:pt x="522212" y="71234"/>
                </a:lnTo>
                <a:lnTo>
                  <a:pt x="522601" y="71414"/>
                </a:lnTo>
                <a:lnTo>
                  <a:pt x="522981" y="71604"/>
                </a:lnTo>
                <a:lnTo>
                  <a:pt x="523352" y="71804"/>
                </a:lnTo>
                <a:lnTo>
                  <a:pt x="523714" y="72014"/>
                </a:lnTo>
                <a:lnTo>
                  <a:pt x="524068" y="72233"/>
                </a:lnTo>
                <a:lnTo>
                  <a:pt x="524412" y="72462"/>
                </a:lnTo>
                <a:lnTo>
                  <a:pt x="524748" y="72700"/>
                </a:lnTo>
                <a:lnTo>
                  <a:pt x="525077" y="72946"/>
                </a:lnTo>
                <a:lnTo>
                  <a:pt x="525397" y="73200"/>
                </a:lnTo>
                <a:lnTo>
                  <a:pt x="525711" y="73462"/>
                </a:lnTo>
                <a:lnTo>
                  <a:pt x="526016" y="73732"/>
                </a:lnTo>
                <a:lnTo>
                  <a:pt x="526314" y="74010"/>
                </a:lnTo>
                <a:lnTo>
                  <a:pt x="526605" y="74296"/>
                </a:lnTo>
                <a:lnTo>
                  <a:pt x="526887" y="74589"/>
                </a:lnTo>
                <a:lnTo>
                  <a:pt x="527162" y="74891"/>
                </a:lnTo>
                <a:lnTo>
                  <a:pt x="527430" y="75201"/>
                </a:lnTo>
                <a:lnTo>
                  <a:pt x="527690" y="75519"/>
                </a:lnTo>
                <a:lnTo>
                  <a:pt x="527942" y="75844"/>
                </a:lnTo>
                <a:lnTo>
                  <a:pt x="528186" y="76178"/>
                </a:lnTo>
                <a:lnTo>
                  <a:pt x="528423" y="76519"/>
                </a:lnTo>
                <a:lnTo>
                  <a:pt x="528653" y="76869"/>
                </a:lnTo>
                <a:lnTo>
                  <a:pt x="528874" y="77226"/>
                </a:lnTo>
                <a:lnTo>
                  <a:pt x="529089" y="77592"/>
                </a:lnTo>
                <a:lnTo>
                  <a:pt x="529295" y="77965"/>
                </a:lnTo>
                <a:lnTo>
                  <a:pt x="529494" y="78347"/>
                </a:lnTo>
                <a:lnTo>
                  <a:pt x="529685" y="78736"/>
                </a:lnTo>
                <a:lnTo>
                  <a:pt x="529869" y="79133"/>
                </a:lnTo>
                <a:lnTo>
                  <a:pt x="530044" y="79539"/>
                </a:lnTo>
                <a:lnTo>
                  <a:pt x="530213" y="79952"/>
                </a:lnTo>
                <a:lnTo>
                  <a:pt x="530374" y="80373"/>
                </a:lnTo>
                <a:lnTo>
                  <a:pt x="530527" y="80801"/>
                </a:lnTo>
                <a:lnTo>
                  <a:pt x="530674" y="81235"/>
                </a:lnTo>
                <a:lnTo>
                  <a:pt x="530815" y="81675"/>
                </a:lnTo>
                <a:lnTo>
                  <a:pt x="530949" y="82120"/>
                </a:lnTo>
                <a:lnTo>
                  <a:pt x="531076" y="82571"/>
                </a:lnTo>
                <a:lnTo>
                  <a:pt x="531197" y="83028"/>
                </a:lnTo>
                <a:lnTo>
                  <a:pt x="531312" y="83491"/>
                </a:lnTo>
                <a:lnTo>
                  <a:pt x="531419" y="83960"/>
                </a:lnTo>
                <a:lnTo>
                  <a:pt x="531521" y="84434"/>
                </a:lnTo>
                <a:lnTo>
                  <a:pt x="531615" y="84914"/>
                </a:lnTo>
                <a:lnTo>
                  <a:pt x="531704" y="85400"/>
                </a:lnTo>
                <a:lnTo>
                  <a:pt x="531785" y="85891"/>
                </a:lnTo>
                <a:lnTo>
                  <a:pt x="531861" y="86389"/>
                </a:lnTo>
                <a:lnTo>
                  <a:pt x="531929" y="86892"/>
                </a:lnTo>
                <a:lnTo>
                  <a:pt x="531991" y="87401"/>
                </a:lnTo>
                <a:lnTo>
                  <a:pt x="532047" y="87915"/>
                </a:lnTo>
                <a:lnTo>
                  <a:pt x="532096" y="88436"/>
                </a:lnTo>
                <a:lnTo>
                  <a:pt x="532138" y="88962"/>
                </a:lnTo>
                <a:lnTo>
                  <a:pt x="532174" y="89494"/>
                </a:lnTo>
                <a:lnTo>
                  <a:pt x="532204" y="90032"/>
                </a:lnTo>
                <a:lnTo>
                  <a:pt x="532227" y="90576"/>
                </a:lnTo>
                <a:lnTo>
                  <a:pt x="532243" y="91125"/>
                </a:lnTo>
                <a:lnTo>
                  <a:pt x="532253" y="91680"/>
                </a:lnTo>
                <a:lnTo>
                  <a:pt x="532256" y="92241"/>
                </a:lnTo>
                <a:lnTo>
                  <a:pt x="532256" y="168927"/>
                </a:lnTo>
                <a:lnTo>
                  <a:pt x="565263" y="168927"/>
                </a:lnTo>
                <a:lnTo>
                  <a:pt x="565263" y="88186"/>
                </a:lnTo>
                <a:lnTo>
                  <a:pt x="565246" y="86360"/>
                </a:lnTo>
                <a:lnTo>
                  <a:pt x="565192" y="84572"/>
                </a:lnTo>
                <a:lnTo>
                  <a:pt x="565103" y="82821"/>
                </a:lnTo>
                <a:lnTo>
                  <a:pt x="564978" y="81106"/>
                </a:lnTo>
                <a:lnTo>
                  <a:pt x="564817" y="79428"/>
                </a:lnTo>
                <a:lnTo>
                  <a:pt x="564620" y="77787"/>
                </a:lnTo>
                <a:lnTo>
                  <a:pt x="564388" y="76183"/>
                </a:lnTo>
                <a:lnTo>
                  <a:pt x="564120" y="74616"/>
                </a:lnTo>
                <a:lnTo>
                  <a:pt x="563816" y="73086"/>
                </a:lnTo>
                <a:lnTo>
                  <a:pt x="563477" y="71592"/>
                </a:lnTo>
                <a:lnTo>
                  <a:pt x="563102" y="70136"/>
                </a:lnTo>
                <a:lnTo>
                  <a:pt x="562691" y="68716"/>
                </a:lnTo>
                <a:lnTo>
                  <a:pt x="562244" y="67333"/>
                </a:lnTo>
                <a:lnTo>
                  <a:pt x="561762" y="65987"/>
                </a:lnTo>
                <a:lnTo>
                  <a:pt x="561243" y="64678"/>
                </a:lnTo>
                <a:lnTo>
                  <a:pt x="560690" y="63406"/>
                </a:lnTo>
                <a:lnTo>
                  <a:pt x="560100" y="62170"/>
                </a:lnTo>
                <a:lnTo>
                  <a:pt x="559475" y="60972"/>
                </a:lnTo>
                <a:lnTo>
                  <a:pt x="558813" y="59810"/>
                </a:lnTo>
                <a:lnTo>
                  <a:pt x="558117" y="58685"/>
                </a:lnTo>
                <a:lnTo>
                  <a:pt x="557384" y="57597"/>
                </a:lnTo>
                <a:lnTo>
                  <a:pt x="556616" y="56546"/>
                </a:lnTo>
                <a:lnTo>
                  <a:pt x="555812" y="55532"/>
                </a:lnTo>
                <a:lnTo>
                  <a:pt x="554972" y="54555"/>
                </a:lnTo>
                <a:lnTo>
                  <a:pt x="554100" y="53616"/>
                </a:lnTo>
                <a:lnTo>
                  <a:pt x="553199" y="52717"/>
                </a:lnTo>
                <a:lnTo>
                  <a:pt x="552268" y="51858"/>
                </a:lnTo>
                <a:lnTo>
                  <a:pt x="551308" y="51039"/>
                </a:lnTo>
                <a:lnTo>
                  <a:pt x="550319" y="50260"/>
                </a:lnTo>
                <a:lnTo>
                  <a:pt x="549301" y="49520"/>
                </a:lnTo>
                <a:lnTo>
                  <a:pt x="548254" y="48821"/>
                </a:lnTo>
                <a:lnTo>
                  <a:pt x="547177" y="48162"/>
                </a:lnTo>
                <a:lnTo>
                  <a:pt x="546071" y="47543"/>
                </a:lnTo>
                <a:lnTo>
                  <a:pt x="544936" y="46963"/>
                </a:lnTo>
                <a:lnTo>
                  <a:pt x="543772" y="46424"/>
                </a:lnTo>
                <a:lnTo>
                  <a:pt x="542579" y="45924"/>
                </a:lnTo>
                <a:lnTo>
                  <a:pt x="541356" y="45465"/>
                </a:lnTo>
                <a:lnTo>
                  <a:pt x="540104" y="45045"/>
                </a:lnTo>
                <a:lnTo>
                  <a:pt x="538823" y="44666"/>
                </a:lnTo>
                <a:lnTo>
                  <a:pt x="537513" y="44326"/>
                </a:lnTo>
                <a:lnTo>
                  <a:pt x="536174" y="44027"/>
                </a:lnTo>
                <a:lnTo>
                  <a:pt x="534805" y="43767"/>
                </a:lnTo>
                <a:lnTo>
                  <a:pt x="533408" y="43547"/>
                </a:lnTo>
                <a:lnTo>
                  <a:pt x="531981" y="43367"/>
                </a:lnTo>
                <a:lnTo>
                  <a:pt x="530524" y="43227"/>
                </a:lnTo>
                <a:lnTo>
                  <a:pt x="529039" y="43128"/>
                </a:lnTo>
                <a:lnTo>
                  <a:pt x="527525" y="43068"/>
                </a:lnTo>
                <a:lnTo>
                  <a:pt x="525981" y="43048"/>
                </a:lnTo>
                <a:lnTo>
                  <a:pt x="524653" y="43058"/>
                </a:lnTo>
                <a:lnTo>
                  <a:pt x="523345" y="43090"/>
                </a:lnTo>
                <a:lnTo>
                  <a:pt x="522059" y="43143"/>
                </a:lnTo>
                <a:lnTo>
                  <a:pt x="520793" y="43217"/>
                </a:lnTo>
                <a:lnTo>
                  <a:pt x="519549" y="43312"/>
                </a:lnTo>
                <a:lnTo>
                  <a:pt x="518325" y="43428"/>
                </a:lnTo>
                <a:lnTo>
                  <a:pt x="517122" y="43565"/>
                </a:lnTo>
                <a:lnTo>
                  <a:pt x="515941" y="43724"/>
                </a:lnTo>
                <a:lnTo>
                  <a:pt x="514780" y="43904"/>
                </a:lnTo>
                <a:lnTo>
                  <a:pt x="513640" y="44104"/>
                </a:lnTo>
                <a:lnTo>
                  <a:pt x="512521" y="44326"/>
                </a:lnTo>
                <a:lnTo>
                  <a:pt x="511423" y="44569"/>
                </a:lnTo>
                <a:lnTo>
                  <a:pt x="510345" y="44834"/>
                </a:lnTo>
                <a:lnTo>
                  <a:pt x="509289" y="45119"/>
                </a:lnTo>
                <a:lnTo>
                  <a:pt x="508254" y="45425"/>
                </a:lnTo>
                <a:lnTo>
                  <a:pt x="507239" y="45753"/>
                </a:lnTo>
                <a:lnTo>
                  <a:pt x="506245" y="46102"/>
                </a:lnTo>
                <a:lnTo>
                  <a:pt x="505273" y="46472"/>
                </a:lnTo>
                <a:lnTo>
                  <a:pt x="504321" y="46863"/>
                </a:lnTo>
                <a:lnTo>
                  <a:pt x="503390" y="47275"/>
                </a:lnTo>
                <a:lnTo>
                  <a:pt x="502480" y="47708"/>
                </a:lnTo>
                <a:lnTo>
                  <a:pt x="501591" y="48162"/>
                </a:lnTo>
                <a:lnTo>
                  <a:pt x="500723" y="48638"/>
                </a:lnTo>
                <a:lnTo>
                  <a:pt x="499876" y="49135"/>
                </a:lnTo>
                <a:lnTo>
                  <a:pt x="499046" y="49645"/>
                </a:lnTo>
                <a:lnTo>
                  <a:pt x="498230" y="50162"/>
                </a:lnTo>
                <a:lnTo>
                  <a:pt x="497427" y="50685"/>
                </a:lnTo>
                <a:lnTo>
                  <a:pt x="496638" y="51214"/>
                </a:lnTo>
                <a:lnTo>
                  <a:pt x="495862" y="51750"/>
                </a:lnTo>
                <a:lnTo>
                  <a:pt x="495099" y="52292"/>
                </a:lnTo>
                <a:lnTo>
                  <a:pt x="494350" y="52840"/>
                </a:lnTo>
                <a:lnTo>
                  <a:pt x="493615" y="53395"/>
                </a:lnTo>
                <a:lnTo>
                  <a:pt x="492893" y="53956"/>
                </a:lnTo>
                <a:lnTo>
                  <a:pt x="492185" y="54523"/>
                </a:lnTo>
                <a:lnTo>
                  <a:pt x="491490" y="55096"/>
                </a:lnTo>
                <a:lnTo>
                  <a:pt x="490809" y="55676"/>
                </a:lnTo>
                <a:lnTo>
                  <a:pt x="490141" y="56263"/>
                </a:lnTo>
                <a:lnTo>
                  <a:pt x="489486" y="56855"/>
                </a:lnTo>
                <a:lnTo>
                  <a:pt x="488846" y="57454"/>
                </a:lnTo>
                <a:lnTo>
                  <a:pt x="488218" y="58059"/>
                </a:lnTo>
                <a:lnTo>
                  <a:pt x="487605" y="58671"/>
                </a:lnTo>
                <a:lnTo>
                  <a:pt x="487004" y="59289"/>
                </a:lnTo>
                <a:lnTo>
                  <a:pt x="486418" y="59913"/>
                </a:lnTo>
                <a:lnTo>
                  <a:pt x="485844" y="60543"/>
                </a:lnTo>
                <a:lnTo>
                  <a:pt x="485284" y="61180"/>
                </a:lnTo>
                <a:lnTo>
                  <a:pt x="484738" y="61823"/>
                </a:lnTo>
                <a:lnTo>
                  <a:pt x="484206" y="62472"/>
                </a:lnTo>
                <a:lnTo>
                  <a:pt x="483686" y="63128"/>
                </a:lnTo>
                <a:lnTo>
                  <a:pt x="483059" y="44930"/>
                </a:lnTo>
                <a:lnTo>
                  <a:pt x="451055" y="44930"/>
                </a:lnTo>
                <a:lnTo>
                  <a:pt x="451055" y="168927"/>
                </a:lnTo>
                <a:lnTo>
                  <a:pt x="484314" y="168927"/>
                </a:lnTo>
                <a:lnTo>
                  <a:pt x="484314" y="85860"/>
                </a:lnTo>
                <a:lnTo>
                  <a:pt x="484756" y="85300"/>
                </a:lnTo>
                <a:lnTo>
                  <a:pt x="485205" y="84747"/>
                </a:lnTo>
                <a:close/>
                <a:moveTo>
                  <a:pt x="1317259" y="85044"/>
                </a:moveTo>
                <a:lnTo>
                  <a:pt x="1317607" y="84587"/>
                </a:lnTo>
                <a:lnTo>
                  <a:pt x="1317960" y="84138"/>
                </a:lnTo>
                <a:lnTo>
                  <a:pt x="1318318" y="83698"/>
                </a:lnTo>
                <a:lnTo>
                  <a:pt x="1318681" y="83266"/>
                </a:lnTo>
                <a:lnTo>
                  <a:pt x="1319050" y="82843"/>
                </a:lnTo>
                <a:lnTo>
                  <a:pt x="1319424" y="82429"/>
                </a:lnTo>
                <a:lnTo>
                  <a:pt x="1319803" y="82023"/>
                </a:lnTo>
                <a:lnTo>
                  <a:pt x="1320187" y="81626"/>
                </a:lnTo>
                <a:lnTo>
                  <a:pt x="1320577" y="81238"/>
                </a:lnTo>
                <a:lnTo>
                  <a:pt x="1320972" y="80858"/>
                </a:lnTo>
                <a:lnTo>
                  <a:pt x="1321372" y="80487"/>
                </a:lnTo>
                <a:lnTo>
                  <a:pt x="1321777" y="80125"/>
                </a:lnTo>
                <a:lnTo>
                  <a:pt x="1322187" y="79771"/>
                </a:lnTo>
                <a:lnTo>
                  <a:pt x="1322603" y="79426"/>
                </a:lnTo>
                <a:lnTo>
                  <a:pt x="1323024" y="79090"/>
                </a:lnTo>
                <a:lnTo>
                  <a:pt x="1323450" y="78762"/>
                </a:lnTo>
                <a:lnTo>
                  <a:pt x="1323882" y="78443"/>
                </a:lnTo>
                <a:lnTo>
                  <a:pt x="1324318" y="78132"/>
                </a:lnTo>
                <a:lnTo>
                  <a:pt x="1324760" y="77830"/>
                </a:lnTo>
                <a:lnTo>
                  <a:pt x="1325207" y="77537"/>
                </a:lnTo>
                <a:lnTo>
                  <a:pt x="1325660" y="77253"/>
                </a:lnTo>
                <a:lnTo>
                  <a:pt x="1326117" y="76977"/>
                </a:lnTo>
                <a:lnTo>
                  <a:pt x="1326580" y="76708"/>
                </a:lnTo>
                <a:lnTo>
                  <a:pt x="1327046" y="76447"/>
                </a:lnTo>
                <a:lnTo>
                  <a:pt x="1327517" y="76192"/>
                </a:lnTo>
                <a:lnTo>
                  <a:pt x="1327993" y="75944"/>
                </a:lnTo>
                <a:lnTo>
                  <a:pt x="1328473" y="75702"/>
                </a:lnTo>
                <a:lnTo>
                  <a:pt x="1328957" y="75467"/>
                </a:lnTo>
                <a:lnTo>
                  <a:pt x="1329445" y="75239"/>
                </a:lnTo>
                <a:lnTo>
                  <a:pt x="1329938" y="75017"/>
                </a:lnTo>
                <a:lnTo>
                  <a:pt x="1330435" y="74802"/>
                </a:lnTo>
                <a:lnTo>
                  <a:pt x="1330937" y="74594"/>
                </a:lnTo>
                <a:lnTo>
                  <a:pt x="1331443" y="74392"/>
                </a:lnTo>
                <a:lnTo>
                  <a:pt x="1331953" y="74197"/>
                </a:lnTo>
                <a:lnTo>
                  <a:pt x="1332468" y="74009"/>
                </a:lnTo>
                <a:lnTo>
                  <a:pt x="1332987" y="73827"/>
                </a:lnTo>
                <a:lnTo>
                  <a:pt x="1333510" y="73652"/>
                </a:lnTo>
                <a:lnTo>
                  <a:pt x="1334038" y="73483"/>
                </a:lnTo>
                <a:lnTo>
                  <a:pt x="1334570" y="73322"/>
                </a:lnTo>
                <a:lnTo>
                  <a:pt x="1335106" y="73167"/>
                </a:lnTo>
                <a:lnTo>
                  <a:pt x="1335647" y="73018"/>
                </a:lnTo>
                <a:lnTo>
                  <a:pt x="1336192" y="72877"/>
                </a:lnTo>
                <a:lnTo>
                  <a:pt x="1336742" y="72741"/>
                </a:lnTo>
                <a:lnTo>
                  <a:pt x="1337296" y="72613"/>
                </a:lnTo>
                <a:lnTo>
                  <a:pt x="1337854" y="72491"/>
                </a:lnTo>
                <a:lnTo>
                  <a:pt x="1338417" y="72376"/>
                </a:lnTo>
                <a:lnTo>
                  <a:pt x="1338982" y="72267"/>
                </a:lnTo>
                <a:lnTo>
                  <a:pt x="1339550" y="72162"/>
                </a:lnTo>
                <a:lnTo>
                  <a:pt x="1340121" y="72062"/>
                </a:lnTo>
                <a:lnTo>
                  <a:pt x="1340693" y="71966"/>
                </a:lnTo>
                <a:lnTo>
                  <a:pt x="1341268" y="71876"/>
                </a:lnTo>
                <a:lnTo>
                  <a:pt x="1341844" y="71789"/>
                </a:lnTo>
                <a:lnTo>
                  <a:pt x="1342423" y="71708"/>
                </a:lnTo>
                <a:lnTo>
                  <a:pt x="1343004" y="71631"/>
                </a:lnTo>
                <a:lnTo>
                  <a:pt x="1343588" y="71559"/>
                </a:lnTo>
                <a:lnTo>
                  <a:pt x="1344173" y="71491"/>
                </a:lnTo>
                <a:lnTo>
                  <a:pt x="1344761" y="71428"/>
                </a:lnTo>
                <a:lnTo>
                  <a:pt x="1345351" y="71370"/>
                </a:lnTo>
                <a:lnTo>
                  <a:pt x="1345943" y="71317"/>
                </a:lnTo>
                <a:lnTo>
                  <a:pt x="1346537" y="71268"/>
                </a:lnTo>
                <a:lnTo>
                  <a:pt x="1347133" y="71223"/>
                </a:lnTo>
                <a:lnTo>
                  <a:pt x="1347732" y="71184"/>
                </a:lnTo>
                <a:lnTo>
                  <a:pt x="1348332" y="71149"/>
                </a:lnTo>
                <a:lnTo>
                  <a:pt x="1348935" y="71119"/>
                </a:lnTo>
                <a:lnTo>
                  <a:pt x="1349540" y="71093"/>
                </a:lnTo>
                <a:lnTo>
                  <a:pt x="1350148" y="71072"/>
                </a:lnTo>
                <a:lnTo>
                  <a:pt x="1350757" y="71056"/>
                </a:lnTo>
                <a:lnTo>
                  <a:pt x="1351369" y="71044"/>
                </a:lnTo>
                <a:lnTo>
                  <a:pt x="1351982" y="71037"/>
                </a:lnTo>
                <a:lnTo>
                  <a:pt x="1352598" y="71035"/>
                </a:lnTo>
                <a:lnTo>
                  <a:pt x="1355736" y="71035"/>
                </a:lnTo>
                <a:lnTo>
                  <a:pt x="1355736" y="43048"/>
                </a:lnTo>
                <a:lnTo>
                  <a:pt x="1353226" y="43048"/>
                </a:lnTo>
                <a:lnTo>
                  <a:pt x="1352103" y="43058"/>
                </a:lnTo>
                <a:lnTo>
                  <a:pt x="1350995" y="43089"/>
                </a:lnTo>
                <a:lnTo>
                  <a:pt x="1349900" y="43140"/>
                </a:lnTo>
                <a:lnTo>
                  <a:pt x="1348819" y="43211"/>
                </a:lnTo>
                <a:lnTo>
                  <a:pt x="1347753" y="43304"/>
                </a:lnTo>
                <a:lnTo>
                  <a:pt x="1346700" y="43416"/>
                </a:lnTo>
                <a:lnTo>
                  <a:pt x="1345661" y="43549"/>
                </a:lnTo>
                <a:lnTo>
                  <a:pt x="1344636" y="43703"/>
                </a:lnTo>
                <a:lnTo>
                  <a:pt x="1343625" y="43877"/>
                </a:lnTo>
                <a:lnTo>
                  <a:pt x="1342628" y="44072"/>
                </a:lnTo>
                <a:lnTo>
                  <a:pt x="1341645" y="44287"/>
                </a:lnTo>
                <a:lnTo>
                  <a:pt x="1340676" y="44522"/>
                </a:lnTo>
                <a:lnTo>
                  <a:pt x="1339720" y="44778"/>
                </a:lnTo>
                <a:lnTo>
                  <a:pt x="1338779" y="45055"/>
                </a:lnTo>
                <a:lnTo>
                  <a:pt x="1337852" y="45352"/>
                </a:lnTo>
                <a:lnTo>
                  <a:pt x="1336938" y="45669"/>
                </a:lnTo>
                <a:lnTo>
                  <a:pt x="1336039" y="46007"/>
                </a:lnTo>
                <a:lnTo>
                  <a:pt x="1335153" y="46366"/>
                </a:lnTo>
                <a:lnTo>
                  <a:pt x="1334282" y="46745"/>
                </a:lnTo>
                <a:lnTo>
                  <a:pt x="1333424" y="47144"/>
                </a:lnTo>
                <a:lnTo>
                  <a:pt x="1332581" y="47564"/>
                </a:lnTo>
                <a:lnTo>
                  <a:pt x="1331751" y="48004"/>
                </a:lnTo>
                <a:lnTo>
                  <a:pt x="1330935" y="48465"/>
                </a:lnTo>
                <a:lnTo>
                  <a:pt x="1330133" y="48946"/>
                </a:lnTo>
                <a:lnTo>
                  <a:pt x="1329347" y="49447"/>
                </a:lnTo>
                <a:lnTo>
                  <a:pt x="1328577" y="49965"/>
                </a:lnTo>
                <a:lnTo>
                  <a:pt x="1327823" y="50501"/>
                </a:lnTo>
                <a:lnTo>
                  <a:pt x="1327086" y="51055"/>
                </a:lnTo>
                <a:lnTo>
                  <a:pt x="1326366" y="51627"/>
                </a:lnTo>
                <a:lnTo>
                  <a:pt x="1325662" y="52217"/>
                </a:lnTo>
                <a:lnTo>
                  <a:pt x="1324975" y="52825"/>
                </a:lnTo>
                <a:lnTo>
                  <a:pt x="1324304" y="53450"/>
                </a:lnTo>
                <a:lnTo>
                  <a:pt x="1323650" y="54094"/>
                </a:lnTo>
                <a:lnTo>
                  <a:pt x="1323013" y="54755"/>
                </a:lnTo>
                <a:lnTo>
                  <a:pt x="1322392" y="55434"/>
                </a:lnTo>
                <a:lnTo>
                  <a:pt x="1321787" y="56131"/>
                </a:lnTo>
                <a:lnTo>
                  <a:pt x="1321199" y="56846"/>
                </a:lnTo>
                <a:lnTo>
                  <a:pt x="1320628" y="57579"/>
                </a:lnTo>
                <a:lnTo>
                  <a:pt x="1320073" y="58330"/>
                </a:lnTo>
                <a:lnTo>
                  <a:pt x="1319535" y="59098"/>
                </a:lnTo>
                <a:lnTo>
                  <a:pt x="1319014" y="59884"/>
                </a:lnTo>
                <a:lnTo>
                  <a:pt x="1318509" y="60689"/>
                </a:lnTo>
                <a:lnTo>
                  <a:pt x="1318020" y="61511"/>
                </a:lnTo>
                <a:lnTo>
                  <a:pt x="1317548" y="62351"/>
                </a:lnTo>
                <a:lnTo>
                  <a:pt x="1317093" y="63209"/>
                </a:lnTo>
                <a:lnTo>
                  <a:pt x="1316654" y="64084"/>
                </a:lnTo>
                <a:lnTo>
                  <a:pt x="1316232" y="64978"/>
                </a:lnTo>
                <a:lnTo>
                  <a:pt x="1315826" y="65889"/>
                </a:lnTo>
                <a:lnTo>
                  <a:pt x="1315198" y="44930"/>
                </a:lnTo>
                <a:lnTo>
                  <a:pt x="1283321" y="44930"/>
                </a:lnTo>
                <a:lnTo>
                  <a:pt x="1283321" y="168927"/>
                </a:lnTo>
                <a:lnTo>
                  <a:pt x="1316579" y="168927"/>
                </a:lnTo>
                <a:lnTo>
                  <a:pt x="1316579" y="85985"/>
                </a:lnTo>
                <a:lnTo>
                  <a:pt x="1316916" y="85511"/>
                </a:lnTo>
                <a:lnTo>
                  <a:pt x="1317259" y="85044"/>
                </a:lnTo>
                <a:close/>
                <a:moveTo>
                  <a:pt x="369945" y="171054"/>
                </a:moveTo>
                <a:lnTo>
                  <a:pt x="371270" y="170979"/>
                </a:lnTo>
                <a:lnTo>
                  <a:pt x="372581" y="170888"/>
                </a:lnTo>
                <a:lnTo>
                  <a:pt x="373877" y="170781"/>
                </a:lnTo>
                <a:lnTo>
                  <a:pt x="375158" y="170657"/>
                </a:lnTo>
                <a:lnTo>
                  <a:pt x="376425" y="170516"/>
                </a:lnTo>
                <a:lnTo>
                  <a:pt x="377677" y="170358"/>
                </a:lnTo>
                <a:lnTo>
                  <a:pt x="378915" y="170185"/>
                </a:lnTo>
                <a:lnTo>
                  <a:pt x="380138" y="169994"/>
                </a:lnTo>
                <a:lnTo>
                  <a:pt x="381347" y="169787"/>
                </a:lnTo>
                <a:lnTo>
                  <a:pt x="382541" y="169564"/>
                </a:lnTo>
                <a:lnTo>
                  <a:pt x="383720" y="169324"/>
                </a:lnTo>
                <a:lnTo>
                  <a:pt x="384885" y="169067"/>
                </a:lnTo>
                <a:lnTo>
                  <a:pt x="386035" y="168794"/>
                </a:lnTo>
                <a:lnTo>
                  <a:pt x="387170" y="168504"/>
                </a:lnTo>
                <a:lnTo>
                  <a:pt x="388291" y="168197"/>
                </a:lnTo>
                <a:lnTo>
                  <a:pt x="389398" y="167875"/>
                </a:lnTo>
                <a:lnTo>
                  <a:pt x="390489" y="167535"/>
                </a:lnTo>
                <a:lnTo>
                  <a:pt x="391566" y="167179"/>
                </a:lnTo>
                <a:lnTo>
                  <a:pt x="392629" y="166806"/>
                </a:lnTo>
                <a:lnTo>
                  <a:pt x="393677" y="166417"/>
                </a:lnTo>
                <a:lnTo>
                  <a:pt x="394708" y="166011"/>
                </a:lnTo>
                <a:lnTo>
                  <a:pt x="395722" y="165588"/>
                </a:lnTo>
                <a:lnTo>
                  <a:pt x="396716" y="165149"/>
                </a:lnTo>
                <a:lnTo>
                  <a:pt x="397693" y="164692"/>
                </a:lnTo>
                <a:lnTo>
                  <a:pt x="398651" y="164218"/>
                </a:lnTo>
                <a:lnTo>
                  <a:pt x="399591" y="163727"/>
                </a:lnTo>
                <a:lnTo>
                  <a:pt x="400513" y="163219"/>
                </a:lnTo>
                <a:lnTo>
                  <a:pt x="401416" y="162694"/>
                </a:lnTo>
                <a:lnTo>
                  <a:pt x="402301" y="162152"/>
                </a:lnTo>
                <a:lnTo>
                  <a:pt x="403168" y="161593"/>
                </a:lnTo>
                <a:lnTo>
                  <a:pt x="404017" y="161017"/>
                </a:lnTo>
                <a:lnTo>
                  <a:pt x="404847" y="160425"/>
                </a:lnTo>
                <a:lnTo>
                  <a:pt x="405659" y="159815"/>
                </a:lnTo>
                <a:lnTo>
                  <a:pt x="406452" y="159188"/>
                </a:lnTo>
                <a:lnTo>
                  <a:pt x="407227" y="158544"/>
                </a:lnTo>
                <a:lnTo>
                  <a:pt x="407984" y="157883"/>
                </a:lnTo>
                <a:lnTo>
                  <a:pt x="408723" y="157205"/>
                </a:lnTo>
                <a:lnTo>
                  <a:pt x="409443" y="156510"/>
                </a:lnTo>
                <a:lnTo>
                  <a:pt x="410145" y="155799"/>
                </a:lnTo>
                <a:lnTo>
                  <a:pt x="410829" y="155070"/>
                </a:lnTo>
                <a:lnTo>
                  <a:pt x="411494" y="154324"/>
                </a:lnTo>
                <a:lnTo>
                  <a:pt x="412142" y="153561"/>
                </a:lnTo>
                <a:lnTo>
                  <a:pt x="412770" y="152781"/>
                </a:lnTo>
                <a:lnTo>
                  <a:pt x="413381" y="151984"/>
                </a:lnTo>
                <a:lnTo>
                  <a:pt x="413971" y="151171"/>
                </a:lnTo>
                <a:lnTo>
                  <a:pt x="414538" y="150340"/>
                </a:lnTo>
                <a:lnTo>
                  <a:pt x="415082" y="149493"/>
                </a:lnTo>
                <a:lnTo>
                  <a:pt x="415603" y="148629"/>
                </a:lnTo>
                <a:lnTo>
                  <a:pt x="416102" y="147748"/>
                </a:lnTo>
                <a:lnTo>
                  <a:pt x="416577" y="146851"/>
                </a:lnTo>
                <a:lnTo>
                  <a:pt x="417030" y="145936"/>
                </a:lnTo>
                <a:lnTo>
                  <a:pt x="417460" y="145005"/>
                </a:lnTo>
                <a:lnTo>
                  <a:pt x="417867" y="144057"/>
                </a:lnTo>
                <a:lnTo>
                  <a:pt x="418251" y="143092"/>
                </a:lnTo>
                <a:lnTo>
                  <a:pt x="418612" y="142111"/>
                </a:lnTo>
                <a:lnTo>
                  <a:pt x="418950" y="141113"/>
                </a:lnTo>
                <a:lnTo>
                  <a:pt x="419266" y="140098"/>
                </a:lnTo>
                <a:lnTo>
                  <a:pt x="419558" y="139066"/>
                </a:lnTo>
                <a:lnTo>
                  <a:pt x="419828" y="138017"/>
                </a:lnTo>
                <a:lnTo>
                  <a:pt x="420074" y="136952"/>
                </a:lnTo>
                <a:lnTo>
                  <a:pt x="420298" y="135870"/>
                </a:lnTo>
                <a:lnTo>
                  <a:pt x="420499" y="134771"/>
                </a:lnTo>
                <a:lnTo>
                  <a:pt x="420677" y="133655"/>
                </a:lnTo>
                <a:lnTo>
                  <a:pt x="420833" y="132523"/>
                </a:lnTo>
                <a:lnTo>
                  <a:pt x="420965" y="131373"/>
                </a:lnTo>
                <a:lnTo>
                  <a:pt x="421075" y="130207"/>
                </a:lnTo>
                <a:lnTo>
                  <a:pt x="421161" y="129025"/>
                </a:lnTo>
                <a:lnTo>
                  <a:pt x="421225" y="127825"/>
                </a:lnTo>
                <a:lnTo>
                  <a:pt x="388469" y="127825"/>
                </a:lnTo>
                <a:lnTo>
                  <a:pt x="388447" y="128614"/>
                </a:lnTo>
                <a:lnTo>
                  <a:pt x="388403" y="129387"/>
                </a:lnTo>
                <a:lnTo>
                  <a:pt x="388337" y="130144"/>
                </a:lnTo>
                <a:lnTo>
                  <a:pt x="388249" y="130884"/>
                </a:lnTo>
                <a:lnTo>
                  <a:pt x="388138" y="131607"/>
                </a:lnTo>
                <a:lnTo>
                  <a:pt x="388006" y="132315"/>
                </a:lnTo>
                <a:lnTo>
                  <a:pt x="387851" y="133006"/>
                </a:lnTo>
                <a:lnTo>
                  <a:pt x="387674" y="133680"/>
                </a:lnTo>
                <a:lnTo>
                  <a:pt x="387474" y="134338"/>
                </a:lnTo>
                <a:lnTo>
                  <a:pt x="387253" y="134980"/>
                </a:lnTo>
                <a:lnTo>
                  <a:pt x="387009" y="135605"/>
                </a:lnTo>
                <a:lnTo>
                  <a:pt x="386743" y="136214"/>
                </a:lnTo>
                <a:lnTo>
                  <a:pt x="386455" y="136807"/>
                </a:lnTo>
                <a:lnTo>
                  <a:pt x="386144" y="137383"/>
                </a:lnTo>
                <a:lnTo>
                  <a:pt x="385811" y="137943"/>
                </a:lnTo>
                <a:lnTo>
                  <a:pt x="385456" y="138486"/>
                </a:lnTo>
                <a:lnTo>
                  <a:pt x="385079" y="139013"/>
                </a:lnTo>
                <a:lnTo>
                  <a:pt x="384680" y="139523"/>
                </a:lnTo>
                <a:lnTo>
                  <a:pt x="384258" y="140018"/>
                </a:lnTo>
                <a:lnTo>
                  <a:pt x="383814" y="140495"/>
                </a:lnTo>
                <a:lnTo>
                  <a:pt x="383348" y="140957"/>
                </a:lnTo>
                <a:lnTo>
                  <a:pt x="382860" y="141402"/>
                </a:lnTo>
                <a:lnTo>
                  <a:pt x="382350" y="141830"/>
                </a:lnTo>
                <a:lnTo>
                  <a:pt x="381817" y="142242"/>
                </a:lnTo>
                <a:lnTo>
                  <a:pt x="381266" y="142638"/>
                </a:lnTo>
                <a:lnTo>
                  <a:pt x="380700" y="143017"/>
                </a:lnTo>
                <a:lnTo>
                  <a:pt x="380119" y="143378"/>
                </a:lnTo>
                <a:lnTo>
                  <a:pt x="379523" y="143723"/>
                </a:lnTo>
                <a:lnTo>
                  <a:pt x="378912" y="144052"/>
                </a:lnTo>
                <a:lnTo>
                  <a:pt x="378287" y="144363"/>
                </a:lnTo>
                <a:lnTo>
                  <a:pt x="377647" y="144658"/>
                </a:lnTo>
                <a:lnTo>
                  <a:pt x="376992" y="144935"/>
                </a:lnTo>
                <a:lnTo>
                  <a:pt x="376322" y="145196"/>
                </a:lnTo>
                <a:lnTo>
                  <a:pt x="375638" y="145440"/>
                </a:lnTo>
                <a:lnTo>
                  <a:pt x="374938" y="145668"/>
                </a:lnTo>
                <a:lnTo>
                  <a:pt x="374224" y="145878"/>
                </a:lnTo>
                <a:lnTo>
                  <a:pt x="373495" y="146072"/>
                </a:lnTo>
                <a:lnTo>
                  <a:pt x="372751" y="146248"/>
                </a:lnTo>
                <a:lnTo>
                  <a:pt x="371992" y="146408"/>
                </a:lnTo>
                <a:lnTo>
                  <a:pt x="371219" y="146551"/>
                </a:lnTo>
                <a:lnTo>
                  <a:pt x="370430" y="146677"/>
                </a:lnTo>
                <a:lnTo>
                  <a:pt x="369627" y="146787"/>
                </a:lnTo>
                <a:lnTo>
                  <a:pt x="368809" y="146879"/>
                </a:lnTo>
                <a:lnTo>
                  <a:pt x="367977" y="146955"/>
                </a:lnTo>
                <a:lnTo>
                  <a:pt x="367129" y="147014"/>
                </a:lnTo>
                <a:lnTo>
                  <a:pt x="366267" y="147056"/>
                </a:lnTo>
                <a:lnTo>
                  <a:pt x="365389" y="147081"/>
                </a:lnTo>
                <a:lnTo>
                  <a:pt x="364497" y="147090"/>
                </a:lnTo>
                <a:lnTo>
                  <a:pt x="363636" y="147082"/>
                </a:lnTo>
                <a:lnTo>
                  <a:pt x="362789" y="147057"/>
                </a:lnTo>
                <a:lnTo>
                  <a:pt x="361956" y="147017"/>
                </a:lnTo>
                <a:lnTo>
                  <a:pt x="361137" y="146960"/>
                </a:lnTo>
                <a:lnTo>
                  <a:pt x="360331" y="146887"/>
                </a:lnTo>
                <a:lnTo>
                  <a:pt x="359540" y="146797"/>
                </a:lnTo>
                <a:lnTo>
                  <a:pt x="358763" y="146691"/>
                </a:lnTo>
                <a:lnTo>
                  <a:pt x="357999" y="146570"/>
                </a:lnTo>
                <a:lnTo>
                  <a:pt x="357250" y="146431"/>
                </a:lnTo>
                <a:lnTo>
                  <a:pt x="356514" y="146277"/>
                </a:lnTo>
                <a:lnTo>
                  <a:pt x="355792" y="146106"/>
                </a:lnTo>
                <a:lnTo>
                  <a:pt x="355085" y="145919"/>
                </a:lnTo>
                <a:lnTo>
                  <a:pt x="354391" y="145716"/>
                </a:lnTo>
                <a:lnTo>
                  <a:pt x="353711" y="145496"/>
                </a:lnTo>
                <a:lnTo>
                  <a:pt x="353045" y="145261"/>
                </a:lnTo>
                <a:lnTo>
                  <a:pt x="352393" y="145009"/>
                </a:lnTo>
                <a:lnTo>
                  <a:pt x="351755" y="144740"/>
                </a:lnTo>
                <a:lnTo>
                  <a:pt x="351131" y="144456"/>
                </a:lnTo>
                <a:lnTo>
                  <a:pt x="350521" y="144155"/>
                </a:lnTo>
                <a:lnTo>
                  <a:pt x="349925" y="143838"/>
                </a:lnTo>
                <a:lnTo>
                  <a:pt x="349343" y="143505"/>
                </a:lnTo>
                <a:lnTo>
                  <a:pt x="348775" y="143155"/>
                </a:lnTo>
                <a:lnTo>
                  <a:pt x="348220" y="142789"/>
                </a:lnTo>
                <a:lnTo>
                  <a:pt x="347680" y="142407"/>
                </a:lnTo>
                <a:lnTo>
                  <a:pt x="347153" y="142011"/>
                </a:lnTo>
                <a:lnTo>
                  <a:pt x="346637" y="141605"/>
                </a:lnTo>
                <a:lnTo>
                  <a:pt x="346134" y="141188"/>
                </a:lnTo>
                <a:lnTo>
                  <a:pt x="345642" y="140761"/>
                </a:lnTo>
                <a:lnTo>
                  <a:pt x="345163" y="140323"/>
                </a:lnTo>
                <a:lnTo>
                  <a:pt x="344695" y="139875"/>
                </a:lnTo>
                <a:lnTo>
                  <a:pt x="344240" y="139416"/>
                </a:lnTo>
                <a:lnTo>
                  <a:pt x="343796" y="138947"/>
                </a:lnTo>
                <a:lnTo>
                  <a:pt x="343365" y="138468"/>
                </a:lnTo>
                <a:lnTo>
                  <a:pt x="342945" y="137978"/>
                </a:lnTo>
                <a:lnTo>
                  <a:pt x="342538" y="137477"/>
                </a:lnTo>
                <a:lnTo>
                  <a:pt x="342142" y="136966"/>
                </a:lnTo>
                <a:lnTo>
                  <a:pt x="341759" y="136445"/>
                </a:lnTo>
                <a:lnTo>
                  <a:pt x="341387" y="135913"/>
                </a:lnTo>
                <a:lnTo>
                  <a:pt x="341027" y="135370"/>
                </a:lnTo>
                <a:lnTo>
                  <a:pt x="340680" y="134818"/>
                </a:lnTo>
                <a:lnTo>
                  <a:pt x="340344" y="134254"/>
                </a:lnTo>
                <a:lnTo>
                  <a:pt x="340020" y="133680"/>
                </a:lnTo>
                <a:lnTo>
                  <a:pt x="339709" y="133096"/>
                </a:lnTo>
                <a:lnTo>
                  <a:pt x="339409" y="132501"/>
                </a:lnTo>
                <a:lnTo>
                  <a:pt x="339121" y="131896"/>
                </a:lnTo>
                <a:lnTo>
                  <a:pt x="338845" y="131280"/>
                </a:lnTo>
                <a:lnTo>
                  <a:pt x="338582" y="130654"/>
                </a:lnTo>
                <a:lnTo>
                  <a:pt x="338330" y="130017"/>
                </a:lnTo>
                <a:lnTo>
                  <a:pt x="338089" y="129374"/>
                </a:lnTo>
                <a:lnTo>
                  <a:pt x="337857" y="128726"/>
                </a:lnTo>
                <a:lnTo>
                  <a:pt x="337635" y="128074"/>
                </a:lnTo>
                <a:lnTo>
                  <a:pt x="337422" y="127418"/>
                </a:lnTo>
                <a:lnTo>
                  <a:pt x="337218" y="126758"/>
                </a:lnTo>
                <a:lnTo>
                  <a:pt x="337024" y="126094"/>
                </a:lnTo>
                <a:lnTo>
                  <a:pt x="336839" y="125426"/>
                </a:lnTo>
                <a:lnTo>
                  <a:pt x="336664" y="124754"/>
                </a:lnTo>
                <a:lnTo>
                  <a:pt x="336497" y="124078"/>
                </a:lnTo>
                <a:lnTo>
                  <a:pt x="336341" y="123398"/>
                </a:lnTo>
                <a:lnTo>
                  <a:pt x="336193" y="122714"/>
                </a:lnTo>
                <a:lnTo>
                  <a:pt x="336055" y="122025"/>
                </a:lnTo>
                <a:lnTo>
                  <a:pt x="335927" y="121333"/>
                </a:lnTo>
                <a:lnTo>
                  <a:pt x="335807" y="120637"/>
                </a:lnTo>
                <a:lnTo>
                  <a:pt x="335697" y="119937"/>
                </a:lnTo>
                <a:lnTo>
                  <a:pt x="335597" y="119233"/>
                </a:lnTo>
                <a:lnTo>
                  <a:pt x="335506" y="118525"/>
                </a:lnTo>
                <a:lnTo>
                  <a:pt x="335424" y="117813"/>
                </a:lnTo>
                <a:lnTo>
                  <a:pt x="335351" y="117096"/>
                </a:lnTo>
                <a:lnTo>
                  <a:pt x="335288" y="116376"/>
                </a:lnTo>
                <a:lnTo>
                  <a:pt x="335235" y="115652"/>
                </a:lnTo>
                <a:lnTo>
                  <a:pt x="335190" y="114924"/>
                </a:lnTo>
                <a:lnTo>
                  <a:pt x="335155" y="114191"/>
                </a:lnTo>
                <a:lnTo>
                  <a:pt x="335130" y="113455"/>
                </a:lnTo>
                <a:lnTo>
                  <a:pt x="421099" y="113455"/>
                </a:lnTo>
                <a:lnTo>
                  <a:pt x="421120" y="113337"/>
                </a:lnTo>
                <a:lnTo>
                  <a:pt x="421140" y="113214"/>
                </a:lnTo>
                <a:lnTo>
                  <a:pt x="421160" y="113087"/>
                </a:lnTo>
                <a:lnTo>
                  <a:pt x="421180" y="112956"/>
                </a:lnTo>
                <a:lnTo>
                  <a:pt x="421199" y="112821"/>
                </a:lnTo>
                <a:lnTo>
                  <a:pt x="421217" y="112682"/>
                </a:lnTo>
                <a:lnTo>
                  <a:pt x="421235" y="112538"/>
                </a:lnTo>
                <a:lnTo>
                  <a:pt x="421253" y="112390"/>
                </a:lnTo>
                <a:lnTo>
                  <a:pt x="421270" y="112238"/>
                </a:lnTo>
                <a:lnTo>
                  <a:pt x="421287" y="112082"/>
                </a:lnTo>
                <a:lnTo>
                  <a:pt x="421303" y="111922"/>
                </a:lnTo>
                <a:lnTo>
                  <a:pt x="421319" y="111758"/>
                </a:lnTo>
                <a:lnTo>
                  <a:pt x="421334" y="111589"/>
                </a:lnTo>
                <a:lnTo>
                  <a:pt x="421350" y="111416"/>
                </a:lnTo>
                <a:lnTo>
                  <a:pt x="421364" y="111239"/>
                </a:lnTo>
                <a:lnTo>
                  <a:pt x="421378" y="111058"/>
                </a:lnTo>
                <a:lnTo>
                  <a:pt x="421392" y="110873"/>
                </a:lnTo>
                <a:lnTo>
                  <a:pt x="421405" y="110683"/>
                </a:lnTo>
                <a:lnTo>
                  <a:pt x="421418" y="110490"/>
                </a:lnTo>
                <a:lnTo>
                  <a:pt x="421431" y="110292"/>
                </a:lnTo>
                <a:lnTo>
                  <a:pt x="421443" y="110090"/>
                </a:lnTo>
                <a:lnTo>
                  <a:pt x="421454" y="109883"/>
                </a:lnTo>
                <a:lnTo>
                  <a:pt x="421465" y="109673"/>
                </a:lnTo>
                <a:lnTo>
                  <a:pt x="421476" y="109458"/>
                </a:lnTo>
                <a:lnTo>
                  <a:pt x="421486" y="109244"/>
                </a:lnTo>
                <a:lnTo>
                  <a:pt x="421496" y="109033"/>
                </a:lnTo>
                <a:lnTo>
                  <a:pt x="421505" y="108825"/>
                </a:lnTo>
                <a:lnTo>
                  <a:pt x="421514" y="108622"/>
                </a:lnTo>
                <a:lnTo>
                  <a:pt x="421523" y="108422"/>
                </a:lnTo>
                <a:lnTo>
                  <a:pt x="421531" y="108226"/>
                </a:lnTo>
                <a:lnTo>
                  <a:pt x="421538" y="108033"/>
                </a:lnTo>
                <a:lnTo>
                  <a:pt x="421546" y="107845"/>
                </a:lnTo>
                <a:lnTo>
                  <a:pt x="421552" y="107660"/>
                </a:lnTo>
                <a:lnTo>
                  <a:pt x="421559" y="107479"/>
                </a:lnTo>
                <a:lnTo>
                  <a:pt x="421565" y="107301"/>
                </a:lnTo>
                <a:lnTo>
                  <a:pt x="421570" y="107128"/>
                </a:lnTo>
                <a:lnTo>
                  <a:pt x="421575" y="106958"/>
                </a:lnTo>
                <a:lnTo>
                  <a:pt x="421580" y="106792"/>
                </a:lnTo>
                <a:lnTo>
                  <a:pt x="421584" y="106629"/>
                </a:lnTo>
                <a:lnTo>
                  <a:pt x="421587" y="106471"/>
                </a:lnTo>
                <a:lnTo>
                  <a:pt x="421591" y="106316"/>
                </a:lnTo>
                <a:lnTo>
                  <a:pt x="421594" y="106165"/>
                </a:lnTo>
                <a:lnTo>
                  <a:pt x="421596" y="106017"/>
                </a:lnTo>
                <a:lnTo>
                  <a:pt x="421598" y="105874"/>
                </a:lnTo>
                <a:lnTo>
                  <a:pt x="421599" y="105734"/>
                </a:lnTo>
                <a:lnTo>
                  <a:pt x="421601" y="105598"/>
                </a:lnTo>
                <a:lnTo>
                  <a:pt x="421601" y="105465"/>
                </a:lnTo>
                <a:lnTo>
                  <a:pt x="421601" y="105336"/>
                </a:lnTo>
                <a:lnTo>
                  <a:pt x="421574" y="102865"/>
                </a:lnTo>
                <a:lnTo>
                  <a:pt x="421491" y="100442"/>
                </a:lnTo>
                <a:lnTo>
                  <a:pt x="421353" y="98066"/>
                </a:lnTo>
                <a:lnTo>
                  <a:pt x="421160" y="95739"/>
                </a:lnTo>
                <a:lnTo>
                  <a:pt x="420912" y="93459"/>
                </a:lnTo>
                <a:lnTo>
                  <a:pt x="420609" y="91227"/>
                </a:lnTo>
                <a:lnTo>
                  <a:pt x="420251" y="89042"/>
                </a:lnTo>
                <a:lnTo>
                  <a:pt x="419837" y="86906"/>
                </a:lnTo>
                <a:lnTo>
                  <a:pt x="419369" y="84817"/>
                </a:lnTo>
                <a:lnTo>
                  <a:pt x="418845" y="82776"/>
                </a:lnTo>
                <a:lnTo>
                  <a:pt x="418266" y="80783"/>
                </a:lnTo>
                <a:lnTo>
                  <a:pt x="417632" y="78838"/>
                </a:lnTo>
                <a:lnTo>
                  <a:pt x="416943" y="76940"/>
                </a:lnTo>
                <a:lnTo>
                  <a:pt x="416199" y="75090"/>
                </a:lnTo>
                <a:lnTo>
                  <a:pt x="415400" y="73288"/>
                </a:lnTo>
                <a:lnTo>
                  <a:pt x="414545" y="71534"/>
                </a:lnTo>
                <a:lnTo>
                  <a:pt x="413636" y="69828"/>
                </a:lnTo>
                <a:lnTo>
                  <a:pt x="412671" y="68169"/>
                </a:lnTo>
                <a:lnTo>
                  <a:pt x="411651" y="66559"/>
                </a:lnTo>
                <a:lnTo>
                  <a:pt x="410576" y="64996"/>
                </a:lnTo>
                <a:lnTo>
                  <a:pt x="409446" y="63481"/>
                </a:lnTo>
                <a:lnTo>
                  <a:pt x="408261" y="62013"/>
                </a:lnTo>
                <a:lnTo>
                  <a:pt x="407021" y="60594"/>
                </a:lnTo>
                <a:lnTo>
                  <a:pt x="405725" y="59222"/>
                </a:lnTo>
                <a:lnTo>
                  <a:pt x="404382" y="57902"/>
                </a:lnTo>
                <a:lnTo>
                  <a:pt x="402999" y="56638"/>
                </a:lnTo>
                <a:lnTo>
                  <a:pt x="401577" y="55431"/>
                </a:lnTo>
                <a:lnTo>
                  <a:pt x="400114" y="54280"/>
                </a:lnTo>
                <a:lnTo>
                  <a:pt x="398612" y="53185"/>
                </a:lnTo>
                <a:lnTo>
                  <a:pt x="397069" y="52146"/>
                </a:lnTo>
                <a:lnTo>
                  <a:pt x="395487" y="51163"/>
                </a:lnTo>
                <a:lnTo>
                  <a:pt x="393865" y="50236"/>
                </a:lnTo>
                <a:lnTo>
                  <a:pt x="392203" y="49366"/>
                </a:lnTo>
                <a:lnTo>
                  <a:pt x="390501" y="48551"/>
                </a:lnTo>
                <a:lnTo>
                  <a:pt x="388760" y="47793"/>
                </a:lnTo>
                <a:lnTo>
                  <a:pt x="386978" y="47091"/>
                </a:lnTo>
                <a:lnTo>
                  <a:pt x="385157" y="46445"/>
                </a:lnTo>
                <a:lnTo>
                  <a:pt x="383295" y="45856"/>
                </a:lnTo>
                <a:lnTo>
                  <a:pt x="381394" y="45322"/>
                </a:lnTo>
                <a:lnTo>
                  <a:pt x="379453" y="44845"/>
                </a:lnTo>
                <a:lnTo>
                  <a:pt x="377472" y="44424"/>
                </a:lnTo>
                <a:lnTo>
                  <a:pt x="375451" y="44059"/>
                </a:lnTo>
                <a:lnTo>
                  <a:pt x="373391" y="43750"/>
                </a:lnTo>
                <a:lnTo>
                  <a:pt x="371290" y="43497"/>
                </a:lnTo>
                <a:lnTo>
                  <a:pt x="369150" y="43300"/>
                </a:lnTo>
                <a:lnTo>
                  <a:pt x="366970" y="43160"/>
                </a:lnTo>
                <a:lnTo>
                  <a:pt x="364749" y="43076"/>
                </a:lnTo>
                <a:lnTo>
                  <a:pt x="362489" y="43048"/>
                </a:lnTo>
                <a:lnTo>
                  <a:pt x="360858" y="43061"/>
                </a:lnTo>
                <a:lnTo>
                  <a:pt x="359248" y="43101"/>
                </a:lnTo>
                <a:lnTo>
                  <a:pt x="357660" y="43168"/>
                </a:lnTo>
                <a:lnTo>
                  <a:pt x="356094" y="43261"/>
                </a:lnTo>
                <a:lnTo>
                  <a:pt x="354549" y="43381"/>
                </a:lnTo>
                <a:lnTo>
                  <a:pt x="353026" y="43528"/>
                </a:lnTo>
                <a:lnTo>
                  <a:pt x="351524" y="43701"/>
                </a:lnTo>
                <a:lnTo>
                  <a:pt x="350044" y="43901"/>
                </a:lnTo>
                <a:lnTo>
                  <a:pt x="348585" y="44128"/>
                </a:lnTo>
                <a:lnTo>
                  <a:pt x="347148" y="44382"/>
                </a:lnTo>
                <a:lnTo>
                  <a:pt x="345732" y="44662"/>
                </a:lnTo>
                <a:lnTo>
                  <a:pt x="344338" y="44968"/>
                </a:lnTo>
                <a:lnTo>
                  <a:pt x="342966" y="45302"/>
                </a:lnTo>
                <a:lnTo>
                  <a:pt x="341615" y="45662"/>
                </a:lnTo>
                <a:lnTo>
                  <a:pt x="340286" y="46049"/>
                </a:lnTo>
                <a:lnTo>
                  <a:pt x="338978" y="46462"/>
                </a:lnTo>
                <a:lnTo>
                  <a:pt x="337692" y="46903"/>
                </a:lnTo>
                <a:lnTo>
                  <a:pt x="336428" y="47369"/>
                </a:lnTo>
                <a:lnTo>
                  <a:pt x="335185" y="47863"/>
                </a:lnTo>
                <a:lnTo>
                  <a:pt x="333963" y="48383"/>
                </a:lnTo>
                <a:lnTo>
                  <a:pt x="332764" y="48930"/>
                </a:lnTo>
                <a:lnTo>
                  <a:pt x="331585" y="49504"/>
                </a:lnTo>
                <a:lnTo>
                  <a:pt x="330429" y="50104"/>
                </a:lnTo>
                <a:lnTo>
                  <a:pt x="329294" y="50731"/>
                </a:lnTo>
                <a:lnTo>
                  <a:pt x="328181" y="51382"/>
                </a:lnTo>
                <a:lnTo>
                  <a:pt x="327090" y="52057"/>
                </a:lnTo>
                <a:lnTo>
                  <a:pt x="326023" y="52754"/>
                </a:lnTo>
                <a:lnTo>
                  <a:pt x="324978" y="53474"/>
                </a:lnTo>
                <a:lnTo>
                  <a:pt x="323955" y="54216"/>
                </a:lnTo>
                <a:lnTo>
                  <a:pt x="322956" y="54981"/>
                </a:lnTo>
                <a:lnTo>
                  <a:pt x="321979" y="55769"/>
                </a:lnTo>
                <a:lnTo>
                  <a:pt x="321024" y="56580"/>
                </a:lnTo>
                <a:lnTo>
                  <a:pt x="320093" y="57413"/>
                </a:lnTo>
                <a:lnTo>
                  <a:pt x="319184" y="58269"/>
                </a:lnTo>
                <a:lnTo>
                  <a:pt x="318297" y="59148"/>
                </a:lnTo>
                <a:lnTo>
                  <a:pt x="317434" y="60049"/>
                </a:lnTo>
                <a:lnTo>
                  <a:pt x="316593" y="60974"/>
                </a:lnTo>
                <a:lnTo>
                  <a:pt x="315774" y="61921"/>
                </a:lnTo>
                <a:lnTo>
                  <a:pt x="314979" y="62890"/>
                </a:lnTo>
                <a:lnTo>
                  <a:pt x="314205" y="63882"/>
                </a:lnTo>
                <a:lnTo>
                  <a:pt x="313455" y="64898"/>
                </a:lnTo>
                <a:lnTo>
                  <a:pt x="312727" y="65935"/>
                </a:lnTo>
                <a:lnTo>
                  <a:pt x="312022" y="66996"/>
                </a:lnTo>
                <a:lnTo>
                  <a:pt x="311340" y="68079"/>
                </a:lnTo>
                <a:lnTo>
                  <a:pt x="310680" y="69185"/>
                </a:lnTo>
                <a:lnTo>
                  <a:pt x="310043" y="70314"/>
                </a:lnTo>
                <a:lnTo>
                  <a:pt x="309428" y="71465"/>
                </a:lnTo>
                <a:lnTo>
                  <a:pt x="308837" y="72639"/>
                </a:lnTo>
                <a:lnTo>
                  <a:pt x="308268" y="73834"/>
                </a:lnTo>
                <a:lnTo>
                  <a:pt x="307724" y="75047"/>
                </a:lnTo>
                <a:lnTo>
                  <a:pt x="307204" y="76280"/>
                </a:lnTo>
                <a:lnTo>
                  <a:pt x="306708" y="77531"/>
                </a:lnTo>
                <a:lnTo>
                  <a:pt x="306237" y="78802"/>
                </a:lnTo>
                <a:lnTo>
                  <a:pt x="305789" y="80091"/>
                </a:lnTo>
                <a:lnTo>
                  <a:pt x="305366" y="81399"/>
                </a:lnTo>
                <a:lnTo>
                  <a:pt x="304967" y="82727"/>
                </a:lnTo>
                <a:lnTo>
                  <a:pt x="304592" y="84073"/>
                </a:lnTo>
                <a:lnTo>
                  <a:pt x="304241" y="85438"/>
                </a:lnTo>
                <a:lnTo>
                  <a:pt x="303915" y="86823"/>
                </a:lnTo>
                <a:lnTo>
                  <a:pt x="303613" y="88226"/>
                </a:lnTo>
                <a:lnTo>
                  <a:pt x="303334" y="89648"/>
                </a:lnTo>
                <a:lnTo>
                  <a:pt x="303081" y="91089"/>
                </a:lnTo>
                <a:lnTo>
                  <a:pt x="302851" y="92549"/>
                </a:lnTo>
                <a:lnTo>
                  <a:pt x="302645" y="94029"/>
                </a:lnTo>
                <a:lnTo>
                  <a:pt x="302464" y="95527"/>
                </a:lnTo>
                <a:lnTo>
                  <a:pt x="302307" y="97044"/>
                </a:lnTo>
                <a:lnTo>
                  <a:pt x="302174" y="98580"/>
                </a:lnTo>
                <a:lnTo>
                  <a:pt x="302065" y="100135"/>
                </a:lnTo>
                <a:lnTo>
                  <a:pt x="301980" y="101709"/>
                </a:lnTo>
                <a:lnTo>
                  <a:pt x="301920" y="103302"/>
                </a:lnTo>
                <a:lnTo>
                  <a:pt x="301883" y="104914"/>
                </a:lnTo>
                <a:lnTo>
                  <a:pt x="301871" y="106544"/>
                </a:lnTo>
                <a:lnTo>
                  <a:pt x="301884" y="108228"/>
                </a:lnTo>
                <a:lnTo>
                  <a:pt x="301921" y="109891"/>
                </a:lnTo>
                <a:lnTo>
                  <a:pt x="301983" y="111533"/>
                </a:lnTo>
                <a:lnTo>
                  <a:pt x="302070" y="113155"/>
                </a:lnTo>
                <a:lnTo>
                  <a:pt x="302182" y="114758"/>
                </a:lnTo>
                <a:lnTo>
                  <a:pt x="302318" y="116339"/>
                </a:lnTo>
                <a:lnTo>
                  <a:pt x="302480" y="117901"/>
                </a:lnTo>
                <a:lnTo>
                  <a:pt x="302666" y="119442"/>
                </a:lnTo>
                <a:lnTo>
                  <a:pt x="302877" y="120963"/>
                </a:lnTo>
                <a:lnTo>
                  <a:pt x="303113" y="122464"/>
                </a:lnTo>
                <a:lnTo>
                  <a:pt x="303374" y="123944"/>
                </a:lnTo>
                <a:lnTo>
                  <a:pt x="303660" y="125404"/>
                </a:lnTo>
                <a:lnTo>
                  <a:pt x="303970" y="126844"/>
                </a:lnTo>
                <a:lnTo>
                  <a:pt x="304306" y="128264"/>
                </a:lnTo>
                <a:lnTo>
                  <a:pt x="304666" y="129663"/>
                </a:lnTo>
                <a:lnTo>
                  <a:pt x="305051" y="131042"/>
                </a:lnTo>
                <a:lnTo>
                  <a:pt x="305461" y="132401"/>
                </a:lnTo>
                <a:lnTo>
                  <a:pt x="305895" y="133739"/>
                </a:lnTo>
                <a:lnTo>
                  <a:pt x="306355" y="135057"/>
                </a:lnTo>
                <a:lnTo>
                  <a:pt x="306839" y="136355"/>
                </a:lnTo>
                <a:lnTo>
                  <a:pt x="307348" y="137633"/>
                </a:lnTo>
                <a:lnTo>
                  <a:pt x="307882" y="138890"/>
                </a:lnTo>
                <a:lnTo>
                  <a:pt x="308441" y="140127"/>
                </a:lnTo>
                <a:lnTo>
                  <a:pt x="309025" y="141344"/>
                </a:lnTo>
                <a:lnTo>
                  <a:pt x="309633" y="142539"/>
                </a:lnTo>
                <a:lnTo>
                  <a:pt x="310264" y="143710"/>
                </a:lnTo>
                <a:lnTo>
                  <a:pt x="310919" y="144857"/>
                </a:lnTo>
                <a:lnTo>
                  <a:pt x="311598" y="145981"/>
                </a:lnTo>
                <a:lnTo>
                  <a:pt x="312300" y="147081"/>
                </a:lnTo>
                <a:lnTo>
                  <a:pt x="313025" y="148158"/>
                </a:lnTo>
                <a:lnTo>
                  <a:pt x="313774" y="149211"/>
                </a:lnTo>
                <a:lnTo>
                  <a:pt x="314547" y="150240"/>
                </a:lnTo>
                <a:lnTo>
                  <a:pt x="315343" y="151246"/>
                </a:lnTo>
                <a:lnTo>
                  <a:pt x="316163" y="152228"/>
                </a:lnTo>
                <a:lnTo>
                  <a:pt x="317006" y="153187"/>
                </a:lnTo>
                <a:lnTo>
                  <a:pt x="317873" y="154122"/>
                </a:lnTo>
                <a:lnTo>
                  <a:pt x="318763" y="155033"/>
                </a:lnTo>
                <a:lnTo>
                  <a:pt x="319677" y="155921"/>
                </a:lnTo>
                <a:lnTo>
                  <a:pt x="320614" y="156786"/>
                </a:lnTo>
                <a:lnTo>
                  <a:pt x="321575" y="157626"/>
                </a:lnTo>
                <a:lnTo>
                  <a:pt x="322560" y="158444"/>
                </a:lnTo>
                <a:lnTo>
                  <a:pt x="323568" y="159237"/>
                </a:lnTo>
                <a:lnTo>
                  <a:pt x="324599" y="160007"/>
                </a:lnTo>
                <a:lnTo>
                  <a:pt x="325654" y="160754"/>
                </a:lnTo>
                <a:lnTo>
                  <a:pt x="326733" y="161476"/>
                </a:lnTo>
                <a:lnTo>
                  <a:pt x="327835" y="162176"/>
                </a:lnTo>
                <a:lnTo>
                  <a:pt x="328960" y="162851"/>
                </a:lnTo>
                <a:lnTo>
                  <a:pt x="330110" y="163503"/>
                </a:lnTo>
                <a:lnTo>
                  <a:pt x="331282" y="164130"/>
                </a:lnTo>
                <a:lnTo>
                  <a:pt x="332477" y="164730"/>
                </a:lnTo>
                <a:lnTo>
                  <a:pt x="333694" y="165304"/>
                </a:lnTo>
                <a:lnTo>
                  <a:pt x="334934" y="165851"/>
                </a:lnTo>
                <a:lnTo>
                  <a:pt x="336197" y="166371"/>
                </a:lnTo>
                <a:lnTo>
                  <a:pt x="337483" y="166865"/>
                </a:lnTo>
                <a:lnTo>
                  <a:pt x="338791" y="167332"/>
                </a:lnTo>
                <a:lnTo>
                  <a:pt x="340122" y="167772"/>
                </a:lnTo>
                <a:lnTo>
                  <a:pt x="341475" y="168185"/>
                </a:lnTo>
                <a:lnTo>
                  <a:pt x="342852" y="168572"/>
                </a:lnTo>
                <a:lnTo>
                  <a:pt x="344250" y="168932"/>
                </a:lnTo>
                <a:lnTo>
                  <a:pt x="345672" y="169266"/>
                </a:lnTo>
                <a:lnTo>
                  <a:pt x="347116" y="169572"/>
                </a:lnTo>
                <a:lnTo>
                  <a:pt x="348583" y="169853"/>
                </a:lnTo>
                <a:lnTo>
                  <a:pt x="350072" y="170106"/>
                </a:lnTo>
                <a:lnTo>
                  <a:pt x="351585" y="170333"/>
                </a:lnTo>
                <a:lnTo>
                  <a:pt x="353119" y="170533"/>
                </a:lnTo>
                <a:lnTo>
                  <a:pt x="354677" y="170706"/>
                </a:lnTo>
                <a:lnTo>
                  <a:pt x="356257" y="170853"/>
                </a:lnTo>
                <a:lnTo>
                  <a:pt x="357860" y="170973"/>
                </a:lnTo>
                <a:lnTo>
                  <a:pt x="359485" y="171066"/>
                </a:lnTo>
                <a:lnTo>
                  <a:pt x="361133" y="171133"/>
                </a:lnTo>
                <a:lnTo>
                  <a:pt x="362804" y="171173"/>
                </a:lnTo>
                <a:lnTo>
                  <a:pt x="364497" y="171186"/>
                </a:lnTo>
                <a:lnTo>
                  <a:pt x="365881" y="171178"/>
                </a:lnTo>
                <a:lnTo>
                  <a:pt x="367250" y="171153"/>
                </a:lnTo>
                <a:lnTo>
                  <a:pt x="368605" y="171112"/>
                </a:lnTo>
                <a:lnTo>
                  <a:pt x="369945" y="171054"/>
                </a:lnTo>
                <a:close/>
                <a:moveTo>
                  <a:pt x="335940" y="88275"/>
                </a:moveTo>
                <a:lnTo>
                  <a:pt x="336106" y="87303"/>
                </a:lnTo>
                <a:lnTo>
                  <a:pt x="336294" y="86353"/>
                </a:lnTo>
                <a:lnTo>
                  <a:pt x="336506" y="85424"/>
                </a:lnTo>
                <a:lnTo>
                  <a:pt x="336740" y="84516"/>
                </a:lnTo>
                <a:lnTo>
                  <a:pt x="336997" y="83630"/>
                </a:lnTo>
                <a:lnTo>
                  <a:pt x="337278" y="82764"/>
                </a:lnTo>
                <a:lnTo>
                  <a:pt x="337581" y="81919"/>
                </a:lnTo>
                <a:lnTo>
                  <a:pt x="337906" y="81096"/>
                </a:lnTo>
                <a:lnTo>
                  <a:pt x="338255" y="80293"/>
                </a:lnTo>
                <a:lnTo>
                  <a:pt x="338627" y="79512"/>
                </a:lnTo>
                <a:lnTo>
                  <a:pt x="339021" y="78752"/>
                </a:lnTo>
                <a:lnTo>
                  <a:pt x="339439" y="78012"/>
                </a:lnTo>
                <a:lnTo>
                  <a:pt x="339879" y="77294"/>
                </a:lnTo>
                <a:lnTo>
                  <a:pt x="340342" y="76597"/>
                </a:lnTo>
                <a:lnTo>
                  <a:pt x="340828" y="75922"/>
                </a:lnTo>
                <a:lnTo>
                  <a:pt x="341337" y="75267"/>
                </a:lnTo>
                <a:lnTo>
                  <a:pt x="341869" y="74633"/>
                </a:lnTo>
                <a:lnTo>
                  <a:pt x="342423" y="74020"/>
                </a:lnTo>
                <a:lnTo>
                  <a:pt x="343001" y="73429"/>
                </a:lnTo>
                <a:lnTo>
                  <a:pt x="343601" y="72859"/>
                </a:lnTo>
                <a:lnTo>
                  <a:pt x="344220" y="72310"/>
                </a:lnTo>
                <a:lnTo>
                  <a:pt x="344854" y="71786"/>
                </a:lnTo>
                <a:lnTo>
                  <a:pt x="345502" y="71284"/>
                </a:lnTo>
                <a:lnTo>
                  <a:pt x="346165" y="70806"/>
                </a:lnTo>
                <a:lnTo>
                  <a:pt x="346843" y="70351"/>
                </a:lnTo>
                <a:lnTo>
                  <a:pt x="347535" y="69919"/>
                </a:lnTo>
                <a:lnTo>
                  <a:pt x="348242" y="69511"/>
                </a:lnTo>
                <a:lnTo>
                  <a:pt x="348963" y="69126"/>
                </a:lnTo>
                <a:lnTo>
                  <a:pt x="349699" y="68765"/>
                </a:lnTo>
                <a:lnTo>
                  <a:pt x="350449" y="68426"/>
                </a:lnTo>
                <a:lnTo>
                  <a:pt x="351214" y="68111"/>
                </a:lnTo>
                <a:lnTo>
                  <a:pt x="351994" y="67820"/>
                </a:lnTo>
                <a:lnTo>
                  <a:pt x="352788" y="67552"/>
                </a:lnTo>
                <a:lnTo>
                  <a:pt x="353597" y="67307"/>
                </a:lnTo>
                <a:lnTo>
                  <a:pt x="354421" y="67085"/>
                </a:lnTo>
                <a:lnTo>
                  <a:pt x="355259" y="66887"/>
                </a:lnTo>
                <a:lnTo>
                  <a:pt x="356112" y="66712"/>
                </a:lnTo>
                <a:lnTo>
                  <a:pt x="356979" y="66560"/>
                </a:lnTo>
                <a:lnTo>
                  <a:pt x="357861" y="66432"/>
                </a:lnTo>
                <a:lnTo>
                  <a:pt x="358757" y="66327"/>
                </a:lnTo>
                <a:lnTo>
                  <a:pt x="359668" y="66245"/>
                </a:lnTo>
                <a:lnTo>
                  <a:pt x="360594" y="66187"/>
                </a:lnTo>
                <a:lnTo>
                  <a:pt x="361534" y="66152"/>
                </a:lnTo>
                <a:lnTo>
                  <a:pt x="362489" y="66140"/>
                </a:lnTo>
                <a:lnTo>
                  <a:pt x="363424" y="66152"/>
                </a:lnTo>
                <a:lnTo>
                  <a:pt x="364344" y="66186"/>
                </a:lnTo>
                <a:lnTo>
                  <a:pt x="365249" y="66242"/>
                </a:lnTo>
                <a:lnTo>
                  <a:pt x="366141" y="66322"/>
                </a:lnTo>
                <a:lnTo>
                  <a:pt x="367019" y="66423"/>
                </a:lnTo>
                <a:lnTo>
                  <a:pt x="367882" y="66548"/>
                </a:lnTo>
                <a:lnTo>
                  <a:pt x="368731" y="66695"/>
                </a:lnTo>
                <a:lnTo>
                  <a:pt x="369566" y="66865"/>
                </a:lnTo>
                <a:lnTo>
                  <a:pt x="370387" y="67058"/>
                </a:lnTo>
                <a:lnTo>
                  <a:pt x="371194" y="67273"/>
                </a:lnTo>
                <a:lnTo>
                  <a:pt x="371987" y="67511"/>
                </a:lnTo>
                <a:lnTo>
                  <a:pt x="372765" y="67772"/>
                </a:lnTo>
                <a:lnTo>
                  <a:pt x="373529" y="68055"/>
                </a:lnTo>
                <a:lnTo>
                  <a:pt x="374279" y="68361"/>
                </a:lnTo>
                <a:lnTo>
                  <a:pt x="375015" y="68690"/>
                </a:lnTo>
                <a:lnTo>
                  <a:pt x="375737" y="69041"/>
                </a:lnTo>
                <a:lnTo>
                  <a:pt x="376445" y="69415"/>
                </a:lnTo>
                <a:lnTo>
                  <a:pt x="377138" y="69811"/>
                </a:lnTo>
                <a:lnTo>
                  <a:pt x="377817" y="70230"/>
                </a:lnTo>
                <a:lnTo>
                  <a:pt x="378482" y="70672"/>
                </a:lnTo>
                <a:lnTo>
                  <a:pt x="379133" y="71137"/>
                </a:lnTo>
                <a:lnTo>
                  <a:pt x="379770" y="71624"/>
                </a:lnTo>
                <a:lnTo>
                  <a:pt x="380393" y="72134"/>
                </a:lnTo>
                <a:lnTo>
                  <a:pt x="381001" y="72666"/>
                </a:lnTo>
                <a:lnTo>
                  <a:pt x="381591" y="73222"/>
                </a:lnTo>
                <a:lnTo>
                  <a:pt x="382156" y="73800"/>
                </a:lnTo>
                <a:lnTo>
                  <a:pt x="382698" y="74402"/>
                </a:lnTo>
                <a:lnTo>
                  <a:pt x="383217" y="75027"/>
                </a:lnTo>
                <a:lnTo>
                  <a:pt x="383711" y="75674"/>
                </a:lnTo>
                <a:lnTo>
                  <a:pt x="384182" y="76345"/>
                </a:lnTo>
                <a:lnTo>
                  <a:pt x="384629" y="77039"/>
                </a:lnTo>
                <a:lnTo>
                  <a:pt x="385052" y="77756"/>
                </a:lnTo>
                <a:lnTo>
                  <a:pt x="385452" y="78496"/>
                </a:lnTo>
                <a:lnTo>
                  <a:pt x="385827" y="79260"/>
                </a:lnTo>
                <a:lnTo>
                  <a:pt x="386179" y="80046"/>
                </a:lnTo>
                <a:lnTo>
                  <a:pt x="386508" y="80855"/>
                </a:lnTo>
                <a:lnTo>
                  <a:pt x="386812" y="81688"/>
                </a:lnTo>
                <a:lnTo>
                  <a:pt x="387093" y="82544"/>
                </a:lnTo>
                <a:lnTo>
                  <a:pt x="387350" y="83422"/>
                </a:lnTo>
                <a:lnTo>
                  <a:pt x="387583" y="84324"/>
                </a:lnTo>
                <a:lnTo>
                  <a:pt x="387793" y="85249"/>
                </a:lnTo>
                <a:lnTo>
                  <a:pt x="387978" y="86197"/>
                </a:lnTo>
                <a:lnTo>
                  <a:pt x="388140" y="87168"/>
                </a:lnTo>
                <a:lnTo>
                  <a:pt x="388279" y="88163"/>
                </a:lnTo>
                <a:lnTo>
                  <a:pt x="388393" y="89180"/>
                </a:lnTo>
                <a:lnTo>
                  <a:pt x="388484" y="90220"/>
                </a:lnTo>
                <a:lnTo>
                  <a:pt x="388551" y="91284"/>
                </a:lnTo>
                <a:lnTo>
                  <a:pt x="388594" y="92370"/>
                </a:lnTo>
                <a:lnTo>
                  <a:pt x="335506" y="92370"/>
                </a:lnTo>
                <a:lnTo>
                  <a:pt x="335580" y="91315"/>
                </a:lnTo>
                <a:lnTo>
                  <a:pt x="335677" y="90280"/>
                </a:lnTo>
                <a:lnTo>
                  <a:pt x="335797" y="89267"/>
                </a:lnTo>
                <a:lnTo>
                  <a:pt x="335940" y="88275"/>
                </a:lnTo>
                <a:close/>
                <a:moveTo>
                  <a:pt x="910359" y="171059"/>
                </a:moveTo>
                <a:lnTo>
                  <a:pt x="911429" y="170988"/>
                </a:lnTo>
                <a:lnTo>
                  <a:pt x="912488" y="170900"/>
                </a:lnTo>
                <a:lnTo>
                  <a:pt x="913536" y="170797"/>
                </a:lnTo>
                <a:lnTo>
                  <a:pt x="914573" y="170677"/>
                </a:lnTo>
                <a:lnTo>
                  <a:pt x="915600" y="170542"/>
                </a:lnTo>
                <a:lnTo>
                  <a:pt x="916615" y="170391"/>
                </a:lnTo>
                <a:lnTo>
                  <a:pt x="917620" y="170224"/>
                </a:lnTo>
                <a:lnTo>
                  <a:pt x="918614" y="170041"/>
                </a:lnTo>
                <a:lnTo>
                  <a:pt x="919597" y="169842"/>
                </a:lnTo>
                <a:lnTo>
                  <a:pt x="920569" y="169628"/>
                </a:lnTo>
                <a:lnTo>
                  <a:pt x="921530" y="169397"/>
                </a:lnTo>
                <a:lnTo>
                  <a:pt x="922480" y="169151"/>
                </a:lnTo>
                <a:lnTo>
                  <a:pt x="923419" y="168888"/>
                </a:lnTo>
                <a:lnTo>
                  <a:pt x="924348" y="168610"/>
                </a:lnTo>
                <a:lnTo>
                  <a:pt x="925265" y="168315"/>
                </a:lnTo>
                <a:lnTo>
                  <a:pt x="926172" y="168005"/>
                </a:lnTo>
                <a:lnTo>
                  <a:pt x="927068" y="167679"/>
                </a:lnTo>
                <a:lnTo>
                  <a:pt x="927953" y="167337"/>
                </a:lnTo>
                <a:lnTo>
                  <a:pt x="928826" y="166979"/>
                </a:lnTo>
                <a:lnTo>
                  <a:pt x="929690" y="166606"/>
                </a:lnTo>
                <a:lnTo>
                  <a:pt x="930543" y="166216"/>
                </a:lnTo>
                <a:lnTo>
                  <a:pt x="931387" y="165812"/>
                </a:lnTo>
                <a:lnTo>
                  <a:pt x="932223" y="165393"/>
                </a:lnTo>
                <a:lnTo>
                  <a:pt x="933050" y="164958"/>
                </a:lnTo>
                <a:lnTo>
                  <a:pt x="933869" y="164509"/>
                </a:lnTo>
                <a:lnTo>
                  <a:pt x="934678" y="164045"/>
                </a:lnTo>
                <a:lnTo>
                  <a:pt x="935479" y="163565"/>
                </a:lnTo>
                <a:lnTo>
                  <a:pt x="936271" y="163071"/>
                </a:lnTo>
                <a:lnTo>
                  <a:pt x="937055" y="162561"/>
                </a:lnTo>
                <a:lnTo>
                  <a:pt x="937830" y="162036"/>
                </a:lnTo>
                <a:lnTo>
                  <a:pt x="938596" y="161497"/>
                </a:lnTo>
                <a:lnTo>
                  <a:pt x="939353" y="160942"/>
                </a:lnTo>
                <a:lnTo>
                  <a:pt x="940102" y="160373"/>
                </a:lnTo>
                <a:lnTo>
                  <a:pt x="940842" y="159788"/>
                </a:lnTo>
                <a:lnTo>
                  <a:pt x="941573" y="159188"/>
                </a:lnTo>
                <a:lnTo>
                  <a:pt x="942296" y="158573"/>
                </a:lnTo>
                <a:lnTo>
                  <a:pt x="943009" y="157944"/>
                </a:lnTo>
                <a:lnTo>
                  <a:pt x="943715" y="157299"/>
                </a:lnTo>
                <a:lnTo>
                  <a:pt x="944411" y="156639"/>
                </a:lnTo>
                <a:lnTo>
                  <a:pt x="945099" y="155964"/>
                </a:lnTo>
                <a:lnTo>
                  <a:pt x="945777" y="155274"/>
                </a:lnTo>
                <a:lnTo>
                  <a:pt x="946448" y="154569"/>
                </a:lnTo>
                <a:lnTo>
                  <a:pt x="947109" y="153849"/>
                </a:lnTo>
                <a:lnTo>
                  <a:pt x="947762" y="153114"/>
                </a:lnTo>
                <a:lnTo>
                  <a:pt x="948766" y="168927"/>
                </a:lnTo>
                <a:lnTo>
                  <a:pt x="979891" y="168927"/>
                </a:lnTo>
                <a:lnTo>
                  <a:pt x="979891" y="85727"/>
                </a:lnTo>
                <a:lnTo>
                  <a:pt x="979884" y="84696"/>
                </a:lnTo>
                <a:lnTo>
                  <a:pt x="979864" y="83681"/>
                </a:lnTo>
                <a:lnTo>
                  <a:pt x="979830" y="82679"/>
                </a:lnTo>
                <a:lnTo>
                  <a:pt x="979783" y="81692"/>
                </a:lnTo>
                <a:lnTo>
                  <a:pt x="979722" y="80719"/>
                </a:lnTo>
                <a:lnTo>
                  <a:pt x="979648" y="79761"/>
                </a:lnTo>
                <a:lnTo>
                  <a:pt x="979560" y="78816"/>
                </a:lnTo>
                <a:lnTo>
                  <a:pt x="979459" y="77887"/>
                </a:lnTo>
                <a:lnTo>
                  <a:pt x="979344" y="76971"/>
                </a:lnTo>
                <a:lnTo>
                  <a:pt x="979215" y="76070"/>
                </a:lnTo>
                <a:lnTo>
                  <a:pt x="979074" y="75183"/>
                </a:lnTo>
                <a:lnTo>
                  <a:pt x="978918" y="74311"/>
                </a:lnTo>
                <a:lnTo>
                  <a:pt x="978749" y="73453"/>
                </a:lnTo>
                <a:lnTo>
                  <a:pt x="978567" y="72609"/>
                </a:lnTo>
                <a:lnTo>
                  <a:pt x="978371" y="71779"/>
                </a:lnTo>
                <a:lnTo>
                  <a:pt x="978162" y="70964"/>
                </a:lnTo>
                <a:lnTo>
                  <a:pt x="977939" y="70164"/>
                </a:lnTo>
                <a:lnTo>
                  <a:pt x="977702" y="69377"/>
                </a:lnTo>
                <a:lnTo>
                  <a:pt x="977452" y="68605"/>
                </a:lnTo>
                <a:lnTo>
                  <a:pt x="977189" y="67847"/>
                </a:lnTo>
                <a:lnTo>
                  <a:pt x="976912" y="67104"/>
                </a:lnTo>
                <a:lnTo>
                  <a:pt x="976622" y="66375"/>
                </a:lnTo>
                <a:lnTo>
                  <a:pt x="976318" y="65660"/>
                </a:lnTo>
                <a:lnTo>
                  <a:pt x="976000" y="64960"/>
                </a:lnTo>
                <a:lnTo>
                  <a:pt x="975670" y="64272"/>
                </a:lnTo>
                <a:lnTo>
                  <a:pt x="975330" y="63597"/>
                </a:lnTo>
                <a:lnTo>
                  <a:pt x="974978" y="62934"/>
                </a:lnTo>
                <a:lnTo>
                  <a:pt x="974614" y="62283"/>
                </a:lnTo>
                <a:lnTo>
                  <a:pt x="974240" y="61644"/>
                </a:lnTo>
                <a:lnTo>
                  <a:pt x="973855" y="61017"/>
                </a:lnTo>
                <a:lnTo>
                  <a:pt x="973458" y="60403"/>
                </a:lnTo>
                <a:lnTo>
                  <a:pt x="973051" y="59800"/>
                </a:lnTo>
                <a:lnTo>
                  <a:pt x="972632" y="59210"/>
                </a:lnTo>
                <a:lnTo>
                  <a:pt x="972202" y="58632"/>
                </a:lnTo>
                <a:lnTo>
                  <a:pt x="971762" y="58066"/>
                </a:lnTo>
                <a:lnTo>
                  <a:pt x="971310" y="57512"/>
                </a:lnTo>
                <a:lnTo>
                  <a:pt x="970846" y="56970"/>
                </a:lnTo>
                <a:lnTo>
                  <a:pt x="970372" y="56441"/>
                </a:lnTo>
                <a:lnTo>
                  <a:pt x="969887" y="55923"/>
                </a:lnTo>
                <a:lnTo>
                  <a:pt x="969390" y="55418"/>
                </a:lnTo>
                <a:lnTo>
                  <a:pt x="968883" y="54925"/>
                </a:lnTo>
                <a:lnTo>
                  <a:pt x="968364" y="54444"/>
                </a:lnTo>
                <a:lnTo>
                  <a:pt x="967834" y="53975"/>
                </a:lnTo>
                <a:lnTo>
                  <a:pt x="967293" y="53518"/>
                </a:lnTo>
                <a:lnTo>
                  <a:pt x="966741" y="53074"/>
                </a:lnTo>
                <a:lnTo>
                  <a:pt x="966178" y="52642"/>
                </a:lnTo>
                <a:lnTo>
                  <a:pt x="965604" y="52221"/>
                </a:lnTo>
                <a:lnTo>
                  <a:pt x="965019" y="51813"/>
                </a:lnTo>
                <a:lnTo>
                  <a:pt x="964423" y="51416"/>
                </a:lnTo>
                <a:lnTo>
                  <a:pt x="963819" y="51028"/>
                </a:lnTo>
                <a:lnTo>
                  <a:pt x="963206" y="50651"/>
                </a:lnTo>
                <a:lnTo>
                  <a:pt x="962584" y="50283"/>
                </a:lnTo>
                <a:lnTo>
                  <a:pt x="961952" y="49926"/>
                </a:lnTo>
                <a:lnTo>
                  <a:pt x="961312" y="49578"/>
                </a:lnTo>
                <a:lnTo>
                  <a:pt x="960663" y="49240"/>
                </a:lnTo>
                <a:lnTo>
                  <a:pt x="960006" y="48912"/>
                </a:lnTo>
                <a:lnTo>
                  <a:pt x="959339" y="48594"/>
                </a:lnTo>
                <a:lnTo>
                  <a:pt x="958663" y="48286"/>
                </a:lnTo>
                <a:lnTo>
                  <a:pt x="957978" y="47988"/>
                </a:lnTo>
                <a:lnTo>
                  <a:pt x="957285" y="47700"/>
                </a:lnTo>
                <a:lnTo>
                  <a:pt x="956582" y="47422"/>
                </a:lnTo>
                <a:lnTo>
                  <a:pt x="955870" y="47154"/>
                </a:lnTo>
                <a:lnTo>
                  <a:pt x="955150" y="46895"/>
                </a:lnTo>
                <a:lnTo>
                  <a:pt x="954421" y="46647"/>
                </a:lnTo>
                <a:lnTo>
                  <a:pt x="953682" y="46408"/>
                </a:lnTo>
                <a:lnTo>
                  <a:pt x="952935" y="46180"/>
                </a:lnTo>
                <a:lnTo>
                  <a:pt x="952179" y="45961"/>
                </a:lnTo>
                <a:lnTo>
                  <a:pt x="951414" y="45752"/>
                </a:lnTo>
                <a:lnTo>
                  <a:pt x="950640" y="45553"/>
                </a:lnTo>
                <a:lnTo>
                  <a:pt x="949857" y="45364"/>
                </a:lnTo>
                <a:lnTo>
                  <a:pt x="949065" y="45185"/>
                </a:lnTo>
                <a:lnTo>
                  <a:pt x="948264" y="45016"/>
                </a:lnTo>
                <a:lnTo>
                  <a:pt x="947455" y="44856"/>
                </a:lnTo>
                <a:lnTo>
                  <a:pt x="946639" y="44702"/>
                </a:lnTo>
                <a:lnTo>
                  <a:pt x="945817" y="44555"/>
                </a:lnTo>
                <a:lnTo>
                  <a:pt x="944987" y="44415"/>
                </a:lnTo>
                <a:lnTo>
                  <a:pt x="944150" y="44282"/>
                </a:lnTo>
                <a:lnTo>
                  <a:pt x="943307" y="44155"/>
                </a:lnTo>
                <a:lnTo>
                  <a:pt x="942456" y="44035"/>
                </a:lnTo>
                <a:lnTo>
                  <a:pt x="941598" y="43923"/>
                </a:lnTo>
                <a:lnTo>
                  <a:pt x="940734" y="43817"/>
                </a:lnTo>
                <a:lnTo>
                  <a:pt x="939862" y="43718"/>
                </a:lnTo>
                <a:lnTo>
                  <a:pt x="938984" y="43625"/>
                </a:lnTo>
                <a:lnTo>
                  <a:pt x="938098" y="43540"/>
                </a:lnTo>
                <a:lnTo>
                  <a:pt x="937206" y="43461"/>
                </a:lnTo>
                <a:lnTo>
                  <a:pt x="936306" y="43389"/>
                </a:lnTo>
                <a:lnTo>
                  <a:pt x="935400" y="43324"/>
                </a:lnTo>
                <a:lnTo>
                  <a:pt x="934487" y="43266"/>
                </a:lnTo>
                <a:lnTo>
                  <a:pt x="933566" y="43215"/>
                </a:lnTo>
                <a:lnTo>
                  <a:pt x="932639" y="43171"/>
                </a:lnTo>
                <a:lnTo>
                  <a:pt x="931705" y="43133"/>
                </a:lnTo>
                <a:lnTo>
                  <a:pt x="930763" y="43102"/>
                </a:lnTo>
                <a:lnTo>
                  <a:pt x="929815" y="43078"/>
                </a:lnTo>
                <a:lnTo>
                  <a:pt x="928860" y="43061"/>
                </a:lnTo>
                <a:lnTo>
                  <a:pt x="927898" y="43051"/>
                </a:lnTo>
                <a:lnTo>
                  <a:pt x="926928" y="43048"/>
                </a:lnTo>
                <a:lnTo>
                  <a:pt x="925607" y="43055"/>
                </a:lnTo>
                <a:lnTo>
                  <a:pt x="924299" y="43076"/>
                </a:lnTo>
                <a:lnTo>
                  <a:pt x="923004" y="43111"/>
                </a:lnTo>
                <a:lnTo>
                  <a:pt x="921722" y="43161"/>
                </a:lnTo>
                <a:lnTo>
                  <a:pt x="920453" y="43224"/>
                </a:lnTo>
                <a:lnTo>
                  <a:pt x="919198" y="43302"/>
                </a:lnTo>
                <a:lnTo>
                  <a:pt x="917956" y="43394"/>
                </a:lnTo>
                <a:lnTo>
                  <a:pt x="916728" y="43500"/>
                </a:lnTo>
                <a:lnTo>
                  <a:pt x="915513" y="43620"/>
                </a:lnTo>
                <a:lnTo>
                  <a:pt x="914311" y="43754"/>
                </a:lnTo>
                <a:lnTo>
                  <a:pt x="913122" y="43902"/>
                </a:lnTo>
                <a:lnTo>
                  <a:pt x="911947" y="44064"/>
                </a:lnTo>
                <a:lnTo>
                  <a:pt x="910784" y="44241"/>
                </a:lnTo>
                <a:lnTo>
                  <a:pt x="909636" y="44432"/>
                </a:lnTo>
                <a:lnTo>
                  <a:pt x="908500" y="44636"/>
                </a:lnTo>
                <a:lnTo>
                  <a:pt x="907378" y="44855"/>
                </a:lnTo>
                <a:lnTo>
                  <a:pt x="906269" y="45088"/>
                </a:lnTo>
                <a:lnTo>
                  <a:pt x="905173" y="45335"/>
                </a:lnTo>
                <a:lnTo>
                  <a:pt x="904091" y="45597"/>
                </a:lnTo>
                <a:lnTo>
                  <a:pt x="903022" y="45872"/>
                </a:lnTo>
                <a:lnTo>
                  <a:pt x="901966" y="46161"/>
                </a:lnTo>
                <a:lnTo>
                  <a:pt x="900924" y="46465"/>
                </a:lnTo>
                <a:lnTo>
                  <a:pt x="899894" y="46783"/>
                </a:lnTo>
                <a:lnTo>
                  <a:pt x="898878" y="47115"/>
                </a:lnTo>
                <a:lnTo>
                  <a:pt x="897878" y="47463"/>
                </a:lnTo>
                <a:lnTo>
                  <a:pt x="896897" y="47829"/>
                </a:lnTo>
                <a:lnTo>
                  <a:pt x="895933" y="48213"/>
                </a:lnTo>
                <a:lnTo>
                  <a:pt x="894988" y="48615"/>
                </a:lnTo>
                <a:lnTo>
                  <a:pt x="894061" y="49036"/>
                </a:lnTo>
                <a:lnTo>
                  <a:pt x="893152" y="49474"/>
                </a:lnTo>
                <a:lnTo>
                  <a:pt x="892262" y="49931"/>
                </a:lnTo>
                <a:lnTo>
                  <a:pt x="891390" y="50406"/>
                </a:lnTo>
                <a:lnTo>
                  <a:pt x="890536" y="50899"/>
                </a:lnTo>
                <a:lnTo>
                  <a:pt x="889701" y="51410"/>
                </a:lnTo>
                <a:lnTo>
                  <a:pt x="888884" y="51939"/>
                </a:lnTo>
                <a:lnTo>
                  <a:pt x="888085" y="52486"/>
                </a:lnTo>
                <a:lnTo>
                  <a:pt x="887305" y="53051"/>
                </a:lnTo>
                <a:lnTo>
                  <a:pt x="886543" y="53635"/>
                </a:lnTo>
                <a:lnTo>
                  <a:pt x="885799" y="54236"/>
                </a:lnTo>
                <a:lnTo>
                  <a:pt x="885073" y="54856"/>
                </a:lnTo>
                <a:lnTo>
                  <a:pt x="884366" y="55494"/>
                </a:lnTo>
                <a:lnTo>
                  <a:pt x="883677" y="56149"/>
                </a:lnTo>
                <a:lnTo>
                  <a:pt x="883006" y="56823"/>
                </a:lnTo>
                <a:lnTo>
                  <a:pt x="882354" y="57516"/>
                </a:lnTo>
                <a:lnTo>
                  <a:pt x="881720" y="58226"/>
                </a:lnTo>
                <a:lnTo>
                  <a:pt x="881104" y="58954"/>
                </a:lnTo>
                <a:lnTo>
                  <a:pt x="880507" y="59701"/>
                </a:lnTo>
                <a:lnTo>
                  <a:pt x="879927" y="60465"/>
                </a:lnTo>
                <a:lnTo>
                  <a:pt x="879369" y="61250"/>
                </a:lnTo>
                <a:lnTo>
                  <a:pt x="878835" y="62058"/>
                </a:lnTo>
                <a:lnTo>
                  <a:pt x="878324" y="62888"/>
                </a:lnTo>
                <a:lnTo>
                  <a:pt x="877838" y="63742"/>
                </a:lnTo>
                <a:lnTo>
                  <a:pt x="877374" y="64618"/>
                </a:lnTo>
                <a:lnTo>
                  <a:pt x="876935" y="65518"/>
                </a:lnTo>
                <a:lnTo>
                  <a:pt x="876519" y="66440"/>
                </a:lnTo>
                <a:lnTo>
                  <a:pt x="876128" y="67386"/>
                </a:lnTo>
                <a:lnTo>
                  <a:pt x="875759" y="68354"/>
                </a:lnTo>
                <a:lnTo>
                  <a:pt x="875415" y="69345"/>
                </a:lnTo>
                <a:lnTo>
                  <a:pt x="875094" y="70359"/>
                </a:lnTo>
                <a:lnTo>
                  <a:pt x="874798" y="71397"/>
                </a:lnTo>
                <a:lnTo>
                  <a:pt x="874524" y="72457"/>
                </a:lnTo>
                <a:lnTo>
                  <a:pt x="874275" y="73540"/>
                </a:lnTo>
                <a:lnTo>
                  <a:pt x="874049" y="74646"/>
                </a:lnTo>
                <a:lnTo>
                  <a:pt x="873848" y="75775"/>
                </a:lnTo>
                <a:lnTo>
                  <a:pt x="873669" y="76927"/>
                </a:lnTo>
                <a:lnTo>
                  <a:pt x="873515" y="78102"/>
                </a:lnTo>
                <a:lnTo>
                  <a:pt x="873384" y="79299"/>
                </a:lnTo>
                <a:lnTo>
                  <a:pt x="873278" y="80520"/>
                </a:lnTo>
                <a:lnTo>
                  <a:pt x="873194" y="81764"/>
                </a:lnTo>
                <a:lnTo>
                  <a:pt x="873135" y="83030"/>
                </a:lnTo>
                <a:lnTo>
                  <a:pt x="873099" y="84320"/>
                </a:lnTo>
                <a:lnTo>
                  <a:pt x="873088" y="85632"/>
                </a:lnTo>
                <a:lnTo>
                  <a:pt x="904212" y="85632"/>
                </a:lnTo>
                <a:lnTo>
                  <a:pt x="904223" y="84740"/>
                </a:lnTo>
                <a:lnTo>
                  <a:pt x="904257" y="83869"/>
                </a:lnTo>
                <a:lnTo>
                  <a:pt x="904312" y="83019"/>
                </a:lnTo>
                <a:lnTo>
                  <a:pt x="904390" y="82190"/>
                </a:lnTo>
                <a:lnTo>
                  <a:pt x="904490" y="81381"/>
                </a:lnTo>
                <a:lnTo>
                  <a:pt x="904612" y="80593"/>
                </a:lnTo>
                <a:lnTo>
                  <a:pt x="904757" y="79826"/>
                </a:lnTo>
                <a:lnTo>
                  <a:pt x="904924" y="79080"/>
                </a:lnTo>
                <a:lnTo>
                  <a:pt x="905112" y="78354"/>
                </a:lnTo>
                <a:lnTo>
                  <a:pt x="905324" y="77650"/>
                </a:lnTo>
                <a:lnTo>
                  <a:pt x="905557" y="76966"/>
                </a:lnTo>
                <a:lnTo>
                  <a:pt x="905813" y="76303"/>
                </a:lnTo>
                <a:lnTo>
                  <a:pt x="906090" y="75661"/>
                </a:lnTo>
                <a:lnTo>
                  <a:pt x="906390" y="75040"/>
                </a:lnTo>
                <a:lnTo>
                  <a:pt x="906713" y="74439"/>
                </a:lnTo>
                <a:lnTo>
                  <a:pt x="907057" y="73860"/>
                </a:lnTo>
                <a:lnTo>
                  <a:pt x="907424" y="73301"/>
                </a:lnTo>
                <a:lnTo>
                  <a:pt x="907813" y="72763"/>
                </a:lnTo>
                <a:lnTo>
                  <a:pt x="908224" y="72246"/>
                </a:lnTo>
                <a:lnTo>
                  <a:pt x="908657" y="71749"/>
                </a:lnTo>
                <a:lnTo>
                  <a:pt x="909113" y="71274"/>
                </a:lnTo>
                <a:lnTo>
                  <a:pt x="909591" y="70819"/>
                </a:lnTo>
                <a:lnTo>
                  <a:pt x="910091" y="70385"/>
                </a:lnTo>
                <a:lnTo>
                  <a:pt x="910613" y="69972"/>
                </a:lnTo>
                <a:lnTo>
                  <a:pt x="911153" y="69577"/>
                </a:lnTo>
                <a:lnTo>
                  <a:pt x="911704" y="69200"/>
                </a:lnTo>
                <a:lnTo>
                  <a:pt x="912268" y="68839"/>
                </a:lnTo>
                <a:lnTo>
                  <a:pt x="912844" y="68494"/>
                </a:lnTo>
                <a:lnTo>
                  <a:pt x="913433" y="68167"/>
                </a:lnTo>
                <a:lnTo>
                  <a:pt x="914033" y="67856"/>
                </a:lnTo>
                <a:lnTo>
                  <a:pt x="914646" y="67562"/>
                </a:lnTo>
                <a:lnTo>
                  <a:pt x="915271" y="67285"/>
                </a:lnTo>
                <a:lnTo>
                  <a:pt x="915908" y="67025"/>
                </a:lnTo>
                <a:lnTo>
                  <a:pt x="916557" y="66782"/>
                </a:lnTo>
                <a:lnTo>
                  <a:pt x="917219" y="66555"/>
                </a:lnTo>
                <a:lnTo>
                  <a:pt x="917892" y="66345"/>
                </a:lnTo>
                <a:lnTo>
                  <a:pt x="918578" y="66152"/>
                </a:lnTo>
                <a:lnTo>
                  <a:pt x="919276" y="65976"/>
                </a:lnTo>
                <a:lnTo>
                  <a:pt x="919987" y="65816"/>
                </a:lnTo>
                <a:lnTo>
                  <a:pt x="920709" y="65674"/>
                </a:lnTo>
                <a:lnTo>
                  <a:pt x="921444" y="65548"/>
                </a:lnTo>
                <a:lnTo>
                  <a:pt x="922191" y="65438"/>
                </a:lnTo>
                <a:lnTo>
                  <a:pt x="922950" y="65346"/>
                </a:lnTo>
                <a:lnTo>
                  <a:pt x="923721" y="65271"/>
                </a:lnTo>
                <a:lnTo>
                  <a:pt x="924505" y="65212"/>
                </a:lnTo>
                <a:lnTo>
                  <a:pt x="925300" y="65170"/>
                </a:lnTo>
                <a:lnTo>
                  <a:pt x="926108" y="65145"/>
                </a:lnTo>
                <a:lnTo>
                  <a:pt x="926928" y="65136"/>
                </a:lnTo>
                <a:lnTo>
                  <a:pt x="927676" y="65144"/>
                </a:lnTo>
                <a:lnTo>
                  <a:pt x="928411" y="65168"/>
                </a:lnTo>
                <a:lnTo>
                  <a:pt x="929136" y="65207"/>
                </a:lnTo>
                <a:lnTo>
                  <a:pt x="929848" y="65262"/>
                </a:lnTo>
                <a:lnTo>
                  <a:pt x="930549" y="65333"/>
                </a:lnTo>
                <a:lnTo>
                  <a:pt x="931239" y="65420"/>
                </a:lnTo>
                <a:lnTo>
                  <a:pt x="931917" y="65522"/>
                </a:lnTo>
                <a:lnTo>
                  <a:pt x="932583" y="65640"/>
                </a:lnTo>
                <a:lnTo>
                  <a:pt x="933238" y="65774"/>
                </a:lnTo>
                <a:lnTo>
                  <a:pt x="933881" y="65923"/>
                </a:lnTo>
                <a:lnTo>
                  <a:pt x="934513" y="66089"/>
                </a:lnTo>
                <a:lnTo>
                  <a:pt x="935133" y="66270"/>
                </a:lnTo>
                <a:lnTo>
                  <a:pt x="935742" y="66466"/>
                </a:lnTo>
                <a:lnTo>
                  <a:pt x="936339" y="66679"/>
                </a:lnTo>
                <a:lnTo>
                  <a:pt x="936925" y="66907"/>
                </a:lnTo>
                <a:lnTo>
                  <a:pt x="937499" y="67151"/>
                </a:lnTo>
                <a:lnTo>
                  <a:pt x="938061" y="67411"/>
                </a:lnTo>
                <a:lnTo>
                  <a:pt x="938612" y="67686"/>
                </a:lnTo>
                <a:lnTo>
                  <a:pt x="939151" y="67978"/>
                </a:lnTo>
                <a:lnTo>
                  <a:pt x="939679" y="68285"/>
                </a:lnTo>
                <a:lnTo>
                  <a:pt x="940196" y="68607"/>
                </a:lnTo>
                <a:lnTo>
                  <a:pt x="940700" y="68946"/>
                </a:lnTo>
                <a:lnTo>
                  <a:pt x="941193" y="69300"/>
                </a:lnTo>
                <a:lnTo>
                  <a:pt x="941675" y="69670"/>
                </a:lnTo>
                <a:lnTo>
                  <a:pt x="942141" y="70061"/>
                </a:lnTo>
                <a:lnTo>
                  <a:pt x="942587" y="70480"/>
                </a:lnTo>
                <a:lnTo>
                  <a:pt x="943013" y="70925"/>
                </a:lnTo>
                <a:lnTo>
                  <a:pt x="943420" y="71397"/>
                </a:lnTo>
                <a:lnTo>
                  <a:pt x="943807" y="71896"/>
                </a:lnTo>
                <a:lnTo>
                  <a:pt x="944173" y="72423"/>
                </a:lnTo>
                <a:lnTo>
                  <a:pt x="944520" y="72976"/>
                </a:lnTo>
                <a:lnTo>
                  <a:pt x="944848" y="73556"/>
                </a:lnTo>
                <a:lnTo>
                  <a:pt x="945155" y="74163"/>
                </a:lnTo>
                <a:lnTo>
                  <a:pt x="945442" y="74798"/>
                </a:lnTo>
                <a:lnTo>
                  <a:pt x="945710" y="75459"/>
                </a:lnTo>
                <a:lnTo>
                  <a:pt x="945958" y="76147"/>
                </a:lnTo>
                <a:lnTo>
                  <a:pt x="946186" y="76862"/>
                </a:lnTo>
                <a:lnTo>
                  <a:pt x="946394" y="77605"/>
                </a:lnTo>
                <a:lnTo>
                  <a:pt x="946582" y="78374"/>
                </a:lnTo>
                <a:lnTo>
                  <a:pt x="946751" y="79170"/>
                </a:lnTo>
                <a:lnTo>
                  <a:pt x="946900" y="79993"/>
                </a:lnTo>
                <a:lnTo>
                  <a:pt x="947029" y="80843"/>
                </a:lnTo>
                <a:lnTo>
                  <a:pt x="947138" y="81720"/>
                </a:lnTo>
                <a:lnTo>
                  <a:pt x="947227" y="82625"/>
                </a:lnTo>
                <a:lnTo>
                  <a:pt x="947296" y="83556"/>
                </a:lnTo>
                <a:lnTo>
                  <a:pt x="947346" y="84514"/>
                </a:lnTo>
                <a:lnTo>
                  <a:pt x="947376" y="85499"/>
                </a:lnTo>
                <a:lnTo>
                  <a:pt x="947385" y="86511"/>
                </a:lnTo>
                <a:lnTo>
                  <a:pt x="947385" y="93245"/>
                </a:lnTo>
                <a:lnTo>
                  <a:pt x="945377" y="93292"/>
                </a:lnTo>
                <a:lnTo>
                  <a:pt x="943390" y="93347"/>
                </a:lnTo>
                <a:lnTo>
                  <a:pt x="941423" y="93412"/>
                </a:lnTo>
                <a:lnTo>
                  <a:pt x="939477" y="93486"/>
                </a:lnTo>
                <a:lnTo>
                  <a:pt x="937552" y="93569"/>
                </a:lnTo>
                <a:lnTo>
                  <a:pt x="935647" y="93660"/>
                </a:lnTo>
                <a:lnTo>
                  <a:pt x="933763" y="93761"/>
                </a:lnTo>
                <a:lnTo>
                  <a:pt x="931900" y="93871"/>
                </a:lnTo>
                <a:lnTo>
                  <a:pt x="930057" y="93990"/>
                </a:lnTo>
                <a:lnTo>
                  <a:pt x="928235" y="94118"/>
                </a:lnTo>
                <a:lnTo>
                  <a:pt x="926434" y="94255"/>
                </a:lnTo>
                <a:lnTo>
                  <a:pt x="924654" y="94401"/>
                </a:lnTo>
                <a:lnTo>
                  <a:pt x="922894" y="94556"/>
                </a:lnTo>
                <a:lnTo>
                  <a:pt x="921155" y="94720"/>
                </a:lnTo>
                <a:lnTo>
                  <a:pt x="919437" y="94893"/>
                </a:lnTo>
                <a:lnTo>
                  <a:pt x="917739" y="95075"/>
                </a:lnTo>
                <a:lnTo>
                  <a:pt x="916062" y="95266"/>
                </a:lnTo>
                <a:lnTo>
                  <a:pt x="914406" y="95467"/>
                </a:lnTo>
                <a:lnTo>
                  <a:pt x="912770" y="95676"/>
                </a:lnTo>
                <a:lnTo>
                  <a:pt x="911155" y="95894"/>
                </a:lnTo>
                <a:lnTo>
                  <a:pt x="909561" y="96121"/>
                </a:lnTo>
                <a:lnTo>
                  <a:pt x="907987" y="96358"/>
                </a:lnTo>
                <a:lnTo>
                  <a:pt x="906435" y="96603"/>
                </a:lnTo>
                <a:lnTo>
                  <a:pt x="904903" y="96857"/>
                </a:lnTo>
                <a:lnTo>
                  <a:pt x="903395" y="97126"/>
                </a:lnTo>
                <a:lnTo>
                  <a:pt x="901915" y="97414"/>
                </a:lnTo>
                <a:lnTo>
                  <a:pt x="900464" y="97721"/>
                </a:lnTo>
                <a:lnTo>
                  <a:pt x="899041" y="98047"/>
                </a:lnTo>
                <a:lnTo>
                  <a:pt x="897645" y="98393"/>
                </a:lnTo>
                <a:lnTo>
                  <a:pt x="896278" y="98759"/>
                </a:lnTo>
                <a:lnTo>
                  <a:pt x="894939" y="99144"/>
                </a:lnTo>
                <a:lnTo>
                  <a:pt x="893628" y="99548"/>
                </a:lnTo>
                <a:lnTo>
                  <a:pt x="892345" y="99971"/>
                </a:lnTo>
                <a:lnTo>
                  <a:pt x="891091" y="100414"/>
                </a:lnTo>
                <a:lnTo>
                  <a:pt x="889864" y="100876"/>
                </a:lnTo>
                <a:lnTo>
                  <a:pt x="888666" y="101358"/>
                </a:lnTo>
                <a:lnTo>
                  <a:pt x="887495" y="101859"/>
                </a:lnTo>
                <a:lnTo>
                  <a:pt x="886353" y="102379"/>
                </a:lnTo>
                <a:lnTo>
                  <a:pt x="885239" y="102918"/>
                </a:lnTo>
                <a:lnTo>
                  <a:pt x="884153" y="103477"/>
                </a:lnTo>
                <a:lnTo>
                  <a:pt x="883095" y="104056"/>
                </a:lnTo>
                <a:lnTo>
                  <a:pt x="882065" y="104654"/>
                </a:lnTo>
                <a:lnTo>
                  <a:pt x="881063" y="105271"/>
                </a:lnTo>
                <a:lnTo>
                  <a:pt x="880090" y="105907"/>
                </a:lnTo>
                <a:lnTo>
                  <a:pt x="879144" y="106563"/>
                </a:lnTo>
                <a:lnTo>
                  <a:pt x="878227" y="107238"/>
                </a:lnTo>
                <a:lnTo>
                  <a:pt x="877337" y="107933"/>
                </a:lnTo>
                <a:lnTo>
                  <a:pt x="876476" y="108647"/>
                </a:lnTo>
                <a:lnTo>
                  <a:pt x="875647" y="109385"/>
                </a:lnTo>
                <a:lnTo>
                  <a:pt x="874852" y="110152"/>
                </a:lnTo>
                <a:lnTo>
                  <a:pt x="874094" y="110948"/>
                </a:lnTo>
                <a:lnTo>
                  <a:pt x="873370" y="111774"/>
                </a:lnTo>
                <a:lnTo>
                  <a:pt x="872682" y="112629"/>
                </a:lnTo>
                <a:lnTo>
                  <a:pt x="872029" y="113513"/>
                </a:lnTo>
                <a:lnTo>
                  <a:pt x="871411" y="114427"/>
                </a:lnTo>
                <a:lnTo>
                  <a:pt x="870829" y="115369"/>
                </a:lnTo>
                <a:lnTo>
                  <a:pt x="870281" y="116341"/>
                </a:lnTo>
                <a:lnTo>
                  <a:pt x="869770" y="117343"/>
                </a:lnTo>
                <a:lnTo>
                  <a:pt x="869293" y="118373"/>
                </a:lnTo>
                <a:lnTo>
                  <a:pt x="868852" y="119433"/>
                </a:lnTo>
                <a:lnTo>
                  <a:pt x="868446" y="120522"/>
                </a:lnTo>
                <a:lnTo>
                  <a:pt x="868075" y="121640"/>
                </a:lnTo>
                <a:lnTo>
                  <a:pt x="867740" y="122788"/>
                </a:lnTo>
                <a:lnTo>
                  <a:pt x="867440" y="123965"/>
                </a:lnTo>
                <a:lnTo>
                  <a:pt x="867175" y="125171"/>
                </a:lnTo>
                <a:lnTo>
                  <a:pt x="866946" y="126407"/>
                </a:lnTo>
                <a:lnTo>
                  <a:pt x="866752" y="127671"/>
                </a:lnTo>
                <a:lnTo>
                  <a:pt x="866593" y="128965"/>
                </a:lnTo>
                <a:lnTo>
                  <a:pt x="866469" y="130288"/>
                </a:lnTo>
                <a:lnTo>
                  <a:pt x="866381" y="131641"/>
                </a:lnTo>
                <a:lnTo>
                  <a:pt x="866328" y="133023"/>
                </a:lnTo>
                <a:lnTo>
                  <a:pt x="866310" y="134434"/>
                </a:lnTo>
                <a:lnTo>
                  <a:pt x="866320" y="135451"/>
                </a:lnTo>
                <a:lnTo>
                  <a:pt x="866349" y="136454"/>
                </a:lnTo>
                <a:lnTo>
                  <a:pt x="866398" y="137442"/>
                </a:lnTo>
                <a:lnTo>
                  <a:pt x="866466" y="138416"/>
                </a:lnTo>
                <a:lnTo>
                  <a:pt x="866553" y="139377"/>
                </a:lnTo>
                <a:lnTo>
                  <a:pt x="866659" y="140322"/>
                </a:lnTo>
                <a:lnTo>
                  <a:pt x="866785" y="141254"/>
                </a:lnTo>
                <a:lnTo>
                  <a:pt x="866931" y="142171"/>
                </a:lnTo>
                <a:lnTo>
                  <a:pt x="867096" y="143074"/>
                </a:lnTo>
                <a:lnTo>
                  <a:pt x="867280" y="143962"/>
                </a:lnTo>
                <a:lnTo>
                  <a:pt x="867484" y="144837"/>
                </a:lnTo>
                <a:lnTo>
                  <a:pt x="867707" y="145697"/>
                </a:lnTo>
                <a:lnTo>
                  <a:pt x="867949" y="146542"/>
                </a:lnTo>
                <a:lnTo>
                  <a:pt x="868211" y="147374"/>
                </a:lnTo>
                <a:lnTo>
                  <a:pt x="868492" y="148191"/>
                </a:lnTo>
                <a:lnTo>
                  <a:pt x="868793" y="148994"/>
                </a:lnTo>
                <a:lnTo>
                  <a:pt x="869113" y="149782"/>
                </a:lnTo>
                <a:lnTo>
                  <a:pt x="869452" y="150557"/>
                </a:lnTo>
                <a:lnTo>
                  <a:pt x="869811" y="151317"/>
                </a:lnTo>
                <a:lnTo>
                  <a:pt x="870189" y="152062"/>
                </a:lnTo>
                <a:lnTo>
                  <a:pt x="870586" y="152794"/>
                </a:lnTo>
                <a:lnTo>
                  <a:pt x="871003" y="153511"/>
                </a:lnTo>
                <a:lnTo>
                  <a:pt x="871440" y="154214"/>
                </a:lnTo>
                <a:lnTo>
                  <a:pt x="871895" y="154902"/>
                </a:lnTo>
                <a:lnTo>
                  <a:pt x="872367" y="155576"/>
                </a:lnTo>
                <a:lnTo>
                  <a:pt x="872850" y="156236"/>
                </a:lnTo>
                <a:lnTo>
                  <a:pt x="873345" y="156881"/>
                </a:lnTo>
                <a:lnTo>
                  <a:pt x="873853" y="157512"/>
                </a:lnTo>
                <a:lnTo>
                  <a:pt x="874372" y="158129"/>
                </a:lnTo>
                <a:lnTo>
                  <a:pt x="874903" y="158732"/>
                </a:lnTo>
                <a:lnTo>
                  <a:pt x="875447" y="159320"/>
                </a:lnTo>
                <a:lnTo>
                  <a:pt x="876002" y="159894"/>
                </a:lnTo>
                <a:lnTo>
                  <a:pt x="876569" y="160453"/>
                </a:lnTo>
                <a:lnTo>
                  <a:pt x="877149" y="160999"/>
                </a:lnTo>
                <a:lnTo>
                  <a:pt x="877740" y="161530"/>
                </a:lnTo>
                <a:lnTo>
                  <a:pt x="878343" y="162046"/>
                </a:lnTo>
                <a:lnTo>
                  <a:pt x="878958" y="162549"/>
                </a:lnTo>
                <a:lnTo>
                  <a:pt x="879585" y="163037"/>
                </a:lnTo>
                <a:lnTo>
                  <a:pt x="880225" y="163511"/>
                </a:lnTo>
                <a:lnTo>
                  <a:pt x="880876" y="163970"/>
                </a:lnTo>
                <a:lnTo>
                  <a:pt x="881539" y="164415"/>
                </a:lnTo>
                <a:lnTo>
                  <a:pt x="882214" y="164846"/>
                </a:lnTo>
                <a:lnTo>
                  <a:pt x="882901" y="165263"/>
                </a:lnTo>
                <a:lnTo>
                  <a:pt x="883600" y="165665"/>
                </a:lnTo>
                <a:lnTo>
                  <a:pt x="884311" y="166053"/>
                </a:lnTo>
                <a:lnTo>
                  <a:pt x="885034" y="166427"/>
                </a:lnTo>
                <a:lnTo>
                  <a:pt x="885769" y="166786"/>
                </a:lnTo>
                <a:lnTo>
                  <a:pt x="886516" y="167131"/>
                </a:lnTo>
                <a:lnTo>
                  <a:pt x="887272" y="167462"/>
                </a:lnTo>
                <a:lnTo>
                  <a:pt x="888032" y="167779"/>
                </a:lnTo>
                <a:lnTo>
                  <a:pt x="888797" y="168082"/>
                </a:lnTo>
                <a:lnTo>
                  <a:pt x="889567" y="168370"/>
                </a:lnTo>
                <a:lnTo>
                  <a:pt x="890341" y="168645"/>
                </a:lnTo>
                <a:lnTo>
                  <a:pt x="891121" y="168905"/>
                </a:lnTo>
                <a:lnTo>
                  <a:pt x="891905" y="169152"/>
                </a:lnTo>
                <a:lnTo>
                  <a:pt x="892694" y="169384"/>
                </a:lnTo>
                <a:lnTo>
                  <a:pt x="893488" y="169602"/>
                </a:lnTo>
                <a:lnTo>
                  <a:pt x="894286" y="169807"/>
                </a:lnTo>
                <a:lnTo>
                  <a:pt x="895090" y="169997"/>
                </a:lnTo>
                <a:lnTo>
                  <a:pt x="895898" y="170173"/>
                </a:lnTo>
                <a:lnTo>
                  <a:pt x="896711" y="170335"/>
                </a:lnTo>
                <a:lnTo>
                  <a:pt x="897528" y="170482"/>
                </a:lnTo>
                <a:lnTo>
                  <a:pt x="898351" y="170616"/>
                </a:lnTo>
                <a:lnTo>
                  <a:pt x="899178" y="170736"/>
                </a:lnTo>
                <a:lnTo>
                  <a:pt x="900010" y="170841"/>
                </a:lnTo>
                <a:lnTo>
                  <a:pt x="900847" y="170933"/>
                </a:lnTo>
                <a:lnTo>
                  <a:pt x="901689" y="171010"/>
                </a:lnTo>
                <a:lnTo>
                  <a:pt x="902536" y="171074"/>
                </a:lnTo>
                <a:lnTo>
                  <a:pt x="903387" y="171123"/>
                </a:lnTo>
                <a:lnTo>
                  <a:pt x="904243" y="171158"/>
                </a:lnTo>
                <a:lnTo>
                  <a:pt x="905104" y="171179"/>
                </a:lnTo>
                <a:lnTo>
                  <a:pt x="905969" y="171186"/>
                </a:lnTo>
                <a:lnTo>
                  <a:pt x="907083" y="171179"/>
                </a:lnTo>
                <a:lnTo>
                  <a:pt x="908186" y="171155"/>
                </a:lnTo>
                <a:lnTo>
                  <a:pt x="909278" y="171115"/>
                </a:lnTo>
                <a:lnTo>
                  <a:pt x="910359" y="171059"/>
                </a:lnTo>
                <a:close/>
                <a:moveTo>
                  <a:pt x="914415" y="148238"/>
                </a:moveTo>
                <a:lnTo>
                  <a:pt x="913821" y="148178"/>
                </a:lnTo>
                <a:lnTo>
                  <a:pt x="913237" y="148105"/>
                </a:lnTo>
                <a:lnTo>
                  <a:pt x="912663" y="148018"/>
                </a:lnTo>
                <a:lnTo>
                  <a:pt x="912098" y="147918"/>
                </a:lnTo>
                <a:lnTo>
                  <a:pt x="911544" y="147804"/>
                </a:lnTo>
                <a:lnTo>
                  <a:pt x="910999" y="147678"/>
                </a:lnTo>
                <a:lnTo>
                  <a:pt x="910464" y="147537"/>
                </a:lnTo>
                <a:lnTo>
                  <a:pt x="909938" y="147384"/>
                </a:lnTo>
                <a:lnTo>
                  <a:pt x="909423" y="147217"/>
                </a:lnTo>
                <a:lnTo>
                  <a:pt x="908917" y="147037"/>
                </a:lnTo>
                <a:lnTo>
                  <a:pt x="908422" y="146843"/>
                </a:lnTo>
                <a:lnTo>
                  <a:pt x="907936" y="146637"/>
                </a:lnTo>
                <a:lnTo>
                  <a:pt x="907459" y="146416"/>
                </a:lnTo>
                <a:lnTo>
                  <a:pt x="906993" y="146183"/>
                </a:lnTo>
                <a:lnTo>
                  <a:pt x="906536" y="145936"/>
                </a:lnTo>
                <a:lnTo>
                  <a:pt x="906090" y="145676"/>
                </a:lnTo>
                <a:lnTo>
                  <a:pt x="905653" y="145402"/>
                </a:lnTo>
                <a:lnTo>
                  <a:pt x="905226" y="145115"/>
                </a:lnTo>
                <a:lnTo>
                  <a:pt x="904808" y="144815"/>
                </a:lnTo>
                <a:lnTo>
                  <a:pt x="904401" y="144501"/>
                </a:lnTo>
                <a:lnTo>
                  <a:pt x="904006" y="144174"/>
                </a:lnTo>
                <a:lnTo>
                  <a:pt x="903629" y="143832"/>
                </a:lnTo>
                <a:lnTo>
                  <a:pt x="903268" y="143476"/>
                </a:lnTo>
                <a:lnTo>
                  <a:pt x="902924" y="143106"/>
                </a:lnTo>
                <a:lnTo>
                  <a:pt x="902597" y="142722"/>
                </a:lnTo>
                <a:lnTo>
                  <a:pt x="902287" y="142323"/>
                </a:lnTo>
                <a:lnTo>
                  <a:pt x="901993" y="141910"/>
                </a:lnTo>
                <a:lnTo>
                  <a:pt x="901716" y="141483"/>
                </a:lnTo>
                <a:lnTo>
                  <a:pt x="901456" y="141042"/>
                </a:lnTo>
                <a:lnTo>
                  <a:pt x="901213" y="140586"/>
                </a:lnTo>
                <a:lnTo>
                  <a:pt x="900986" y="140116"/>
                </a:lnTo>
                <a:lnTo>
                  <a:pt x="900777" y="139632"/>
                </a:lnTo>
                <a:lnTo>
                  <a:pt x="900584" y="139134"/>
                </a:lnTo>
                <a:lnTo>
                  <a:pt x="900408" y="138621"/>
                </a:lnTo>
                <a:lnTo>
                  <a:pt x="900248" y="138094"/>
                </a:lnTo>
                <a:lnTo>
                  <a:pt x="900106" y="137553"/>
                </a:lnTo>
                <a:lnTo>
                  <a:pt x="899980" y="136998"/>
                </a:lnTo>
                <a:lnTo>
                  <a:pt x="899871" y="136428"/>
                </a:lnTo>
                <a:lnTo>
                  <a:pt x="899778" y="135845"/>
                </a:lnTo>
                <a:lnTo>
                  <a:pt x="899703" y="135247"/>
                </a:lnTo>
                <a:lnTo>
                  <a:pt x="899644" y="134634"/>
                </a:lnTo>
                <a:lnTo>
                  <a:pt x="899602" y="134008"/>
                </a:lnTo>
                <a:lnTo>
                  <a:pt x="899577" y="133367"/>
                </a:lnTo>
                <a:lnTo>
                  <a:pt x="899569" y="132712"/>
                </a:lnTo>
                <a:lnTo>
                  <a:pt x="899587" y="131804"/>
                </a:lnTo>
                <a:lnTo>
                  <a:pt x="899642" y="130917"/>
                </a:lnTo>
                <a:lnTo>
                  <a:pt x="899733" y="130052"/>
                </a:lnTo>
                <a:lnTo>
                  <a:pt x="899862" y="129207"/>
                </a:lnTo>
                <a:lnTo>
                  <a:pt x="900026" y="128384"/>
                </a:lnTo>
                <a:lnTo>
                  <a:pt x="900228" y="127582"/>
                </a:lnTo>
                <a:lnTo>
                  <a:pt x="900466" y="126801"/>
                </a:lnTo>
                <a:lnTo>
                  <a:pt x="900740" y="126041"/>
                </a:lnTo>
                <a:lnTo>
                  <a:pt x="901051" y="125302"/>
                </a:lnTo>
                <a:lnTo>
                  <a:pt x="901399" y="124585"/>
                </a:lnTo>
                <a:lnTo>
                  <a:pt x="901783" y="123888"/>
                </a:lnTo>
                <a:lnTo>
                  <a:pt x="902204" y="123213"/>
                </a:lnTo>
                <a:lnTo>
                  <a:pt x="902662" y="122559"/>
                </a:lnTo>
                <a:lnTo>
                  <a:pt x="903156" y="121926"/>
                </a:lnTo>
                <a:lnTo>
                  <a:pt x="903687" y="121314"/>
                </a:lnTo>
                <a:lnTo>
                  <a:pt x="904254" y="120723"/>
                </a:lnTo>
                <a:lnTo>
                  <a:pt x="904858" y="120153"/>
                </a:lnTo>
                <a:lnTo>
                  <a:pt x="905499" y="119605"/>
                </a:lnTo>
                <a:lnTo>
                  <a:pt x="906176" y="119077"/>
                </a:lnTo>
                <a:lnTo>
                  <a:pt x="906890" y="118571"/>
                </a:lnTo>
                <a:lnTo>
                  <a:pt x="907640" y="118086"/>
                </a:lnTo>
                <a:lnTo>
                  <a:pt x="908427" y="117622"/>
                </a:lnTo>
                <a:lnTo>
                  <a:pt x="909251" y="117179"/>
                </a:lnTo>
                <a:lnTo>
                  <a:pt x="910111" y="116757"/>
                </a:lnTo>
                <a:lnTo>
                  <a:pt x="911017" y="116354"/>
                </a:lnTo>
                <a:lnTo>
                  <a:pt x="911978" y="115968"/>
                </a:lnTo>
                <a:lnTo>
                  <a:pt x="912994" y="115599"/>
                </a:lnTo>
                <a:lnTo>
                  <a:pt x="914064" y="115246"/>
                </a:lnTo>
                <a:lnTo>
                  <a:pt x="915190" y="114910"/>
                </a:lnTo>
                <a:lnTo>
                  <a:pt x="916371" y="114591"/>
                </a:lnTo>
                <a:lnTo>
                  <a:pt x="917606" y="114288"/>
                </a:lnTo>
                <a:lnTo>
                  <a:pt x="918896" y="114002"/>
                </a:lnTo>
                <a:lnTo>
                  <a:pt x="920241" y="113733"/>
                </a:lnTo>
                <a:lnTo>
                  <a:pt x="921642" y="113480"/>
                </a:lnTo>
                <a:lnTo>
                  <a:pt x="923097" y="113244"/>
                </a:lnTo>
                <a:lnTo>
                  <a:pt x="924607" y="113025"/>
                </a:lnTo>
                <a:lnTo>
                  <a:pt x="926172" y="112822"/>
                </a:lnTo>
                <a:lnTo>
                  <a:pt x="927791" y="112636"/>
                </a:lnTo>
                <a:lnTo>
                  <a:pt x="929466" y="112467"/>
                </a:lnTo>
                <a:lnTo>
                  <a:pt x="931196" y="112314"/>
                </a:lnTo>
                <a:lnTo>
                  <a:pt x="932980" y="112178"/>
                </a:lnTo>
                <a:lnTo>
                  <a:pt x="934819" y="112059"/>
                </a:lnTo>
                <a:lnTo>
                  <a:pt x="936714" y="111956"/>
                </a:lnTo>
                <a:lnTo>
                  <a:pt x="938663" y="111871"/>
                </a:lnTo>
                <a:lnTo>
                  <a:pt x="940667" y="111801"/>
                </a:lnTo>
                <a:lnTo>
                  <a:pt x="942726" y="111749"/>
                </a:lnTo>
                <a:lnTo>
                  <a:pt x="944840" y="111713"/>
                </a:lnTo>
                <a:lnTo>
                  <a:pt x="947009" y="111694"/>
                </a:lnTo>
                <a:lnTo>
                  <a:pt x="947009" y="131943"/>
                </a:lnTo>
                <a:lnTo>
                  <a:pt x="946606" y="132474"/>
                </a:lnTo>
                <a:lnTo>
                  <a:pt x="946192" y="133001"/>
                </a:lnTo>
                <a:lnTo>
                  <a:pt x="945767" y="133522"/>
                </a:lnTo>
                <a:lnTo>
                  <a:pt x="945330" y="134039"/>
                </a:lnTo>
                <a:lnTo>
                  <a:pt x="944883" y="134551"/>
                </a:lnTo>
                <a:lnTo>
                  <a:pt x="944424" y="135058"/>
                </a:lnTo>
                <a:lnTo>
                  <a:pt x="943955" y="135560"/>
                </a:lnTo>
                <a:lnTo>
                  <a:pt x="943474" y="136057"/>
                </a:lnTo>
                <a:lnTo>
                  <a:pt x="942982" y="136549"/>
                </a:lnTo>
                <a:lnTo>
                  <a:pt x="942479" y="137037"/>
                </a:lnTo>
                <a:lnTo>
                  <a:pt x="941965" y="137519"/>
                </a:lnTo>
                <a:lnTo>
                  <a:pt x="941440" y="137997"/>
                </a:lnTo>
                <a:lnTo>
                  <a:pt x="940903" y="138470"/>
                </a:lnTo>
                <a:lnTo>
                  <a:pt x="940356" y="138937"/>
                </a:lnTo>
                <a:lnTo>
                  <a:pt x="939797" y="139400"/>
                </a:lnTo>
                <a:lnTo>
                  <a:pt x="939228" y="139859"/>
                </a:lnTo>
                <a:lnTo>
                  <a:pt x="938647" y="140312"/>
                </a:lnTo>
                <a:lnTo>
                  <a:pt x="938055" y="140760"/>
                </a:lnTo>
                <a:lnTo>
                  <a:pt x="937452" y="141204"/>
                </a:lnTo>
                <a:lnTo>
                  <a:pt x="936838" y="141642"/>
                </a:lnTo>
                <a:lnTo>
                  <a:pt x="936213" y="142076"/>
                </a:lnTo>
                <a:lnTo>
                  <a:pt x="935576" y="142505"/>
                </a:lnTo>
                <a:lnTo>
                  <a:pt x="934929" y="142929"/>
                </a:lnTo>
                <a:lnTo>
                  <a:pt x="934270" y="143348"/>
                </a:lnTo>
                <a:lnTo>
                  <a:pt x="933604" y="143756"/>
                </a:lnTo>
                <a:lnTo>
                  <a:pt x="932932" y="144146"/>
                </a:lnTo>
                <a:lnTo>
                  <a:pt x="932255" y="144519"/>
                </a:lnTo>
                <a:lnTo>
                  <a:pt x="931574" y="144875"/>
                </a:lnTo>
                <a:lnTo>
                  <a:pt x="930887" y="145213"/>
                </a:lnTo>
                <a:lnTo>
                  <a:pt x="930195" y="145534"/>
                </a:lnTo>
                <a:lnTo>
                  <a:pt x="929499" y="145838"/>
                </a:lnTo>
                <a:lnTo>
                  <a:pt x="928797" y="146124"/>
                </a:lnTo>
                <a:lnTo>
                  <a:pt x="928090" y="146393"/>
                </a:lnTo>
                <a:lnTo>
                  <a:pt x="927379" y="146645"/>
                </a:lnTo>
                <a:lnTo>
                  <a:pt x="926662" y="146879"/>
                </a:lnTo>
                <a:lnTo>
                  <a:pt x="925940" y="147096"/>
                </a:lnTo>
                <a:lnTo>
                  <a:pt x="925213" y="147295"/>
                </a:lnTo>
                <a:lnTo>
                  <a:pt x="924482" y="147477"/>
                </a:lnTo>
                <a:lnTo>
                  <a:pt x="923745" y="147642"/>
                </a:lnTo>
                <a:lnTo>
                  <a:pt x="923003" y="147790"/>
                </a:lnTo>
                <a:lnTo>
                  <a:pt x="922256" y="147920"/>
                </a:lnTo>
                <a:lnTo>
                  <a:pt x="921504" y="148033"/>
                </a:lnTo>
                <a:lnTo>
                  <a:pt x="920748" y="148128"/>
                </a:lnTo>
                <a:lnTo>
                  <a:pt x="919986" y="148206"/>
                </a:lnTo>
                <a:lnTo>
                  <a:pt x="919219" y="148267"/>
                </a:lnTo>
                <a:lnTo>
                  <a:pt x="918447" y="148310"/>
                </a:lnTo>
                <a:lnTo>
                  <a:pt x="917670" y="148336"/>
                </a:lnTo>
                <a:lnTo>
                  <a:pt x="916888" y="148345"/>
                </a:lnTo>
                <a:lnTo>
                  <a:pt x="916255" y="148338"/>
                </a:lnTo>
                <a:lnTo>
                  <a:pt x="915632" y="148318"/>
                </a:lnTo>
                <a:lnTo>
                  <a:pt x="915018" y="148285"/>
                </a:lnTo>
                <a:lnTo>
                  <a:pt x="914415" y="148238"/>
                </a:lnTo>
                <a:close/>
                <a:moveTo>
                  <a:pt x="1202210" y="171054"/>
                </a:moveTo>
                <a:lnTo>
                  <a:pt x="1203535" y="170979"/>
                </a:lnTo>
                <a:lnTo>
                  <a:pt x="1204846" y="170888"/>
                </a:lnTo>
                <a:lnTo>
                  <a:pt x="1206142" y="170781"/>
                </a:lnTo>
                <a:lnTo>
                  <a:pt x="1207423" y="170657"/>
                </a:lnTo>
                <a:lnTo>
                  <a:pt x="1208690" y="170516"/>
                </a:lnTo>
                <a:lnTo>
                  <a:pt x="1209943" y="170358"/>
                </a:lnTo>
                <a:lnTo>
                  <a:pt x="1211180" y="170185"/>
                </a:lnTo>
                <a:lnTo>
                  <a:pt x="1212403" y="169994"/>
                </a:lnTo>
                <a:lnTo>
                  <a:pt x="1213612" y="169787"/>
                </a:lnTo>
                <a:lnTo>
                  <a:pt x="1214806" y="169564"/>
                </a:lnTo>
                <a:lnTo>
                  <a:pt x="1215985" y="169324"/>
                </a:lnTo>
                <a:lnTo>
                  <a:pt x="1217150" y="169067"/>
                </a:lnTo>
                <a:lnTo>
                  <a:pt x="1218300" y="168794"/>
                </a:lnTo>
                <a:lnTo>
                  <a:pt x="1219436" y="168504"/>
                </a:lnTo>
                <a:lnTo>
                  <a:pt x="1220556" y="168197"/>
                </a:lnTo>
                <a:lnTo>
                  <a:pt x="1221663" y="167875"/>
                </a:lnTo>
                <a:lnTo>
                  <a:pt x="1222754" y="167535"/>
                </a:lnTo>
                <a:lnTo>
                  <a:pt x="1223832" y="167179"/>
                </a:lnTo>
                <a:lnTo>
                  <a:pt x="1224894" y="166806"/>
                </a:lnTo>
                <a:lnTo>
                  <a:pt x="1225942" y="166417"/>
                </a:lnTo>
                <a:lnTo>
                  <a:pt x="1226974" y="166011"/>
                </a:lnTo>
                <a:lnTo>
                  <a:pt x="1227987" y="165588"/>
                </a:lnTo>
                <a:lnTo>
                  <a:pt x="1228982" y="165149"/>
                </a:lnTo>
                <a:lnTo>
                  <a:pt x="1229958" y="164692"/>
                </a:lnTo>
                <a:lnTo>
                  <a:pt x="1230916" y="164218"/>
                </a:lnTo>
                <a:lnTo>
                  <a:pt x="1231856" y="163727"/>
                </a:lnTo>
                <a:lnTo>
                  <a:pt x="1232778" y="163219"/>
                </a:lnTo>
                <a:lnTo>
                  <a:pt x="1233681" y="162694"/>
                </a:lnTo>
                <a:lnTo>
                  <a:pt x="1234567" y="162152"/>
                </a:lnTo>
                <a:lnTo>
                  <a:pt x="1235433" y="161593"/>
                </a:lnTo>
                <a:lnTo>
                  <a:pt x="1236282" y="161017"/>
                </a:lnTo>
                <a:lnTo>
                  <a:pt x="1237112" y="160425"/>
                </a:lnTo>
                <a:lnTo>
                  <a:pt x="1237924" y="159815"/>
                </a:lnTo>
                <a:lnTo>
                  <a:pt x="1238717" y="159188"/>
                </a:lnTo>
                <a:lnTo>
                  <a:pt x="1239493" y="158544"/>
                </a:lnTo>
                <a:lnTo>
                  <a:pt x="1240249" y="157883"/>
                </a:lnTo>
                <a:lnTo>
                  <a:pt x="1240988" y="157205"/>
                </a:lnTo>
                <a:lnTo>
                  <a:pt x="1241708" y="156510"/>
                </a:lnTo>
                <a:lnTo>
                  <a:pt x="1242410" y="155799"/>
                </a:lnTo>
                <a:lnTo>
                  <a:pt x="1243094" y="155070"/>
                </a:lnTo>
                <a:lnTo>
                  <a:pt x="1243760" y="154324"/>
                </a:lnTo>
                <a:lnTo>
                  <a:pt x="1244407" y="153561"/>
                </a:lnTo>
                <a:lnTo>
                  <a:pt x="1245036" y="152781"/>
                </a:lnTo>
                <a:lnTo>
                  <a:pt x="1245646" y="151984"/>
                </a:lnTo>
                <a:lnTo>
                  <a:pt x="1246236" y="151171"/>
                </a:lnTo>
                <a:lnTo>
                  <a:pt x="1246803" y="150340"/>
                </a:lnTo>
                <a:lnTo>
                  <a:pt x="1247347" y="149493"/>
                </a:lnTo>
                <a:lnTo>
                  <a:pt x="1247869" y="148629"/>
                </a:lnTo>
                <a:lnTo>
                  <a:pt x="1248367" y="147748"/>
                </a:lnTo>
                <a:lnTo>
                  <a:pt x="1248842" y="146851"/>
                </a:lnTo>
                <a:lnTo>
                  <a:pt x="1249295" y="145936"/>
                </a:lnTo>
                <a:lnTo>
                  <a:pt x="1249725" y="145005"/>
                </a:lnTo>
                <a:lnTo>
                  <a:pt x="1250132" y="144057"/>
                </a:lnTo>
                <a:lnTo>
                  <a:pt x="1250516" y="143092"/>
                </a:lnTo>
                <a:lnTo>
                  <a:pt x="1250877" y="142111"/>
                </a:lnTo>
                <a:lnTo>
                  <a:pt x="1251215" y="141113"/>
                </a:lnTo>
                <a:lnTo>
                  <a:pt x="1251531" y="140098"/>
                </a:lnTo>
                <a:lnTo>
                  <a:pt x="1251823" y="139066"/>
                </a:lnTo>
                <a:lnTo>
                  <a:pt x="1252093" y="138017"/>
                </a:lnTo>
                <a:lnTo>
                  <a:pt x="1252340" y="136952"/>
                </a:lnTo>
                <a:lnTo>
                  <a:pt x="1252563" y="135870"/>
                </a:lnTo>
                <a:lnTo>
                  <a:pt x="1252764" y="134771"/>
                </a:lnTo>
                <a:lnTo>
                  <a:pt x="1252943" y="133655"/>
                </a:lnTo>
                <a:lnTo>
                  <a:pt x="1253098" y="132523"/>
                </a:lnTo>
                <a:lnTo>
                  <a:pt x="1253230" y="131373"/>
                </a:lnTo>
                <a:lnTo>
                  <a:pt x="1253340" y="130207"/>
                </a:lnTo>
                <a:lnTo>
                  <a:pt x="1253426" y="129025"/>
                </a:lnTo>
                <a:lnTo>
                  <a:pt x="1253490" y="127825"/>
                </a:lnTo>
                <a:lnTo>
                  <a:pt x="1220734" y="127825"/>
                </a:lnTo>
                <a:lnTo>
                  <a:pt x="1220712" y="128614"/>
                </a:lnTo>
                <a:lnTo>
                  <a:pt x="1220668" y="129387"/>
                </a:lnTo>
                <a:lnTo>
                  <a:pt x="1220602" y="130144"/>
                </a:lnTo>
                <a:lnTo>
                  <a:pt x="1220514" y="130884"/>
                </a:lnTo>
                <a:lnTo>
                  <a:pt x="1220404" y="131607"/>
                </a:lnTo>
                <a:lnTo>
                  <a:pt x="1220271" y="132315"/>
                </a:lnTo>
                <a:lnTo>
                  <a:pt x="1220116" y="133006"/>
                </a:lnTo>
                <a:lnTo>
                  <a:pt x="1219939" y="133680"/>
                </a:lnTo>
                <a:lnTo>
                  <a:pt x="1219739" y="134338"/>
                </a:lnTo>
                <a:lnTo>
                  <a:pt x="1219518" y="134980"/>
                </a:lnTo>
                <a:lnTo>
                  <a:pt x="1219274" y="135605"/>
                </a:lnTo>
                <a:lnTo>
                  <a:pt x="1219008" y="136214"/>
                </a:lnTo>
                <a:lnTo>
                  <a:pt x="1218720" y="136807"/>
                </a:lnTo>
                <a:lnTo>
                  <a:pt x="1218409" y="137383"/>
                </a:lnTo>
                <a:lnTo>
                  <a:pt x="1218077" y="137943"/>
                </a:lnTo>
                <a:lnTo>
                  <a:pt x="1217722" y="138486"/>
                </a:lnTo>
                <a:lnTo>
                  <a:pt x="1217344" y="139013"/>
                </a:lnTo>
                <a:lnTo>
                  <a:pt x="1216945" y="139523"/>
                </a:lnTo>
                <a:lnTo>
                  <a:pt x="1216523" y="140018"/>
                </a:lnTo>
                <a:lnTo>
                  <a:pt x="1216080" y="140495"/>
                </a:lnTo>
                <a:lnTo>
                  <a:pt x="1215614" y="140957"/>
                </a:lnTo>
                <a:lnTo>
                  <a:pt x="1215125" y="141402"/>
                </a:lnTo>
                <a:lnTo>
                  <a:pt x="1214615" y="141830"/>
                </a:lnTo>
                <a:lnTo>
                  <a:pt x="1214082" y="142242"/>
                </a:lnTo>
                <a:lnTo>
                  <a:pt x="1213531" y="142638"/>
                </a:lnTo>
                <a:lnTo>
                  <a:pt x="1212965" y="143017"/>
                </a:lnTo>
                <a:lnTo>
                  <a:pt x="1212384" y="143378"/>
                </a:lnTo>
                <a:lnTo>
                  <a:pt x="1211788" y="143723"/>
                </a:lnTo>
                <a:lnTo>
                  <a:pt x="1211178" y="144052"/>
                </a:lnTo>
                <a:lnTo>
                  <a:pt x="1210552" y="144363"/>
                </a:lnTo>
                <a:lnTo>
                  <a:pt x="1209912" y="144658"/>
                </a:lnTo>
                <a:lnTo>
                  <a:pt x="1209257" y="144935"/>
                </a:lnTo>
                <a:lnTo>
                  <a:pt x="1208587" y="145196"/>
                </a:lnTo>
                <a:lnTo>
                  <a:pt x="1207903" y="145440"/>
                </a:lnTo>
                <a:lnTo>
                  <a:pt x="1207203" y="145668"/>
                </a:lnTo>
                <a:lnTo>
                  <a:pt x="1206489" y="145878"/>
                </a:lnTo>
                <a:lnTo>
                  <a:pt x="1205760" y="146072"/>
                </a:lnTo>
                <a:lnTo>
                  <a:pt x="1205016" y="146248"/>
                </a:lnTo>
                <a:lnTo>
                  <a:pt x="1204257" y="146408"/>
                </a:lnTo>
                <a:lnTo>
                  <a:pt x="1203484" y="146551"/>
                </a:lnTo>
                <a:lnTo>
                  <a:pt x="1202696" y="146677"/>
                </a:lnTo>
                <a:lnTo>
                  <a:pt x="1201893" y="146787"/>
                </a:lnTo>
                <a:lnTo>
                  <a:pt x="1201075" y="146879"/>
                </a:lnTo>
                <a:lnTo>
                  <a:pt x="1200242" y="146955"/>
                </a:lnTo>
                <a:lnTo>
                  <a:pt x="1199394" y="147014"/>
                </a:lnTo>
                <a:lnTo>
                  <a:pt x="1198532" y="147056"/>
                </a:lnTo>
                <a:lnTo>
                  <a:pt x="1197655" y="147081"/>
                </a:lnTo>
                <a:lnTo>
                  <a:pt x="1196763" y="147090"/>
                </a:lnTo>
                <a:lnTo>
                  <a:pt x="1195901" y="147082"/>
                </a:lnTo>
                <a:lnTo>
                  <a:pt x="1195054" y="147057"/>
                </a:lnTo>
                <a:lnTo>
                  <a:pt x="1194221" y="147017"/>
                </a:lnTo>
                <a:lnTo>
                  <a:pt x="1193402" y="146960"/>
                </a:lnTo>
                <a:lnTo>
                  <a:pt x="1192597" y="146887"/>
                </a:lnTo>
                <a:lnTo>
                  <a:pt x="1191805" y="146797"/>
                </a:lnTo>
                <a:lnTo>
                  <a:pt x="1191028" y="146691"/>
                </a:lnTo>
                <a:lnTo>
                  <a:pt x="1190264" y="146570"/>
                </a:lnTo>
                <a:lnTo>
                  <a:pt x="1189515" y="146431"/>
                </a:lnTo>
                <a:lnTo>
                  <a:pt x="1188779" y="146277"/>
                </a:lnTo>
                <a:lnTo>
                  <a:pt x="1188058" y="146106"/>
                </a:lnTo>
                <a:lnTo>
                  <a:pt x="1187350" y="145919"/>
                </a:lnTo>
                <a:lnTo>
                  <a:pt x="1186656" y="145716"/>
                </a:lnTo>
                <a:lnTo>
                  <a:pt x="1185976" y="145496"/>
                </a:lnTo>
                <a:lnTo>
                  <a:pt x="1185310" y="145261"/>
                </a:lnTo>
                <a:lnTo>
                  <a:pt x="1184658" y="145009"/>
                </a:lnTo>
                <a:lnTo>
                  <a:pt x="1184020" y="144740"/>
                </a:lnTo>
                <a:lnTo>
                  <a:pt x="1183396" y="144456"/>
                </a:lnTo>
                <a:lnTo>
                  <a:pt x="1182786" y="144155"/>
                </a:lnTo>
                <a:lnTo>
                  <a:pt x="1182190" y="143838"/>
                </a:lnTo>
                <a:lnTo>
                  <a:pt x="1181608" y="143505"/>
                </a:lnTo>
                <a:lnTo>
                  <a:pt x="1181040" y="143155"/>
                </a:lnTo>
                <a:lnTo>
                  <a:pt x="1180485" y="142789"/>
                </a:lnTo>
                <a:lnTo>
                  <a:pt x="1179945" y="142407"/>
                </a:lnTo>
                <a:lnTo>
                  <a:pt x="1179418" y="142011"/>
                </a:lnTo>
                <a:lnTo>
                  <a:pt x="1178902" y="141605"/>
                </a:lnTo>
                <a:lnTo>
                  <a:pt x="1178399" y="141188"/>
                </a:lnTo>
                <a:lnTo>
                  <a:pt x="1177907" y="140761"/>
                </a:lnTo>
                <a:lnTo>
                  <a:pt x="1177428" y="140323"/>
                </a:lnTo>
                <a:lnTo>
                  <a:pt x="1176960" y="139875"/>
                </a:lnTo>
                <a:lnTo>
                  <a:pt x="1176505" y="139416"/>
                </a:lnTo>
                <a:lnTo>
                  <a:pt x="1176061" y="138947"/>
                </a:lnTo>
                <a:lnTo>
                  <a:pt x="1175630" y="138468"/>
                </a:lnTo>
                <a:lnTo>
                  <a:pt x="1175210" y="137978"/>
                </a:lnTo>
                <a:lnTo>
                  <a:pt x="1174803" y="137477"/>
                </a:lnTo>
                <a:lnTo>
                  <a:pt x="1174407" y="136966"/>
                </a:lnTo>
                <a:lnTo>
                  <a:pt x="1174024" y="136445"/>
                </a:lnTo>
                <a:lnTo>
                  <a:pt x="1173652" y="135913"/>
                </a:lnTo>
                <a:lnTo>
                  <a:pt x="1173292" y="135370"/>
                </a:lnTo>
                <a:lnTo>
                  <a:pt x="1172945" y="134818"/>
                </a:lnTo>
                <a:lnTo>
                  <a:pt x="1172609" y="134254"/>
                </a:lnTo>
                <a:lnTo>
                  <a:pt x="1172286" y="133680"/>
                </a:lnTo>
                <a:lnTo>
                  <a:pt x="1171974" y="133096"/>
                </a:lnTo>
                <a:lnTo>
                  <a:pt x="1171674" y="132501"/>
                </a:lnTo>
                <a:lnTo>
                  <a:pt x="1171386" y="131896"/>
                </a:lnTo>
                <a:lnTo>
                  <a:pt x="1171111" y="131280"/>
                </a:lnTo>
                <a:lnTo>
                  <a:pt x="1170847" y="130654"/>
                </a:lnTo>
                <a:lnTo>
                  <a:pt x="1170595" y="130017"/>
                </a:lnTo>
                <a:lnTo>
                  <a:pt x="1170354" y="129374"/>
                </a:lnTo>
                <a:lnTo>
                  <a:pt x="1170122" y="128726"/>
                </a:lnTo>
                <a:lnTo>
                  <a:pt x="1169900" y="128074"/>
                </a:lnTo>
                <a:lnTo>
                  <a:pt x="1169687" y="127418"/>
                </a:lnTo>
                <a:lnTo>
                  <a:pt x="1169483" y="126758"/>
                </a:lnTo>
                <a:lnTo>
                  <a:pt x="1169289" y="126094"/>
                </a:lnTo>
                <a:lnTo>
                  <a:pt x="1169104" y="125426"/>
                </a:lnTo>
                <a:lnTo>
                  <a:pt x="1168929" y="124754"/>
                </a:lnTo>
                <a:lnTo>
                  <a:pt x="1168763" y="124078"/>
                </a:lnTo>
                <a:lnTo>
                  <a:pt x="1168606" y="123398"/>
                </a:lnTo>
                <a:lnTo>
                  <a:pt x="1168458" y="122714"/>
                </a:lnTo>
                <a:lnTo>
                  <a:pt x="1168320" y="122025"/>
                </a:lnTo>
                <a:lnTo>
                  <a:pt x="1168192" y="121333"/>
                </a:lnTo>
                <a:lnTo>
                  <a:pt x="1168072" y="120637"/>
                </a:lnTo>
                <a:lnTo>
                  <a:pt x="1167963" y="119937"/>
                </a:lnTo>
                <a:lnTo>
                  <a:pt x="1167862" y="119233"/>
                </a:lnTo>
                <a:lnTo>
                  <a:pt x="1167771" y="118525"/>
                </a:lnTo>
                <a:lnTo>
                  <a:pt x="1167689" y="117813"/>
                </a:lnTo>
                <a:lnTo>
                  <a:pt x="1167616" y="117096"/>
                </a:lnTo>
                <a:lnTo>
                  <a:pt x="1167553" y="116376"/>
                </a:lnTo>
                <a:lnTo>
                  <a:pt x="1167500" y="115652"/>
                </a:lnTo>
                <a:lnTo>
                  <a:pt x="1167455" y="114924"/>
                </a:lnTo>
                <a:lnTo>
                  <a:pt x="1167420" y="114191"/>
                </a:lnTo>
                <a:lnTo>
                  <a:pt x="1167395" y="113455"/>
                </a:lnTo>
                <a:lnTo>
                  <a:pt x="1253365" y="113455"/>
                </a:lnTo>
                <a:lnTo>
                  <a:pt x="1253385" y="113337"/>
                </a:lnTo>
                <a:lnTo>
                  <a:pt x="1253406" y="113214"/>
                </a:lnTo>
                <a:lnTo>
                  <a:pt x="1253425" y="113087"/>
                </a:lnTo>
                <a:lnTo>
                  <a:pt x="1253445" y="112956"/>
                </a:lnTo>
                <a:lnTo>
                  <a:pt x="1253464" y="112821"/>
                </a:lnTo>
                <a:lnTo>
                  <a:pt x="1253482" y="112682"/>
                </a:lnTo>
                <a:lnTo>
                  <a:pt x="1253500" y="112538"/>
                </a:lnTo>
                <a:lnTo>
                  <a:pt x="1253518" y="112390"/>
                </a:lnTo>
                <a:lnTo>
                  <a:pt x="1253535" y="112238"/>
                </a:lnTo>
                <a:lnTo>
                  <a:pt x="1253552" y="112082"/>
                </a:lnTo>
                <a:lnTo>
                  <a:pt x="1253568" y="111922"/>
                </a:lnTo>
                <a:lnTo>
                  <a:pt x="1253584" y="111758"/>
                </a:lnTo>
                <a:lnTo>
                  <a:pt x="1253600" y="111589"/>
                </a:lnTo>
                <a:lnTo>
                  <a:pt x="1253615" y="111416"/>
                </a:lnTo>
                <a:lnTo>
                  <a:pt x="1253629" y="111239"/>
                </a:lnTo>
                <a:lnTo>
                  <a:pt x="1253643" y="111058"/>
                </a:lnTo>
                <a:lnTo>
                  <a:pt x="1253657" y="110873"/>
                </a:lnTo>
                <a:lnTo>
                  <a:pt x="1253670" y="110683"/>
                </a:lnTo>
                <a:lnTo>
                  <a:pt x="1253683" y="110490"/>
                </a:lnTo>
                <a:lnTo>
                  <a:pt x="1253696" y="110292"/>
                </a:lnTo>
                <a:lnTo>
                  <a:pt x="1253708" y="110090"/>
                </a:lnTo>
                <a:lnTo>
                  <a:pt x="1253719" y="109883"/>
                </a:lnTo>
                <a:lnTo>
                  <a:pt x="1253730" y="109673"/>
                </a:lnTo>
                <a:lnTo>
                  <a:pt x="1253741" y="109458"/>
                </a:lnTo>
                <a:lnTo>
                  <a:pt x="1253751" y="109244"/>
                </a:lnTo>
                <a:lnTo>
                  <a:pt x="1253761" y="109033"/>
                </a:lnTo>
                <a:lnTo>
                  <a:pt x="1253770" y="108825"/>
                </a:lnTo>
                <a:lnTo>
                  <a:pt x="1253779" y="108622"/>
                </a:lnTo>
                <a:lnTo>
                  <a:pt x="1253788" y="108422"/>
                </a:lnTo>
                <a:lnTo>
                  <a:pt x="1253796" y="108226"/>
                </a:lnTo>
                <a:lnTo>
                  <a:pt x="1253804" y="108033"/>
                </a:lnTo>
                <a:lnTo>
                  <a:pt x="1253811" y="107845"/>
                </a:lnTo>
                <a:lnTo>
                  <a:pt x="1253818" y="107660"/>
                </a:lnTo>
                <a:lnTo>
                  <a:pt x="1253824" y="107479"/>
                </a:lnTo>
                <a:lnTo>
                  <a:pt x="1253830" y="107301"/>
                </a:lnTo>
                <a:lnTo>
                  <a:pt x="1253835" y="107128"/>
                </a:lnTo>
                <a:lnTo>
                  <a:pt x="1253840" y="106958"/>
                </a:lnTo>
                <a:lnTo>
                  <a:pt x="1253845" y="106792"/>
                </a:lnTo>
                <a:lnTo>
                  <a:pt x="1253849" y="106629"/>
                </a:lnTo>
                <a:lnTo>
                  <a:pt x="1253853" y="106471"/>
                </a:lnTo>
                <a:lnTo>
                  <a:pt x="1253856" y="106316"/>
                </a:lnTo>
                <a:lnTo>
                  <a:pt x="1253859" y="106165"/>
                </a:lnTo>
                <a:lnTo>
                  <a:pt x="1253861" y="106017"/>
                </a:lnTo>
                <a:lnTo>
                  <a:pt x="1253863" y="105874"/>
                </a:lnTo>
                <a:lnTo>
                  <a:pt x="1253865" y="105734"/>
                </a:lnTo>
                <a:lnTo>
                  <a:pt x="1253866" y="105598"/>
                </a:lnTo>
                <a:lnTo>
                  <a:pt x="1253866" y="105465"/>
                </a:lnTo>
                <a:lnTo>
                  <a:pt x="1253867" y="105336"/>
                </a:lnTo>
                <a:lnTo>
                  <a:pt x="1253839" y="102865"/>
                </a:lnTo>
                <a:lnTo>
                  <a:pt x="1253756" y="100442"/>
                </a:lnTo>
                <a:lnTo>
                  <a:pt x="1253618" y="98066"/>
                </a:lnTo>
                <a:lnTo>
                  <a:pt x="1253426" y="95739"/>
                </a:lnTo>
                <a:lnTo>
                  <a:pt x="1253177" y="93459"/>
                </a:lnTo>
                <a:lnTo>
                  <a:pt x="1252874" y="91227"/>
                </a:lnTo>
                <a:lnTo>
                  <a:pt x="1252516" y="89042"/>
                </a:lnTo>
                <a:lnTo>
                  <a:pt x="1252103" y="86906"/>
                </a:lnTo>
                <a:lnTo>
                  <a:pt x="1251634" y="84817"/>
                </a:lnTo>
                <a:lnTo>
                  <a:pt x="1251110" y="82776"/>
                </a:lnTo>
                <a:lnTo>
                  <a:pt x="1250531" y="80783"/>
                </a:lnTo>
                <a:lnTo>
                  <a:pt x="1249898" y="78838"/>
                </a:lnTo>
                <a:lnTo>
                  <a:pt x="1249208" y="76940"/>
                </a:lnTo>
                <a:lnTo>
                  <a:pt x="1248464" y="75090"/>
                </a:lnTo>
                <a:lnTo>
                  <a:pt x="1247665" y="73288"/>
                </a:lnTo>
                <a:lnTo>
                  <a:pt x="1246810" y="71534"/>
                </a:lnTo>
                <a:lnTo>
                  <a:pt x="1245901" y="69828"/>
                </a:lnTo>
                <a:lnTo>
                  <a:pt x="1244936" y="68169"/>
                </a:lnTo>
                <a:lnTo>
                  <a:pt x="1243916" y="66559"/>
                </a:lnTo>
                <a:lnTo>
                  <a:pt x="1242841" y="64996"/>
                </a:lnTo>
                <a:lnTo>
                  <a:pt x="1241711" y="63481"/>
                </a:lnTo>
                <a:lnTo>
                  <a:pt x="1240526" y="62013"/>
                </a:lnTo>
                <a:lnTo>
                  <a:pt x="1239286" y="60594"/>
                </a:lnTo>
                <a:lnTo>
                  <a:pt x="1237990" y="59222"/>
                </a:lnTo>
                <a:lnTo>
                  <a:pt x="1236647" y="57902"/>
                </a:lnTo>
                <a:lnTo>
                  <a:pt x="1235265" y="56638"/>
                </a:lnTo>
                <a:lnTo>
                  <a:pt x="1233842" y="55431"/>
                </a:lnTo>
                <a:lnTo>
                  <a:pt x="1232379" y="54280"/>
                </a:lnTo>
                <a:lnTo>
                  <a:pt x="1230877" y="53185"/>
                </a:lnTo>
                <a:lnTo>
                  <a:pt x="1229335" y="52146"/>
                </a:lnTo>
                <a:lnTo>
                  <a:pt x="1227752" y="51163"/>
                </a:lnTo>
                <a:lnTo>
                  <a:pt x="1226130" y="50236"/>
                </a:lnTo>
                <a:lnTo>
                  <a:pt x="1224468" y="49366"/>
                </a:lnTo>
                <a:lnTo>
                  <a:pt x="1222767" y="48551"/>
                </a:lnTo>
                <a:lnTo>
                  <a:pt x="1221025" y="47793"/>
                </a:lnTo>
                <a:lnTo>
                  <a:pt x="1219243" y="47091"/>
                </a:lnTo>
                <a:lnTo>
                  <a:pt x="1217422" y="46445"/>
                </a:lnTo>
                <a:lnTo>
                  <a:pt x="1215561" y="45856"/>
                </a:lnTo>
                <a:lnTo>
                  <a:pt x="1213659" y="45322"/>
                </a:lnTo>
                <a:lnTo>
                  <a:pt x="1211718" y="44845"/>
                </a:lnTo>
                <a:lnTo>
                  <a:pt x="1209737" y="44424"/>
                </a:lnTo>
                <a:lnTo>
                  <a:pt x="1207717" y="44059"/>
                </a:lnTo>
                <a:lnTo>
                  <a:pt x="1205656" y="43750"/>
                </a:lnTo>
                <a:lnTo>
                  <a:pt x="1203555" y="43497"/>
                </a:lnTo>
                <a:lnTo>
                  <a:pt x="1201415" y="43300"/>
                </a:lnTo>
                <a:lnTo>
                  <a:pt x="1199235" y="43160"/>
                </a:lnTo>
                <a:lnTo>
                  <a:pt x="1197015" y="43076"/>
                </a:lnTo>
                <a:lnTo>
                  <a:pt x="1194755" y="43048"/>
                </a:lnTo>
                <a:lnTo>
                  <a:pt x="1193123" y="43061"/>
                </a:lnTo>
                <a:lnTo>
                  <a:pt x="1191514" y="43101"/>
                </a:lnTo>
                <a:lnTo>
                  <a:pt x="1189926" y="43168"/>
                </a:lnTo>
                <a:lnTo>
                  <a:pt x="1188359" y="43261"/>
                </a:lnTo>
                <a:lnTo>
                  <a:pt x="1186814" y="43381"/>
                </a:lnTo>
                <a:lnTo>
                  <a:pt x="1185291" y="43528"/>
                </a:lnTo>
                <a:lnTo>
                  <a:pt x="1183789" y="43701"/>
                </a:lnTo>
                <a:lnTo>
                  <a:pt x="1182309" y="43901"/>
                </a:lnTo>
                <a:lnTo>
                  <a:pt x="1180850" y="44128"/>
                </a:lnTo>
                <a:lnTo>
                  <a:pt x="1179413" y="44382"/>
                </a:lnTo>
                <a:lnTo>
                  <a:pt x="1177998" y="44662"/>
                </a:lnTo>
                <a:lnTo>
                  <a:pt x="1176604" y="44968"/>
                </a:lnTo>
                <a:lnTo>
                  <a:pt x="1175231" y="45302"/>
                </a:lnTo>
                <a:lnTo>
                  <a:pt x="1173880" y="45662"/>
                </a:lnTo>
                <a:lnTo>
                  <a:pt x="1172551" y="46049"/>
                </a:lnTo>
                <a:lnTo>
                  <a:pt x="1171244" y="46462"/>
                </a:lnTo>
                <a:lnTo>
                  <a:pt x="1169957" y="46903"/>
                </a:lnTo>
                <a:lnTo>
                  <a:pt x="1168693" y="47369"/>
                </a:lnTo>
                <a:lnTo>
                  <a:pt x="1167450" y="47863"/>
                </a:lnTo>
                <a:lnTo>
                  <a:pt x="1166229" y="48383"/>
                </a:lnTo>
                <a:lnTo>
                  <a:pt x="1165029" y="48930"/>
                </a:lnTo>
                <a:lnTo>
                  <a:pt x="1163851" y="49504"/>
                </a:lnTo>
                <a:lnTo>
                  <a:pt x="1162694" y="50104"/>
                </a:lnTo>
                <a:lnTo>
                  <a:pt x="1161559" y="50731"/>
                </a:lnTo>
                <a:lnTo>
                  <a:pt x="1160446" y="51382"/>
                </a:lnTo>
                <a:lnTo>
                  <a:pt x="1159356" y="52057"/>
                </a:lnTo>
                <a:lnTo>
                  <a:pt x="1158288" y="52754"/>
                </a:lnTo>
                <a:lnTo>
                  <a:pt x="1157243" y="53474"/>
                </a:lnTo>
                <a:lnTo>
                  <a:pt x="1156221" y="54216"/>
                </a:lnTo>
                <a:lnTo>
                  <a:pt x="1155221" y="54981"/>
                </a:lnTo>
                <a:lnTo>
                  <a:pt x="1154244" y="55769"/>
                </a:lnTo>
                <a:lnTo>
                  <a:pt x="1153290" y="56580"/>
                </a:lnTo>
                <a:lnTo>
                  <a:pt x="1152358" y="57413"/>
                </a:lnTo>
                <a:lnTo>
                  <a:pt x="1151449" y="58269"/>
                </a:lnTo>
                <a:lnTo>
                  <a:pt x="1150563" y="59148"/>
                </a:lnTo>
                <a:lnTo>
                  <a:pt x="1149699" y="60049"/>
                </a:lnTo>
                <a:lnTo>
                  <a:pt x="1148858" y="60974"/>
                </a:lnTo>
                <a:lnTo>
                  <a:pt x="1148039" y="61921"/>
                </a:lnTo>
                <a:lnTo>
                  <a:pt x="1147244" y="62890"/>
                </a:lnTo>
                <a:lnTo>
                  <a:pt x="1146471" y="63882"/>
                </a:lnTo>
                <a:lnTo>
                  <a:pt x="1145720" y="64898"/>
                </a:lnTo>
                <a:lnTo>
                  <a:pt x="1144992" y="65935"/>
                </a:lnTo>
                <a:lnTo>
                  <a:pt x="1144287" y="66996"/>
                </a:lnTo>
                <a:lnTo>
                  <a:pt x="1143605" y="68079"/>
                </a:lnTo>
                <a:lnTo>
                  <a:pt x="1142945" y="69185"/>
                </a:lnTo>
                <a:lnTo>
                  <a:pt x="1142308" y="70314"/>
                </a:lnTo>
                <a:lnTo>
                  <a:pt x="1141694" y="71465"/>
                </a:lnTo>
                <a:lnTo>
                  <a:pt x="1141102" y="72639"/>
                </a:lnTo>
                <a:lnTo>
                  <a:pt x="1140534" y="73834"/>
                </a:lnTo>
                <a:lnTo>
                  <a:pt x="1139989" y="75047"/>
                </a:lnTo>
                <a:lnTo>
                  <a:pt x="1139469" y="76280"/>
                </a:lnTo>
                <a:lnTo>
                  <a:pt x="1138974" y="77531"/>
                </a:lnTo>
                <a:lnTo>
                  <a:pt x="1138502" y="78802"/>
                </a:lnTo>
                <a:lnTo>
                  <a:pt x="1138054" y="80091"/>
                </a:lnTo>
                <a:lnTo>
                  <a:pt x="1137631" y="81399"/>
                </a:lnTo>
                <a:lnTo>
                  <a:pt x="1137232" y="82727"/>
                </a:lnTo>
                <a:lnTo>
                  <a:pt x="1136857" y="84073"/>
                </a:lnTo>
                <a:lnTo>
                  <a:pt x="1136507" y="85438"/>
                </a:lnTo>
                <a:lnTo>
                  <a:pt x="1136180" y="86823"/>
                </a:lnTo>
                <a:lnTo>
                  <a:pt x="1135878" y="88226"/>
                </a:lnTo>
                <a:lnTo>
                  <a:pt x="1135600" y="89648"/>
                </a:lnTo>
                <a:lnTo>
                  <a:pt x="1135346" y="91089"/>
                </a:lnTo>
                <a:lnTo>
                  <a:pt x="1135116" y="92549"/>
                </a:lnTo>
                <a:lnTo>
                  <a:pt x="1134910" y="94029"/>
                </a:lnTo>
                <a:lnTo>
                  <a:pt x="1134729" y="95527"/>
                </a:lnTo>
                <a:lnTo>
                  <a:pt x="1134572" y="97044"/>
                </a:lnTo>
                <a:lnTo>
                  <a:pt x="1134439" y="98580"/>
                </a:lnTo>
                <a:lnTo>
                  <a:pt x="1134330" y="100135"/>
                </a:lnTo>
                <a:lnTo>
                  <a:pt x="1134245" y="101709"/>
                </a:lnTo>
                <a:lnTo>
                  <a:pt x="1134185" y="103302"/>
                </a:lnTo>
                <a:lnTo>
                  <a:pt x="1134149" y="104914"/>
                </a:lnTo>
                <a:lnTo>
                  <a:pt x="1134136" y="106544"/>
                </a:lnTo>
                <a:lnTo>
                  <a:pt x="1134149" y="108228"/>
                </a:lnTo>
                <a:lnTo>
                  <a:pt x="1134186" y="109891"/>
                </a:lnTo>
                <a:lnTo>
                  <a:pt x="1134248" y="111533"/>
                </a:lnTo>
                <a:lnTo>
                  <a:pt x="1134335" y="113155"/>
                </a:lnTo>
                <a:lnTo>
                  <a:pt x="1134447" y="114758"/>
                </a:lnTo>
                <a:lnTo>
                  <a:pt x="1134584" y="116339"/>
                </a:lnTo>
                <a:lnTo>
                  <a:pt x="1134745" y="117901"/>
                </a:lnTo>
                <a:lnTo>
                  <a:pt x="1134931" y="119442"/>
                </a:lnTo>
                <a:lnTo>
                  <a:pt x="1135142" y="120963"/>
                </a:lnTo>
                <a:lnTo>
                  <a:pt x="1135378" y="122464"/>
                </a:lnTo>
                <a:lnTo>
                  <a:pt x="1135639" y="123944"/>
                </a:lnTo>
                <a:lnTo>
                  <a:pt x="1135925" y="125404"/>
                </a:lnTo>
                <a:lnTo>
                  <a:pt x="1136235" y="126844"/>
                </a:lnTo>
                <a:lnTo>
                  <a:pt x="1136571" y="128264"/>
                </a:lnTo>
                <a:lnTo>
                  <a:pt x="1136931" y="129663"/>
                </a:lnTo>
                <a:lnTo>
                  <a:pt x="1137316" y="131042"/>
                </a:lnTo>
                <a:lnTo>
                  <a:pt x="1137726" y="132401"/>
                </a:lnTo>
                <a:lnTo>
                  <a:pt x="1138160" y="133739"/>
                </a:lnTo>
                <a:lnTo>
                  <a:pt x="1138620" y="135057"/>
                </a:lnTo>
                <a:lnTo>
                  <a:pt x="1139104" y="136355"/>
                </a:lnTo>
                <a:lnTo>
                  <a:pt x="1139613" y="137633"/>
                </a:lnTo>
                <a:lnTo>
                  <a:pt x="1140148" y="138890"/>
                </a:lnTo>
                <a:lnTo>
                  <a:pt x="1140706" y="140127"/>
                </a:lnTo>
                <a:lnTo>
                  <a:pt x="1141290" y="141344"/>
                </a:lnTo>
                <a:lnTo>
                  <a:pt x="1141898" y="142539"/>
                </a:lnTo>
                <a:lnTo>
                  <a:pt x="1142529" y="143710"/>
                </a:lnTo>
                <a:lnTo>
                  <a:pt x="1143184" y="144857"/>
                </a:lnTo>
                <a:lnTo>
                  <a:pt x="1143863" y="145981"/>
                </a:lnTo>
                <a:lnTo>
                  <a:pt x="1144565" y="147081"/>
                </a:lnTo>
                <a:lnTo>
                  <a:pt x="1145291" y="148158"/>
                </a:lnTo>
                <a:lnTo>
                  <a:pt x="1146040" y="149211"/>
                </a:lnTo>
                <a:lnTo>
                  <a:pt x="1146812" y="150240"/>
                </a:lnTo>
                <a:lnTo>
                  <a:pt x="1147608" y="151246"/>
                </a:lnTo>
                <a:lnTo>
                  <a:pt x="1148428" y="152228"/>
                </a:lnTo>
                <a:lnTo>
                  <a:pt x="1149271" y="153187"/>
                </a:lnTo>
                <a:lnTo>
                  <a:pt x="1150138" y="154122"/>
                </a:lnTo>
                <a:lnTo>
                  <a:pt x="1151028" y="155033"/>
                </a:lnTo>
                <a:lnTo>
                  <a:pt x="1151942" y="155921"/>
                </a:lnTo>
                <a:lnTo>
                  <a:pt x="1152880" y="156786"/>
                </a:lnTo>
                <a:lnTo>
                  <a:pt x="1153840" y="157626"/>
                </a:lnTo>
                <a:lnTo>
                  <a:pt x="1154825" y="158444"/>
                </a:lnTo>
                <a:lnTo>
                  <a:pt x="1155833" y="159237"/>
                </a:lnTo>
                <a:lnTo>
                  <a:pt x="1156864" y="160007"/>
                </a:lnTo>
                <a:lnTo>
                  <a:pt x="1157919" y="160754"/>
                </a:lnTo>
                <a:lnTo>
                  <a:pt x="1158998" y="161476"/>
                </a:lnTo>
                <a:lnTo>
                  <a:pt x="1160100" y="162176"/>
                </a:lnTo>
                <a:lnTo>
                  <a:pt x="1161226" y="162851"/>
                </a:lnTo>
                <a:lnTo>
                  <a:pt x="1162375" y="163503"/>
                </a:lnTo>
                <a:lnTo>
                  <a:pt x="1163547" y="164130"/>
                </a:lnTo>
                <a:lnTo>
                  <a:pt x="1164742" y="164730"/>
                </a:lnTo>
                <a:lnTo>
                  <a:pt x="1165959" y="165304"/>
                </a:lnTo>
                <a:lnTo>
                  <a:pt x="1167200" y="165851"/>
                </a:lnTo>
                <a:lnTo>
                  <a:pt x="1168462" y="166371"/>
                </a:lnTo>
                <a:lnTo>
                  <a:pt x="1169748" y="166865"/>
                </a:lnTo>
                <a:lnTo>
                  <a:pt x="1171056" y="167332"/>
                </a:lnTo>
                <a:lnTo>
                  <a:pt x="1172387" y="167772"/>
                </a:lnTo>
                <a:lnTo>
                  <a:pt x="1173741" y="168185"/>
                </a:lnTo>
                <a:lnTo>
                  <a:pt x="1175117" y="168572"/>
                </a:lnTo>
                <a:lnTo>
                  <a:pt x="1176516" y="168932"/>
                </a:lnTo>
                <a:lnTo>
                  <a:pt x="1177937" y="169266"/>
                </a:lnTo>
                <a:lnTo>
                  <a:pt x="1179381" y="169572"/>
                </a:lnTo>
                <a:lnTo>
                  <a:pt x="1180848" y="169853"/>
                </a:lnTo>
                <a:lnTo>
                  <a:pt x="1182338" y="170106"/>
                </a:lnTo>
                <a:lnTo>
                  <a:pt x="1183850" y="170333"/>
                </a:lnTo>
                <a:lnTo>
                  <a:pt x="1185384" y="170533"/>
                </a:lnTo>
                <a:lnTo>
                  <a:pt x="1186942" y="170706"/>
                </a:lnTo>
                <a:lnTo>
                  <a:pt x="1188522" y="170853"/>
                </a:lnTo>
                <a:lnTo>
                  <a:pt x="1190125" y="170973"/>
                </a:lnTo>
                <a:lnTo>
                  <a:pt x="1191750" y="171066"/>
                </a:lnTo>
                <a:lnTo>
                  <a:pt x="1193398" y="171133"/>
                </a:lnTo>
                <a:lnTo>
                  <a:pt x="1195069" y="171173"/>
                </a:lnTo>
                <a:lnTo>
                  <a:pt x="1196763" y="171186"/>
                </a:lnTo>
                <a:lnTo>
                  <a:pt x="1198146" y="171178"/>
                </a:lnTo>
                <a:lnTo>
                  <a:pt x="1199515" y="171153"/>
                </a:lnTo>
                <a:lnTo>
                  <a:pt x="1200870" y="171112"/>
                </a:lnTo>
                <a:lnTo>
                  <a:pt x="1202210" y="171054"/>
                </a:lnTo>
                <a:close/>
                <a:moveTo>
                  <a:pt x="1168205" y="88275"/>
                </a:moveTo>
                <a:lnTo>
                  <a:pt x="1168371" y="87303"/>
                </a:lnTo>
                <a:lnTo>
                  <a:pt x="1168560" y="86353"/>
                </a:lnTo>
                <a:lnTo>
                  <a:pt x="1168771" y="85424"/>
                </a:lnTo>
                <a:lnTo>
                  <a:pt x="1169005" y="84516"/>
                </a:lnTo>
                <a:lnTo>
                  <a:pt x="1169263" y="83630"/>
                </a:lnTo>
                <a:lnTo>
                  <a:pt x="1169543" y="82764"/>
                </a:lnTo>
                <a:lnTo>
                  <a:pt x="1169846" y="81919"/>
                </a:lnTo>
                <a:lnTo>
                  <a:pt x="1170172" y="81096"/>
                </a:lnTo>
                <a:lnTo>
                  <a:pt x="1170520" y="80293"/>
                </a:lnTo>
                <a:lnTo>
                  <a:pt x="1170892" y="79512"/>
                </a:lnTo>
                <a:lnTo>
                  <a:pt x="1171286" y="78752"/>
                </a:lnTo>
                <a:lnTo>
                  <a:pt x="1171704" y="78012"/>
                </a:lnTo>
                <a:lnTo>
                  <a:pt x="1172144" y="77294"/>
                </a:lnTo>
                <a:lnTo>
                  <a:pt x="1172607" y="76597"/>
                </a:lnTo>
                <a:lnTo>
                  <a:pt x="1173093" y="75922"/>
                </a:lnTo>
                <a:lnTo>
                  <a:pt x="1173602" y="75267"/>
                </a:lnTo>
                <a:lnTo>
                  <a:pt x="1174134" y="74633"/>
                </a:lnTo>
                <a:lnTo>
                  <a:pt x="1174688" y="74020"/>
                </a:lnTo>
                <a:lnTo>
                  <a:pt x="1175266" y="73429"/>
                </a:lnTo>
                <a:lnTo>
                  <a:pt x="1175866" y="72859"/>
                </a:lnTo>
                <a:lnTo>
                  <a:pt x="1176485" y="72310"/>
                </a:lnTo>
                <a:lnTo>
                  <a:pt x="1177119" y="71786"/>
                </a:lnTo>
                <a:lnTo>
                  <a:pt x="1177767" y="71284"/>
                </a:lnTo>
                <a:lnTo>
                  <a:pt x="1178430" y="70806"/>
                </a:lnTo>
                <a:lnTo>
                  <a:pt x="1179108" y="70351"/>
                </a:lnTo>
                <a:lnTo>
                  <a:pt x="1179800" y="69919"/>
                </a:lnTo>
                <a:lnTo>
                  <a:pt x="1180507" y="69511"/>
                </a:lnTo>
                <a:lnTo>
                  <a:pt x="1181228" y="69126"/>
                </a:lnTo>
                <a:lnTo>
                  <a:pt x="1181964" y="68765"/>
                </a:lnTo>
                <a:lnTo>
                  <a:pt x="1182714" y="68426"/>
                </a:lnTo>
                <a:lnTo>
                  <a:pt x="1183480" y="68111"/>
                </a:lnTo>
                <a:lnTo>
                  <a:pt x="1184259" y="67820"/>
                </a:lnTo>
                <a:lnTo>
                  <a:pt x="1185054" y="67552"/>
                </a:lnTo>
                <a:lnTo>
                  <a:pt x="1185863" y="67307"/>
                </a:lnTo>
                <a:lnTo>
                  <a:pt x="1186686" y="67085"/>
                </a:lnTo>
                <a:lnTo>
                  <a:pt x="1187524" y="66887"/>
                </a:lnTo>
                <a:lnTo>
                  <a:pt x="1188377" y="66712"/>
                </a:lnTo>
                <a:lnTo>
                  <a:pt x="1189244" y="66560"/>
                </a:lnTo>
                <a:lnTo>
                  <a:pt x="1190126" y="66432"/>
                </a:lnTo>
                <a:lnTo>
                  <a:pt x="1191023" y="66327"/>
                </a:lnTo>
                <a:lnTo>
                  <a:pt x="1191934" y="66245"/>
                </a:lnTo>
                <a:lnTo>
                  <a:pt x="1192859" y="66187"/>
                </a:lnTo>
                <a:lnTo>
                  <a:pt x="1193800" y="66152"/>
                </a:lnTo>
                <a:lnTo>
                  <a:pt x="1194755" y="66140"/>
                </a:lnTo>
                <a:lnTo>
                  <a:pt x="1195689" y="66152"/>
                </a:lnTo>
                <a:lnTo>
                  <a:pt x="1196609" y="66186"/>
                </a:lnTo>
                <a:lnTo>
                  <a:pt x="1197515" y="66242"/>
                </a:lnTo>
                <a:lnTo>
                  <a:pt x="1198406" y="66322"/>
                </a:lnTo>
                <a:lnTo>
                  <a:pt x="1199284" y="66423"/>
                </a:lnTo>
                <a:lnTo>
                  <a:pt x="1200147" y="66548"/>
                </a:lnTo>
                <a:lnTo>
                  <a:pt x="1200996" y="66695"/>
                </a:lnTo>
                <a:lnTo>
                  <a:pt x="1201832" y="66865"/>
                </a:lnTo>
                <a:lnTo>
                  <a:pt x="1202652" y="67058"/>
                </a:lnTo>
                <a:lnTo>
                  <a:pt x="1203459" y="67273"/>
                </a:lnTo>
                <a:lnTo>
                  <a:pt x="1204252" y="67511"/>
                </a:lnTo>
                <a:lnTo>
                  <a:pt x="1205030" y="67772"/>
                </a:lnTo>
                <a:lnTo>
                  <a:pt x="1205794" y="68055"/>
                </a:lnTo>
                <a:lnTo>
                  <a:pt x="1206544" y="68361"/>
                </a:lnTo>
                <a:lnTo>
                  <a:pt x="1207280" y="68690"/>
                </a:lnTo>
                <a:lnTo>
                  <a:pt x="1208002" y="69041"/>
                </a:lnTo>
                <a:lnTo>
                  <a:pt x="1208710" y="69415"/>
                </a:lnTo>
                <a:lnTo>
                  <a:pt x="1209403" y="69811"/>
                </a:lnTo>
                <a:lnTo>
                  <a:pt x="1210082" y="70230"/>
                </a:lnTo>
                <a:lnTo>
                  <a:pt x="1210747" y="70672"/>
                </a:lnTo>
                <a:lnTo>
                  <a:pt x="1211398" y="71137"/>
                </a:lnTo>
                <a:lnTo>
                  <a:pt x="1212035" y="71624"/>
                </a:lnTo>
                <a:lnTo>
                  <a:pt x="1212658" y="72134"/>
                </a:lnTo>
                <a:lnTo>
                  <a:pt x="1213266" y="72666"/>
                </a:lnTo>
                <a:lnTo>
                  <a:pt x="1213856" y="73222"/>
                </a:lnTo>
                <a:lnTo>
                  <a:pt x="1214421" y="73800"/>
                </a:lnTo>
                <a:lnTo>
                  <a:pt x="1214963" y="74402"/>
                </a:lnTo>
                <a:lnTo>
                  <a:pt x="1215482" y="75027"/>
                </a:lnTo>
                <a:lnTo>
                  <a:pt x="1215976" y="75674"/>
                </a:lnTo>
                <a:lnTo>
                  <a:pt x="1216447" y="76345"/>
                </a:lnTo>
                <a:lnTo>
                  <a:pt x="1216894" y="77039"/>
                </a:lnTo>
                <a:lnTo>
                  <a:pt x="1217317" y="77756"/>
                </a:lnTo>
                <a:lnTo>
                  <a:pt x="1217717" y="78496"/>
                </a:lnTo>
                <a:lnTo>
                  <a:pt x="1218092" y="79260"/>
                </a:lnTo>
                <a:lnTo>
                  <a:pt x="1218444" y="80046"/>
                </a:lnTo>
                <a:lnTo>
                  <a:pt x="1218773" y="80855"/>
                </a:lnTo>
                <a:lnTo>
                  <a:pt x="1219077" y="81688"/>
                </a:lnTo>
                <a:lnTo>
                  <a:pt x="1219358" y="82544"/>
                </a:lnTo>
                <a:lnTo>
                  <a:pt x="1219615" y="83422"/>
                </a:lnTo>
                <a:lnTo>
                  <a:pt x="1219848" y="84324"/>
                </a:lnTo>
                <a:lnTo>
                  <a:pt x="1220058" y="85249"/>
                </a:lnTo>
                <a:lnTo>
                  <a:pt x="1220243" y="86197"/>
                </a:lnTo>
                <a:lnTo>
                  <a:pt x="1220405" y="87168"/>
                </a:lnTo>
                <a:lnTo>
                  <a:pt x="1220544" y="88163"/>
                </a:lnTo>
                <a:lnTo>
                  <a:pt x="1220658" y="89180"/>
                </a:lnTo>
                <a:lnTo>
                  <a:pt x="1220749" y="90220"/>
                </a:lnTo>
                <a:lnTo>
                  <a:pt x="1220816" y="91284"/>
                </a:lnTo>
                <a:lnTo>
                  <a:pt x="1220859" y="92370"/>
                </a:lnTo>
                <a:lnTo>
                  <a:pt x="1167771" y="92370"/>
                </a:lnTo>
                <a:lnTo>
                  <a:pt x="1167845" y="91315"/>
                </a:lnTo>
                <a:lnTo>
                  <a:pt x="1167943" y="90280"/>
                </a:lnTo>
                <a:lnTo>
                  <a:pt x="1168063" y="89267"/>
                </a:lnTo>
                <a:lnTo>
                  <a:pt x="1168205" y="88275"/>
                </a:lnTo>
                <a:close/>
                <a:moveTo>
                  <a:pt x="1029206" y="213814"/>
                </a:moveTo>
                <a:lnTo>
                  <a:pt x="1030282" y="213780"/>
                </a:lnTo>
                <a:lnTo>
                  <a:pt x="1031341" y="213737"/>
                </a:lnTo>
                <a:lnTo>
                  <a:pt x="1032386" y="213683"/>
                </a:lnTo>
                <a:lnTo>
                  <a:pt x="1033415" y="213620"/>
                </a:lnTo>
                <a:lnTo>
                  <a:pt x="1034428" y="213548"/>
                </a:lnTo>
                <a:lnTo>
                  <a:pt x="1035426" y="213465"/>
                </a:lnTo>
                <a:lnTo>
                  <a:pt x="1036409" y="213373"/>
                </a:lnTo>
                <a:lnTo>
                  <a:pt x="1037376" y="213272"/>
                </a:lnTo>
                <a:lnTo>
                  <a:pt x="1038328" y="213160"/>
                </a:lnTo>
                <a:lnTo>
                  <a:pt x="1039264" y="213039"/>
                </a:lnTo>
                <a:lnTo>
                  <a:pt x="1040185" y="212909"/>
                </a:lnTo>
                <a:lnTo>
                  <a:pt x="1041090" y="212768"/>
                </a:lnTo>
                <a:lnTo>
                  <a:pt x="1041980" y="212618"/>
                </a:lnTo>
                <a:lnTo>
                  <a:pt x="1042854" y="212458"/>
                </a:lnTo>
                <a:lnTo>
                  <a:pt x="1043713" y="212289"/>
                </a:lnTo>
                <a:lnTo>
                  <a:pt x="1044556" y="212110"/>
                </a:lnTo>
                <a:lnTo>
                  <a:pt x="1045384" y="211921"/>
                </a:lnTo>
                <a:lnTo>
                  <a:pt x="1046196" y="211723"/>
                </a:lnTo>
                <a:lnTo>
                  <a:pt x="1046993" y="211514"/>
                </a:lnTo>
                <a:lnTo>
                  <a:pt x="1047775" y="211297"/>
                </a:lnTo>
                <a:lnTo>
                  <a:pt x="1048541" y="211069"/>
                </a:lnTo>
                <a:lnTo>
                  <a:pt x="1049294" y="210829"/>
                </a:lnTo>
                <a:lnTo>
                  <a:pt x="1050037" y="210574"/>
                </a:lnTo>
                <a:lnTo>
                  <a:pt x="1050771" y="210304"/>
                </a:lnTo>
                <a:lnTo>
                  <a:pt x="1051495" y="210018"/>
                </a:lnTo>
                <a:lnTo>
                  <a:pt x="1052209" y="209716"/>
                </a:lnTo>
                <a:lnTo>
                  <a:pt x="1052914" y="209400"/>
                </a:lnTo>
                <a:lnTo>
                  <a:pt x="1053608" y="209068"/>
                </a:lnTo>
                <a:lnTo>
                  <a:pt x="1054293" y="208720"/>
                </a:lnTo>
                <a:lnTo>
                  <a:pt x="1054968" y="208357"/>
                </a:lnTo>
                <a:lnTo>
                  <a:pt x="1055633" y="207979"/>
                </a:lnTo>
                <a:lnTo>
                  <a:pt x="1056288" y="207586"/>
                </a:lnTo>
                <a:lnTo>
                  <a:pt x="1056934" y="207176"/>
                </a:lnTo>
                <a:lnTo>
                  <a:pt x="1057569" y="206752"/>
                </a:lnTo>
                <a:lnTo>
                  <a:pt x="1058195" y="206312"/>
                </a:lnTo>
                <a:lnTo>
                  <a:pt x="1058811" y="205857"/>
                </a:lnTo>
                <a:lnTo>
                  <a:pt x="1059418" y="205387"/>
                </a:lnTo>
                <a:lnTo>
                  <a:pt x="1060014" y="204901"/>
                </a:lnTo>
                <a:lnTo>
                  <a:pt x="1060601" y="204399"/>
                </a:lnTo>
                <a:lnTo>
                  <a:pt x="1061177" y="203883"/>
                </a:lnTo>
                <a:lnTo>
                  <a:pt x="1061745" y="203350"/>
                </a:lnTo>
                <a:lnTo>
                  <a:pt x="1062302" y="202803"/>
                </a:lnTo>
                <a:lnTo>
                  <a:pt x="1062849" y="202240"/>
                </a:lnTo>
                <a:lnTo>
                  <a:pt x="1063387" y="201662"/>
                </a:lnTo>
                <a:lnTo>
                  <a:pt x="1063915" y="201068"/>
                </a:lnTo>
                <a:lnTo>
                  <a:pt x="1064435" y="200457"/>
                </a:lnTo>
                <a:lnTo>
                  <a:pt x="1064950" y="199825"/>
                </a:lnTo>
                <a:lnTo>
                  <a:pt x="1065460" y="199173"/>
                </a:lnTo>
                <a:lnTo>
                  <a:pt x="1065965" y="198501"/>
                </a:lnTo>
                <a:lnTo>
                  <a:pt x="1066464" y="197808"/>
                </a:lnTo>
                <a:lnTo>
                  <a:pt x="1066958" y="197096"/>
                </a:lnTo>
                <a:lnTo>
                  <a:pt x="1067447" y="196363"/>
                </a:lnTo>
                <a:lnTo>
                  <a:pt x="1067931" y="195609"/>
                </a:lnTo>
                <a:lnTo>
                  <a:pt x="1068409" y="194836"/>
                </a:lnTo>
                <a:lnTo>
                  <a:pt x="1068883" y="194042"/>
                </a:lnTo>
                <a:lnTo>
                  <a:pt x="1069351" y="193229"/>
                </a:lnTo>
                <a:lnTo>
                  <a:pt x="1069813" y="192395"/>
                </a:lnTo>
                <a:lnTo>
                  <a:pt x="1070271" y="191540"/>
                </a:lnTo>
                <a:lnTo>
                  <a:pt x="1070723" y="190666"/>
                </a:lnTo>
                <a:lnTo>
                  <a:pt x="1071170" y="189771"/>
                </a:lnTo>
                <a:lnTo>
                  <a:pt x="1071612" y="188856"/>
                </a:lnTo>
                <a:lnTo>
                  <a:pt x="1072049" y="187921"/>
                </a:lnTo>
                <a:lnTo>
                  <a:pt x="1072480" y="186965"/>
                </a:lnTo>
                <a:lnTo>
                  <a:pt x="1072907" y="185989"/>
                </a:lnTo>
                <a:lnTo>
                  <a:pt x="1073327" y="184993"/>
                </a:lnTo>
                <a:lnTo>
                  <a:pt x="1073743" y="183977"/>
                </a:lnTo>
                <a:lnTo>
                  <a:pt x="1074154" y="182941"/>
                </a:lnTo>
                <a:lnTo>
                  <a:pt x="1074559" y="181884"/>
                </a:lnTo>
                <a:lnTo>
                  <a:pt x="1074959" y="180807"/>
                </a:lnTo>
                <a:lnTo>
                  <a:pt x="1079477" y="168523"/>
                </a:lnTo>
                <a:lnTo>
                  <a:pt x="1123529" y="44930"/>
                </a:lnTo>
                <a:lnTo>
                  <a:pt x="1089894" y="44930"/>
                </a:lnTo>
                <a:lnTo>
                  <a:pt x="1062283" y="136657"/>
                </a:lnTo>
                <a:lnTo>
                  <a:pt x="1031284" y="44930"/>
                </a:lnTo>
                <a:lnTo>
                  <a:pt x="996645" y="44930"/>
                </a:lnTo>
                <a:lnTo>
                  <a:pt x="1044336" y="168927"/>
                </a:lnTo>
                <a:lnTo>
                  <a:pt x="1041575" y="175579"/>
                </a:lnTo>
                <a:lnTo>
                  <a:pt x="1041382" y="176075"/>
                </a:lnTo>
                <a:lnTo>
                  <a:pt x="1041180" y="176560"/>
                </a:lnTo>
                <a:lnTo>
                  <a:pt x="1040968" y="177032"/>
                </a:lnTo>
                <a:lnTo>
                  <a:pt x="1040747" y="177493"/>
                </a:lnTo>
                <a:lnTo>
                  <a:pt x="1040517" y="177942"/>
                </a:lnTo>
                <a:lnTo>
                  <a:pt x="1040277" y="178379"/>
                </a:lnTo>
                <a:lnTo>
                  <a:pt x="1040028" y="178805"/>
                </a:lnTo>
                <a:lnTo>
                  <a:pt x="1039769" y="179219"/>
                </a:lnTo>
                <a:lnTo>
                  <a:pt x="1039501" y="179621"/>
                </a:lnTo>
                <a:lnTo>
                  <a:pt x="1039224" y="180011"/>
                </a:lnTo>
                <a:lnTo>
                  <a:pt x="1038937" y="180389"/>
                </a:lnTo>
                <a:lnTo>
                  <a:pt x="1038641" y="180756"/>
                </a:lnTo>
                <a:lnTo>
                  <a:pt x="1038336" y="181111"/>
                </a:lnTo>
                <a:lnTo>
                  <a:pt x="1038021" y="181454"/>
                </a:lnTo>
                <a:lnTo>
                  <a:pt x="1037697" y="181786"/>
                </a:lnTo>
                <a:lnTo>
                  <a:pt x="1037364" y="182105"/>
                </a:lnTo>
                <a:lnTo>
                  <a:pt x="1037021" y="182413"/>
                </a:lnTo>
                <a:lnTo>
                  <a:pt x="1036669" y="182709"/>
                </a:lnTo>
                <a:lnTo>
                  <a:pt x="1036307" y="182994"/>
                </a:lnTo>
                <a:lnTo>
                  <a:pt x="1035936" y="183266"/>
                </a:lnTo>
                <a:lnTo>
                  <a:pt x="1035556" y="183527"/>
                </a:lnTo>
                <a:lnTo>
                  <a:pt x="1035166" y="183776"/>
                </a:lnTo>
                <a:lnTo>
                  <a:pt x="1034767" y="184013"/>
                </a:lnTo>
                <a:lnTo>
                  <a:pt x="1034359" y="184239"/>
                </a:lnTo>
                <a:lnTo>
                  <a:pt x="1033941" y="184454"/>
                </a:lnTo>
                <a:lnTo>
                  <a:pt x="1033515" y="184660"/>
                </a:lnTo>
                <a:lnTo>
                  <a:pt x="1033081" y="184857"/>
                </a:lnTo>
                <a:lnTo>
                  <a:pt x="1032638" y="185044"/>
                </a:lnTo>
                <a:lnTo>
                  <a:pt x="1032187" y="185223"/>
                </a:lnTo>
                <a:lnTo>
                  <a:pt x="1031727" y="185392"/>
                </a:lnTo>
                <a:lnTo>
                  <a:pt x="1031259" y="185552"/>
                </a:lnTo>
                <a:lnTo>
                  <a:pt x="1030782" y="185703"/>
                </a:lnTo>
                <a:lnTo>
                  <a:pt x="1030297" y="185845"/>
                </a:lnTo>
                <a:lnTo>
                  <a:pt x="1029803" y="185978"/>
                </a:lnTo>
                <a:lnTo>
                  <a:pt x="1029300" y="186101"/>
                </a:lnTo>
                <a:lnTo>
                  <a:pt x="1028789" y="186215"/>
                </a:lnTo>
                <a:lnTo>
                  <a:pt x="1028270" y="186321"/>
                </a:lnTo>
                <a:lnTo>
                  <a:pt x="1027742" y="186417"/>
                </a:lnTo>
                <a:lnTo>
                  <a:pt x="1027206" y="186504"/>
                </a:lnTo>
                <a:lnTo>
                  <a:pt x="1026661" y="186582"/>
                </a:lnTo>
                <a:lnTo>
                  <a:pt x="1026108" y="186650"/>
                </a:lnTo>
                <a:lnTo>
                  <a:pt x="1025546" y="186710"/>
                </a:lnTo>
                <a:lnTo>
                  <a:pt x="1024976" y="186760"/>
                </a:lnTo>
                <a:lnTo>
                  <a:pt x="1024397" y="186801"/>
                </a:lnTo>
                <a:lnTo>
                  <a:pt x="1023810" y="186833"/>
                </a:lnTo>
                <a:lnTo>
                  <a:pt x="1023214" y="186856"/>
                </a:lnTo>
                <a:lnTo>
                  <a:pt x="1022609" y="186870"/>
                </a:lnTo>
                <a:lnTo>
                  <a:pt x="1021997" y="186874"/>
                </a:lnTo>
                <a:lnTo>
                  <a:pt x="1010952" y="186874"/>
                </a:lnTo>
                <a:lnTo>
                  <a:pt x="1010952" y="213858"/>
                </a:lnTo>
                <a:lnTo>
                  <a:pt x="1025887" y="213858"/>
                </a:lnTo>
                <a:lnTo>
                  <a:pt x="1027009" y="213853"/>
                </a:lnTo>
                <a:lnTo>
                  <a:pt x="1028115" y="213838"/>
                </a:lnTo>
                <a:lnTo>
                  <a:pt x="1029206" y="2138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CodeGenerationLayer">
            <a:extLst xmlns:a="http://schemas.openxmlformats.org/drawingml/2006/main">
              <a:ext uri="{FF2B5EF4-FFF2-40B4-BE49-F238E27FC236}">
                <a16:creationId xmlns:a16="http://schemas.microsoft.com/office/drawing/2014/main" id="{EEFA82AA-8837-467E-8635-89C1EAA7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52" y="5531548"/>
            <a:ext cx="2651378" cy="217372"/>
          </a:xfrm>
          <a:custGeom xmlns:a="http://schemas.openxmlformats.org/drawingml/2006/main">
            <a:pathLst>
              <a:path w="2651378" h="217372">
                <a:moveTo>
                  <a:pt x="82330" y="174701"/>
                </a:moveTo>
                <a:cubicBezTo>
                  <a:pt x="65262" y="174701"/>
                  <a:pt x="50578" y="171124"/>
                  <a:pt x="38278" y="163970"/>
                </a:cubicBezTo>
                <a:cubicBezTo>
                  <a:pt x="25979" y="156816"/>
                  <a:pt x="16525" y="146776"/>
                  <a:pt x="9915" y="133849"/>
                </a:cubicBezTo>
                <a:cubicBezTo>
                  <a:pt x="3305" y="120922"/>
                  <a:pt x="0" y="105674"/>
                  <a:pt x="0" y="88103"/>
                </a:cubicBezTo>
                <a:cubicBezTo>
                  <a:pt x="0" y="70533"/>
                  <a:pt x="3305" y="55242"/>
                  <a:pt x="9915" y="42232"/>
                </a:cubicBezTo>
                <a:cubicBezTo>
                  <a:pt x="16525" y="29221"/>
                  <a:pt x="25979" y="19139"/>
                  <a:pt x="38278" y="11986"/>
                </a:cubicBezTo>
                <a:cubicBezTo>
                  <a:pt x="50578" y="4832"/>
                  <a:pt x="65262" y="1255"/>
                  <a:pt x="82330" y="1255"/>
                </a:cubicBezTo>
                <a:cubicBezTo>
                  <a:pt x="95550" y="1255"/>
                  <a:pt x="107724" y="3535"/>
                  <a:pt x="118852" y="8095"/>
                </a:cubicBezTo>
                <a:cubicBezTo>
                  <a:pt x="129980" y="12655"/>
                  <a:pt x="139016" y="19390"/>
                  <a:pt x="145960" y="28301"/>
                </a:cubicBezTo>
                <a:cubicBezTo>
                  <a:pt x="152905" y="37212"/>
                  <a:pt x="156712" y="48193"/>
                  <a:pt x="157381" y="61246"/>
                </a:cubicBezTo>
                <a:lnTo>
                  <a:pt x="121236" y="61246"/>
                </a:lnTo>
                <a:cubicBezTo>
                  <a:pt x="120316" y="54385"/>
                  <a:pt x="118078" y="48695"/>
                  <a:pt x="114522" y="44177"/>
                </a:cubicBezTo>
                <a:cubicBezTo>
                  <a:pt x="110966" y="39659"/>
                  <a:pt x="106427" y="36270"/>
                  <a:pt x="100905" y="34011"/>
                </a:cubicBezTo>
                <a:cubicBezTo>
                  <a:pt x="95382" y="31752"/>
                  <a:pt x="89191" y="30623"/>
                  <a:pt x="82330" y="30623"/>
                </a:cubicBezTo>
                <a:cubicBezTo>
                  <a:pt x="71286" y="30623"/>
                  <a:pt x="62396" y="33300"/>
                  <a:pt x="55661" y="38655"/>
                </a:cubicBezTo>
                <a:cubicBezTo>
                  <a:pt x="48925" y="44010"/>
                  <a:pt x="44031" y="51017"/>
                  <a:pt x="40977" y="59677"/>
                </a:cubicBezTo>
                <a:cubicBezTo>
                  <a:pt x="37923" y="68337"/>
                  <a:pt x="36396" y="77812"/>
                  <a:pt x="36396" y="88103"/>
                </a:cubicBezTo>
                <a:cubicBezTo>
                  <a:pt x="36396" y="98311"/>
                  <a:pt x="37923" y="107765"/>
                  <a:pt x="40977" y="116467"/>
                </a:cubicBezTo>
                <a:cubicBezTo>
                  <a:pt x="44031" y="125169"/>
                  <a:pt x="48925" y="132155"/>
                  <a:pt x="55661" y="137426"/>
                </a:cubicBezTo>
                <a:cubicBezTo>
                  <a:pt x="62396" y="142697"/>
                  <a:pt x="71286" y="145333"/>
                  <a:pt x="82330" y="145333"/>
                </a:cubicBezTo>
                <a:cubicBezTo>
                  <a:pt x="93960" y="145333"/>
                  <a:pt x="103143" y="142342"/>
                  <a:pt x="109878" y="136359"/>
                </a:cubicBezTo>
                <a:cubicBezTo>
                  <a:pt x="116613" y="130377"/>
                  <a:pt x="120483" y="121864"/>
                  <a:pt x="121487" y="110819"/>
                </a:cubicBezTo>
                <a:lnTo>
                  <a:pt x="157632" y="110819"/>
                </a:lnTo>
                <a:cubicBezTo>
                  <a:pt x="156628" y="124625"/>
                  <a:pt x="152988" y="136276"/>
                  <a:pt x="146713" y="145772"/>
                </a:cubicBezTo>
                <a:cubicBezTo>
                  <a:pt x="140438" y="155268"/>
                  <a:pt x="131862" y="162464"/>
                  <a:pt x="120985" y="167359"/>
                </a:cubicBezTo>
                <a:cubicBezTo>
                  <a:pt x="110108" y="172253"/>
                  <a:pt x="97223" y="174701"/>
                  <a:pt x="82330" y="174701"/>
                </a:cubicBezTo>
                <a:close/>
                <a:moveTo>
                  <a:pt x="242716" y="174701"/>
                </a:moveTo>
                <a:cubicBezTo>
                  <a:pt x="230333" y="174701"/>
                  <a:pt x="219477" y="172204"/>
                  <a:pt x="210147" y="167210"/>
                </a:cubicBezTo>
                <a:cubicBezTo>
                  <a:pt x="200818" y="162213"/>
                  <a:pt x="193602" y="154974"/>
                  <a:pt x="188498" y="145494"/>
                </a:cubicBezTo>
                <a:cubicBezTo>
                  <a:pt x="183394" y="136010"/>
                  <a:pt x="180842" y="124537"/>
                  <a:pt x="180842" y="111074"/>
                </a:cubicBezTo>
                <a:cubicBezTo>
                  <a:pt x="180842" y="97360"/>
                  <a:pt x="183394" y="85699"/>
                  <a:pt x="188498" y="76090"/>
                </a:cubicBezTo>
                <a:cubicBezTo>
                  <a:pt x="193602" y="66479"/>
                  <a:pt x="200818" y="59155"/>
                  <a:pt x="210147" y="54119"/>
                </a:cubicBezTo>
                <a:cubicBezTo>
                  <a:pt x="219477" y="49081"/>
                  <a:pt x="230333" y="46562"/>
                  <a:pt x="242716" y="46562"/>
                </a:cubicBezTo>
                <a:cubicBezTo>
                  <a:pt x="255266" y="46562"/>
                  <a:pt x="266206" y="49081"/>
                  <a:pt x="275535" y="54119"/>
                </a:cubicBezTo>
                <a:cubicBezTo>
                  <a:pt x="284864" y="59155"/>
                  <a:pt x="292122" y="66479"/>
                  <a:pt x="297310" y="76090"/>
                </a:cubicBezTo>
                <a:cubicBezTo>
                  <a:pt x="302497" y="85699"/>
                  <a:pt x="305091" y="97360"/>
                  <a:pt x="305091" y="111074"/>
                </a:cubicBezTo>
                <a:cubicBezTo>
                  <a:pt x="305091" y="124537"/>
                  <a:pt x="302497" y="136010"/>
                  <a:pt x="297310" y="145494"/>
                </a:cubicBezTo>
                <a:cubicBezTo>
                  <a:pt x="292122" y="154974"/>
                  <a:pt x="284864" y="162213"/>
                  <a:pt x="275535" y="167210"/>
                </a:cubicBezTo>
                <a:cubicBezTo>
                  <a:pt x="266206" y="172204"/>
                  <a:pt x="255266" y="174701"/>
                  <a:pt x="242716" y="174701"/>
                </a:cubicBezTo>
                <a:moveTo>
                  <a:pt x="242716" y="149349"/>
                </a:moveTo>
                <a:cubicBezTo>
                  <a:pt x="249995" y="149349"/>
                  <a:pt x="255705" y="147621"/>
                  <a:pt x="259847" y="144164"/>
                </a:cubicBezTo>
                <a:cubicBezTo>
                  <a:pt x="263988" y="140707"/>
                  <a:pt x="266917" y="136078"/>
                  <a:pt x="268632" y="130276"/>
                </a:cubicBezTo>
                <a:cubicBezTo>
                  <a:pt x="270347" y="124474"/>
                  <a:pt x="271205" y="118075"/>
                  <a:pt x="271205" y="111078"/>
                </a:cubicBezTo>
                <a:cubicBezTo>
                  <a:pt x="271205" y="103909"/>
                  <a:pt x="270347" y="97380"/>
                  <a:pt x="268632" y="91492"/>
                </a:cubicBezTo>
                <a:cubicBezTo>
                  <a:pt x="266917" y="85604"/>
                  <a:pt x="263988" y="80910"/>
                  <a:pt x="259847" y="77412"/>
                </a:cubicBezTo>
                <a:cubicBezTo>
                  <a:pt x="255705" y="73914"/>
                  <a:pt x="249995" y="72164"/>
                  <a:pt x="242716" y="72164"/>
                </a:cubicBezTo>
                <a:cubicBezTo>
                  <a:pt x="235604" y="72164"/>
                  <a:pt x="230019" y="73914"/>
                  <a:pt x="225961" y="77412"/>
                </a:cubicBezTo>
                <a:cubicBezTo>
                  <a:pt x="221903" y="80910"/>
                  <a:pt x="219037" y="85604"/>
                  <a:pt x="217364" y="91492"/>
                </a:cubicBezTo>
                <a:cubicBezTo>
                  <a:pt x="215691" y="97380"/>
                  <a:pt x="214854" y="103909"/>
                  <a:pt x="214854" y="111078"/>
                </a:cubicBezTo>
                <a:cubicBezTo>
                  <a:pt x="214854" y="118075"/>
                  <a:pt x="215691" y="124474"/>
                  <a:pt x="217364" y="130276"/>
                </a:cubicBezTo>
                <a:cubicBezTo>
                  <a:pt x="219037" y="136078"/>
                  <a:pt x="221903" y="140707"/>
                  <a:pt x="225961" y="144164"/>
                </a:cubicBezTo>
                <a:cubicBezTo>
                  <a:pt x="230019" y="147621"/>
                  <a:pt x="235604" y="149349"/>
                  <a:pt x="242716" y="149349"/>
                </a:cubicBezTo>
                <a:close/>
                <a:moveTo>
                  <a:pt x="376565" y="174701"/>
                </a:moveTo>
                <a:cubicBezTo>
                  <a:pt x="367361" y="174701"/>
                  <a:pt x="359099" y="172372"/>
                  <a:pt x="351778" y="167716"/>
                </a:cubicBezTo>
                <a:cubicBezTo>
                  <a:pt x="344457" y="163059"/>
                  <a:pt x="338684" y="155926"/>
                  <a:pt x="334459" y="146317"/>
                </a:cubicBezTo>
                <a:cubicBezTo>
                  <a:pt x="330233" y="136708"/>
                  <a:pt x="328121" y="124495"/>
                  <a:pt x="328121" y="109678"/>
                </a:cubicBezTo>
                <a:cubicBezTo>
                  <a:pt x="328121" y="95371"/>
                  <a:pt x="330401" y="83560"/>
                  <a:pt x="334961" y="74247"/>
                </a:cubicBezTo>
                <a:cubicBezTo>
                  <a:pt x="339520" y="64934"/>
                  <a:pt x="345691" y="57992"/>
                  <a:pt x="353472" y="53421"/>
                </a:cubicBezTo>
                <a:cubicBezTo>
                  <a:pt x="361253" y="48848"/>
                  <a:pt x="369997" y="46562"/>
                  <a:pt x="379702" y="46562"/>
                </a:cubicBezTo>
                <a:cubicBezTo>
                  <a:pt x="388237" y="46562"/>
                  <a:pt x="395558" y="48319"/>
                  <a:pt x="401666" y="51833"/>
                </a:cubicBezTo>
                <a:cubicBezTo>
                  <a:pt x="407773" y="55347"/>
                  <a:pt x="412626" y="59949"/>
                  <a:pt x="416224" y="65638"/>
                </a:cubicBezTo>
                <a:lnTo>
                  <a:pt x="416224" y="3514"/>
                </a:lnTo>
                <a:lnTo>
                  <a:pt x="449482" y="3514"/>
                </a:lnTo>
                <a:lnTo>
                  <a:pt x="449482" y="172441"/>
                </a:lnTo>
                <a:lnTo>
                  <a:pt x="417604" y="172441"/>
                </a:lnTo>
                <a:lnTo>
                  <a:pt x="416224" y="155122"/>
                </a:lnTo>
                <a:cubicBezTo>
                  <a:pt x="411873" y="161146"/>
                  <a:pt x="406476" y="165915"/>
                  <a:pt x="400034" y="169429"/>
                </a:cubicBezTo>
                <a:cubicBezTo>
                  <a:pt x="393591" y="172944"/>
                  <a:pt x="385768" y="174701"/>
                  <a:pt x="376565" y="174701"/>
                </a:cubicBezTo>
                <a:moveTo>
                  <a:pt x="386354" y="149349"/>
                </a:moveTo>
                <a:cubicBezTo>
                  <a:pt x="393382" y="149349"/>
                  <a:pt x="399448" y="147343"/>
                  <a:pt x="404552" y="143333"/>
                </a:cubicBezTo>
                <a:cubicBezTo>
                  <a:pt x="409656" y="139322"/>
                  <a:pt x="413546" y="134630"/>
                  <a:pt x="416224" y="129257"/>
                </a:cubicBezTo>
                <a:lnTo>
                  <a:pt x="416224" y="92778"/>
                </a:lnTo>
                <a:cubicBezTo>
                  <a:pt x="413630" y="87146"/>
                  <a:pt x="409991" y="82240"/>
                  <a:pt x="405305" y="78059"/>
                </a:cubicBezTo>
                <a:cubicBezTo>
                  <a:pt x="400620" y="73878"/>
                  <a:pt x="394847" y="71788"/>
                  <a:pt x="387986" y="71788"/>
                </a:cubicBezTo>
                <a:cubicBezTo>
                  <a:pt x="379786" y="71788"/>
                  <a:pt x="373427" y="75030"/>
                  <a:pt x="368909" y="81514"/>
                </a:cubicBezTo>
                <a:cubicBezTo>
                  <a:pt x="364391" y="87999"/>
                  <a:pt x="362132" y="97385"/>
                  <a:pt x="362132" y="109674"/>
                </a:cubicBezTo>
                <a:cubicBezTo>
                  <a:pt x="362132" y="123155"/>
                  <a:pt x="364286" y="133138"/>
                  <a:pt x="368595" y="139622"/>
                </a:cubicBezTo>
                <a:cubicBezTo>
                  <a:pt x="372904" y="146107"/>
                  <a:pt x="378824" y="149349"/>
                  <a:pt x="386354" y="149349"/>
                </a:cubicBezTo>
                <a:close/>
                <a:moveTo>
                  <a:pt x="542138" y="174701"/>
                </a:moveTo>
                <a:cubicBezTo>
                  <a:pt x="528500" y="174701"/>
                  <a:pt x="517038" y="172140"/>
                  <a:pt x="507750" y="167017"/>
                </a:cubicBezTo>
                <a:cubicBezTo>
                  <a:pt x="498463" y="161895"/>
                  <a:pt x="491435" y="154509"/>
                  <a:pt x="486666" y="144858"/>
                </a:cubicBezTo>
                <a:cubicBezTo>
                  <a:pt x="481897" y="135205"/>
                  <a:pt x="479512" y="123605"/>
                  <a:pt x="479512" y="110059"/>
                </a:cubicBezTo>
                <a:cubicBezTo>
                  <a:pt x="479512" y="96936"/>
                  <a:pt x="481834" y="85634"/>
                  <a:pt x="486478" y="76153"/>
                </a:cubicBezTo>
                <a:cubicBezTo>
                  <a:pt x="491121" y="66670"/>
                  <a:pt x="497940" y="59367"/>
                  <a:pt x="506935" y="54245"/>
                </a:cubicBezTo>
                <a:cubicBezTo>
                  <a:pt x="515929" y="49123"/>
                  <a:pt x="526994" y="46562"/>
                  <a:pt x="540130" y="46562"/>
                </a:cubicBezTo>
                <a:cubicBezTo>
                  <a:pt x="558370" y="46562"/>
                  <a:pt x="572782" y="51953"/>
                  <a:pt x="583366" y="62736"/>
                </a:cubicBezTo>
                <a:cubicBezTo>
                  <a:pt x="593950" y="73519"/>
                  <a:pt x="599242" y="88890"/>
                  <a:pt x="599242" y="108851"/>
                </a:cubicBezTo>
                <a:cubicBezTo>
                  <a:pt x="599242" y="109865"/>
                  <a:pt x="599200" y="111239"/>
                  <a:pt x="599117" y="112973"/>
                </a:cubicBezTo>
                <a:cubicBezTo>
                  <a:pt x="599033" y="114706"/>
                  <a:pt x="598908" y="116038"/>
                  <a:pt x="598740" y="116969"/>
                </a:cubicBezTo>
                <a:lnTo>
                  <a:pt x="512770" y="116969"/>
                </a:lnTo>
                <a:cubicBezTo>
                  <a:pt x="512938" y="122876"/>
                  <a:pt x="514005" y="128396"/>
                  <a:pt x="515971" y="133532"/>
                </a:cubicBezTo>
                <a:cubicBezTo>
                  <a:pt x="517937" y="138667"/>
                  <a:pt x="521054" y="142797"/>
                  <a:pt x="525321" y="145921"/>
                </a:cubicBezTo>
                <a:cubicBezTo>
                  <a:pt x="529588" y="149043"/>
                  <a:pt x="535194" y="150604"/>
                  <a:pt x="542138" y="150604"/>
                </a:cubicBezTo>
                <a:cubicBezTo>
                  <a:pt x="549334" y="150604"/>
                  <a:pt x="555107" y="148988"/>
                  <a:pt x="559458" y="145756"/>
                </a:cubicBezTo>
                <a:cubicBezTo>
                  <a:pt x="563808" y="142525"/>
                  <a:pt x="566026" y="137719"/>
                  <a:pt x="566109" y="131339"/>
                </a:cubicBezTo>
                <a:lnTo>
                  <a:pt x="598866" y="131339"/>
                </a:lnTo>
                <a:cubicBezTo>
                  <a:pt x="598447" y="141003"/>
                  <a:pt x="595833" y="149056"/>
                  <a:pt x="591022" y="155499"/>
                </a:cubicBezTo>
                <a:cubicBezTo>
                  <a:pt x="586211" y="161941"/>
                  <a:pt x="579643" y="166752"/>
                  <a:pt x="571318" y="169931"/>
                </a:cubicBezTo>
                <a:cubicBezTo>
                  <a:pt x="562993" y="173111"/>
                  <a:pt x="553266" y="174701"/>
                  <a:pt x="542138" y="174701"/>
                </a:cubicBezTo>
                <a:moveTo>
                  <a:pt x="513147" y="95885"/>
                </a:moveTo>
                <a:lnTo>
                  <a:pt x="566235" y="95885"/>
                </a:lnTo>
                <a:cubicBezTo>
                  <a:pt x="565984" y="87099"/>
                  <a:pt x="563453" y="80531"/>
                  <a:pt x="558642" y="76180"/>
                </a:cubicBezTo>
                <a:cubicBezTo>
                  <a:pt x="553831" y="71830"/>
                  <a:pt x="547660" y="69654"/>
                  <a:pt x="540130" y="69654"/>
                </a:cubicBezTo>
                <a:cubicBezTo>
                  <a:pt x="532433" y="69654"/>
                  <a:pt x="526137" y="71894"/>
                  <a:pt x="521242" y="76373"/>
                </a:cubicBezTo>
                <a:cubicBezTo>
                  <a:pt x="516347" y="80852"/>
                  <a:pt x="513649" y="87356"/>
                  <a:pt x="513147" y="95885"/>
                </a:cubicBezTo>
                <a:close/>
                <a:moveTo>
                  <a:pt x="756392" y="174701"/>
                </a:moveTo>
                <a:cubicBezTo>
                  <a:pt x="739072" y="174701"/>
                  <a:pt x="724221" y="171124"/>
                  <a:pt x="711838" y="163970"/>
                </a:cubicBezTo>
                <a:cubicBezTo>
                  <a:pt x="699455" y="156816"/>
                  <a:pt x="689938" y="146755"/>
                  <a:pt x="683286" y="133786"/>
                </a:cubicBezTo>
                <a:cubicBezTo>
                  <a:pt x="676634" y="120818"/>
                  <a:pt x="673308" y="105590"/>
                  <a:pt x="673308" y="88103"/>
                </a:cubicBezTo>
                <a:cubicBezTo>
                  <a:pt x="673308" y="70533"/>
                  <a:pt x="676634" y="55242"/>
                  <a:pt x="683286" y="42232"/>
                </a:cubicBezTo>
                <a:cubicBezTo>
                  <a:pt x="689938" y="29221"/>
                  <a:pt x="699455" y="19139"/>
                  <a:pt x="711838" y="11986"/>
                </a:cubicBezTo>
                <a:cubicBezTo>
                  <a:pt x="724221" y="4832"/>
                  <a:pt x="739072" y="1255"/>
                  <a:pt x="756392" y="1255"/>
                </a:cubicBezTo>
                <a:cubicBezTo>
                  <a:pt x="765093" y="1255"/>
                  <a:pt x="773627" y="2385"/>
                  <a:pt x="781994" y="4644"/>
                </a:cubicBezTo>
                <a:cubicBezTo>
                  <a:pt x="790361" y="6903"/>
                  <a:pt x="798017" y="10396"/>
                  <a:pt x="804961" y="15123"/>
                </a:cubicBezTo>
                <a:cubicBezTo>
                  <a:pt x="811906" y="19850"/>
                  <a:pt x="817637" y="25854"/>
                  <a:pt x="822155" y="33133"/>
                </a:cubicBezTo>
                <a:cubicBezTo>
                  <a:pt x="826673" y="40412"/>
                  <a:pt x="829393" y="49030"/>
                  <a:pt x="830313" y="58987"/>
                </a:cubicBezTo>
                <a:lnTo>
                  <a:pt x="794294" y="58987"/>
                </a:lnTo>
                <a:cubicBezTo>
                  <a:pt x="793624" y="53464"/>
                  <a:pt x="791700" y="48570"/>
                  <a:pt x="788520" y="44303"/>
                </a:cubicBezTo>
                <a:cubicBezTo>
                  <a:pt x="785341" y="40036"/>
                  <a:pt x="780990" y="36689"/>
                  <a:pt x="775468" y="34262"/>
                </a:cubicBezTo>
                <a:cubicBezTo>
                  <a:pt x="769946" y="31836"/>
                  <a:pt x="763336" y="30623"/>
                  <a:pt x="755639" y="30623"/>
                </a:cubicBezTo>
                <a:cubicBezTo>
                  <a:pt x="744594" y="30623"/>
                  <a:pt x="735684" y="33279"/>
                  <a:pt x="728906" y="38592"/>
                </a:cubicBezTo>
                <a:cubicBezTo>
                  <a:pt x="722129" y="43905"/>
                  <a:pt x="717193" y="50892"/>
                  <a:pt x="714097" y="59551"/>
                </a:cubicBezTo>
                <a:cubicBezTo>
                  <a:pt x="711001" y="68211"/>
                  <a:pt x="709453" y="77728"/>
                  <a:pt x="709453" y="88103"/>
                </a:cubicBezTo>
                <a:cubicBezTo>
                  <a:pt x="709453" y="98395"/>
                  <a:pt x="711022" y="107891"/>
                  <a:pt x="714160" y="116593"/>
                </a:cubicBezTo>
                <a:cubicBezTo>
                  <a:pt x="717297" y="125294"/>
                  <a:pt x="722297" y="132280"/>
                  <a:pt x="729157" y="137552"/>
                </a:cubicBezTo>
                <a:cubicBezTo>
                  <a:pt x="736018" y="142823"/>
                  <a:pt x="745096" y="145458"/>
                  <a:pt x="756392" y="145458"/>
                </a:cubicBezTo>
                <a:cubicBezTo>
                  <a:pt x="764758" y="145458"/>
                  <a:pt x="771891" y="144015"/>
                  <a:pt x="777790" y="141128"/>
                </a:cubicBezTo>
                <a:cubicBezTo>
                  <a:pt x="783689" y="138242"/>
                  <a:pt x="788290" y="134247"/>
                  <a:pt x="791595" y="129143"/>
                </a:cubicBezTo>
                <a:cubicBezTo>
                  <a:pt x="794900" y="124039"/>
                  <a:pt x="796804" y="118140"/>
                  <a:pt x="797306" y="111447"/>
                </a:cubicBezTo>
                <a:lnTo>
                  <a:pt x="757270" y="111447"/>
                </a:lnTo>
                <a:lnTo>
                  <a:pt x="757270" y="83334"/>
                </a:lnTo>
                <a:lnTo>
                  <a:pt x="832698" y="83334"/>
                </a:lnTo>
                <a:lnTo>
                  <a:pt x="832698" y="100528"/>
                </a:lnTo>
                <a:cubicBezTo>
                  <a:pt x="832698" y="115170"/>
                  <a:pt x="829748" y="128055"/>
                  <a:pt x="823850" y="139183"/>
                </a:cubicBezTo>
                <a:cubicBezTo>
                  <a:pt x="817951" y="150311"/>
                  <a:pt x="809333" y="159013"/>
                  <a:pt x="797996" y="165288"/>
                </a:cubicBezTo>
                <a:cubicBezTo>
                  <a:pt x="786659" y="171563"/>
                  <a:pt x="772791" y="174701"/>
                  <a:pt x="756392" y="174701"/>
                </a:cubicBezTo>
                <a:close/>
                <a:moveTo>
                  <a:pt x="919605" y="174701"/>
                </a:moveTo>
                <a:cubicBezTo>
                  <a:pt x="905967" y="174701"/>
                  <a:pt x="894504" y="172140"/>
                  <a:pt x="885217" y="167017"/>
                </a:cubicBezTo>
                <a:cubicBezTo>
                  <a:pt x="875929" y="161895"/>
                  <a:pt x="868901" y="154509"/>
                  <a:pt x="864132" y="144858"/>
                </a:cubicBezTo>
                <a:cubicBezTo>
                  <a:pt x="859363" y="135205"/>
                  <a:pt x="856978" y="123605"/>
                  <a:pt x="856978" y="110059"/>
                </a:cubicBezTo>
                <a:cubicBezTo>
                  <a:pt x="856978" y="96936"/>
                  <a:pt x="859300" y="85634"/>
                  <a:pt x="863944" y="76153"/>
                </a:cubicBezTo>
                <a:cubicBezTo>
                  <a:pt x="868587" y="66670"/>
                  <a:pt x="875406" y="59367"/>
                  <a:pt x="884401" y="54245"/>
                </a:cubicBezTo>
                <a:cubicBezTo>
                  <a:pt x="893395" y="49123"/>
                  <a:pt x="904460" y="46562"/>
                  <a:pt x="917596" y="46562"/>
                </a:cubicBezTo>
                <a:cubicBezTo>
                  <a:pt x="935836" y="46562"/>
                  <a:pt x="950248" y="51953"/>
                  <a:pt x="960832" y="62736"/>
                </a:cubicBezTo>
                <a:cubicBezTo>
                  <a:pt x="971416" y="73519"/>
                  <a:pt x="976709" y="88890"/>
                  <a:pt x="976709" y="108851"/>
                </a:cubicBezTo>
                <a:cubicBezTo>
                  <a:pt x="976709" y="109865"/>
                  <a:pt x="976667" y="111239"/>
                  <a:pt x="976583" y="112973"/>
                </a:cubicBezTo>
                <a:cubicBezTo>
                  <a:pt x="976499" y="114706"/>
                  <a:pt x="976374" y="116038"/>
                  <a:pt x="976207" y="116969"/>
                </a:cubicBezTo>
                <a:lnTo>
                  <a:pt x="890237" y="116969"/>
                </a:lnTo>
                <a:cubicBezTo>
                  <a:pt x="890404" y="122876"/>
                  <a:pt x="891471" y="128396"/>
                  <a:pt x="893437" y="133532"/>
                </a:cubicBezTo>
                <a:cubicBezTo>
                  <a:pt x="895403" y="138667"/>
                  <a:pt x="898520" y="142797"/>
                  <a:pt x="902787" y="145921"/>
                </a:cubicBezTo>
                <a:cubicBezTo>
                  <a:pt x="907054" y="149043"/>
                  <a:pt x="912660" y="150604"/>
                  <a:pt x="919605" y="150604"/>
                </a:cubicBezTo>
                <a:cubicBezTo>
                  <a:pt x="926800" y="150604"/>
                  <a:pt x="932573" y="148988"/>
                  <a:pt x="936924" y="145756"/>
                </a:cubicBezTo>
                <a:cubicBezTo>
                  <a:pt x="941275" y="142525"/>
                  <a:pt x="943492" y="137719"/>
                  <a:pt x="943576" y="131339"/>
                </a:cubicBezTo>
                <a:lnTo>
                  <a:pt x="976332" y="131339"/>
                </a:lnTo>
                <a:cubicBezTo>
                  <a:pt x="975914" y="141003"/>
                  <a:pt x="973299" y="149056"/>
                  <a:pt x="968488" y="155499"/>
                </a:cubicBezTo>
                <a:cubicBezTo>
                  <a:pt x="963677" y="161941"/>
                  <a:pt x="957109" y="166752"/>
                  <a:pt x="948784" y="169931"/>
                </a:cubicBezTo>
                <a:cubicBezTo>
                  <a:pt x="940459" y="173111"/>
                  <a:pt x="930733" y="174701"/>
                  <a:pt x="919605" y="174701"/>
                </a:cubicBezTo>
                <a:moveTo>
                  <a:pt x="890613" y="95885"/>
                </a:moveTo>
                <a:lnTo>
                  <a:pt x="943701" y="95885"/>
                </a:lnTo>
                <a:cubicBezTo>
                  <a:pt x="943450" y="87099"/>
                  <a:pt x="940919" y="80531"/>
                  <a:pt x="936108" y="76180"/>
                </a:cubicBezTo>
                <a:cubicBezTo>
                  <a:pt x="931297" y="71830"/>
                  <a:pt x="925127" y="69654"/>
                  <a:pt x="917596" y="69654"/>
                </a:cubicBezTo>
                <a:cubicBezTo>
                  <a:pt x="909899" y="69654"/>
                  <a:pt x="903603" y="71894"/>
                  <a:pt x="898708" y="76373"/>
                </a:cubicBezTo>
                <a:cubicBezTo>
                  <a:pt x="893814" y="80852"/>
                  <a:pt x="891115" y="87356"/>
                  <a:pt x="890613" y="95885"/>
                </a:cubicBezTo>
                <a:close/>
                <a:moveTo>
                  <a:pt x="1006163" y="172441"/>
                </a:moveTo>
                <a:lnTo>
                  <a:pt x="1006163" y="48444"/>
                </a:lnTo>
                <a:lnTo>
                  <a:pt x="1038166" y="48444"/>
                </a:lnTo>
                <a:lnTo>
                  <a:pt x="1038793" y="66642"/>
                </a:lnTo>
                <a:cubicBezTo>
                  <a:pt x="1042893" y="61371"/>
                  <a:pt x="1048290" y="56707"/>
                  <a:pt x="1054983" y="52649"/>
                </a:cubicBezTo>
                <a:cubicBezTo>
                  <a:pt x="1061677" y="48591"/>
                  <a:pt x="1070378" y="46562"/>
                  <a:pt x="1081088" y="46562"/>
                </a:cubicBezTo>
                <a:cubicBezTo>
                  <a:pt x="1093555" y="46562"/>
                  <a:pt x="1103218" y="50397"/>
                  <a:pt x="1110079" y="58069"/>
                </a:cubicBezTo>
                <a:cubicBezTo>
                  <a:pt x="1116940" y="65740"/>
                  <a:pt x="1120371" y="76951"/>
                  <a:pt x="1120371" y="91700"/>
                </a:cubicBezTo>
                <a:lnTo>
                  <a:pt x="1120371" y="172441"/>
                </a:lnTo>
                <a:lnTo>
                  <a:pt x="1087363" y="172441"/>
                </a:lnTo>
                <a:lnTo>
                  <a:pt x="1087363" y="95755"/>
                </a:lnTo>
                <a:cubicBezTo>
                  <a:pt x="1087363" y="91245"/>
                  <a:pt x="1086736" y="87289"/>
                  <a:pt x="1085481" y="83887"/>
                </a:cubicBezTo>
                <a:cubicBezTo>
                  <a:pt x="1084226" y="80486"/>
                  <a:pt x="1082238" y="77849"/>
                  <a:pt x="1079519" y="75977"/>
                </a:cubicBezTo>
                <a:cubicBezTo>
                  <a:pt x="1076800" y="74104"/>
                  <a:pt x="1073223" y="73168"/>
                  <a:pt x="1068789" y="73168"/>
                </a:cubicBezTo>
                <a:cubicBezTo>
                  <a:pt x="1062179" y="73168"/>
                  <a:pt x="1056510" y="74742"/>
                  <a:pt x="1051783" y="77890"/>
                </a:cubicBezTo>
                <a:cubicBezTo>
                  <a:pt x="1047056" y="81039"/>
                  <a:pt x="1042935" y="84866"/>
                  <a:pt x="1039421" y="89374"/>
                </a:cubicBezTo>
                <a:lnTo>
                  <a:pt x="1039421" y="172441"/>
                </a:lnTo>
                <a:lnTo>
                  <a:pt x="1006163" y="172441"/>
                </a:lnTo>
                <a:close/>
                <a:moveTo>
                  <a:pt x="1210049" y="174701"/>
                </a:moveTo>
                <a:cubicBezTo>
                  <a:pt x="1196411" y="174701"/>
                  <a:pt x="1184948" y="172140"/>
                  <a:pt x="1175661" y="167017"/>
                </a:cubicBezTo>
                <a:cubicBezTo>
                  <a:pt x="1166374" y="161895"/>
                  <a:pt x="1159346" y="154509"/>
                  <a:pt x="1154576" y="144858"/>
                </a:cubicBezTo>
                <a:cubicBezTo>
                  <a:pt x="1149807" y="135205"/>
                  <a:pt x="1147423" y="123605"/>
                  <a:pt x="1147423" y="110059"/>
                </a:cubicBezTo>
                <a:cubicBezTo>
                  <a:pt x="1147423" y="96936"/>
                  <a:pt x="1149745" y="85634"/>
                  <a:pt x="1154388" y="76153"/>
                </a:cubicBezTo>
                <a:cubicBezTo>
                  <a:pt x="1159032" y="66670"/>
                  <a:pt x="1165851" y="59367"/>
                  <a:pt x="1174845" y="54245"/>
                </a:cubicBezTo>
                <a:cubicBezTo>
                  <a:pt x="1183840" y="49123"/>
                  <a:pt x="1194905" y="46562"/>
                  <a:pt x="1208041" y="46562"/>
                </a:cubicBezTo>
                <a:cubicBezTo>
                  <a:pt x="1226281" y="46562"/>
                  <a:pt x="1240693" y="51953"/>
                  <a:pt x="1251277" y="62736"/>
                </a:cubicBezTo>
                <a:cubicBezTo>
                  <a:pt x="1261861" y="73519"/>
                  <a:pt x="1267153" y="88890"/>
                  <a:pt x="1267153" y="108851"/>
                </a:cubicBezTo>
                <a:cubicBezTo>
                  <a:pt x="1267153" y="109865"/>
                  <a:pt x="1267111" y="111239"/>
                  <a:pt x="1267027" y="112973"/>
                </a:cubicBezTo>
                <a:cubicBezTo>
                  <a:pt x="1266944" y="114706"/>
                  <a:pt x="1266818" y="116038"/>
                  <a:pt x="1266651" y="116969"/>
                </a:cubicBezTo>
                <a:lnTo>
                  <a:pt x="1180681" y="116969"/>
                </a:lnTo>
                <a:cubicBezTo>
                  <a:pt x="1180848" y="122876"/>
                  <a:pt x="1181915" y="128396"/>
                  <a:pt x="1183881" y="133532"/>
                </a:cubicBezTo>
                <a:cubicBezTo>
                  <a:pt x="1185848" y="138667"/>
                  <a:pt x="1188964" y="142797"/>
                  <a:pt x="1193231" y="145921"/>
                </a:cubicBezTo>
                <a:cubicBezTo>
                  <a:pt x="1197499" y="149043"/>
                  <a:pt x="1203104" y="150604"/>
                  <a:pt x="1210049" y="150604"/>
                </a:cubicBezTo>
                <a:cubicBezTo>
                  <a:pt x="1217244" y="150604"/>
                  <a:pt x="1223018" y="148988"/>
                  <a:pt x="1227368" y="145756"/>
                </a:cubicBezTo>
                <a:cubicBezTo>
                  <a:pt x="1231719" y="142525"/>
                  <a:pt x="1233936" y="137719"/>
                  <a:pt x="1234020" y="131339"/>
                </a:cubicBezTo>
                <a:lnTo>
                  <a:pt x="1266776" y="131339"/>
                </a:lnTo>
                <a:cubicBezTo>
                  <a:pt x="1266358" y="141003"/>
                  <a:pt x="1263743" y="149056"/>
                  <a:pt x="1258932" y="155499"/>
                </a:cubicBezTo>
                <a:cubicBezTo>
                  <a:pt x="1254121" y="161941"/>
                  <a:pt x="1247553" y="166752"/>
                  <a:pt x="1239228" y="169931"/>
                </a:cubicBezTo>
                <a:cubicBezTo>
                  <a:pt x="1230903" y="173111"/>
                  <a:pt x="1221177" y="174701"/>
                  <a:pt x="1210049" y="174701"/>
                </a:cubicBezTo>
                <a:moveTo>
                  <a:pt x="1181058" y="95885"/>
                </a:moveTo>
                <a:lnTo>
                  <a:pt x="1234145" y="95885"/>
                </a:lnTo>
                <a:cubicBezTo>
                  <a:pt x="1233894" y="87099"/>
                  <a:pt x="1231363" y="80531"/>
                  <a:pt x="1226553" y="76180"/>
                </a:cubicBezTo>
                <a:cubicBezTo>
                  <a:pt x="1221742" y="71830"/>
                  <a:pt x="1215571" y="69654"/>
                  <a:pt x="1208041" y="69654"/>
                </a:cubicBezTo>
                <a:cubicBezTo>
                  <a:pt x="1200343" y="69654"/>
                  <a:pt x="1194047" y="71894"/>
                  <a:pt x="1189153" y="76373"/>
                </a:cubicBezTo>
                <a:cubicBezTo>
                  <a:pt x="1184258" y="80852"/>
                  <a:pt x="1181560" y="87356"/>
                  <a:pt x="1181058" y="95885"/>
                </a:cubicBezTo>
                <a:close/>
                <a:moveTo>
                  <a:pt x="1296607" y="172441"/>
                </a:moveTo>
                <a:lnTo>
                  <a:pt x="1296607" y="48444"/>
                </a:lnTo>
                <a:lnTo>
                  <a:pt x="1328485" y="48444"/>
                </a:lnTo>
                <a:lnTo>
                  <a:pt x="1329113" y="69403"/>
                </a:lnTo>
                <a:cubicBezTo>
                  <a:pt x="1332292" y="62040"/>
                  <a:pt x="1337061" y="56393"/>
                  <a:pt x="1343420" y="52460"/>
                </a:cubicBezTo>
                <a:cubicBezTo>
                  <a:pt x="1349779" y="48528"/>
                  <a:pt x="1357476" y="46562"/>
                  <a:pt x="1366512" y="46562"/>
                </a:cubicBezTo>
                <a:lnTo>
                  <a:pt x="1369023" y="46562"/>
                </a:lnTo>
                <a:lnTo>
                  <a:pt x="1369023" y="74549"/>
                </a:lnTo>
                <a:lnTo>
                  <a:pt x="1365885" y="74549"/>
                </a:lnTo>
                <a:cubicBezTo>
                  <a:pt x="1360949" y="74549"/>
                  <a:pt x="1356221" y="74996"/>
                  <a:pt x="1351703" y="75890"/>
                </a:cubicBezTo>
                <a:cubicBezTo>
                  <a:pt x="1347185" y="76784"/>
                  <a:pt x="1343085" y="78318"/>
                  <a:pt x="1339404" y="80491"/>
                </a:cubicBezTo>
                <a:cubicBezTo>
                  <a:pt x="1335722" y="82664"/>
                  <a:pt x="1332543" y="85666"/>
                  <a:pt x="1329866" y="89500"/>
                </a:cubicBezTo>
                <a:lnTo>
                  <a:pt x="1329866" y="172441"/>
                </a:lnTo>
                <a:lnTo>
                  <a:pt x="1296607" y="172441"/>
                </a:lnTo>
                <a:close/>
                <a:moveTo>
                  <a:pt x="1424835" y="174701"/>
                </a:moveTo>
                <a:cubicBezTo>
                  <a:pt x="1417891" y="174701"/>
                  <a:pt x="1411407" y="173349"/>
                  <a:pt x="1405382" y="170645"/>
                </a:cubicBezTo>
                <a:cubicBezTo>
                  <a:pt x="1399358" y="167942"/>
                  <a:pt x="1394485" y="163865"/>
                  <a:pt x="1390761" y="158417"/>
                </a:cubicBezTo>
                <a:cubicBezTo>
                  <a:pt x="1387038" y="152965"/>
                  <a:pt x="1385176" y="146142"/>
                  <a:pt x="1385176" y="137948"/>
                </a:cubicBezTo>
                <a:cubicBezTo>
                  <a:pt x="1385176" y="126543"/>
                  <a:pt x="1388565" y="117947"/>
                  <a:pt x="1395342" y="112161"/>
                </a:cubicBezTo>
                <a:cubicBezTo>
                  <a:pt x="1402119" y="106372"/>
                  <a:pt x="1411595" y="102442"/>
                  <a:pt x="1423769" y="100371"/>
                </a:cubicBezTo>
                <a:cubicBezTo>
                  <a:pt x="1435942" y="98300"/>
                  <a:pt x="1450103" y="97096"/>
                  <a:pt x="1466252" y="96759"/>
                </a:cubicBezTo>
                <a:lnTo>
                  <a:pt x="1466252" y="90025"/>
                </a:lnTo>
                <a:cubicBezTo>
                  <a:pt x="1466252" y="81820"/>
                  <a:pt x="1464348" y="76207"/>
                  <a:pt x="1460541" y="73184"/>
                </a:cubicBezTo>
                <a:cubicBezTo>
                  <a:pt x="1456734" y="70162"/>
                  <a:pt x="1451819" y="68650"/>
                  <a:pt x="1445795" y="68650"/>
                </a:cubicBezTo>
                <a:cubicBezTo>
                  <a:pt x="1439185" y="68650"/>
                  <a:pt x="1433746" y="70262"/>
                  <a:pt x="1429479" y="73486"/>
                </a:cubicBezTo>
                <a:cubicBezTo>
                  <a:pt x="1425212" y="76707"/>
                  <a:pt x="1423078" y="81927"/>
                  <a:pt x="1423078" y="89147"/>
                </a:cubicBezTo>
                <a:lnTo>
                  <a:pt x="1391954" y="89147"/>
                </a:lnTo>
                <a:cubicBezTo>
                  <a:pt x="1391954" y="78555"/>
                  <a:pt x="1394234" y="70165"/>
                  <a:pt x="1398794" y="63979"/>
                </a:cubicBezTo>
                <a:cubicBezTo>
                  <a:pt x="1403353" y="57790"/>
                  <a:pt x="1409670" y="53340"/>
                  <a:pt x="1417745" y="50629"/>
                </a:cubicBezTo>
                <a:cubicBezTo>
                  <a:pt x="1425819" y="47917"/>
                  <a:pt x="1435169" y="46562"/>
                  <a:pt x="1445795" y="46562"/>
                </a:cubicBezTo>
                <a:cubicBezTo>
                  <a:pt x="1453576" y="46562"/>
                  <a:pt x="1460688" y="47218"/>
                  <a:pt x="1467130" y="48531"/>
                </a:cubicBezTo>
                <a:cubicBezTo>
                  <a:pt x="1473573" y="49843"/>
                  <a:pt x="1479157" y="52109"/>
                  <a:pt x="1483885" y="55327"/>
                </a:cubicBezTo>
                <a:cubicBezTo>
                  <a:pt x="1488612" y="58543"/>
                  <a:pt x="1492273" y="62926"/>
                  <a:pt x="1494866" y="68474"/>
                </a:cubicBezTo>
                <a:cubicBezTo>
                  <a:pt x="1497460" y="74019"/>
                  <a:pt x="1498757" y="80942"/>
                  <a:pt x="1498757" y="89241"/>
                </a:cubicBezTo>
                <a:lnTo>
                  <a:pt x="1498757" y="172441"/>
                </a:lnTo>
                <a:lnTo>
                  <a:pt x="1467632" y="172441"/>
                </a:lnTo>
                <a:lnTo>
                  <a:pt x="1466628" y="156628"/>
                </a:lnTo>
                <a:cubicBezTo>
                  <a:pt x="1461441" y="162569"/>
                  <a:pt x="1455416" y="167066"/>
                  <a:pt x="1448556" y="170120"/>
                </a:cubicBezTo>
                <a:cubicBezTo>
                  <a:pt x="1441695" y="173174"/>
                  <a:pt x="1433788" y="174701"/>
                  <a:pt x="1424835" y="174701"/>
                </a:cubicBezTo>
                <a:moveTo>
                  <a:pt x="1435754" y="151859"/>
                </a:moveTo>
                <a:cubicBezTo>
                  <a:pt x="1442029" y="151859"/>
                  <a:pt x="1447823" y="150193"/>
                  <a:pt x="1453136" y="146862"/>
                </a:cubicBezTo>
                <a:cubicBezTo>
                  <a:pt x="1458449" y="143529"/>
                  <a:pt x="1462696" y="139727"/>
                  <a:pt x="1465875" y="135457"/>
                </a:cubicBezTo>
                <a:lnTo>
                  <a:pt x="1465875" y="115208"/>
                </a:lnTo>
                <a:cubicBezTo>
                  <a:pt x="1448305" y="115294"/>
                  <a:pt x="1436005" y="116982"/>
                  <a:pt x="1428977" y="120271"/>
                </a:cubicBezTo>
                <a:cubicBezTo>
                  <a:pt x="1421949" y="123561"/>
                  <a:pt x="1418435" y="128879"/>
                  <a:pt x="1418435" y="136226"/>
                </a:cubicBezTo>
                <a:cubicBezTo>
                  <a:pt x="1418435" y="141523"/>
                  <a:pt x="1420045" y="145453"/>
                  <a:pt x="1423267" y="148015"/>
                </a:cubicBezTo>
                <a:cubicBezTo>
                  <a:pt x="1426488" y="150578"/>
                  <a:pt x="1430650" y="151859"/>
                  <a:pt x="1435754" y="151859"/>
                </a:cubicBezTo>
                <a:close/>
                <a:moveTo>
                  <a:pt x="1585667" y="172441"/>
                </a:moveTo>
                <a:cubicBezTo>
                  <a:pt x="1573284" y="172441"/>
                  <a:pt x="1563683" y="170934"/>
                  <a:pt x="1556864" y="167919"/>
                </a:cubicBezTo>
                <a:cubicBezTo>
                  <a:pt x="1550045" y="164902"/>
                  <a:pt x="1545297" y="160228"/>
                  <a:pt x="1542620" y="153898"/>
                </a:cubicBezTo>
                <a:cubicBezTo>
                  <a:pt x="1539942" y="147568"/>
                  <a:pt x="1538604" y="139305"/>
                  <a:pt x="1538604" y="129108"/>
                </a:cubicBezTo>
                <a:lnTo>
                  <a:pt x="1538604" y="74047"/>
                </a:lnTo>
                <a:lnTo>
                  <a:pt x="1518272" y="74047"/>
                </a:lnTo>
                <a:lnTo>
                  <a:pt x="1518272" y="48444"/>
                </a:lnTo>
                <a:lnTo>
                  <a:pt x="1538604" y="48444"/>
                </a:lnTo>
                <a:lnTo>
                  <a:pt x="1538604" y="19579"/>
                </a:lnTo>
                <a:lnTo>
                  <a:pt x="1571862" y="19579"/>
                </a:lnTo>
                <a:lnTo>
                  <a:pt x="1571862" y="48444"/>
                </a:lnTo>
                <a:lnTo>
                  <a:pt x="1598594" y="48444"/>
                </a:lnTo>
                <a:lnTo>
                  <a:pt x="1598594" y="74047"/>
                </a:lnTo>
                <a:lnTo>
                  <a:pt x="1571862" y="74047"/>
                </a:lnTo>
                <a:lnTo>
                  <a:pt x="1571862" y="127362"/>
                </a:lnTo>
                <a:cubicBezTo>
                  <a:pt x="1571862" y="133941"/>
                  <a:pt x="1572761" y="138811"/>
                  <a:pt x="1574560" y="141972"/>
                </a:cubicBezTo>
                <a:cubicBezTo>
                  <a:pt x="1576359" y="145133"/>
                  <a:pt x="1580438" y="146713"/>
                  <a:pt x="1586797" y="146713"/>
                </a:cubicBezTo>
                <a:lnTo>
                  <a:pt x="1598594" y="146713"/>
                </a:lnTo>
                <a:lnTo>
                  <a:pt x="1598594" y="172441"/>
                </a:lnTo>
                <a:lnTo>
                  <a:pt x="1585667" y="172441"/>
                </a:lnTo>
                <a:close/>
                <a:moveTo>
                  <a:pt x="1625607" y="172441"/>
                </a:moveTo>
                <a:lnTo>
                  <a:pt x="1625607" y="48444"/>
                </a:lnTo>
                <a:lnTo>
                  <a:pt x="1658865" y="48444"/>
                </a:lnTo>
                <a:lnTo>
                  <a:pt x="1658865" y="172441"/>
                </a:lnTo>
                <a:lnTo>
                  <a:pt x="1625607" y="172441"/>
                </a:lnTo>
                <a:moveTo>
                  <a:pt x="1642299" y="32380"/>
                </a:moveTo>
                <a:cubicBezTo>
                  <a:pt x="1636191" y="32380"/>
                  <a:pt x="1631526" y="30832"/>
                  <a:pt x="1628305" y="27736"/>
                </a:cubicBezTo>
                <a:cubicBezTo>
                  <a:pt x="1625084" y="24640"/>
                  <a:pt x="1623473" y="20792"/>
                  <a:pt x="1623473" y="16190"/>
                </a:cubicBezTo>
                <a:cubicBezTo>
                  <a:pt x="1623473" y="11504"/>
                  <a:pt x="1625084" y="7635"/>
                  <a:pt x="1628305" y="4581"/>
                </a:cubicBezTo>
                <a:cubicBezTo>
                  <a:pt x="1631526" y="1527"/>
                  <a:pt x="1636191" y="0"/>
                  <a:pt x="1642299" y="0"/>
                </a:cubicBezTo>
                <a:cubicBezTo>
                  <a:pt x="1648406" y="0"/>
                  <a:pt x="1653071" y="1527"/>
                  <a:pt x="1656292" y="4581"/>
                </a:cubicBezTo>
                <a:cubicBezTo>
                  <a:pt x="1659513" y="7635"/>
                  <a:pt x="1661124" y="11504"/>
                  <a:pt x="1661124" y="16190"/>
                </a:cubicBezTo>
                <a:cubicBezTo>
                  <a:pt x="1661124" y="20792"/>
                  <a:pt x="1659513" y="24640"/>
                  <a:pt x="1656292" y="27736"/>
                </a:cubicBezTo>
                <a:cubicBezTo>
                  <a:pt x="1653071" y="30832"/>
                  <a:pt x="1648406" y="32380"/>
                  <a:pt x="1642299" y="32380"/>
                </a:cubicBezTo>
                <a:close/>
                <a:moveTo>
                  <a:pt x="1750859" y="174701"/>
                </a:moveTo>
                <a:cubicBezTo>
                  <a:pt x="1738476" y="174701"/>
                  <a:pt x="1727620" y="172204"/>
                  <a:pt x="1718291" y="167210"/>
                </a:cubicBezTo>
                <a:cubicBezTo>
                  <a:pt x="1708962" y="162213"/>
                  <a:pt x="1701745" y="154974"/>
                  <a:pt x="1696642" y="145494"/>
                </a:cubicBezTo>
                <a:cubicBezTo>
                  <a:pt x="1691538" y="136010"/>
                  <a:pt x="1688986" y="124537"/>
                  <a:pt x="1688986" y="111074"/>
                </a:cubicBezTo>
                <a:cubicBezTo>
                  <a:pt x="1688986" y="97360"/>
                  <a:pt x="1691538" y="85699"/>
                  <a:pt x="1696642" y="76090"/>
                </a:cubicBezTo>
                <a:cubicBezTo>
                  <a:pt x="1701745" y="66479"/>
                  <a:pt x="1708962" y="59155"/>
                  <a:pt x="1718291" y="54119"/>
                </a:cubicBezTo>
                <a:cubicBezTo>
                  <a:pt x="1727620" y="49081"/>
                  <a:pt x="1738476" y="46562"/>
                  <a:pt x="1750859" y="46562"/>
                </a:cubicBezTo>
                <a:cubicBezTo>
                  <a:pt x="1763409" y="46562"/>
                  <a:pt x="1774349" y="49081"/>
                  <a:pt x="1783678" y="54119"/>
                </a:cubicBezTo>
                <a:cubicBezTo>
                  <a:pt x="1793007" y="59155"/>
                  <a:pt x="1800265" y="66479"/>
                  <a:pt x="1805453" y="76090"/>
                </a:cubicBezTo>
                <a:cubicBezTo>
                  <a:pt x="1810640" y="85699"/>
                  <a:pt x="1813234" y="97360"/>
                  <a:pt x="1813234" y="111074"/>
                </a:cubicBezTo>
                <a:cubicBezTo>
                  <a:pt x="1813234" y="124537"/>
                  <a:pt x="1810640" y="136010"/>
                  <a:pt x="1805453" y="145494"/>
                </a:cubicBezTo>
                <a:cubicBezTo>
                  <a:pt x="1800265" y="154974"/>
                  <a:pt x="1793007" y="162213"/>
                  <a:pt x="1783678" y="167210"/>
                </a:cubicBezTo>
                <a:cubicBezTo>
                  <a:pt x="1774349" y="172204"/>
                  <a:pt x="1763409" y="174701"/>
                  <a:pt x="1750859" y="174701"/>
                </a:cubicBezTo>
                <a:moveTo>
                  <a:pt x="1750859" y="149349"/>
                </a:moveTo>
                <a:cubicBezTo>
                  <a:pt x="1758138" y="149349"/>
                  <a:pt x="1763849" y="147621"/>
                  <a:pt x="1767990" y="144164"/>
                </a:cubicBezTo>
                <a:cubicBezTo>
                  <a:pt x="1772132" y="140707"/>
                  <a:pt x="1775060" y="136078"/>
                  <a:pt x="1776775" y="130276"/>
                </a:cubicBezTo>
                <a:cubicBezTo>
                  <a:pt x="1778491" y="124474"/>
                  <a:pt x="1779348" y="118075"/>
                  <a:pt x="1779348" y="111078"/>
                </a:cubicBezTo>
                <a:cubicBezTo>
                  <a:pt x="1779348" y="103909"/>
                  <a:pt x="1778491" y="97380"/>
                  <a:pt x="1776775" y="91492"/>
                </a:cubicBezTo>
                <a:cubicBezTo>
                  <a:pt x="1775060" y="85604"/>
                  <a:pt x="1772132" y="80910"/>
                  <a:pt x="1767990" y="77412"/>
                </a:cubicBezTo>
                <a:cubicBezTo>
                  <a:pt x="1763849" y="73914"/>
                  <a:pt x="1758138" y="72164"/>
                  <a:pt x="1750859" y="72164"/>
                </a:cubicBezTo>
                <a:cubicBezTo>
                  <a:pt x="1743747" y="72164"/>
                  <a:pt x="1738162" y="73914"/>
                  <a:pt x="1734104" y="77412"/>
                </a:cubicBezTo>
                <a:cubicBezTo>
                  <a:pt x="1730046" y="80910"/>
                  <a:pt x="1727181" y="85604"/>
                  <a:pt x="1725507" y="91492"/>
                </a:cubicBezTo>
                <a:cubicBezTo>
                  <a:pt x="1723834" y="97380"/>
                  <a:pt x="1722997" y="103909"/>
                  <a:pt x="1722997" y="111078"/>
                </a:cubicBezTo>
                <a:cubicBezTo>
                  <a:pt x="1722997" y="118075"/>
                  <a:pt x="1723834" y="124474"/>
                  <a:pt x="1725507" y="130276"/>
                </a:cubicBezTo>
                <a:cubicBezTo>
                  <a:pt x="1727181" y="136078"/>
                  <a:pt x="1730046" y="140707"/>
                  <a:pt x="1734104" y="144164"/>
                </a:cubicBezTo>
                <a:cubicBezTo>
                  <a:pt x="1738162" y="147621"/>
                  <a:pt x="1743747" y="149349"/>
                  <a:pt x="1750859" y="149349"/>
                </a:cubicBezTo>
                <a:close/>
                <a:moveTo>
                  <a:pt x="1843054" y="172441"/>
                </a:moveTo>
                <a:lnTo>
                  <a:pt x="1843054" y="48444"/>
                </a:lnTo>
                <a:lnTo>
                  <a:pt x="1875058" y="48444"/>
                </a:lnTo>
                <a:lnTo>
                  <a:pt x="1875685" y="66642"/>
                </a:lnTo>
                <a:cubicBezTo>
                  <a:pt x="1879785" y="61371"/>
                  <a:pt x="1885182" y="56707"/>
                  <a:pt x="1891875" y="52649"/>
                </a:cubicBezTo>
                <a:cubicBezTo>
                  <a:pt x="1898569" y="48591"/>
                  <a:pt x="1907270" y="46562"/>
                  <a:pt x="1917980" y="46562"/>
                </a:cubicBezTo>
                <a:cubicBezTo>
                  <a:pt x="1930446" y="46562"/>
                  <a:pt x="1940110" y="50397"/>
                  <a:pt x="1946971" y="58069"/>
                </a:cubicBezTo>
                <a:cubicBezTo>
                  <a:pt x="1953832" y="65740"/>
                  <a:pt x="1957262" y="76951"/>
                  <a:pt x="1957262" y="91700"/>
                </a:cubicBezTo>
                <a:lnTo>
                  <a:pt x="1957262" y="172441"/>
                </a:lnTo>
                <a:lnTo>
                  <a:pt x="1924255" y="172441"/>
                </a:lnTo>
                <a:lnTo>
                  <a:pt x="1924255" y="95755"/>
                </a:lnTo>
                <a:cubicBezTo>
                  <a:pt x="1924255" y="91245"/>
                  <a:pt x="1923627" y="87289"/>
                  <a:pt x="1922372" y="83887"/>
                </a:cubicBezTo>
                <a:cubicBezTo>
                  <a:pt x="1921117" y="80486"/>
                  <a:pt x="1919130" y="77849"/>
                  <a:pt x="1916411" y="75977"/>
                </a:cubicBezTo>
                <a:cubicBezTo>
                  <a:pt x="1913692" y="74104"/>
                  <a:pt x="1910115" y="73168"/>
                  <a:pt x="1905680" y="73168"/>
                </a:cubicBezTo>
                <a:cubicBezTo>
                  <a:pt x="1899071" y="73168"/>
                  <a:pt x="1893402" y="74742"/>
                  <a:pt x="1888675" y="77890"/>
                </a:cubicBezTo>
                <a:cubicBezTo>
                  <a:pt x="1883947" y="81039"/>
                  <a:pt x="1879827" y="84866"/>
                  <a:pt x="1876313" y="89374"/>
                </a:cubicBezTo>
                <a:lnTo>
                  <a:pt x="1876313" y="172441"/>
                </a:lnTo>
                <a:lnTo>
                  <a:pt x="1843054" y="172441"/>
                </a:lnTo>
                <a:close/>
                <a:moveTo>
                  <a:pt x="2039348" y="172441"/>
                </a:moveTo>
                <a:lnTo>
                  <a:pt x="2039348" y="3514"/>
                </a:lnTo>
                <a:lnTo>
                  <a:pt x="2074614" y="3514"/>
                </a:lnTo>
                <a:lnTo>
                  <a:pt x="2074614" y="141442"/>
                </a:lnTo>
                <a:lnTo>
                  <a:pt x="2145900" y="141442"/>
                </a:lnTo>
                <a:lnTo>
                  <a:pt x="2145900" y="172441"/>
                </a:lnTo>
                <a:lnTo>
                  <a:pt x="2039348" y="172441"/>
                </a:lnTo>
                <a:close/>
                <a:moveTo>
                  <a:pt x="2201947" y="174701"/>
                </a:moveTo>
                <a:cubicBezTo>
                  <a:pt x="2195002" y="174701"/>
                  <a:pt x="2188518" y="173349"/>
                  <a:pt x="2182494" y="170645"/>
                </a:cubicBezTo>
                <a:cubicBezTo>
                  <a:pt x="2176469" y="167942"/>
                  <a:pt x="2171596" y="163865"/>
                  <a:pt x="2167872" y="158417"/>
                </a:cubicBezTo>
                <a:cubicBezTo>
                  <a:pt x="2164149" y="152965"/>
                  <a:pt x="2162288" y="146142"/>
                  <a:pt x="2162288" y="137948"/>
                </a:cubicBezTo>
                <a:cubicBezTo>
                  <a:pt x="2162288" y="126543"/>
                  <a:pt x="2165676" y="117947"/>
                  <a:pt x="2172453" y="112161"/>
                </a:cubicBezTo>
                <a:cubicBezTo>
                  <a:pt x="2179230" y="106372"/>
                  <a:pt x="2188706" y="102442"/>
                  <a:pt x="2200880" y="100371"/>
                </a:cubicBezTo>
                <a:cubicBezTo>
                  <a:pt x="2213054" y="98300"/>
                  <a:pt x="2227215" y="97096"/>
                  <a:pt x="2243363" y="96759"/>
                </a:cubicBezTo>
                <a:lnTo>
                  <a:pt x="2243363" y="90025"/>
                </a:lnTo>
                <a:cubicBezTo>
                  <a:pt x="2243363" y="81820"/>
                  <a:pt x="2241459" y="76207"/>
                  <a:pt x="2237652" y="73184"/>
                </a:cubicBezTo>
                <a:cubicBezTo>
                  <a:pt x="2233845" y="70162"/>
                  <a:pt x="2228930" y="68650"/>
                  <a:pt x="2222906" y="68650"/>
                </a:cubicBezTo>
                <a:cubicBezTo>
                  <a:pt x="2216296" y="68650"/>
                  <a:pt x="2210857" y="70262"/>
                  <a:pt x="2206590" y="73486"/>
                </a:cubicBezTo>
                <a:cubicBezTo>
                  <a:pt x="2202323" y="76707"/>
                  <a:pt x="2200190" y="81927"/>
                  <a:pt x="2200190" y="89147"/>
                </a:cubicBezTo>
                <a:lnTo>
                  <a:pt x="2169065" y="89147"/>
                </a:lnTo>
                <a:cubicBezTo>
                  <a:pt x="2169065" y="78555"/>
                  <a:pt x="2171345" y="70165"/>
                  <a:pt x="2175905" y="63979"/>
                </a:cubicBezTo>
                <a:cubicBezTo>
                  <a:pt x="2180465" y="57790"/>
                  <a:pt x="2186782" y="53340"/>
                  <a:pt x="2194856" y="50629"/>
                </a:cubicBezTo>
                <a:cubicBezTo>
                  <a:pt x="2202930" y="47917"/>
                  <a:pt x="2212280" y="46562"/>
                  <a:pt x="2222906" y="46562"/>
                </a:cubicBezTo>
                <a:cubicBezTo>
                  <a:pt x="2230687" y="46562"/>
                  <a:pt x="2237799" y="47218"/>
                  <a:pt x="2244241" y="48531"/>
                </a:cubicBezTo>
                <a:cubicBezTo>
                  <a:pt x="2250684" y="49843"/>
                  <a:pt x="2256269" y="52109"/>
                  <a:pt x="2260996" y="55327"/>
                </a:cubicBezTo>
                <a:cubicBezTo>
                  <a:pt x="2265723" y="58543"/>
                  <a:pt x="2269384" y="62926"/>
                  <a:pt x="2271977" y="68474"/>
                </a:cubicBezTo>
                <a:cubicBezTo>
                  <a:pt x="2274571" y="74019"/>
                  <a:pt x="2275868" y="80942"/>
                  <a:pt x="2275868" y="89241"/>
                </a:cubicBezTo>
                <a:lnTo>
                  <a:pt x="2275868" y="172441"/>
                </a:lnTo>
                <a:lnTo>
                  <a:pt x="2244743" y="172441"/>
                </a:lnTo>
                <a:lnTo>
                  <a:pt x="2243739" y="156628"/>
                </a:lnTo>
                <a:cubicBezTo>
                  <a:pt x="2238552" y="162569"/>
                  <a:pt x="2232528" y="167066"/>
                  <a:pt x="2225667" y="170120"/>
                </a:cubicBezTo>
                <a:cubicBezTo>
                  <a:pt x="2218806" y="173174"/>
                  <a:pt x="2210899" y="174701"/>
                  <a:pt x="2201947" y="174701"/>
                </a:cubicBezTo>
                <a:moveTo>
                  <a:pt x="2212865" y="151859"/>
                </a:moveTo>
                <a:cubicBezTo>
                  <a:pt x="2219141" y="151859"/>
                  <a:pt x="2224935" y="150193"/>
                  <a:pt x="2230248" y="146862"/>
                </a:cubicBezTo>
                <a:cubicBezTo>
                  <a:pt x="2235561" y="143529"/>
                  <a:pt x="2239807" y="139727"/>
                  <a:pt x="2242986" y="135457"/>
                </a:cubicBezTo>
                <a:lnTo>
                  <a:pt x="2242986" y="115208"/>
                </a:lnTo>
                <a:cubicBezTo>
                  <a:pt x="2225416" y="115294"/>
                  <a:pt x="2213116" y="116982"/>
                  <a:pt x="2206088" y="120271"/>
                </a:cubicBezTo>
                <a:cubicBezTo>
                  <a:pt x="2199060" y="123561"/>
                  <a:pt x="2195546" y="128879"/>
                  <a:pt x="2195546" y="136226"/>
                </a:cubicBezTo>
                <a:cubicBezTo>
                  <a:pt x="2195546" y="141523"/>
                  <a:pt x="2197157" y="145453"/>
                  <a:pt x="2200378" y="148015"/>
                </a:cubicBezTo>
                <a:cubicBezTo>
                  <a:pt x="2203599" y="150578"/>
                  <a:pt x="2207762" y="151859"/>
                  <a:pt x="2212865" y="151859"/>
                </a:cubicBezTo>
                <a:close/>
                <a:moveTo>
                  <a:pt x="2306930" y="217372"/>
                </a:moveTo>
                <a:lnTo>
                  <a:pt x="2306930" y="190388"/>
                </a:lnTo>
                <a:lnTo>
                  <a:pt x="2317974" y="190388"/>
                </a:lnTo>
                <a:cubicBezTo>
                  <a:pt x="2322911" y="190388"/>
                  <a:pt x="2327032" y="189510"/>
                  <a:pt x="2330336" y="187753"/>
                </a:cubicBezTo>
                <a:cubicBezTo>
                  <a:pt x="2333641" y="185996"/>
                  <a:pt x="2336047" y="183109"/>
                  <a:pt x="2337553" y="179093"/>
                </a:cubicBezTo>
                <a:lnTo>
                  <a:pt x="2340314" y="172441"/>
                </a:lnTo>
                <a:lnTo>
                  <a:pt x="2292623" y="48444"/>
                </a:lnTo>
                <a:lnTo>
                  <a:pt x="2327262" y="48444"/>
                </a:lnTo>
                <a:lnTo>
                  <a:pt x="2358261" y="140171"/>
                </a:lnTo>
                <a:lnTo>
                  <a:pt x="2385872" y="48444"/>
                </a:lnTo>
                <a:lnTo>
                  <a:pt x="2419507" y="48444"/>
                </a:lnTo>
                <a:lnTo>
                  <a:pt x="2375455" y="172038"/>
                </a:lnTo>
                <a:lnTo>
                  <a:pt x="2370937" y="184321"/>
                </a:lnTo>
                <a:cubicBezTo>
                  <a:pt x="2367757" y="193017"/>
                  <a:pt x="2364076" y="199771"/>
                  <a:pt x="2359892" y="204582"/>
                </a:cubicBezTo>
                <a:cubicBezTo>
                  <a:pt x="2355709" y="209393"/>
                  <a:pt x="2350584" y="212727"/>
                  <a:pt x="2344518" y="214583"/>
                </a:cubicBezTo>
                <a:cubicBezTo>
                  <a:pt x="2338452" y="216442"/>
                  <a:pt x="2330901" y="217372"/>
                  <a:pt x="2321865" y="217372"/>
                </a:cubicBezTo>
                <a:lnTo>
                  <a:pt x="2306930" y="217372"/>
                </a:lnTo>
                <a:close/>
                <a:moveTo>
                  <a:pt x="2492740" y="174701"/>
                </a:moveTo>
                <a:cubicBezTo>
                  <a:pt x="2479102" y="174701"/>
                  <a:pt x="2467640" y="172140"/>
                  <a:pt x="2458352" y="167017"/>
                </a:cubicBezTo>
                <a:cubicBezTo>
                  <a:pt x="2449065" y="161895"/>
                  <a:pt x="2442037" y="154509"/>
                  <a:pt x="2437268" y="144858"/>
                </a:cubicBezTo>
                <a:cubicBezTo>
                  <a:pt x="2432499" y="135205"/>
                  <a:pt x="2430114" y="123605"/>
                  <a:pt x="2430114" y="110059"/>
                </a:cubicBezTo>
                <a:cubicBezTo>
                  <a:pt x="2430114" y="96936"/>
                  <a:pt x="2432436" y="85634"/>
                  <a:pt x="2437080" y="76153"/>
                </a:cubicBezTo>
                <a:cubicBezTo>
                  <a:pt x="2441723" y="66670"/>
                  <a:pt x="2448542" y="59367"/>
                  <a:pt x="2457537" y="54245"/>
                </a:cubicBezTo>
                <a:cubicBezTo>
                  <a:pt x="2466531" y="49123"/>
                  <a:pt x="2477596" y="46562"/>
                  <a:pt x="2490732" y="46562"/>
                </a:cubicBezTo>
                <a:cubicBezTo>
                  <a:pt x="2508972" y="46562"/>
                  <a:pt x="2523384" y="51953"/>
                  <a:pt x="2533968" y="62736"/>
                </a:cubicBezTo>
                <a:cubicBezTo>
                  <a:pt x="2544552" y="73519"/>
                  <a:pt x="2549844" y="88890"/>
                  <a:pt x="2549844" y="108851"/>
                </a:cubicBezTo>
                <a:cubicBezTo>
                  <a:pt x="2549844" y="109865"/>
                  <a:pt x="2549802" y="111239"/>
                  <a:pt x="2549719" y="112973"/>
                </a:cubicBezTo>
                <a:cubicBezTo>
                  <a:pt x="2549635" y="114706"/>
                  <a:pt x="2549510" y="116038"/>
                  <a:pt x="2549342" y="116969"/>
                </a:cubicBezTo>
                <a:lnTo>
                  <a:pt x="2463373" y="116969"/>
                </a:lnTo>
                <a:cubicBezTo>
                  <a:pt x="2463540" y="122876"/>
                  <a:pt x="2464607" y="128396"/>
                  <a:pt x="2466573" y="133532"/>
                </a:cubicBezTo>
                <a:cubicBezTo>
                  <a:pt x="2468539" y="138667"/>
                  <a:pt x="2471656" y="142797"/>
                  <a:pt x="2475923" y="145921"/>
                </a:cubicBezTo>
                <a:cubicBezTo>
                  <a:pt x="2480190" y="149043"/>
                  <a:pt x="2485796" y="150604"/>
                  <a:pt x="2492740" y="150604"/>
                </a:cubicBezTo>
                <a:cubicBezTo>
                  <a:pt x="2499936" y="150604"/>
                  <a:pt x="2505709" y="148988"/>
                  <a:pt x="2510060" y="145756"/>
                </a:cubicBezTo>
                <a:cubicBezTo>
                  <a:pt x="2514411" y="142525"/>
                  <a:pt x="2516628" y="137719"/>
                  <a:pt x="2516711" y="131339"/>
                </a:cubicBezTo>
                <a:lnTo>
                  <a:pt x="2549468" y="131339"/>
                </a:lnTo>
                <a:cubicBezTo>
                  <a:pt x="2549049" y="141003"/>
                  <a:pt x="2546435" y="149056"/>
                  <a:pt x="2541624" y="155499"/>
                </a:cubicBezTo>
                <a:cubicBezTo>
                  <a:pt x="2536813" y="161941"/>
                  <a:pt x="2530245" y="166752"/>
                  <a:pt x="2521920" y="169931"/>
                </a:cubicBezTo>
                <a:cubicBezTo>
                  <a:pt x="2513595" y="173111"/>
                  <a:pt x="2503868" y="174701"/>
                  <a:pt x="2492740" y="174701"/>
                </a:cubicBezTo>
                <a:moveTo>
                  <a:pt x="2463749" y="95885"/>
                </a:moveTo>
                <a:lnTo>
                  <a:pt x="2516837" y="95885"/>
                </a:lnTo>
                <a:cubicBezTo>
                  <a:pt x="2516586" y="87099"/>
                  <a:pt x="2514055" y="80531"/>
                  <a:pt x="2509244" y="76180"/>
                </a:cubicBezTo>
                <a:cubicBezTo>
                  <a:pt x="2504433" y="71830"/>
                  <a:pt x="2498262" y="69654"/>
                  <a:pt x="2490732" y="69654"/>
                </a:cubicBezTo>
                <a:cubicBezTo>
                  <a:pt x="2483035" y="69654"/>
                  <a:pt x="2476739" y="71894"/>
                  <a:pt x="2471844" y="76373"/>
                </a:cubicBezTo>
                <a:cubicBezTo>
                  <a:pt x="2466949" y="80852"/>
                  <a:pt x="2464251" y="87356"/>
                  <a:pt x="2463749" y="95885"/>
                </a:cubicBezTo>
                <a:close/>
                <a:moveTo>
                  <a:pt x="2578963" y="172441"/>
                </a:moveTo>
                <a:lnTo>
                  <a:pt x="2578963" y="48444"/>
                </a:lnTo>
                <a:lnTo>
                  <a:pt x="2610840" y="48444"/>
                </a:lnTo>
                <a:lnTo>
                  <a:pt x="2611468" y="69403"/>
                </a:lnTo>
                <a:cubicBezTo>
                  <a:pt x="2614647" y="62040"/>
                  <a:pt x="2619416" y="56393"/>
                  <a:pt x="2625775" y="52460"/>
                </a:cubicBezTo>
                <a:cubicBezTo>
                  <a:pt x="2632134" y="48528"/>
                  <a:pt x="2639832" y="46562"/>
                  <a:pt x="2648868" y="46562"/>
                </a:cubicBezTo>
                <a:lnTo>
                  <a:pt x="2651378" y="46562"/>
                </a:lnTo>
                <a:lnTo>
                  <a:pt x="2651378" y="74549"/>
                </a:lnTo>
                <a:lnTo>
                  <a:pt x="2648240" y="74549"/>
                </a:lnTo>
                <a:cubicBezTo>
                  <a:pt x="2643304" y="74549"/>
                  <a:pt x="2638577" y="74996"/>
                  <a:pt x="2634059" y="75890"/>
                </a:cubicBezTo>
                <a:cubicBezTo>
                  <a:pt x="2629540" y="76784"/>
                  <a:pt x="2625441" y="78318"/>
                  <a:pt x="2621759" y="80491"/>
                </a:cubicBezTo>
                <a:cubicBezTo>
                  <a:pt x="2618078" y="82664"/>
                  <a:pt x="2614898" y="85666"/>
                  <a:pt x="2612221" y="89500"/>
                </a:cubicBezTo>
                <a:lnTo>
                  <a:pt x="2612221" y="172441"/>
                </a:lnTo>
                <a:lnTo>
                  <a:pt x="2578963" y="172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f71231d264018"/>
          <a:stretch xmlns:a="http://schemas.openxmlformats.org/drawingml/2006/main"/>
        </p:blipFill>
        <p:spPr>
          <a:xfrm xmlns:a="http://schemas.openxmlformats.org/drawingml/2006/main">
            <a:off x="5561303" y="4008355"/>
            <a:ext cx="565072" cy="565072"/>
          </a:xfrm>
          <a:prstGeom xmlns:a="http://schemas.openxmlformats.org/drawingml/2006/main" prst="rect">
            <a:avLst/>
          </a:prstGeom>
        </p:spPr>
      </p:pic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54D5C-BF3C-4CB8-B6E3-01C82F7A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433" y="2928339"/>
            <a:ext cx="1488869" cy="790882"/>
          </a:xfrm>
          <a:custGeom xmlns:a="http://schemas.openxmlformats.org/drawingml/2006/main">
            <a:pathLst>
              <a:path w="1488869" h="790882">
                <a:moveTo>
                  <a:pt x="0" y="54712"/>
                </a:moveTo>
                <a:cubicBezTo>
                  <a:pt x="0" y="24446"/>
                  <a:pt x="24679" y="0"/>
                  <a:pt x="54712" y="0"/>
                </a:cubicBezTo>
                <a:lnTo>
                  <a:pt x="1434157" y="0"/>
                </a:lnTo>
                <a:cubicBezTo>
                  <a:pt x="1464423" y="0"/>
                  <a:pt x="1488869" y="24446"/>
                  <a:pt x="1488869" y="54712"/>
                </a:cubicBezTo>
                <a:lnTo>
                  <a:pt x="1488869" y="736169"/>
                </a:lnTo>
                <a:cubicBezTo>
                  <a:pt x="1488869" y="766436"/>
                  <a:pt x="1464423" y="790882"/>
                  <a:pt x="1434157" y="790882"/>
                </a:cubicBezTo>
                <a:lnTo>
                  <a:pt x="54712" y="790882"/>
                </a:lnTo>
                <a:cubicBezTo>
                  <a:pt x="24679" y="790882"/>
                  <a:pt x="0" y="766436"/>
                  <a:pt x="0" y="736169"/>
                </a:cubicBezTo>
                <a:lnTo>
                  <a:pt x="0" y="54712"/>
                </a:lnTo>
                <a:close/>
              </a:path>
            </a:pathLst>
          </a:custGeom>
          <a:solidFill xmlns:a="http://schemas.openxmlformats.org/drawingml/2006/main">
            <a:srgbClr val="F2CFEE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31EEA-C94A-4628-B104-F95B31A4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433" y="2928339"/>
            <a:ext cx="1488869" cy="790882"/>
          </a:xfrm>
          <a:custGeom xmlns:a="http://schemas.openxmlformats.org/drawingml/2006/main">
            <a:pathLst>
              <a:path w="1488869" h="790882" fill="none">
                <a:moveTo>
                  <a:pt x="0" y="54712"/>
                </a:moveTo>
                <a:cubicBezTo>
                  <a:pt x="0" y="24446"/>
                  <a:pt x="24679" y="0"/>
                  <a:pt x="54712" y="0"/>
                </a:cubicBezTo>
                <a:lnTo>
                  <a:pt x="1434157" y="0"/>
                </a:lnTo>
                <a:cubicBezTo>
                  <a:pt x="1464423" y="0"/>
                  <a:pt x="1488869" y="24446"/>
                  <a:pt x="1488869" y="54712"/>
                </a:cubicBezTo>
                <a:lnTo>
                  <a:pt x="1488869" y="736169"/>
                </a:lnTo>
                <a:cubicBezTo>
                  <a:pt x="1488869" y="766436"/>
                  <a:pt x="1464423" y="790882"/>
                  <a:pt x="1434157" y="790882"/>
                </a:cubicBezTo>
                <a:lnTo>
                  <a:pt x="54712" y="790882"/>
                </a:lnTo>
                <a:cubicBezTo>
                  <a:pt x="24679" y="790882"/>
                  <a:pt x="0" y="766436"/>
                  <a:pt x="0" y="736169"/>
                </a:cubicBezTo>
                <a:lnTo>
                  <a:pt x="0" y="547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7D0C71"/>
            </a:solidFill>
            <a:miter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ad11f5fdb4f83"/>
          <a:stretch xmlns:a="http://schemas.openxmlformats.org/drawingml/2006/main"/>
        </p:blipFill>
        <p:spPr>
          <a:xfrm xmlns:a="http://schemas.openxmlformats.org/drawingml/2006/main">
            <a:off x="9290112" y="3273072"/>
            <a:ext cx="380958" cy="380958"/>
          </a:xfrm>
          <a:prstGeom xmlns:a="http://schemas.openxmlformats.org/drawingml/2006/main" prst="rect">
            <a:avLst/>
          </a:prstGeom>
        </p:spPr>
      </p:pic>
      <p:sp>
        <p:nvSpPr>
          <p:cNvPr id="37" name="Text #nBehavior">
            <a:extLst xmlns:a="http://schemas.openxmlformats.org/drawingml/2006/main">
              <a:ext uri="{FF2B5EF4-FFF2-40B4-BE49-F238E27FC236}">
                <a16:creationId xmlns:a16="http://schemas.microsoft.com/office/drawing/2014/main" id="{8E5A6CDF-BA6E-4CF1-962D-9280680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441" y="3036505"/>
            <a:ext cx="983665" cy="127228"/>
          </a:xfrm>
          <a:custGeom xmlns:a="http://schemas.openxmlformats.org/drawingml/2006/main">
            <a:pathLst>
              <a:path w="983665" h="127228">
                <a:moveTo>
                  <a:pt x="12704" y="125582"/>
                </a:moveTo>
                <a:lnTo>
                  <a:pt x="17457" y="91216"/>
                </a:lnTo>
                <a:lnTo>
                  <a:pt x="0" y="91216"/>
                </a:lnTo>
                <a:lnTo>
                  <a:pt x="0" y="76044"/>
                </a:lnTo>
                <a:lnTo>
                  <a:pt x="19651" y="76044"/>
                </a:lnTo>
                <a:lnTo>
                  <a:pt x="22576" y="54839"/>
                </a:lnTo>
                <a:lnTo>
                  <a:pt x="5027" y="54839"/>
                </a:lnTo>
                <a:lnTo>
                  <a:pt x="5027" y="39759"/>
                </a:lnTo>
                <a:lnTo>
                  <a:pt x="24769" y="39759"/>
                </a:lnTo>
                <a:lnTo>
                  <a:pt x="29522" y="5850"/>
                </a:lnTo>
                <a:lnTo>
                  <a:pt x="46065" y="5850"/>
                </a:lnTo>
                <a:lnTo>
                  <a:pt x="41404" y="39759"/>
                </a:lnTo>
                <a:lnTo>
                  <a:pt x="59592" y="39759"/>
                </a:lnTo>
                <a:lnTo>
                  <a:pt x="64254" y="5850"/>
                </a:lnTo>
                <a:lnTo>
                  <a:pt x="80980" y="5850"/>
                </a:lnTo>
                <a:lnTo>
                  <a:pt x="76227" y="39759"/>
                </a:lnTo>
                <a:lnTo>
                  <a:pt x="93410" y="39759"/>
                </a:lnTo>
                <a:lnTo>
                  <a:pt x="93410" y="54839"/>
                </a:lnTo>
                <a:lnTo>
                  <a:pt x="74033" y="54839"/>
                </a:lnTo>
                <a:lnTo>
                  <a:pt x="71200" y="76044"/>
                </a:lnTo>
                <a:lnTo>
                  <a:pt x="88200" y="76044"/>
                </a:lnTo>
                <a:lnTo>
                  <a:pt x="88200" y="91216"/>
                </a:lnTo>
                <a:lnTo>
                  <a:pt x="69098" y="91216"/>
                </a:lnTo>
                <a:lnTo>
                  <a:pt x="64345" y="125582"/>
                </a:lnTo>
                <a:lnTo>
                  <a:pt x="47710" y="125582"/>
                </a:lnTo>
                <a:lnTo>
                  <a:pt x="52372" y="91216"/>
                </a:lnTo>
                <a:lnTo>
                  <a:pt x="34183" y="91216"/>
                </a:lnTo>
                <a:lnTo>
                  <a:pt x="29431" y="125582"/>
                </a:lnTo>
                <a:lnTo>
                  <a:pt x="12704" y="125582"/>
                </a:lnTo>
                <a:moveTo>
                  <a:pt x="36377" y="76044"/>
                </a:moveTo>
                <a:lnTo>
                  <a:pt x="54657" y="76044"/>
                </a:lnTo>
                <a:lnTo>
                  <a:pt x="57399" y="54839"/>
                </a:lnTo>
                <a:lnTo>
                  <a:pt x="39302" y="54839"/>
                </a:lnTo>
                <a:lnTo>
                  <a:pt x="36377" y="76044"/>
                </a:lnTo>
                <a:close/>
                <a:moveTo>
                  <a:pt x="109932" y="125582"/>
                </a:moveTo>
                <a:lnTo>
                  <a:pt x="109932" y="35280"/>
                </a:lnTo>
                <a:lnTo>
                  <a:pt x="133239" y="35280"/>
                </a:lnTo>
                <a:lnTo>
                  <a:pt x="133696" y="48533"/>
                </a:lnTo>
                <a:cubicBezTo>
                  <a:pt x="136682" y="44694"/>
                  <a:pt x="140612" y="41297"/>
                  <a:pt x="145487" y="38342"/>
                </a:cubicBezTo>
                <a:cubicBezTo>
                  <a:pt x="150361" y="35387"/>
                  <a:pt x="156698" y="33909"/>
                  <a:pt x="164498" y="33909"/>
                </a:cubicBezTo>
                <a:cubicBezTo>
                  <a:pt x="173577" y="33909"/>
                  <a:pt x="180614" y="36702"/>
                  <a:pt x="185611" y="42289"/>
                </a:cubicBezTo>
                <a:cubicBezTo>
                  <a:pt x="190607" y="47876"/>
                  <a:pt x="193106" y="56040"/>
                  <a:pt x="193106" y="66781"/>
                </a:cubicBezTo>
                <a:lnTo>
                  <a:pt x="193106" y="125582"/>
                </a:lnTo>
                <a:lnTo>
                  <a:pt x="169068" y="125582"/>
                </a:lnTo>
                <a:lnTo>
                  <a:pt x="169068" y="69735"/>
                </a:lnTo>
                <a:cubicBezTo>
                  <a:pt x="169068" y="66450"/>
                  <a:pt x="168611" y="63569"/>
                  <a:pt x="167697" y="61092"/>
                </a:cubicBezTo>
                <a:cubicBezTo>
                  <a:pt x="166783" y="58614"/>
                  <a:pt x="165335" y="56694"/>
                  <a:pt x="163355" y="55331"/>
                </a:cubicBezTo>
                <a:cubicBezTo>
                  <a:pt x="161375" y="53967"/>
                  <a:pt x="158770" y="53286"/>
                  <a:pt x="155541" y="53286"/>
                </a:cubicBezTo>
                <a:cubicBezTo>
                  <a:pt x="150727" y="53286"/>
                  <a:pt x="146599" y="54432"/>
                  <a:pt x="143156" y="56725"/>
                </a:cubicBezTo>
                <a:cubicBezTo>
                  <a:pt x="139713" y="59017"/>
                  <a:pt x="136712" y="61805"/>
                  <a:pt x="134153" y="65088"/>
                </a:cubicBezTo>
                <a:lnTo>
                  <a:pt x="134153" y="125582"/>
                </a:lnTo>
                <a:lnTo>
                  <a:pt x="109932" y="125582"/>
                </a:lnTo>
                <a:close/>
                <a:moveTo>
                  <a:pt x="253929" y="125582"/>
                </a:moveTo>
                <a:lnTo>
                  <a:pt x="253929" y="2559"/>
                </a:lnTo>
                <a:lnTo>
                  <a:pt x="295972" y="2559"/>
                </a:lnTo>
                <a:cubicBezTo>
                  <a:pt x="309256" y="2559"/>
                  <a:pt x="319767" y="5073"/>
                  <a:pt x="327505" y="10100"/>
                </a:cubicBezTo>
                <a:cubicBezTo>
                  <a:pt x="335244" y="15127"/>
                  <a:pt x="339113" y="22850"/>
                  <a:pt x="339113" y="33269"/>
                </a:cubicBezTo>
                <a:cubicBezTo>
                  <a:pt x="339113" y="39789"/>
                  <a:pt x="337483" y="45319"/>
                  <a:pt x="334223" y="49858"/>
                </a:cubicBezTo>
                <a:cubicBezTo>
                  <a:pt x="330963" y="54398"/>
                  <a:pt x="326622" y="57673"/>
                  <a:pt x="321199" y="59684"/>
                </a:cubicBezTo>
                <a:cubicBezTo>
                  <a:pt x="329729" y="61390"/>
                  <a:pt x="336234" y="64863"/>
                  <a:pt x="340712" y="70103"/>
                </a:cubicBezTo>
                <a:cubicBezTo>
                  <a:pt x="345191" y="75343"/>
                  <a:pt x="347430" y="81802"/>
                  <a:pt x="347430" y="89480"/>
                </a:cubicBezTo>
                <a:cubicBezTo>
                  <a:pt x="347430" y="97706"/>
                  <a:pt x="345556" y="104484"/>
                  <a:pt x="341809" y="109816"/>
                </a:cubicBezTo>
                <a:cubicBezTo>
                  <a:pt x="338062" y="115148"/>
                  <a:pt x="332700" y="119108"/>
                  <a:pt x="325723" y="121698"/>
                </a:cubicBezTo>
                <a:cubicBezTo>
                  <a:pt x="318746" y="124288"/>
                  <a:pt x="310383" y="125582"/>
                  <a:pt x="300634" y="125582"/>
                </a:cubicBezTo>
                <a:lnTo>
                  <a:pt x="253929" y="125582"/>
                </a:lnTo>
                <a:moveTo>
                  <a:pt x="279612" y="104286"/>
                </a:moveTo>
                <a:lnTo>
                  <a:pt x="299720" y="104286"/>
                </a:lnTo>
                <a:cubicBezTo>
                  <a:pt x="303741" y="104286"/>
                  <a:pt x="307397" y="103784"/>
                  <a:pt x="310688" y="102778"/>
                </a:cubicBezTo>
                <a:cubicBezTo>
                  <a:pt x="313978" y="101773"/>
                  <a:pt x="316583" y="100006"/>
                  <a:pt x="318502" y="97477"/>
                </a:cubicBezTo>
                <a:cubicBezTo>
                  <a:pt x="320422" y="94948"/>
                  <a:pt x="321381" y="91551"/>
                  <a:pt x="321381" y="87286"/>
                </a:cubicBezTo>
                <a:cubicBezTo>
                  <a:pt x="321381" y="81802"/>
                  <a:pt x="319340" y="77887"/>
                  <a:pt x="315258" y="75541"/>
                </a:cubicBezTo>
                <a:cubicBezTo>
                  <a:pt x="311175" y="73195"/>
                  <a:pt x="305996" y="72023"/>
                  <a:pt x="299720" y="72023"/>
                </a:cubicBezTo>
                <a:lnTo>
                  <a:pt x="279612" y="72023"/>
                </a:lnTo>
                <a:lnTo>
                  <a:pt x="279612" y="104286"/>
                </a:lnTo>
                <a:moveTo>
                  <a:pt x="279612" y="52372"/>
                </a:moveTo>
                <a:lnTo>
                  <a:pt x="295607" y="52372"/>
                </a:lnTo>
                <a:cubicBezTo>
                  <a:pt x="300542" y="52372"/>
                  <a:pt x="304686" y="51092"/>
                  <a:pt x="308037" y="48533"/>
                </a:cubicBezTo>
                <a:cubicBezTo>
                  <a:pt x="311388" y="45974"/>
                  <a:pt x="313064" y="42226"/>
                  <a:pt x="313064" y="37291"/>
                </a:cubicBezTo>
                <a:cubicBezTo>
                  <a:pt x="313064" y="33818"/>
                  <a:pt x="312302" y="31060"/>
                  <a:pt x="310779" y="29019"/>
                </a:cubicBezTo>
                <a:cubicBezTo>
                  <a:pt x="309256" y="26978"/>
                  <a:pt x="307184" y="25516"/>
                  <a:pt x="304564" y="24632"/>
                </a:cubicBezTo>
                <a:cubicBezTo>
                  <a:pt x="301944" y="23749"/>
                  <a:pt x="298958" y="23307"/>
                  <a:pt x="295607" y="23307"/>
                </a:cubicBezTo>
                <a:lnTo>
                  <a:pt x="279612" y="23307"/>
                </a:lnTo>
                <a:lnTo>
                  <a:pt x="279612" y="52372"/>
                </a:lnTo>
                <a:close/>
                <a:moveTo>
                  <a:pt x="407788" y="127228"/>
                </a:moveTo>
                <a:cubicBezTo>
                  <a:pt x="397856" y="127228"/>
                  <a:pt x="389508" y="125362"/>
                  <a:pt x="382744" y="121632"/>
                </a:cubicBezTo>
                <a:cubicBezTo>
                  <a:pt x="375981" y="117902"/>
                  <a:pt x="370862" y="112523"/>
                  <a:pt x="367389" y="105495"/>
                </a:cubicBezTo>
                <a:cubicBezTo>
                  <a:pt x="363916" y="98464"/>
                  <a:pt x="362179" y="90017"/>
                  <a:pt x="362179" y="80151"/>
                </a:cubicBezTo>
                <a:cubicBezTo>
                  <a:pt x="362179" y="70594"/>
                  <a:pt x="363870" y="62364"/>
                  <a:pt x="367252" y="55459"/>
                </a:cubicBezTo>
                <a:cubicBezTo>
                  <a:pt x="370634" y="48553"/>
                  <a:pt x="375600" y="43235"/>
                  <a:pt x="382150" y="39504"/>
                </a:cubicBezTo>
                <a:cubicBezTo>
                  <a:pt x="388700" y="35774"/>
                  <a:pt x="396759" y="33909"/>
                  <a:pt x="406325" y="33909"/>
                </a:cubicBezTo>
                <a:cubicBezTo>
                  <a:pt x="419609" y="33909"/>
                  <a:pt x="430104" y="37835"/>
                  <a:pt x="437812" y="45688"/>
                </a:cubicBezTo>
                <a:cubicBezTo>
                  <a:pt x="445520" y="53541"/>
                  <a:pt x="449374" y="64735"/>
                  <a:pt x="449374" y="79272"/>
                </a:cubicBezTo>
                <a:cubicBezTo>
                  <a:pt x="449374" y="80010"/>
                  <a:pt x="449344" y="81011"/>
                  <a:pt x="449283" y="82274"/>
                </a:cubicBezTo>
                <a:cubicBezTo>
                  <a:pt x="449222" y="83536"/>
                  <a:pt x="449130" y="84506"/>
                  <a:pt x="449009" y="85184"/>
                </a:cubicBezTo>
                <a:lnTo>
                  <a:pt x="386400" y="85184"/>
                </a:lnTo>
                <a:cubicBezTo>
                  <a:pt x="386522" y="89485"/>
                  <a:pt x="387299" y="93506"/>
                  <a:pt x="388731" y="97246"/>
                </a:cubicBezTo>
                <a:cubicBezTo>
                  <a:pt x="390163" y="100986"/>
                  <a:pt x="392432" y="103993"/>
                  <a:pt x="395540" y="106269"/>
                </a:cubicBezTo>
                <a:cubicBezTo>
                  <a:pt x="398648" y="108542"/>
                  <a:pt x="402730" y="109679"/>
                  <a:pt x="407788" y="109679"/>
                </a:cubicBezTo>
                <a:cubicBezTo>
                  <a:pt x="413028" y="109679"/>
                  <a:pt x="417232" y="108502"/>
                  <a:pt x="420401" y="106149"/>
                </a:cubicBezTo>
                <a:cubicBezTo>
                  <a:pt x="423569" y="103795"/>
                  <a:pt x="425184" y="100295"/>
                  <a:pt x="425245" y="95649"/>
                </a:cubicBezTo>
                <a:lnTo>
                  <a:pt x="449100" y="95649"/>
                </a:lnTo>
                <a:cubicBezTo>
                  <a:pt x="448795" y="102687"/>
                  <a:pt x="446891" y="108552"/>
                  <a:pt x="443388" y="113244"/>
                </a:cubicBezTo>
                <a:cubicBezTo>
                  <a:pt x="439884" y="117935"/>
                  <a:pt x="435101" y="121439"/>
                  <a:pt x="429038" y="123754"/>
                </a:cubicBezTo>
                <a:cubicBezTo>
                  <a:pt x="422975" y="126070"/>
                  <a:pt x="415892" y="127228"/>
                  <a:pt x="407788" y="127228"/>
                </a:cubicBezTo>
                <a:moveTo>
                  <a:pt x="386674" y="69829"/>
                </a:moveTo>
                <a:lnTo>
                  <a:pt x="425336" y="69829"/>
                </a:lnTo>
                <a:cubicBezTo>
                  <a:pt x="425153" y="63431"/>
                  <a:pt x="423310" y="58648"/>
                  <a:pt x="419807" y="55479"/>
                </a:cubicBezTo>
                <a:cubicBezTo>
                  <a:pt x="416303" y="52311"/>
                  <a:pt x="411809" y="50727"/>
                  <a:pt x="406325" y="50727"/>
                </a:cubicBezTo>
                <a:cubicBezTo>
                  <a:pt x="400719" y="50727"/>
                  <a:pt x="396134" y="52357"/>
                  <a:pt x="392570" y="55619"/>
                </a:cubicBezTo>
                <a:cubicBezTo>
                  <a:pt x="389005" y="58881"/>
                  <a:pt x="387040" y="63618"/>
                  <a:pt x="386674" y="69829"/>
                </a:cubicBezTo>
                <a:close/>
                <a:moveTo>
                  <a:pt x="470076" y="125582"/>
                </a:moveTo>
                <a:lnTo>
                  <a:pt x="470076" y="2559"/>
                </a:lnTo>
                <a:lnTo>
                  <a:pt x="493840" y="2559"/>
                </a:lnTo>
                <a:lnTo>
                  <a:pt x="493840" y="48533"/>
                </a:lnTo>
                <a:cubicBezTo>
                  <a:pt x="496825" y="44694"/>
                  <a:pt x="500756" y="41297"/>
                  <a:pt x="505630" y="38342"/>
                </a:cubicBezTo>
                <a:cubicBezTo>
                  <a:pt x="510505" y="35387"/>
                  <a:pt x="516781" y="33909"/>
                  <a:pt x="524458" y="33909"/>
                </a:cubicBezTo>
                <a:cubicBezTo>
                  <a:pt x="533720" y="33909"/>
                  <a:pt x="540834" y="36672"/>
                  <a:pt x="545800" y="42198"/>
                </a:cubicBezTo>
                <a:cubicBezTo>
                  <a:pt x="550766" y="47722"/>
                  <a:pt x="553249" y="55916"/>
                  <a:pt x="553249" y="66781"/>
                </a:cubicBezTo>
                <a:lnTo>
                  <a:pt x="553249" y="125582"/>
                </a:lnTo>
                <a:lnTo>
                  <a:pt x="529028" y="125582"/>
                </a:lnTo>
                <a:lnTo>
                  <a:pt x="529028" y="69640"/>
                </a:lnTo>
                <a:cubicBezTo>
                  <a:pt x="529028" y="66419"/>
                  <a:pt x="528587" y="63569"/>
                  <a:pt x="527703" y="61092"/>
                </a:cubicBezTo>
                <a:cubicBezTo>
                  <a:pt x="526820" y="58614"/>
                  <a:pt x="525403" y="56694"/>
                  <a:pt x="523453" y="55331"/>
                </a:cubicBezTo>
                <a:cubicBezTo>
                  <a:pt x="521503" y="53967"/>
                  <a:pt x="518914" y="53286"/>
                  <a:pt x="515684" y="53286"/>
                </a:cubicBezTo>
                <a:cubicBezTo>
                  <a:pt x="510870" y="53286"/>
                  <a:pt x="506742" y="54432"/>
                  <a:pt x="503300" y="56725"/>
                </a:cubicBezTo>
                <a:cubicBezTo>
                  <a:pt x="499857" y="59017"/>
                  <a:pt x="496856" y="61805"/>
                  <a:pt x="494297" y="65088"/>
                </a:cubicBezTo>
                <a:lnTo>
                  <a:pt x="494297" y="125582"/>
                </a:lnTo>
                <a:lnTo>
                  <a:pt x="470076" y="125582"/>
                </a:lnTo>
                <a:close/>
                <a:moveTo>
                  <a:pt x="603142" y="127228"/>
                </a:moveTo>
                <a:cubicBezTo>
                  <a:pt x="598085" y="127228"/>
                  <a:pt x="593363" y="126243"/>
                  <a:pt x="588975" y="124274"/>
                </a:cubicBezTo>
                <a:cubicBezTo>
                  <a:pt x="584588" y="122305"/>
                  <a:pt x="581039" y="119337"/>
                  <a:pt x="578327" y="115369"/>
                </a:cubicBezTo>
                <a:cubicBezTo>
                  <a:pt x="575616" y="111398"/>
                  <a:pt x="574260" y="106430"/>
                  <a:pt x="574260" y="100462"/>
                </a:cubicBezTo>
                <a:cubicBezTo>
                  <a:pt x="574260" y="92156"/>
                  <a:pt x="576728" y="85896"/>
                  <a:pt x="581664" y="81682"/>
                </a:cubicBezTo>
                <a:cubicBezTo>
                  <a:pt x="586599" y="77466"/>
                  <a:pt x="593500" y="74605"/>
                  <a:pt x="602365" y="73096"/>
                </a:cubicBezTo>
                <a:cubicBezTo>
                  <a:pt x="611231" y="71588"/>
                  <a:pt x="621544" y="70712"/>
                  <a:pt x="633304" y="70466"/>
                </a:cubicBezTo>
                <a:lnTo>
                  <a:pt x="633304" y="65562"/>
                </a:lnTo>
                <a:cubicBezTo>
                  <a:pt x="633304" y="59587"/>
                  <a:pt x="631918" y="55498"/>
                  <a:pt x="629145" y="53297"/>
                </a:cubicBezTo>
                <a:cubicBezTo>
                  <a:pt x="626373" y="51096"/>
                  <a:pt x="622793" y="49995"/>
                  <a:pt x="618406" y="49995"/>
                </a:cubicBezTo>
                <a:cubicBezTo>
                  <a:pt x="613592" y="49995"/>
                  <a:pt x="609632" y="51169"/>
                  <a:pt x="606524" y="53517"/>
                </a:cubicBezTo>
                <a:cubicBezTo>
                  <a:pt x="603417" y="55863"/>
                  <a:pt x="601863" y="59665"/>
                  <a:pt x="601863" y="64922"/>
                </a:cubicBezTo>
                <a:lnTo>
                  <a:pt x="579196" y="64922"/>
                </a:lnTo>
                <a:cubicBezTo>
                  <a:pt x="579196" y="57208"/>
                  <a:pt x="580856" y="51099"/>
                  <a:pt x="584177" y="46594"/>
                </a:cubicBezTo>
                <a:cubicBezTo>
                  <a:pt x="587498" y="42086"/>
                  <a:pt x="592098" y="38846"/>
                  <a:pt x="597978" y="36871"/>
                </a:cubicBezTo>
                <a:cubicBezTo>
                  <a:pt x="603858" y="34896"/>
                  <a:pt x="610668" y="33909"/>
                  <a:pt x="618406" y="33909"/>
                </a:cubicBezTo>
                <a:cubicBezTo>
                  <a:pt x="624073" y="33909"/>
                  <a:pt x="629252" y="34387"/>
                  <a:pt x="633944" y="35343"/>
                </a:cubicBezTo>
                <a:cubicBezTo>
                  <a:pt x="638636" y="36299"/>
                  <a:pt x="642703" y="37949"/>
                  <a:pt x="646146" y="40293"/>
                </a:cubicBezTo>
                <a:cubicBezTo>
                  <a:pt x="649588" y="42635"/>
                  <a:pt x="652254" y="45826"/>
                  <a:pt x="654143" y="49867"/>
                </a:cubicBezTo>
                <a:cubicBezTo>
                  <a:pt x="656032" y="53905"/>
                  <a:pt x="656976" y="58947"/>
                  <a:pt x="656976" y="64990"/>
                </a:cubicBezTo>
                <a:lnTo>
                  <a:pt x="656976" y="125582"/>
                </a:lnTo>
                <a:lnTo>
                  <a:pt x="634309" y="125582"/>
                </a:lnTo>
                <a:lnTo>
                  <a:pt x="633578" y="114066"/>
                </a:lnTo>
                <a:cubicBezTo>
                  <a:pt x="629800" y="118392"/>
                  <a:pt x="625413" y="121667"/>
                  <a:pt x="620417" y="123892"/>
                </a:cubicBezTo>
                <a:cubicBezTo>
                  <a:pt x="615420" y="126116"/>
                  <a:pt x="609662" y="127228"/>
                  <a:pt x="603142" y="127228"/>
                </a:cubicBezTo>
                <a:moveTo>
                  <a:pt x="611094" y="110593"/>
                </a:moveTo>
                <a:cubicBezTo>
                  <a:pt x="615664" y="110593"/>
                  <a:pt x="619884" y="109380"/>
                  <a:pt x="623753" y="106954"/>
                </a:cubicBezTo>
                <a:cubicBezTo>
                  <a:pt x="627622" y="104526"/>
                  <a:pt x="630714" y="101758"/>
                  <a:pt x="633030" y="98648"/>
                </a:cubicBezTo>
                <a:lnTo>
                  <a:pt x="633030" y="83902"/>
                </a:lnTo>
                <a:cubicBezTo>
                  <a:pt x="620234" y="83964"/>
                  <a:pt x="611277" y="85194"/>
                  <a:pt x="606158" y="87589"/>
                </a:cubicBezTo>
                <a:cubicBezTo>
                  <a:pt x="601040" y="89984"/>
                  <a:pt x="598481" y="93857"/>
                  <a:pt x="598481" y="99208"/>
                </a:cubicBezTo>
                <a:cubicBezTo>
                  <a:pt x="598481" y="103066"/>
                  <a:pt x="599654" y="105928"/>
                  <a:pt x="602000" y="107794"/>
                </a:cubicBezTo>
                <a:cubicBezTo>
                  <a:pt x="604346" y="109660"/>
                  <a:pt x="607377" y="110593"/>
                  <a:pt x="611094" y="110593"/>
                </a:cubicBezTo>
                <a:close/>
                <a:moveTo>
                  <a:pt x="701625" y="125582"/>
                </a:moveTo>
                <a:lnTo>
                  <a:pt x="669178" y="35280"/>
                </a:lnTo>
                <a:lnTo>
                  <a:pt x="694405" y="35280"/>
                </a:lnTo>
                <a:lnTo>
                  <a:pt x="715426" y="102730"/>
                </a:lnTo>
                <a:lnTo>
                  <a:pt x="737088" y="35280"/>
                </a:lnTo>
                <a:lnTo>
                  <a:pt x="761583" y="35280"/>
                </a:lnTo>
                <a:lnTo>
                  <a:pt x="729228" y="125582"/>
                </a:lnTo>
                <a:lnTo>
                  <a:pt x="701625" y="125582"/>
                </a:lnTo>
                <a:close/>
                <a:moveTo>
                  <a:pt x="774627" y="125582"/>
                </a:moveTo>
                <a:lnTo>
                  <a:pt x="774627" y="35280"/>
                </a:lnTo>
                <a:lnTo>
                  <a:pt x="798848" y="35280"/>
                </a:lnTo>
                <a:lnTo>
                  <a:pt x="798848" y="125582"/>
                </a:lnTo>
                <a:lnTo>
                  <a:pt x="774627" y="125582"/>
                </a:lnTo>
                <a:moveTo>
                  <a:pt x="786783" y="23581"/>
                </a:moveTo>
                <a:cubicBezTo>
                  <a:pt x="782335" y="23581"/>
                  <a:pt x="778938" y="22454"/>
                  <a:pt x="776592" y="20199"/>
                </a:cubicBezTo>
                <a:cubicBezTo>
                  <a:pt x="774246" y="17945"/>
                  <a:pt x="773073" y="15142"/>
                  <a:pt x="773073" y="11790"/>
                </a:cubicBezTo>
                <a:cubicBezTo>
                  <a:pt x="773073" y="8378"/>
                  <a:pt x="774246" y="5560"/>
                  <a:pt x="776592" y="3336"/>
                </a:cubicBezTo>
                <a:cubicBezTo>
                  <a:pt x="778938" y="1112"/>
                  <a:pt x="782335" y="0"/>
                  <a:pt x="786783" y="0"/>
                </a:cubicBezTo>
                <a:cubicBezTo>
                  <a:pt x="791231" y="0"/>
                  <a:pt x="794628" y="1112"/>
                  <a:pt x="796974" y="3336"/>
                </a:cubicBezTo>
                <a:cubicBezTo>
                  <a:pt x="799320" y="5560"/>
                  <a:pt x="800493" y="8378"/>
                  <a:pt x="800493" y="11790"/>
                </a:cubicBezTo>
                <a:cubicBezTo>
                  <a:pt x="800493" y="15142"/>
                  <a:pt x="799320" y="17945"/>
                  <a:pt x="796974" y="20199"/>
                </a:cubicBezTo>
                <a:cubicBezTo>
                  <a:pt x="794628" y="22454"/>
                  <a:pt x="791231" y="23581"/>
                  <a:pt x="786783" y="23581"/>
                </a:cubicBezTo>
                <a:close/>
                <a:moveTo>
                  <a:pt x="865282" y="127228"/>
                </a:moveTo>
                <a:cubicBezTo>
                  <a:pt x="856264" y="127228"/>
                  <a:pt x="848358" y="125409"/>
                  <a:pt x="841564" y="121772"/>
                </a:cubicBezTo>
                <a:cubicBezTo>
                  <a:pt x="834770" y="118133"/>
                  <a:pt x="829515" y="112862"/>
                  <a:pt x="825798" y="105957"/>
                </a:cubicBezTo>
                <a:cubicBezTo>
                  <a:pt x="822081" y="99051"/>
                  <a:pt x="820222" y="90696"/>
                  <a:pt x="820222" y="80891"/>
                </a:cubicBezTo>
                <a:cubicBezTo>
                  <a:pt x="820222" y="70904"/>
                  <a:pt x="822081" y="62411"/>
                  <a:pt x="825798" y="55414"/>
                </a:cubicBezTo>
                <a:cubicBezTo>
                  <a:pt x="829515" y="48414"/>
                  <a:pt x="834770" y="43080"/>
                  <a:pt x="841564" y="39413"/>
                </a:cubicBezTo>
                <a:cubicBezTo>
                  <a:pt x="848358" y="35744"/>
                  <a:pt x="856264" y="33909"/>
                  <a:pt x="865282" y="33909"/>
                </a:cubicBezTo>
                <a:cubicBezTo>
                  <a:pt x="874422" y="33909"/>
                  <a:pt x="882389" y="35744"/>
                  <a:pt x="889183" y="39413"/>
                </a:cubicBezTo>
                <a:cubicBezTo>
                  <a:pt x="895977" y="43080"/>
                  <a:pt x="901263" y="48414"/>
                  <a:pt x="905041" y="55414"/>
                </a:cubicBezTo>
                <a:cubicBezTo>
                  <a:pt x="908819" y="62411"/>
                  <a:pt x="910707" y="70904"/>
                  <a:pt x="910707" y="80891"/>
                </a:cubicBezTo>
                <a:cubicBezTo>
                  <a:pt x="910707" y="90696"/>
                  <a:pt x="908819" y="99051"/>
                  <a:pt x="905041" y="105957"/>
                </a:cubicBezTo>
                <a:cubicBezTo>
                  <a:pt x="901263" y="112862"/>
                  <a:pt x="895977" y="118133"/>
                  <a:pt x="889183" y="121772"/>
                </a:cubicBezTo>
                <a:cubicBezTo>
                  <a:pt x="882389" y="125409"/>
                  <a:pt x="874422" y="127228"/>
                  <a:pt x="865282" y="127228"/>
                </a:cubicBezTo>
                <a:moveTo>
                  <a:pt x="865282" y="108765"/>
                </a:moveTo>
                <a:cubicBezTo>
                  <a:pt x="870583" y="108765"/>
                  <a:pt x="874742" y="107506"/>
                  <a:pt x="877758" y="104989"/>
                </a:cubicBezTo>
                <a:cubicBezTo>
                  <a:pt x="880774" y="102472"/>
                  <a:pt x="882907" y="99100"/>
                  <a:pt x="884156" y="94875"/>
                </a:cubicBezTo>
                <a:cubicBezTo>
                  <a:pt x="885405" y="90650"/>
                  <a:pt x="886030" y="85989"/>
                  <a:pt x="886030" y="80894"/>
                </a:cubicBezTo>
                <a:cubicBezTo>
                  <a:pt x="886030" y="75673"/>
                  <a:pt x="885405" y="70918"/>
                  <a:pt x="884156" y="66630"/>
                </a:cubicBezTo>
                <a:cubicBezTo>
                  <a:pt x="882907" y="62342"/>
                  <a:pt x="880774" y="58924"/>
                  <a:pt x="877758" y="56376"/>
                </a:cubicBezTo>
                <a:cubicBezTo>
                  <a:pt x="874742" y="53828"/>
                  <a:pt x="870583" y="52555"/>
                  <a:pt x="865282" y="52555"/>
                </a:cubicBezTo>
                <a:cubicBezTo>
                  <a:pt x="860103" y="52555"/>
                  <a:pt x="856036" y="53828"/>
                  <a:pt x="853080" y="56376"/>
                </a:cubicBezTo>
                <a:cubicBezTo>
                  <a:pt x="850125" y="58924"/>
                  <a:pt x="848038" y="62342"/>
                  <a:pt x="846819" y="66630"/>
                </a:cubicBezTo>
                <a:cubicBezTo>
                  <a:pt x="845601" y="70918"/>
                  <a:pt x="844992" y="75673"/>
                  <a:pt x="844992" y="80894"/>
                </a:cubicBezTo>
                <a:cubicBezTo>
                  <a:pt x="844992" y="85989"/>
                  <a:pt x="845601" y="90650"/>
                  <a:pt x="846819" y="94875"/>
                </a:cubicBezTo>
                <a:cubicBezTo>
                  <a:pt x="848038" y="99100"/>
                  <a:pt x="850125" y="102472"/>
                  <a:pt x="853080" y="104989"/>
                </a:cubicBezTo>
                <a:cubicBezTo>
                  <a:pt x="856036" y="107506"/>
                  <a:pt x="860103" y="108765"/>
                  <a:pt x="865282" y="108765"/>
                </a:cubicBezTo>
                <a:close/>
                <a:moveTo>
                  <a:pt x="930927" y="125582"/>
                </a:moveTo>
                <a:lnTo>
                  <a:pt x="930927" y="35280"/>
                </a:lnTo>
                <a:lnTo>
                  <a:pt x="954143" y="35280"/>
                </a:lnTo>
                <a:lnTo>
                  <a:pt x="954600" y="50544"/>
                </a:lnTo>
                <a:cubicBezTo>
                  <a:pt x="956915" y="45182"/>
                  <a:pt x="960388" y="41069"/>
                  <a:pt x="965019" y="38205"/>
                </a:cubicBezTo>
                <a:cubicBezTo>
                  <a:pt x="969650" y="35341"/>
                  <a:pt x="975256" y="33909"/>
                  <a:pt x="981837" y="33909"/>
                </a:cubicBezTo>
                <a:lnTo>
                  <a:pt x="983665" y="33909"/>
                </a:lnTo>
                <a:lnTo>
                  <a:pt x="983665" y="54291"/>
                </a:lnTo>
                <a:lnTo>
                  <a:pt x="981380" y="54291"/>
                </a:lnTo>
                <a:cubicBezTo>
                  <a:pt x="977785" y="54291"/>
                  <a:pt x="974342" y="54617"/>
                  <a:pt x="971052" y="55268"/>
                </a:cubicBezTo>
                <a:cubicBezTo>
                  <a:pt x="967761" y="55919"/>
                  <a:pt x="964775" y="57036"/>
                  <a:pt x="962094" y="58618"/>
                </a:cubicBezTo>
                <a:cubicBezTo>
                  <a:pt x="959413" y="60201"/>
                  <a:pt x="957098" y="62388"/>
                  <a:pt x="955148" y="65179"/>
                </a:cubicBezTo>
                <a:lnTo>
                  <a:pt x="955148" y="125582"/>
                </a:lnTo>
                <a:lnTo>
                  <a:pt x="930927" y="125582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40b5f57c04d09"/>
          <a:stretch xmlns:a="http://schemas.openxmlformats.org/drawingml/2006/main"/>
        </p:blipFill>
        <p:spPr>
          <a:xfrm xmlns:a="http://schemas.openxmlformats.org/drawingml/2006/main">
            <a:off x="10379932" y="3154917"/>
            <a:ext cx="336140" cy="336140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8a78f3ba34533"/>
          <a:stretch xmlns:a="http://schemas.openxmlformats.org/drawingml/2006/main"/>
        </p:blipFill>
        <p:spPr>
          <a:xfrm xmlns:a="http://schemas.openxmlformats.org/drawingml/2006/main">
            <a:off x="9780659" y="3273072"/>
            <a:ext cx="380958" cy="380958"/>
          </a:xfrm>
          <a:prstGeom xmlns:a="http://schemas.openxmlformats.org/drawingml/2006/main" prst="rect">
            <a:avLst/>
          </a:prstGeom>
        </p:spPr>
      </p:pic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554D1-B2C6-40C7-857D-79F998C9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433" y="4051218"/>
            <a:ext cx="1488869" cy="790882"/>
          </a:xfrm>
          <a:custGeom xmlns:a="http://schemas.openxmlformats.org/drawingml/2006/main">
            <a:pathLst>
              <a:path w="1488869" h="790882">
                <a:moveTo>
                  <a:pt x="0" y="54712"/>
                </a:moveTo>
                <a:cubicBezTo>
                  <a:pt x="0" y="24446"/>
                  <a:pt x="24679" y="0"/>
                  <a:pt x="54712" y="0"/>
                </a:cubicBezTo>
                <a:lnTo>
                  <a:pt x="1434157" y="0"/>
                </a:lnTo>
                <a:cubicBezTo>
                  <a:pt x="1464423" y="0"/>
                  <a:pt x="1488869" y="24446"/>
                  <a:pt x="1488869" y="54712"/>
                </a:cubicBezTo>
                <a:lnTo>
                  <a:pt x="1488869" y="736402"/>
                </a:lnTo>
                <a:cubicBezTo>
                  <a:pt x="1488869" y="766436"/>
                  <a:pt x="1464423" y="790882"/>
                  <a:pt x="1434157" y="790882"/>
                </a:cubicBezTo>
                <a:lnTo>
                  <a:pt x="54712" y="790882"/>
                </a:lnTo>
                <a:cubicBezTo>
                  <a:pt x="24679" y="790882"/>
                  <a:pt x="0" y="766436"/>
                  <a:pt x="0" y="736402"/>
                </a:cubicBezTo>
                <a:lnTo>
                  <a:pt x="0" y="54712"/>
                </a:lnTo>
                <a:close/>
              </a:path>
            </a:pathLst>
          </a:custGeom>
          <a:solidFill xmlns:a="http://schemas.openxmlformats.org/drawingml/2006/main">
            <a:srgbClr val="F8F3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5C1DC-3D0A-4D50-BA8B-5B279AD4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433" y="4051218"/>
            <a:ext cx="1488869" cy="790882"/>
          </a:xfrm>
          <a:custGeom xmlns:a="http://schemas.openxmlformats.org/drawingml/2006/main">
            <a:pathLst>
              <a:path w="1488869" h="790882" fill="none">
                <a:moveTo>
                  <a:pt x="0" y="54712"/>
                </a:moveTo>
                <a:cubicBezTo>
                  <a:pt x="0" y="24446"/>
                  <a:pt x="24679" y="0"/>
                  <a:pt x="54712" y="0"/>
                </a:cubicBezTo>
                <a:lnTo>
                  <a:pt x="1434157" y="0"/>
                </a:lnTo>
                <a:cubicBezTo>
                  <a:pt x="1464423" y="0"/>
                  <a:pt x="1488869" y="24446"/>
                  <a:pt x="1488869" y="54712"/>
                </a:cubicBezTo>
                <a:lnTo>
                  <a:pt x="1488869" y="736402"/>
                </a:lnTo>
                <a:cubicBezTo>
                  <a:pt x="1488869" y="766436"/>
                  <a:pt x="1464423" y="790882"/>
                  <a:pt x="1434157" y="790882"/>
                </a:cubicBezTo>
                <a:lnTo>
                  <a:pt x="54712" y="790882"/>
                </a:lnTo>
                <a:cubicBezTo>
                  <a:pt x="24679" y="790882"/>
                  <a:pt x="0" y="766436"/>
                  <a:pt x="0" y="736402"/>
                </a:cubicBezTo>
                <a:lnTo>
                  <a:pt x="0" y="547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B98B41"/>
            </a:solidFill>
            <a:miter/>
          </a:ln>
        </p:spPr>
      </p:sp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726ae3be944d1"/>
          <a:stretch xmlns:a="http://schemas.openxmlformats.org/drawingml/2006/main"/>
        </p:blipFill>
        <p:spPr>
          <a:xfrm xmlns:a="http://schemas.openxmlformats.org/drawingml/2006/main">
            <a:off x="9290112" y="4395951"/>
            <a:ext cx="380959" cy="380959"/>
          </a:xfrm>
          <a:prstGeom xmlns:a="http://schemas.openxmlformats.org/drawingml/2006/main" prst="rect">
            <a:avLst/>
          </a:prstGeom>
        </p:spPr>
      </p:pic>
      <p:sp>
        <p:nvSpPr>
          <p:cNvPr id="43" name="Text #1Syntax">
            <a:extLst xmlns:a="http://schemas.openxmlformats.org/drawingml/2006/main">
              <a:ext uri="{FF2B5EF4-FFF2-40B4-BE49-F238E27FC236}">
                <a16:creationId xmlns:a16="http://schemas.microsoft.com/office/drawing/2014/main" id="{27A2A93A-0687-49B3-A444-098A9980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842" y="4160530"/>
            <a:ext cx="806507" cy="157389"/>
          </a:xfrm>
          <a:custGeom xmlns:a="http://schemas.openxmlformats.org/drawingml/2006/main">
            <a:pathLst>
              <a:path w="806507" h="157389">
                <a:moveTo>
                  <a:pt x="290891" y="126255"/>
                </a:moveTo>
                <a:lnTo>
                  <a:pt x="292014" y="126209"/>
                </a:lnTo>
                <a:lnTo>
                  <a:pt x="293127" y="126151"/>
                </a:lnTo>
                <a:lnTo>
                  <a:pt x="294230" y="126079"/>
                </a:lnTo>
                <a:lnTo>
                  <a:pt x="295322" y="125995"/>
                </a:lnTo>
                <a:lnTo>
                  <a:pt x="296405" y="125897"/>
                </a:lnTo>
                <a:lnTo>
                  <a:pt x="297478" y="125786"/>
                </a:lnTo>
                <a:lnTo>
                  <a:pt x="298541" y="125663"/>
                </a:lnTo>
                <a:lnTo>
                  <a:pt x="299593" y="125526"/>
                </a:lnTo>
                <a:lnTo>
                  <a:pt x="300636" y="125376"/>
                </a:lnTo>
                <a:lnTo>
                  <a:pt x="301669" y="125213"/>
                </a:lnTo>
                <a:lnTo>
                  <a:pt x="302692" y="125037"/>
                </a:lnTo>
                <a:lnTo>
                  <a:pt x="303704" y="124849"/>
                </a:lnTo>
                <a:lnTo>
                  <a:pt x="304707" y="124647"/>
                </a:lnTo>
                <a:lnTo>
                  <a:pt x="305700" y="124432"/>
                </a:lnTo>
                <a:lnTo>
                  <a:pt x="306683" y="124204"/>
                </a:lnTo>
                <a:lnTo>
                  <a:pt x="307655" y="123963"/>
                </a:lnTo>
                <a:lnTo>
                  <a:pt x="308618" y="123709"/>
                </a:lnTo>
                <a:lnTo>
                  <a:pt x="309571" y="123442"/>
                </a:lnTo>
                <a:lnTo>
                  <a:pt x="310514" y="123162"/>
                </a:lnTo>
                <a:lnTo>
                  <a:pt x="311447" y="122869"/>
                </a:lnTo>
                <a:lnTo>
                  <a:pt x="312369" y="122563"/>
                </a:lnTo>
                <a:lnTo>
                  <a:pt x="313279" y="122243"/>
                </a:lnTo>
                <a:lnTo>
                  <a:pt x="314173" y="121908"/>
                </a:lnTo>
                <a:lnTo>
                  <a:pt x="315051" y="121559"/>
                </a:lnTo>
                <a:lnTo>
                  <a:pt x="315912" y="121194"/>
                </a:lnTo>
                <a:lnTo>
                  <a:pt x="316758" y="120814"/>
                </a:lnTo>
                <a:lnTo>
                  <a:pt x="317588" y="120420"/>
                </a:lnTo>
                <a:lnTo>
                  <a:pt x="318401" y="120010"/>
                </a:lnTo>
                <a:lnTo>
                  <a:pt x="319199" y="119586"/>
                </a:lnTo>
                <a:lnTo>
                  <a:pt x="319981" y="119146"/>
                </a:lnTo>
                <a:lnTo>
                  <a:pt x="320746" y="118692"/>
                </a:lnTo>
                <a:lnTo>
                  <a:pt x="321496" y="118223"/>
                </a:lnTo>
                <a:lnTo>
                  <a:pt x="322229" y="117738"/>
                </a:lnTo>
                <a:lnTo>
                  <a:pt x="322947" y="117239"/>
                </a:lnTo>
                <a:lnTo>
                  <a:pt x="323648" y="116725"/>
                </a:lnTo>
                <a:lnTo>
                  <a:pt x="324333" y="116196"/>
                </a:lnTo>
                <a:lnTo>
                  <a:pt x="325003" y="115653"/>
                </a:lnTo>
                <a:lnTo>
                  <a:pt x="325656" y="115094"/>
                </a:lnTo>
                <a:lnTo>
                  <a:pt x="326293" y="114520"/>
                </a:lnTo>
                <a:lnTo>
                  <a:pt x="326915" y="113931"/>
                </a:lnTo>
                <a:lnTo>
                  <a:pt x="327520" y="113328"/>
                </a:lnTo>
                <a:lnTo>
                  <a:pt x="328109" y="112709"/>
                </a:lnTo>
                <a:lnTo>
                  <a:pt x="328683" y="112076"/>
                </a:lnTo>
                <a:lnTo>
                  <a:pt x="329240" y="111428"/>
                </a:lnTo>
                <a:lnTo>
                  <a:pt x="329781" y="110764"/>
                </a:lnTo>
                <a:lnTo>
                  <a:pt x="330303" y="110085"/>
                </a:lnTo>
                <a:lnTo>
                  <a:pt x="330803" y="109388"/>
                </a:lnTo>
                <a:lnTo>
                  <a:pt x="331280" y="108674"/>
                </a:lnTo>
                <a:lnTo>
                  <a:pt x="331736" y="107942"/>
                </a:lnTo>
                <a:lnTo>
                  <a:pt x="332169" y="107192"/>
                </a:lnTo>
                <a:lnTo>
                  <a:pt x="332580" y="106426"/>
                </a:lnTo>
                <a:lnTo>
                  <a:pt x="332969" y="105641"/>
                </a:lnTo>
                <a:lnTo>
                  <a:pt x="333335" y="104840"/>
                </a:lnTo>
                <a:lnTo>
                  <a:pt x="333680" y="104020"/>
                </a:lnTo>
                <a:lnTo>
                  <a:pt x="334002" y="103184"/>
                </a:lnTo>
                <a:lnTo>
                  <a:pt x="334302" y="102330"/>
                </a:lnTo>
                <a:lnTo>
                  <a:pt x="334579" y="101458"/>
                </a:lnTo>
                <a:lnTo>
                  <a:pt x="334835" y="100569"/>
                </a:lnTo>
                <a:lnTo>
                  <a:pt x="335068" y="99662"/>
                </a:lnTo>
                <a:lnTo>
                  <a:pt x="335279" y="98739"/>
                </a:lnTo>
                <a:lnTo>
                  <a:pt x="335468" y="97797"/>
                </a:lnTo>
                <a:lnTo>
                  <a:pt x="335635" y="96838"/>
                </a:lnTo>
                <a:lnTo>
                  <a:pt x="335779" y="95862"/>
                </a:lnTo>
                <a:lnTo>
                  <a:pt x="335901" y="94868"/>
                </a:lnTo>
                <a:lnTo>
                  <a:pt x="336001" y="93857"/>
                </a:lnTo>
                <a:lnTo>
                  <a:pt x="336079" y="92828"/>
                </a:lnTo>
                <a:lnTo>
                  <a:pt x="336134" y="91782"/>
                </a:lnTo>
                <a:lnTo>
                  <a:pt x="336168" y="90718"/>
                </a:lnTo>
                <a:lnTo>
                  <a:pt x="336179" y="89637"/>
                </a:lnTo>
                <a:lnTo>
                  <a:pt x="336171" y="88669"/>
                </a:lnTo>
                <a:lnTo>
                  <a:pt x="336149" y="87717"/>
                </a:lnTo>
                <a:lnTo>
                  <a:pt x="336111" y="86781"/>
                </a:lnTo>
                <a:lnTo>
                  <a:pt x="336058" y="85860"/>
                </a:lnTo>
                <a:lnTo>
                  <a:pt x="335990" y="84955"/>
                </a:lnTo>
                <a:lnTo>
                  <a:pt x="335908" y="84066"/>
                </a:lnTo>
                <a:lnTo>
                  <a:pt x="335810" y="83192"/>
                </a:lnTo>
                <a:lnTo>
                  <a:pt x="335696" y="82335"/>
                </a:lnTo>
                <a:lnTo>
                  <a:pt x="335568" y="81493"/>
                </a:lnTo>
                <a:lnTo>
                  <a:pt x="335425" y="80666"/>
                </a:lnTo>
                <a:lnTo>
                  <a:pt x="335267" y="79856"/>
                </a:lnTo>
                <a:lnTo>
                  <a:pt x="335093" y="79061"/>
                </a:lnTo>
                <a:lnTo>
                  <a:pt x="334905" y="78282"/>
                </a:lnTo>
                <a:lnTo>
                  <a:pt x="334702" y="77518"/>
                </a:lnTo>
                <a:lnTo>
                  <a:pt x="334483" y="76771"/>
                </a:lnTo>
                <a:lnTo>
                  <a:pt x="334249" y="76039"/>
                </a:lnTo>
                <a:lnTo>
                  <a:pt x="334001" y="75322"/>
                </a:lnTo>
                <a:lnTo>
                  <a:pt x="333737" y="74622"/>
                </a:lnTo>
                <a:lnTo>
                  <a:pt x="333458" y="73937"/>
                </a:lnTo>
                <a:lnTo>
                  <a:pt x="333164" y="73268"/>
                </a:lnTo>
                <a:lnTo>
                  <a:pt x="332855" y="72615"/>
                </a:lnTo>
                <a:lnTo>
                  <a:pt x="332531" y="71977"/>
                </a:lnTo>
                <a:lnTo>
                  <a:pt x="332192" y="71355"/>
                </a:lnTo>
                <a:lnTo>
                  <a:pt x="331837" y="70749"/>
                </a:lnTo>
                <a:lnTo>
                  <a:pt x="331468" y="70155"/>
                </a:lnTo>
                <a:lnTo>
                  <a:pt x="331082" y="69570"/>
                </a:lnTo>
                <a:lnTo>
                  <a:pt x="330680" y="68995"/>
                </a:lnTo>
                <a:lnTo>
                  <a:pt x="330262" y="68429"/>
                </a:lnTo>
                <a:lnTo>
                  <a:pt x="329828" y="67872"/>
                </a:lnTo>
                <a:lnTo>
                  <a:pt x="329378" y="67324"/>
                </a:lnTo>
                <a:lnTo>
                  <a:pt x="328912" y="66786"/>
                </a:lnTo>
                <a:lnTo>
                  <a:pt x="328430" y="66256"/>
                </a:lnTo>
                <a:lnTo>
                  <a:pt x="327932" y="65736"/>
                </a:lnTo>
                <a:lnTo>
                  <a:pt x="327418" y="65226"/>
                </a:lnTo>
                <a:lnTo>
                  <a:pt x="326888" y="64724"/>
                </a:lnTo>
                <a:lnTo>
                  <a:pt x="326342" y="64231"/>
                </a:lnTo>
                <a:lnTo>
                  <a:pt x="325780" y="63748"/>
                </a:lnTo>
                <a:lnTo>
                  <a:pt x="325202" y="63274"/>
                </a:lnTo>
                <a:lnTo>
                  <a:pt x="324608" y="62809"/>
                </a:lnTo>
                <a:lnTo>
                  <a:pt x="323997" y="62354"/>
                </a:lnTo>
                <a:lnTo>
                  <a:pt x="323371" y="61908"/>
                </a:lnTo>
                <a:lnTo>
                  <a:pt x="322729" y="61470"/>
                </a:lnTo>
                <a:lnTo>
                  <a:pt x="322071" y="61042"/>
                </a:lnTo>
                <a:lnTo>
                  <a:pt x="321396" y="60624"/>
                </a:lnTo>
                <a:lnTo>
                  <a:pt x="320706" y="60214"/>
                </a:lnTo>
                <a:lnTo>
                  <a:pt x="320000" y="59814"/>
                </a:lnTo>
                <a:lnTo>
                  <a:pt x="319277" y="59423"/>
                </a:lnTo>
                <a:lnTo>
                  <a:pt x="318539" y="59041"/>
                </a:lnTo>
                <a:lnTo>
                  <a:pt x="317784" y="58664"/>
                </a:lnTo>
                <a:lnTo>
                  <a:pt x="317011" y="58289"/>
                </a:lnTo>
                <a:lnTo>
                  <a:pt x="316221" y="57916"/>
                </a:lnTo>
                <a:lnTo>
                  <a:pt x="315413" y="57543"/>
                </a:lnTo>
                <a:lnTo>
                  <a:pt x="314589" y="57173"/>
                </a:lnTo>
                <a:lnTo>
                  <a:pt x="313746" y="56803"/>
                </a:lnTo>
                <a:lnTo>
                  <a:pt x="312886" y="56435"/>
                </a:lnTo>
                <a:lnTo>
                  <a:pt x="312009" y="56069"/>
                </a:lnTo>
                <a:lnTo>
                  <a:pt x="311114" y="55703"/>
                </a:lnTo>
                <a:lnTo>
                  <a:pt x="310202" y="55340"/>
                </a:lnTo>
                <a:lnTo>
                  <a:pt x="309272" y="54978"/>
                </a:lnTo>
                <a:lnTo>
                  <a:pt x="308325" y="54617"/>
                </a:lnTo>
                <a:lnTo>
                  <a:pt x="307360" y="54257"/>
                </a:lnTo>
                <a:lnTo>
                  <a:pt x="306378" y="53899"/>
                </a:lnTo>
                <a:lnTo>
                  <a:pt x="305379" y="53543"/>
                </a:lnTo>
                <a:lnTo>
                  <a:pt x="304362" y="53188"/>
                </a:lnTo>
                <a:lnTo>
                  <a:pt x="303327" y="52834"/>
                </a:lnTo>
                <a:lnTo>
                  <a:pt x="302275" y="52482"/>
                </a:lnTo>
                <a:lnTo>
                  <a:pt x="301206" y="52131"/>
                </a:lnTo>
                <a:lnTo>
                  <a:pt x="300119" y="51781"/>
                </a:lnTo>
                <a:lnTo>
                  <a:pt x="299015" y="51433"/>
                </a:lnTo>
                <a:lnTo>
                  <a:pt x="297893" y="51087"/>
                </a:lnTo>
                <a:lnTo>
                  <a:pt x="296754" y="50742"/>
                </a:lnTo>
                <a:lnTo>
                  <a:pt x="295598" y="50398"/>
                </a:lnTo>
                <a:lnTo>
                  <a:pt x="294632" y="50117"/>
                </a:lnTo>
                <a:lnTo>
                  <a:pt x="293686" y="49839"/>
                </a:lnTo>
                <a:lnTo>
                  <a:pt x="292759" y="49563"/>
                </a:lnTo>
                <a:lnTo>
                  <a:pt x="291852" y="49290"/>
                </a:lnTo>
                <a:lnTo>
                  <a:pt x="290963" y="49020"/>
                </a:lnTo>
                <a:lnTo>
                  <a:pt x="290094" y="48752"/>
                </a:lnTo>
                <a:lnTo>
                  <a:pt x="289244" y="48486"/>
                </a:lnTo>
                <a:lnTo>
                  <a:pt x="288413" y="48223"/>
                </a:lnTo>
                <a:lnTo>
                  <a:pt x="287601" y="47963"/>
                </a:lnTo>
                <a:lnTo>
                  <a:pt x="286808" y="47705"/>
                </a:lnTo>
                <a:lnTo>
                  <a:pt x="286035" y="47450"/>
                </a:lnTo>
                <a:lnTo>
                  <a:pt x="285281" y="47197"/>
                </a:lnTo>
                <a:lnTo>
                  <a:pt x="284546" y="46947"/>
                </a:lnTo>
                <a:lnTo>
                  <a:pt x="283830" y="46699"/>
                </a:lnTo>
                <a:lnTo>
                  <a:pt x="283134" y="46454"/>
                </a:lnTo>
                <a:lnTo>
                  <a:pt x="282456" y="46211"/>
                </a:lnTo>
                <a:lnTo>
                  <a:pt x="281798" y="45971"/>
                </a:lnTo>
                <a:lnTo>
                  <a:pt x="281159" y="45734"/>
                </a:lnTo>
                <a:lnTo>
                  <a:pt x="280540" y="45499"/>
                </a:lnTo>
                <a:lnTo>
                  <a:pt x="279939" y="45267"/>
                </a:lnTo>
                <a:lnTo>
                  <a:pt x="279358" y="45037"/>
                </a:lnTo>
                <a:lnTo>
                  <a:pt x="278796" y="44810"/>
                </a:lnTo>
                <a:lnTo>
                  <a:pt x="278253" y="44585"/>
                </a:lnTo>
                <a:lnTo>
                  <a:pt x="277729" y="44363"/>
                </a:lnTo>
                <a:lnTo>
                  <a:pt x="277222" y="44141"/>
                </a:lnTo>
                <a:lnTo>
                  <a:pt x="276728" y="43920"/>
                </a:lnTo>
                <a:lnTo>
                  <a:pt x="276247" y="43697"/>
                </a:lnTo>
                <a:lnTo>
                  <a:pt x="275781" y="43475"/>
                </a:lnTo>
                <a:lnTo>
                  <a:pt x="275327" y="43251"/>
                </a:lnTo>
                <a:lnTo>
                  <a:pt x="274887" y="43028"/>
                </a:lnTo>
                <a:lnTo>
                  <a:pt x="274461" y="42803"/>
                </a:lnTo>
                <a:lnTo>
                  <a:pt x="274048" y="42579"/>
                </a:lnTo>
                <a:lnTo>
                  <a:pt x="273648" y="42353"/>
                </a:lnTo>
                <a:lnTo>
                  <a:pt x="273262" y="42128"/>
                </a:lnTo>
                <a:lnTo>
                  <a:pt x="272890" y="41902"/>
                </a:lnTo>
                <a:lnTo>
                  <a:pt x="272531" y="41675"/>
                </a:lnTo>
                <a:lnTo>
                  <a:pt x="272185" y="41448"/>
                </a:lnTo>
                <a:lnTo>
                  <a:pt x="271853" y="41221"/>
                </a:lnTo>
                <a:lnTo>
                  <a:pt x="271535" y="40993"/>
                </a:lnTo>
                <a:lnTo>
                  <a:pt x="271230" y="40764"/>
                </a:lnTo>
                <a:lnTo>
                  <a:pt x="270938" y="40535"/>
                </a:lnTo>
                <a:lnTo>
                  <a:pt x="270660" y="40306"/>
                </a:lnTo>
                <a:lnTo>
                  <a:pt x="270395" y="40076"/>
                </a:lnTo>
                <a:lnTo>
                  <a:pt x="270144" y="39845"/>
                </a:lnTo>
                <a:lnTo>
                  <a:pt x="269907" y="39614"/>
                </a:lnTo>
                <a:lnTo>
                  <a:pt x="269683" y="39383"/>
                </a:lnTo>
                <a:lnTo>
                  <a:pt x="269472" y="39151"/>
                </a:lnTo>
                <a:lnTo>
                  <a:pt x="269275" y="38919"/>
                </a:lnTo>
                <a:lnTo>
                  <a:pt x="269088" y="38685"/>
                </a:lnTo>
                <a:lnTo>
                  <a:pt x="268910" y="38448"/>
                </a:lnTo>
                <a:lnTo>
                  <a:pt x="268739" y="38208"/>
                </a:lnTo>
                <a:lnTo>
                  <a:pt x="268577" y="37965"/>
                </a:lnTo>
                <a:lnTo>
                  <a:pt x="268422" y="37718"/>
                </a:lnTo>
                <a:lnTo>
                  <a:pt x="268275" y="37469"/>
                </a:lnTo>
                <a:lnTo>
                  <a:pt x="268136" y="37217"/>
                </a:lnTo>
                <a:lnTo>
                  <a:pt x="268005" y="36962"/>
                </a:lnTo>
                <a:lnTo>
                  <a:pt x="267882" y="36704"/>
                </a:lnTo>
                <a:lnTo>
                  <a:pt x="267767" y="36443"/>
                </a:lnTo>
                <a:lnTo>
                  <a:pt x="267660" y="36178"/>
                </a:lnTo>
                <a:lnTo>
                  <a:pt x="267561" y="35911"/>
                </a:lnTo>
                <a:lnTo>
                  <a:pt x="267470" y="35641"/>
                </a:lnTo>
                <a:lnTo>
                  <a:pt x="267386" y="35368"/>
                </a:lnTo>
                <a:lnTo>
                  <a:pt x="267311" y="35092"/>
                </a:lnTo>
                <a:lnTo>
                  <a:pt x="267244" y="34812"/>
                </a:lnTo>
                <a:lnTo>
                  <a:pt x="267184" y="34530"/>
                </a:lnTo>
                <a:lnTo>
                  <a:pt x="267133" y="34245"/>
                </a:lnTo>
                <a:lnTo>
                  <a:pt x="267089" y="33956"/>
                </a:lnTo>
                <a:lnTo>
                  <a:pt x="267053" y="33665"/>
                </a:lnTo>
                <a:lnTo>
                  <a:pt x="267025" y="33371"/>
                </a:lnTo>
                <a:lnTo>
                  <a:pt x="267006" y="33073"/>
                </a:lnTo>
                <a:lnTo>
                  <a:pt x="266994" y="32773"/>
                </a:lnTo>
                <a:lnTo>
                  <a:pt x="266990" y="32470"/>
                </a:lnTo>
                <a:lnTo>
                  <a:pt x="266999" y="31941"/>
                </a:lnTo>
                <a:lnTo>
                  <a:pt x="267027" y="31425"/>
                </a:lnTo>
                <a:lnTo>
                  <a:pt x="267074" y="30919"/>
                </a:lnTo>
                <a:lnTo>
                  <a:pt x="267140" y="30426"/>
                </a:lnTo>
                <a:lnTo>
                  <a:pt x="267224" y="29944"/>
                </a:lnTo>
                <a:lnTo>
                  <a:pt x="267327" y="29474"/>
                </a:lnTo>
                <a:lnTo>
                  <a:pt x="267448" y="29015"/>
                </a:lnTo>
                <a:lnTo>
                  <a:pt x="267589" y="28568"/>
                </a:lnTo>
                <a:lnTo>
                  <a:pt x="267748" y="28132"/>
                </a:lnTo>
                <a:lnTo>
                  <a:pt x="267926" y="27709"/>
                </a:lnTo>
                <a:lnTo>
                  <a:pt x="268123" y="27296"/>
                </a:lnTo>
                <a:lnTo>
                  <a:pt x="268338" y="26896"/>
                </a:lnTo>
                <a:lnTo>
                  <a:pt x="268572" y="26507"/>
                </a:lnTo>
                <a:lnTo>
                  <a:pt x="268825" y="26129"/>
                </a:lnTo>
                <a:lnTo>
                  <a:pt x="269096" y="25763"/>
                </a:lnTo>
                <a:lnTo>
                  <a:pt x="269386" y="25409"/>
                </a:lnTo>
                <a:lnTo>
                  <a:pt x="269695" y="25066"/>
                </a:lnTo>
                <a:lnTo>
                  <a:pt x="270023" y="24735"/>
                </a:lnTo>
                <a:lnTo>
                  <a:pt x="270369" y="24416"/>
                </a:lnTo>
                <a:lnTo>
                  <a:pt x="270735" y="24108"/>
                </a:lnTo>
                <a:lnTo>
                  <a:pt x="271118" y="23812"/>
                </a:lnTo>
                <a:lnTo>
                  <a:pt x="271521" y="23527"/>
                </a:lnTo>
                <a:lnTo>
                  <a:pt x="271942" y="23254"/>
                </a:lnTo>
                <a:lnTo>
                  <a:pt x="272382" y="22993"/>
                </a:lnTo>
                <a:lnTo>
                  <a:pt x="272837" y="22742"/>
                </a:lnTo>
                <a:lnTo>
                  <a:pt x="273301" y="22503"/>
                </a:lnTo>
                <a:lnTo>
                  <a:pt x="273775" y="22274"/>
                </a:lnTo>
                <a:lnTo>
                  <a:pt x="274258" y="22055"/>
                </a:lnTo>
                <a:lnTo>
                  <a:pt x="274752" y="21848"/>
                </a:lnTo>
                <a:lnTo>
                  <a:pt x="275256" y="21651"/>
                </a:lnTo>
                <a:lnTo>
                  <a:pt x="275769" y="21464"/>
                </a:lnTo>
                <a:lnTo>
                  <a:pt x="276292" y="21288"/>
                </a:lnTo>
                <a:lnTo>
                  <a:pt x="276825" y="21123"/>
                </a:lnTo>
                <a:lnTo>
                  <a:pt x="277368" y="20969"/>
                </a:lnTo>
                <a:lnTo>
                  <a:pt x="277921" y="20825"/>
                </a:lnTo>
                <a:lnTo>
                  <a:pt x="278483" y="20692"/>
                </a:lnTo>
                <a:lnTo>
                  <a:pt x="279056" y="20569"/>
                </a:lnTo>
                <a:lnTo>
                  <a:pt x="279638" y="20458"/>
                </a:lnTo>
                <a:lnTo>
                  <a:pt x="280230" y="20356"/>
                </a:lnTo>
                <a:lnTo>
                  <a:pt x="280832" y="20266"/>
                </a:lnTo>
                <a:lnTo>
                  <a:pt x="281443" y="20186"/>
                </a:lnTo>
                <a:lnTo>
                  <a:pt x="282065" y="20117"/>
                </a:lnTo>
                <a:lnTo>
                  <a:pt x="282696" y="20058"/>
                </a:lnTo>
                <a:lnTo>
                  <a:pt x="283337" y="20010"/>
                </a:lnTo>
                <a:lnTo>
                  <a:pt x="283989" y="19973"/>
                </a:lnTo>
                <a:lnTo>
                  <a:pt x="284649" y="19946"/>
                </a:lnTo>
                <a:lnTo>
                  <a:pt x="285320" y="19930"/>
                </a:lnTo>
                <a:lnTo>
                  <a:pt x="286001" y="19925"/>
                </a:lnTo>
                <a:lnTo>
                  <a:pt x="286690" y="19932"/>
                </a:lnTo>
                <a:lnTo>
                  <a:pt x="287370" y="19952"/>
                </a:lnTo>
                <a:lnTo>
                  <a:pt x="288043" y="19986"/>
                </a:lnTo>
                <a:lnTo>
                  <a:pt x="288707" y="20033"/>
                </a:lnTo>
                <a:lnTo>
                  <a:pt x="289363" y="20094"/>
                </a:lnTo>
                <a:lnTo>
                  <a:pt x="290011" y="20168"/>
                </a:lnTo>
                <a:lnTo>
                  <a:pt x="290650" y="20256"/>
                </a:lnTo>
                <a:lnTo>
                  <a:pt x="291282" y="20357"/>
                </a:lnTo>
                <a:lnTo>
                  <a:pt x="291905" y="20472"/>
                </a:lnTo>
                <a:lnTo>
                  <a:pt x="292519" y="20600"/>
                </a:lnTo>
                <a:lnTo>
                  <a:pt x="293126" y="20742"/>
                </a:lnTo>
                <a:lnTo>
                  <a:pt x="293724" y="20898"/>
                </a:lnTo>
                <a:lnTo>
                  <a:pt x="294314" y="21066"/>
                </a:lnTo>
                <a:lnTo>
                  <a:pt x="294896" y="21249"/>
                </a:lnTo>
                <a:lnTo>
                  <a:pt x="295469" y="21445"/>
                </a:lnTo>
                <a:lnTo>
                  <a:pt x="296034" y="21654"/>
                </a:lnTo>
                <a:lnTo>
                  <a:pt x="296591" y="21877"/>
                </a:lnTo>
                <a:lnTo>
                  <a:pt x="297140" y="22113"/>
                </a:lnTo>
                <a:lnTo>
                  <a:pt x="297680" y="22363"/>
                </a:lnTo>
                <a:lnTo>
                  <a:pt x="298213" y="22627"/>
                </a:lnTo>
                <a:lnTo>
                  <a:pt x="298737" y="22903"/>
                </a:lnTo>
                <a:lnTo>
                  <a:pt x="299252" y="23194"/>
                </a:lnTo>
                <a:lnTo>
                  <a:pt x="299760" y="23498"/>
                </a:lnTo>
                <a:lnTo>
                  <a:pt x="300259" y="23815"/>
                </a:lnTo>
                <a:lnTo>
                  <a:pt x="300744" y="24146"/>
                </a:lnTo>
                <a:lnTo>
                  <a:pt x="301207" y="24491"/>
                </a:lnTo>
                <a:lnTo>
                  <a:pt x="301650" y="24850"/>
                </a:lnTo>
                <a:lnTo>
                  <a:pt x="302072" y="25223"/>
                </a:lnTo>
                <a:lnTo>
                  <a:pt x="302473" y="25609"/>
                </a:lnTo>
                <a:lnTo>
                  <a:pt x="302852" y="26009"/>
                </a:lnTo>
                <a:lnTo>
                  <a:pt x="303211" y="26423"/>
                </a:lnTo>
                <a:lnTo>
                  <a:pt x="303549" y="26851"/>
                </a:lnTo>
                <a:lnTo>
                  <a:pt x="303866" y="27293"/>
                </a:lnTo>
                <a:lnTo>
                  <a:pt x="304163" y="27749"/>
                </a:lnTo>
                <a:lnTo>
                  <a:pt x="304438" y="28218"/>
                </a:lnTo>
                <a:lnTo>
                  <a:pt x="304692" y="28701"/>
                </a:lnTo>
                <a:lnTo>
                  <a:pt x="304925" y="29199"/>
                </a:lnTo>
                <a:lnTo>
                  <a:pt x="305137" y="29710"/>
                </a:lnTo>
                <a:lnTo>
                  <a:pt x="305329" y="30234"/>
                </a:lnTo>
                <a:lnTo>
                  <a:pt x="305499" y="30773"/>
                </a:lnTo>
                <a:lnTo>
                  <a:pt x="305649" y="31325"/>
                </a:lnTo>
                <a:lnTo>
                  <a:pt x="305777" y="31892"/>
                </a:lnTo>
                <a:lnTo>
                  <a:pt x="305885" y="32472"/>
                </a:lnTo>
                <a:lnTo>
                  <a:pt x="305971" y="33066"/>
                </a:lnTo>
                <a:lnTo>
                  <a:pt x="306037" y="33674"/>
                </a:lnTo>
                <a:lnTo>
                  <a:pt x="306082" y="34295"/>
                </a:lnTo>
                <a:lnTo>
                  <a:pt x="306106" y="34931"/>
                </a:lnTo>
                <a:lnTo>
                  <a:pt x="306109" y="35580"/>
                </a:lnTo>
                <a:lnTo>
                  <a:pt x="332431" y="35580"/>
                </a:lnTo>
                <a:lnTo>
                  <a:pt x="332421" y="34574"/>
                </a:lnTo>
                <a:lnTo>
                  <a:pt x="332388" y="33582"/>
                </a:lnTo>
                <a:lnTo>
                  <a:pt x="332333" y="32606"/>
                </a:lnTo>
                <a:lnTo>
                  <a:pt x="332256" y="31644"/>
                </a:lnTo>
                <a:lnTo>
                  <a:pt x="332158" y="30698"/>
                </a:lnTo>
                <a:lnTo>
                  <a:pt x="332037" y="29766"/>
                </a:lnTo>
                <a:lnTo>
                  <a:pt x="331895" y="28850"/>
                </a:lnTo>
                <a:lnTo>
                  <a:pt x="331731" y="27948"/>
                </a:lnTo>
                <a:lnTo>
                  <a:pt x="331545" y="27061"/>
                </a:lnTo>
                <a:lnTo>
                  <a:pt x="331337" y="26189"/>
                </a:lnTo>
                <a:lnTo>
                  <a:pt x="331107" y="25332"/>
                </a:lnTo>
                <a:lnTo>
                  <a:pt x="330855" y="24490"/>
                </a:lnTo>
                <a:lnTo>
                  <a:pt x="330581" y="23663"/>
                </a:lnTo>
                <a:lnTo>
                  <a:pt x="330286" y="22851"/>
                </a:lnTo>
                <a:lnTo>
                  <a:pt x="329968" y="22053"/>
                </a:lnTo>
                <a:lnTo>
                  <a:pt x="329629" y="21271"/>
                </a:lnTo>
                <a:lnTo>
                  <a:pt x="329267" y="20503"/>
                </a:lnTo>
                <a:lnTo>
                  <a:pt x="328884" y="19751"/>
                </a:lnTo>
                <a:lnTo>
                  <a:pt x="328479" y="19013"/>
                </a:lnTo>
                <a:lnTo>
                  <a:pt x="328052" y="18291"/>
                </a:lnTo>
                <a:lnTo>
                  <a:pt x="327603" y="17583"/>
                </a:lnTo>
                <a:lnTo>
                  <a:pt x="327132" y="16890"/>
                </a:lnTo>
                <a:lnTo>
                  <a:pt x="326640" y="16212"/>
                </a:lnTo>
                <a:lnTo>
                  <a:pt x="326125" y="15549"/>
                </a:lnTo>
                <a:lnTo>
                  <a:pt x="325592" y="14901"/>
                </a:lnTo>
                <a:lnTo>
                  <a:pt x="325044" y="14266"/>
                </a:lnTo>
                <a:lnTo>
                  <a:pt x="324482" y="13646"/>
                </a:lnTo>
                <a:lnTo>
                  <a:pt x="323905" y="13039"/>
                </a:lnTo>
                <a:lnTo>
                  <a:pt x="323313" y="12446"/>
                </a:lnTo>
                <a:lnTo>
                  <a:pt x="322706" y="11868"/>
                </a:lnTo>
                <a:lnTo>
                  <a:pt x="322085" y="11303"/>
                </a:lnTo>
                <a:lnTo>
                  <a:pt x="321448" y="10752"/>
                </a:lnTo>
                <a:lnTo>
                  <a:pt x="320797" y="10216"/>
                </a:lnTo>
                <a:lnTo>
                  <a:pt x="320132" y="9693"/>
                </a:lnTo>
                <a:lnTo>
                  <a:pt x="319451" y="9184"/>
                </a:lnTo>
                <a:lnTo>
                  <a:pt x="318756" y="8689"/>
                </a:lnTo>
                <a:lnTo>
                  <a:pt x="318046" y="8209"/>
                </a:lnTo>
                <a:lnTo>
                  <a:pt x="317321" y="7742"/>
                </a:lnTo>
                <a:lnTo>
                  <a:pt x="316582" y="7289"/>
                </a:lnTo>
                <a:lnTo>
                  <a:pt x="315827" y="6850"/>
                </a:lnTo>
                <a:lnTo>
                  <a:pt x="315058" y="6425"/>
                </a:lnTo>
                <a:lnTo>
                  <a:pt x="314274" y="6014"/>
                </a:lnTo>
                <a:lnTo>
                  <a:pt x="313476" y="5617"/>
                </a:lnTo>
                <a:lnTo>
                  <a:pt x="312663" y="5234"/>
                </a:lnTo>
                <a:lnTo>
                  <a:pt x="311835" y="4865"/>
                </a:lnTo>
                <a:lnTo>
                  <a:pt x="310992" y="4510"/>
                </a:lnTo>
                <a:lnTo>
                  <a:pt x="310134" y="4169"/>
                </a:lnTo>
                <a:lnTo>
                  <a:pt x="309262" y="3842"/>
                </a:lnTo>
                <a:lnTo>
                  <a:pt x="308379" y="3528"/>
                </a:lnTo>
                <a:lnTo>
                  <a:pt x="307488" y="3228"/>
                </a:lnTo>
                <a:lnTo>
                  <a:pt x="306591" y="2941"/>
                </a:lnTo>
                <a:lnTo>
                  <a:pt x="305686" y="2668"/>
                </a:lnTo>
                <a:lnTo>
                  <a:pt x="304774" y="2408"/>
                </a:lnTo>
                <a:lnTo>
                  <a:pt x="303855" y="2161"/>
                </a:lnTo>
                <a:lnTo>
                  <a:pt x="302929" y="1927"/>
                </a:lnTo>
                <a:lnTo>
                  <a:pt x="301996" y="1707"/>
                </a:lnTo>
                <a:lnTo>
                  <a:pt x="301055" y="1501"/>
                </a:lnTo>
                <a:lnTo>
                  <a:pt x="300108" y="1307"/>
                </a:lnTo>
                <a:lnTo>
                  <a:pt x="299153" y="1127"/>
                </a:lnTo>
                <a:lnTo>
                  <a:pt x="298191" y="960"/>
                </a:lnTo>
                <a:lnTo>
                  <a:pt x="297222" y="807"/>
                </a:lnTo>
                <a:lnTo>
                  <a:pt x="296246" y="667"/>
                </a:lnTo>
                <a:lnTo>
                  <a:pt x="295263" y="540"/>
                </a:lnTo>
                <a:lnTo>
                  <a:pt x="294272" y="427"/>
                </a:lnTo>
                <a:lnTo>
                  <a:pt x="293275" y="327"/>
                </a:lnTo>
                <a:lnTo>
                  <a:pt x="292270" y="240"/>
                </a:lnTo>
                <a:lnTo>
                  <a:pt x="291258" y="167"/>
                </a:lnTo>
                <a:lnTo>
                  <a:pt x="290239" y="107"/>
                </a:lnTo>
                <a:lnTo>
                  <a:pt x="289213" y="60"/>
                </a:lnTo>
                <a:lnTo>
                  <a:pt x="288180" y="27"/>
                </a:lnTo>
                <a:lnTo>
                  <a:pt x="287140" y="7"/>
                </a:lnTo>
                <a:lnTo>
                  <a:pt x="286092" y="0"/>
                </a:lnTo>
                <a:lnTo>
                  <a:pt x="284993" y="6"/>
                </a:lnTo>
                <a:lnTo>
                  <a:pt x="283904" y="25"/>
                </a:lnTo>
                <a:lnTo>
                  <a:pt x="282826" y="56"/>
                </a:lnTo>
                <a:lnTo>
                  <a:pt x="281758" y="99"/>
                </a:lnTo>
                <a:lnTo>
                  <a:pt x="280701" y="155"/>
                </a:lnTo>
                <a:lnTo>
                  <a:pt x="279654" y="223"/>
                </a:lnTo>
                <a:lnTo>
                  <a:pt x="278618" y="303"/>
                </a:lnTo>
                <a:lnTo>
                  <a:pt x="277592" y="396"/>
                </a:lnTo>
                <a:lnTo>
                  <a:pt x="276577" y="502"/>
                </a:lnTo>
                <a:lnTo>
                  <a:pt x="275572" y="619"/>
                </a:lnTo>
                <a:lnTo>
                  <a:pt x="274577" y="749"/>
                </a:lnTo>
                <a:lnTo>
                  <a:pt x="273593" y="892"/>
                </a:lnTo>
                <a:lnTo>
                  <a:pt x="272620" y="1047"/>
                </a:lnTo>
                <a:lnTo>
                  <a:pt x="271657" y="1214"/>
                </a:lnTo>
                <a:lnTo>
                  <a:pt x="270704" y="1394"/>
                </a:lnTo>
                <a:lnTo>
                  <a:pt x="269762" y="1586"/>
                </a:lnTo>
                <a:lnTo>
                  <a:pt x="268831" y="1790"/>
                </a:lnTo>
                <a:lnTo>
                  <a:pt x="267909" y="2007"/>
                </a:lnTo>
                <a:lnTo>
                  <a:pt x="266999" y="2236"/>
                </a:lnTo>
                <a:lnTo>
                  <a:pt x="266099" y="2477"/>
                </a:lnTo>
                <a:lnTo>
                  <a:pt x="265209" y="2731"/>
                </a:lnTo>
                <a:lnTo>
                  <a:pt x="264330" y="2998"/>
                </a:lnTo>
                <a:lnTo>
                  <a:pt x="263461" y="3276"/>
                </a:lnTo>
                <a:lnTo>
                  <a:pt x="262603" y="3567"/>
                </a:lnTo>
                <a:lnTo>
                  <a:pt x="261757" y="3872"/>
                </a:lnTo>
                <a:lnTo>
                  <a:pt x="260927" y="4190"/>
                </a:lnTo>
                <a:lnTo>
                  <a:pt x="260113" y="4521"/>
                </a:lnTo>
                <a:lnTo>
                  <a:pt x="259313" y="4867"/>
                </a:lnTo>
                <a:lnTo>
                  <a:pt x="258530" y="5227"/>
                </a:lnTo>
                <a:lnTo>
                  <a:pt x="257761" y="5600"/>
                </a:lnTo>
                <a:lnTo>
                  <a:pt x="257008" y="5987"/>
                </a:lnTo>
                <a:lnTo>
                  <a:pt x="256271" y="6388"/>
                </a:lnTo>
                <a:lnTo>
                  <a:pt x="255548" y="6802"/>
                </a:lnTo>
                <a:lnTo>
                  <a:pt x="254842" y="7231"/>
                </a:lnTo>
                <a:lnTo>
                  <a:pt x="254150" y="7673"/>
                </a:lnTo>
                <a:lnTo>
                  <a:pt x="253474" y="8130"/>
                </a:lnTo>
                <a:lnTo>
                  <a:pt x="252813" y="8599"/>
                </a:lnTo>
                <a:lnTo>
                  <a:pt x="252168" y="9083"/>
                </a:lnTo>
                <a:lnTo>
                  <a:pt x="251538" y="9581"/>
                </a:lnTo>
                <a:lnTo>
                  <a:pt x="250924" y="10092"/>
                </a:lnTo>
                <a:lnTo>
                  <a:pt x="250325" y="10618"/>
                </a:lnTo>
                <a:lnTo>
                  <a:pt x="249741" y="11157"/>
                </a:lnTo>
                <a:lnTo>
                  <a:pt x="249173" y="11709"/>
                </a:lnTo>
                <a:lnTo>
                  <a:pt x="248620" y="12276"/>
                </a:lnTo>
                <a:lnTo>
                  <a:pt x="248082" y="12857"/>
                </a:lnTo>
                <a:lnTo>
                  <a:pt x="247560" y="13451"/>
                </a:lnTo>
                <a:lnTo>
                  <a:pt x="247053" y="14059"/>
                </a:lnTo>
                <a:lnTo>
                  <a:pt x="246562" y="14681"/>
                </a:lnTo>
                <a:lnTo>
                  <a:pt x="246088" y="15318"/>
                </a:lnTo>
                <a:lnTo>
                  <a:pt x="245635" y="15969"/>
                </a:lnTo>
                <a:lnTo>
                  <a:pt x="245202" y="16637"/>
                </a:lnTo>
                <a:lnTo>
                  <a:pt x="244789" y="17320"/>
                </a:lnTo>
                <a:lnTo>
                  <a:pt x="244396" y="18018"/>
                </a:lnTo>
                <a:lnTo>
                  <a:pt x="244023" y="18731"/>
                </a:lnTo>
                <a:lnTo>
                  <a:pt x="243670" y="19460"/>
                </a:lnTo>
                <a:lnTo>
                  <a:pt x="243338" y="20205"/>
                </a:lnTo>
                <a:lnTo>
                  <a:pt x="243025" y="20964"/>
                </a:lnTo>
                <a:lnTo>
                  <a:pt x="242733" y="21740"/>
                </a:lnTo>
                <a:lnTo>
                  <a:pt x="242461" y="22530"/>
                </a:lnTo>
                <a:lnTo>
                  <a:pt x="242209" y="23336"/>
                </a:lnTo>
                <a:lnTo>
                  <a:pt x="241977" y="24157"/>
                </a:lnTo>
                <a:lnTo>
                  <a:pt x="241766" y="24994"/>
                </a:lnTo>
                <a:lnTo>
                  <a:pt x="241574" y="25846"/>
                </a:lnTo>
                <a:lnTo>
                  <a:pt x="241403" y="26714"/>
                </a:lnTo>
                <a:lnTo>
                  <a:pt x="241252" y="27597"/>
                </a:lnTo>
                <a:lnTo>
                  <a:pt x="241121" y="28495"/>
                </a:lnTo>
                <a:lnTo>
                  <a:pt x="241010" y="29409"/>
                </a:lnTo>
                <a:lnTo>
                  <a:pt x="240919" y="30338"/>
                </a:lnTo>
                <a:lnTo>
                  <a:pt x="240849" y="31283"/>
                </a:lnTo>
                <a:lnTo>
                  <a:pt x="240798" y="32243"/>
                </a:lnTo>
                <a:lnTo>
                  <a:pt x="240768" y="33218"/>
                </a:lnTo>
                <a:lnTo>
                  <a:pt x="240758" y="34209"/>
                </a:lnTo>
                <a:lnTo>
                  <a:pt x="240767" y="35132"/>
                </a:lnTo>
                <a:lnTo>
                  <a:pt x="240793" y="36040"/>
                </a:lnTo>
                <a:lnTo>
                  <a:pt x="240837" y="36933"/>
                </a:lnTo>
                <a:lnTo>
                  <a:pt x="240899" y="37812"/>
                </a:lnTo>
                <a:lnTo>
                  <a:pt x="240978" y="38676"/>
                </a:lnTo>
                <a:lnTo>
                  <a:pt x="241075" y="39526"/>
                </a:lnTo>
                <a:lnTo>
                  <a:pt x="241190" y="40361"/>
                </a:lnTo>
                <a:lnTo>
                  <a:pt x="241322" y="41181"/>
                </a:lnTo>
                <a:lnTo>
                  <a:pt x="241472" y="41987"/>
                </a:lnTo>
                <a:lnTo>
                  <a:pt x="241639" y="42778"/>
                </a:lnTo>
                <a:lnTo>
                  <a:pt x="241824" y="43554"/>
                </a:lnTo>
                <a:lnTo>
                  <a:pt x="242026" y="44316"/>
                </a:lnTo>
                <a:lnTo>
                  <a:pt x="242246" y="45064"/>
                </a:lnTo>
                <a:lnTo>
                  <a:pt x="242484" y="45796"/>
                </a:lnTo>
                <a:lnTo>
                  <a:pt x="242740" y="46515"/>
                </a:lnTo>
                <a:lnTo>
                  <a:pt x="243013" y="47218"/>
                </a:lnTo>
                <a:lnTo>
                  <a:pt x="243303" y="47907"/>
                </a:lnTo>
                <a:lnTo>
                  <a:pt x="243612" y="48581"/>
                </a:lnTo>
                <a:lnTo>
                  <a:pt x="243937" y="49241"/>
                </a:lnTo>
                <a:lnTo>
                  <a:pt x="244281" y="49886"/>
                </a:lnTo>
                <a:lnTo>
                  <a:pt x="244642" y="50517"/>
                </a:lnTo>
                <a:lnTo>
                  <a:pt x="245021" y="51132"/>
                </a:lnTo>
                <a:lnTo>
                  <a:pt x="245417" y="51734"/>
                </a:lnTo>
                <a:lnTo>
                  <a:pt x="245831" y="52320"/>
                </a:lnTo>
                <a:lnTo>
                  <a:pt x="246261" y="52895"/>
                </a:lnTo>
                <a:lnTo>
                  <a:pt x="246705" y="53461"/>
                </a:lnTo>
                <a:lnTo>
                  <a:pt x="247165" y="54018"/>
                </a:lnTo>
                <a:lnTo>
                  <a:pt x="247638" y="54566"/>
                </a:lnTo>
                <a:lnTo>
                  <a:pt x="248127" y="55105"/>
                </a:lnTo>
                <a:lnTo>
                  <a:pt x="248630" y="55635"/>
                </a:lnTo>
                <a:lnTo>
                  <a:pt x="249148" y="56156"/>
                </a:lnTo>
                <a:lnTo>
                  <a:pt x="249680" y="56669"/>
                </a:lnTo>
                <a:lnTo>
                  <a:pt x="250227" y="57172"/>
                </a:lnTo>
                <a:lnTo>
                  <a:pt x="250788" y="57667"/>
                </a:lnTo>
                <a:lnTo>
                  <a:pt x="251364" y="58153"/>
                </a:lnTo>
                <a:lnTo>
                  <a:pt x="251955" y="58630"/>
                </a:lnTo>
                <a:lnTo>
                  <a:pt x="252560" y="59098"/>
                </a:lnTo>
                <a:lnTo>
                  <a:pt x="253180" y="59557"/>
                </a:lnTo>
                <a:lnTo>
                  <a:pt x="253814" y="60007"/>
                </a:lnTo>
                <a:lnTo>
                  <a:pt x="254463" y="60448"/>
                </a:lnTo>
                <a:lnTo>
                  <a:pt x="255127" y="60881"/>
                </a:lnTo>
                <a:lnTo>
                  <a:pt x="255805" y="61305"/>
                </a:lnTo>
                <a:lnTo>
                  <a:pt x="256498" y="61719"/>
                </a:lnTo>
                <a:lnTo>
                  <a:pt x="257205" y="62125"/>
                </a:lnTo>
                <a:lnTo>
                  <a:pt x="257927" y="62522"/>
                </a:lnTo>
                <a:lnTo>
                  <a:pt x="258664" y="62910"/>
                </a:lnTo>
                <a:lnTo>
                  <a:pt x="259415" y="63289"/>
                </a:lnTo>
                <a:lnTo>
                  <a:pt x="260180" y="63659"/>
                </a:lnTo>
                <a:lnTo>
                  <a:pt x="260960" y="64024"/>
                </a:lnTo>
                <a:lnTo>
                  <a:pt x="261750" y="64386"/>
                </a:lnTo>
                <a:lnTo>
                  <a:pt x="262553" y="64746"/>
                </a:lnTo>
                <a:lnTo>
                  <a:pt x="263368" y="65103"/>
                </a:lnTo>
                <a:lnTo>
                  <a:pt x="264195" y="65457"/>
                </a:lnTo>
                <a:lnTo>
                  <a:pt x="265033" y="65809"/>
                </a:lnTo>
                <a:lnTo>
                  <a:pt x="265884" y="66158"/>
                </a:lnTo>
                <a:lnTo>
                  <a:pt x="266746" y="66505"/>
                </a:lnTo>
                <a:lnTo>
                  <a:pt x="267620" y="66849"/>
                </a:lnTo>
                <a:lnTo>
                  <a:pt x="268506" y="67191"/>
                </a:lnTo>
                <a:lnTo>
                  <a:pt x="269404" y="67530"/>
                </a:lnTo>
                <a:lnTo>
                  <a:pt x="270314" y="67867"/>
                </a:lnTo>
                <a:lnTo>
                  <a:pt x="271236" y="68201"/>
                </a:lnTo>
                <a:lnTo>
                  <a:pt x="272170" y="68532"/>
                </a:lnTo>
                <a:lnTo>
                  <a:pt x="273116" y="68861"/>
                </a:lnTo>
                <a:lnTo>
                  <a:pt x="274073" y="69188"/>
                </a:lnTo>
                <a:lnTo>
                  <a:pt x="275043" y="69512"/>
                </a:lnTo>
                <a:lnTo>
                  <a:pt x="276024" y="69833"/>
                </a:lnTo>
                <a:lnTo>
                  <a:pt x="277017" y="70152"/>
                </a:lnTo>
                <a:lnTo>
                  <a:pt x="278022" y="70468"/>
                </a:lnTo>
                <a:lnTo>
                  <a:pt x="279039" y="70782"/>
                </a:lnTo>
                <a:lnTo>
                  <a:pt x="280068" y="71093"/>
                </a:lnTo>
                <a:lnTo>
                  <a:pt x="281109" y="71402"/>
                </a:lnTo>
                <a:lnTo>
                  <a:pt x="282162" y="71708"/>
                </a:lnTo>
                <a:lnTo>
                  <a:pt x="283060" y="71959"/>
                </a:lnTo>
                <a:lnTo>
                  <a:pt x="283941" y="72209"/>
                </a:lnTo>
                <a:lnTo>
                  <a:pt x="284805" y="72457"/>
                </a:lnTo>
                <a:lnTo>
                  <a:pt x="285653" y="72703"/>
                </a:lnTo>
                <a:lnTo>
                  <a:pt x="286484" y="72948"/>
                </a:lnTo>
                <a:lnTo>
                  <a:pt x="287297" y="73192"/>
                </a:lnTo>
                <a:lnTo>
                  <a:pt x="288095" y="73434"/>
                </a:lnTo>
                <a:lnTo>
                  <a:pt x="288875" y="73675"/>
                </a:lnTo>
                <a:lnTo>
                  <a:pt x="289638" y="73915"/>
                </a:lnTo>
                <a:lnTo>
                  <a:pt x="290385" y="74153"/>
                </a:lnTo>
                <a:lnTo>
                  <a:pt x="291114" y="74389"/>
                </a:lnTo>
                <a:lnTo>
                  <a:pt x="291827" y="74625"/>
                </a:lnTo>
                <a:lnTo>
                  <a:pt x="292524" y="74858"/>
                </a:lnTo>
                <a:lnTo>
                  <a:pt x="293203" y="75091"/>
                </a:lnTo>
                <a:lnTo>
                  <a:pt x="293865" y="75321"/>
                </a:lnTo>
                <a:lnTo>
                  <a:pt x="294511" y="75551"/>
                </a:lnTo>
                <a:lnTo>
                  <a:pt x="295140" y="75779"/>
                </a:lnTo>
                <a:lnTo>
                  <a:pt x="295752" y="76006"/>
                </a:lnTo>
                <a:lnTo>
                  <a:pt x="296347" y="76231"/>
                </a:lnTo>
                <a:lnTo>
                  <a:pt x="296925" y="76454"/>
                </a:lnTo>
                <a:lnTo>
                  <a:pt x="297487" y="76677"/>
                </a:lnTo>
                <a:lnTo>
                  <a:pt x="298032" y="76898"/>
                </a:lnTo>
                <a:lnTo>
                  <a:pt x="298560" y="77117"/>
                </a:lnTo>
                <a:lnTo>
                  <a:pt x="299071" y="77335"/>
                </a:lnTo>
                <a:lnTo>
                  <a:pt x="299567" y="77553"/>
                </a:lnTo>
                <a:lnTo>
                  <a:pt x="300051" y="77773"/>
                </a:lnTo>
                <a:lnTo>
                  <a:pt x="300522" y="77995"/>
                </a:lnTo>
                <a:lnTo>
                  <a:pt x="300980" y="78219"/>
                </a:lnTo>
                <a:lnTo>
                  <a:pt x="301426" y="78444"/>
                </a:lnTo>
                <a:lnTo>
                  <a:pt x="301858" y="78672"/>
                </a:lnTo>
                <a:lnTo>
                  <a:pt x="302279" y="78901"/>
                </a:lnTo>
                <a:lnTo>
                  <a:pt x="302686" y="79133"/>
                </a:lnTo>
                <a:lnTo>
                  <a:pt x="303081" y="79366"/>
                </a:lnTo>
                <a:lnTo>
                  <a:pt x="303463" y="79602"/>
                </a:lnTo>
                <a:lnTo>
                  <a:pt x="303832" y="79839"/>
                </a:lnTo>
                <a:lnTo>
                  <a:pt x="304189" y="80078"/>
                </a:lnTo>
                <a:lnTo>
                  <a:pt x="304533" y="80319"/>
                </a:lnTo>
                <a:lnTo>
                  <a:pt x="304865" y="80562"/>
                </a:lnTo>
                <a:lnTo>
                  <a:pt x="305183" y="80807"/>
                </a:lnTo>
                <a:lnTo>
                  <a:pt x="305489" y="81053"/>
                </a:lnTo>
                <a:lnTo>
                  <a:pt x="305782" y="81302"/>
                </a:lnTo>
                <a:lnTo>
                  <a:pt x="306063" y="81552"/>
                </a:lnTo>
                <a:lnTo>
                  <a:pt x="306331" y="81805"/>
                </a:lnTo>
                <a:lnTo>
                  <a:pt x="306586" y="82059"/>
                </a:lnTo>
                <a:lnTo>
                  <a:pt x="306828" y="82316"/>
                </a:lnTo>
                <a:lnTo>
                  <a:pt x="307058" y="82574"/>
                </a:lnTo>
                <a:lnTo>
                  <a:pt x="307275" y="82834"/>
                </a:lnTo>
                <a:lnTo>
                  <a:pt x="307480" y="83096"/>
                </a:lnTo>
                <a:lnTo>
                  <a:pt x="307673" y="83362"/>
                </a:lnTo>
                <a:lnTo>
                  <a:pt x="307859" y="83634"/>
                </a:lnTo>
                <a:lnTo>
                  <a:pt x="308036" y="83912"/>
                </a:lnTo>
                <a:lnTo>
                  <a:pt x="308206" y="84195"/>
                </a:lnTo>
                <a:lnTo>
                  <a:pt x="308367" y="84485"/>
                </a:lnTo>
                <a:lnTo>
                  <a:pt x="308519" y="84780"/>
                </a:lnTo>
                <a:lnTo>
                  <a:pt x="308664" y="85081"/>
                </a:lnTo>
                <a:lnTo>
                  <a:pt x="308800" y="85388"/>
                </a:lnTo>
                <a:lnTo>
                  <a:pt x="308928" y="85701"/>
                </a:lnTo>
                <a:lnTo>
                  <a:pt x="309047" y="86020"/>
                </a:lnTo>
                <a:lnTo>
                  <a:pt x="309159" y="86344"/>
                </a:lnTo>
                <a:lnTo>
                  <a:pt x="309262" y="86675"/>
                </a:lnTo>
                <a:lnTo>
                  <a:pt x="309357" y="87011"/>
                </a:lnTo>
                <a:lnTo>
                  <a:pt x="309443" y="87354"/>
                </a:lnTo>
                <a:lnTo>
                  <a:pt x="309522" y="87702"/>
                </a:lnTo>
                <a:lnTo>
                  <a:pt x="309592" y="88056"/>
                </a:lnTo>
                <a:lnTo>
                  <a:pt x="309654" y="88416"/>
                </a:lnTo>
                <a:lnTo>
                  <a:pt x="309707" y="88781"/>
                </a:lnTo>
                <a:lnTo>
                  <a:pt x="309753" y="89153"/>
                </a:lnTo>
                <a:lnTo>
                  <a:pt x="309790" y="89531"/>
                </a:lnTo>
                <a:lnTo>
                  <a:pt x="309819" y="89914"/>
                </a:lnTo>
                <a:lnTo>
                  <a:pt x="309839" y="90303"/>
                </a:lnTo>
                <a:lnTo>
                  <a:pt x="309852" y="90698"/>
                </a:lnTo>
                <a:lnTo>
                  <a:pt x="309856" y="91099"/>
                </a:lnTo>
                <a:lnTo>
                  <a:pt x="309851" y="91516"/>
                </a:lnTo>
                <a:lnTo>
                  <a:pt x="309837" y="91926"/>
                </a:lnTo>
                <a:lnTo>
                  <a:pt x="309812" y="92330"/>
                </a:lnTo>
                <a:lnTo>
                  <a:pt x="309778" y="92728"/>
                </a:lnTo>
                <a:lnTo>
                  <a:pt x="309735" y="93120"/>
                </a:lnTo>
                <a:lnTo>
                  <a:pt x="309682" y="93505"/>
                </a:lnTo>
                <a:lnTo>
                  <a:pt x="309619" y="93885"/>
                </a:lnTo>
                <a:lnTo>
                  <a:pt x="309546" y="94258"/>
                </a:lnTo>
                <a:lnTo>
                  <a:pt x="309464" y="94625"/>
                </a:lnTo>
                <a:lnTo>
                  <a:pt x="309372" y="94986"/>
                </a:lnTo>
                <a:lnTo>
                  <a:pt x="309270" y="95340"/>
                </a:lnTo>
                <a:lnTo>
                  <a:pt x="309159" y="95688"/>
                </a:lnTo>
                <a:lnTo>
                  <a:pt x="309038" y="96031"/>
                </a:lnTo>
                <a:lnTo>
                  <a:pt x="308907" y="96367"/>
                </a:lnTo>
                <a:lnTo>
                  <a:pt x="308767" y="96696"/>
                </a:lnTo>
                <a:lnTo>
                  <a:pt x="308617" y="97020"/>
                </a:lnTo>
                <a:lnTo>
                  <a:pt x="308457" y="97337"/>
                </a:lnTo>
                <a:lnTo>
                  <a:pt x="308288" y="97648"/>
                </a:lnTo>
                <a:lnTo>
                  <a:pt x="308109" y="97953"/>
                </a:lnTo>
                <a:lnTo>
                  <a:pt x="307920" y="98252"/>
                </a:lnTo>
                <a:lnTo>
                  <a:pt x="307722" y="98545"/>
                </a:lnTo>
                <a:lnTo>
                  <a:pt x="307513" y="98831"/>
                </a:lnTo>
                <a:lnTo>
                  <a:pt x="307296" y="99111"/>
                </a:lnTo>
                <a:lnTo>
                  <a:pt x="307068" y="99385"/>
                </a:lnTo>
                <a:lnTo>
                  <a:pt x="306832" y="99653"/>
                </a:lnTo>
                <a:lnTo>
                  <a:pt x="306589" y="99915"/>
                </a:lnTo>
                <a:lnTo>
                  <a:pt x="306338" y="100171"/>
                </a:lnTo>
                <a:lnTo>
                  <a:pt x="306079" y="100422"/>
                </a:lnTo>
                <a:lnTo>
                  <a:pt x="305813" y="100666"/>
                </a:lnTo>
                <a:lnTo>
                  <a:pt x="305540" y="100904"/>
                </a:lnTo>
                <a:lnTo>
                  <a:pt x="305259" y="101137"/>
                </a:lnTo>
                <a:lnTo>
                  <a:pt x="304971" y="101364"/>
                </a:lnTo>
                <a:lnTo>
                  <a:pt x="304675" y="101585"/>
                </a:lnTo>
                <a:lnTo>
                  <a:pt x="304372" y="101800"/>
                </a:lnTo>
                <a:lnTo>
                  <a:pt x="304062" y="102009"/>
                </a:lnTo>
                <a:lnTo>
                  <a:pt x="303744" y="102212"/>
                </a:lnTo>
                <a:lnTo>
                  <a:pt x="303418" y="102409"/>
                </a:lnTo>
                <a:lnTo>
                  <a:pt x="303085" y="102601"/>
                </a:lnTo>
                <a:lnTo>
                  <a:pt x="302745" y="102786"/>
                </a:lnTo>
                <a:lnTo>
                  <a:pt x="302397" y="102966"/>
                </a:lnTo>
                <a:lnTo>
                  <a:pt x="302041" y="103140"/>
                </a:lnTo>
                <a:lnTo>
                  <a:pt x="301679" y="103308"/>
                </a:lnTo>
                <a:lnTo>
                  <a:pt x="301308" y="103470"/>
                </a:lnTo>
                <a:lnTo>
                  <a:pt x="300931" y="103626"/>
                </a:lnTo>
                <a:lnTo>
                  <a:pt x="300545" y="103777"/>
                </a:lnTo>
                <a:lnTo>
                  <a:pt x="300153" y="103921"/>
                </a:lnTo>
                <a:lnTo>
                  <a:pt x="299753" y="104059"/>
                </a:lnTo>
                <a:lnTo>
                  <a:pt x="299345" y="104192"/>
                </a:lnTo>
                <a:lnTo>
                  <a:pt x="298931" y="104319"/>
                </a:lnTo>
                <a:lnTo>
                  <a:pt x="298512" y="104441"/>
                </a:lnTo>
                <a:lnTo>
                  <a:pt x="298087" y="104557"/>
                </a:lnTo>
                <a:lnTo>
                  <a:pt x="297657" y="104668"/>
                </a:lnTo>
                <a:lnTo>
                  <a:pt x="297221" y="104773"/>
                </a:lnTo>
                <a:lnTo>
                  <a:pt x="296780" y="104873"/>
                </a:lnTo>
                <a:lnTo>
                  <a:pt x="296334" y="104968"/>
                </a:lnTo>
                <a:lnTo>
                  <a:pt x="295882" y="105057"/>
                </a:lnTo>
                <a:lnTo>
                  <a:pt x="295425" y="105141"/>
                </a:lnTo>
                <a:lnTo>
                  <a:pt x="294962" y="105219"/>
                </a:lnTo>
                <a:lnTo>
                  <a:pt x="294494" y="105292"/>
                </a:lnTo>
                <a:lnTo>
                  <a:pt x="294021" y="105360"/>
                </a:lnTo>
                <a:lnTo>
                  <a:pt x="293542" y="105422"/>
                </a:lnTo>
                <a:lnTo>
                  <a:pt x="293058" y="105479"/>
                </a:lnTo>
                <a:lnTo>
                  <a:pt x="292569" y="105530"/>
                </a:lnTo>
                <a:lnTo>
                  <a:pt x="292074" y="105576"/>
                </a:lnTo>
                <a:lnTo>
                  <a:pt x="291573" y="105616"/>
                </a:lnTo>
                <a:lnTo>
                  <a:pt x="291068" y="105651"/>
                </a:lnTo>
                <a:lnTo>
                  <a:pt x="290557" y="105681"/>
                </a:lnTo>
                <a:lnTo>
                  <a:pt x="290040" y="105706"/>
                </a:lnTo>
                <a:lnTo>
                  <a:pt x="289518" y="105724"/>
                </a:lnTo>
                <a:lnTo>
                  <a:pt x="288991" y="105738"/>
                </a:lnTo>
                <a:lnTo>
                  <a:pt x="288458" y="105746"/>
                </a:lnTo>
                <a:lnTo>
                  <a:pt x="287920" y="105749"/>
                </a:lnTo>
                <a:lnTo>
                  <a:pt x="287359" y="105746"/>
                </a:lnTo>
                <a:lnTo>
                  <a:pt x="286803" y="105737"/>
                </a:lnTo>
                <a:lnTo>
                  <a:pt x="286253" y="105722"/>
                </a:lnTo>
                <a:lnTo>
                  <a:pt x="285708" y="105700"/>
                </a:lnTo>
                <a:lnTo>
                  <a:pt x="285167" y="105673"/>
                </a:lnTo>
                <a:lnTo>
                  <a:pt x="284633" y="105640"/>
                </a:lnTo>
                <a:lnTo>
                  <a:pt x="284103" y="105601"/>
                </a:lnTo>
                <a:lnTo>
                  <a:pt x="283579" y="105556"/>
                </a:lnTo>
                <a:lnTo>
                  <a:pt x="283060" y="105504"/>
                </a:lnTo>
                <a:lnTo>
                  <a:pt x="282546" y="105447"/>
                </a:lnTo>
                <a:lnTo>
                  <a:pt x="282037" y="105383"/>
                </a:lnTo>
                <a:lnTo>
                  <a:pt x="281534" y="105314"/>
                </a:lnTo>
                <a:lnTo>
                  <a:pt x="281035" y="105238"/>
                </a:lnTo>
                <a:lnTo>
                  <a:pt x="280542" y="105157"/>
                </a:lnTo>
                <a:lnTo>
                  <a:pt x="280055" y="105069"/>
                </a:lnTo>
                <a:lnTo>
                  <a:pt x="279572" y="104976"/>
                </a:lnTo>
                <a:lnTo>
                  <a:pt x="279095" y="104876"/>
                </a:lnTo>
                <a:lnTo>
                  <a:pt x="278623" y="104770"/>
                </a:lnTo>
                <a:lnTo>
                  <a:pt x="278156" y="104659"/>
                </a:lnTo>
                <a:lnTo>
                  <a:pt x="277695" y="104541"/>
                </a:lnTo>
                <a:lnTo>
                  <a:pt x="277239" y="104417"/>
                </a:lnTo>
                <a:lnTo>
                  <a:pt x="276788" y="104287"/>
                </a:lnTo>
                <a:lnTo>
                  <a:pt x="276342" y="104151"/>
                </a:lnTo>
                <a:lnTo>
                  <a:pt x="275901" y="104009"/>
                </a:lnTo>
                <a:lnTo>
                  <a:pt x="275467" y="103860"/>
                </a:lnTo>
                <a:lnTo>
                  <a:pt x="275040" y="103703"/>
                </a:lnTo>
                <a:lnTo>
                  <a:pt x="274621" y="103538"/>
                </a:lnTo>
                <a:lnTo>
                  <a:pt x="274209" y="103365"/>
                </a:lnTo>
                <a:lnTo>
                  <a:pt x="273805" y="103183"/>
                </a:lnTo>
                <a:lnTo>
                  <a:pt x="273408" y="102994"/>
                </a:lnTo>
                <a:lnTo>
                  <a:pt x="273018" y="102796"/>
                </a:lnTo>
                <a:lnTo>
                  <a:pt x="272636" y="102590"/>
                </a:lnTo>
                <a:lnTo>
                  <a:pt x="272262" y="102377"/>
                </a:lnTo>
                <a:lnTo>
                  <a:pt x="271894" y="102155"/>
                </a:lnTo>
                <a:lnTo>
                  <a:pt x="271535" y="101925"/>
                </a:lnTo>
                <a:lnTo>
                  <a:pt x="271183" y="101687"/>
                </a:lnTo>
                <a:lnTo>
                  <a:pt x="270838" y="101440"/>
                </a:lnTo>
                <a:lnTo>
                  <a:pt x="270501" y="101186"/>
                </a:lnTo>
                <a:lnTo>
                  <a:pt x="270171" y="100924"/>
                </a:lnTo>
                <a:lnTo>
                  <a:pt x="269848" y="100653"/>
                </a:lnTo>
                <a:lnTo>
                  <a:pt x="269534" y="100374"/>
                </a:lnTo>
                <a:lnTo>
                  <a:pt x="269226" y="100088"/>
                </a:lnTo>
                <a:lnTo>
                  <a:pt x="268926" y="99793"/>
                </a:lnTo>
                <a:lnTo>
                  <a:pt x="268634" y="99490"/>
                </a:lnTo>
                <a:lnTo>
                  <a:pt x="268349" y="99179"/>
                </a:lnTo>
                <a:lnTo>
                  <a:pt x="268071" y="98860"/>
                </a:lnTo>
                <a:lnTo>
                  <a:pt x="267801" y="98532"/>
                </a:lnTo>
                <a:lnTo>
                  <a:pt x="267538" y="98197"/>
                </a:lnTo>
                <a:lnTo>
                  <a:pt x="267284" y="97852"/>
                </a:lnTo>
                <a:lnTo>
                  <a:pt x="267040" y="97497"/>
                </a:lnTo>
                <a:lnTo>
                  <a:pt x="266807" y="97131"/>
                </a:lnTo>
                <a:lnTo>
                  <a:pt x="266584" y="96754"/>
                </a:lnTo>
                <a:lnTo>
                  <a:pt x="266370" y="96367"/>
                </a:lnTo>
                <a:lnTo>
                  <a:pt x="266167" y="95969"/>
                </a:lnTo>
                <a:lnTo>
                  <a:pt x="265974" y="95560"/>
                </a:lnTo>
                <a:lnTo>
                  <a:pt x="265791" y="95141"/>
                </a:lnTo>
                <a:lnTo>
                  <a:pt x="265619" y="94711"/>
                </a:lnTo>
                <a:lnTo>
                  <a:pt x="265456" y="94270"/>
                </a:lnTo>
                <a:lnTo>
                  <a:pt x="265304" y="93819"/>
                </a:lnTo>
                <a:lnTo>
                  <a:pt x="265162" y="93357"/>
                </a:lnTo>
                <a:lnTo>
                  <a:pt x="265030" y="92885"/>
                </a:lnTo>
                <a:lnTo>
                  <a:pt x="264908" y="92401"/>
                </a:lnTo>
                <a:lnTo>
                  <a:pt x="264796" y="91907"/>
                </a:lnTo>
                <a:lnTo>
                  <a:pt x="264695" y="91403"/>
                </a:lnTo>
                <a:lnTo>
                  <a:pt x="264603" y="90888"/>
                </a:lnTo>
                <a:lnTo>
                  <a:pt x="264522" y="90362"/>
                </a:lnTo>
                <a:lnTo>
                  <a:pt x="264451" y="89825"/>
                </a:lnTo>
                <a:lnTo>
                  <a:pt x="264390" y="89278"/>
                </a:lnTo>
                <a:lnTo>
                  <a:pt x="264339" y="88721"/>
                </a:lnTo>
                <a:lnTo>
                  <a:pt x="264299" y="88152"/>
                </a:lnTo>
                <a:lnTo>
                  <a:pt x="264268" y="87573"/>
                </a:lnTo>
                <a:lnTo>
                  <a:pt x="264248" y="86983"/>
                </a:lnTo>
                <a:lnTo>
                  <a:pt x="237925" y="86983"/>
                </a:lnTo>
                <a:lnTo>
                  <a:pt x="237936" y="88140"/>
                </a:lnTo>
                <a:lnTo>
                  <a:pt x="237970" y="89279"/>
                </a:lnTo>
                <a:lnTo>
                  <a:pt x="238028" y="90399"/>
                </a:lnTo>
                <a:lnTo>
                  <a:pt x="238108" y="91501"/>
                </a:lnTo>
                <a:lnTo>
                  <a:pt x="238210" y="92585"/>
                </a:lnTo>
                <a:lnTo>
                  <a:pt x="238336" y="93649"/>
                </a:lnTo>
                <a:lnTo>
                  <a:pt x="238485" y="94696"/>
                </a:lnTo>
                <a:lnTo>
                  <a:pt x="238656" y="95724"/>
                </a:lnTo>
                <a:lnTo>
                  <a:pt x="238850" y="96734"/>
                </a:lnTo>
                <a:lnTo>
                  <a:pt x="239067" y="97725"/>
                </a:lnTo>
                <a:lnTo>
                  <a:pt x="239307" y="98698"/>
                </a:lnTo>
                <a:lnTo>
                  <a:pt x="239570" y="99652"/>
                </a:lnTo>
                <a:lnTo>
                  <a:pt x="239856" y="100588"/>
                </a:lnTo>
                <a:lnTo>
                  <a:pt x="240164" y="101506"/>
                </a:lnTo>
                <a:lnTo>
                  <a:pt x="240495" y="102405"/>
                </a:lnTo>
                <a:lnTo>
                  <a:pt x="240850" y="103285"/>
                </a:lnTo>
                <a:lnTo>
                  <a:pt x="241227" y="104148"/>
                </a:lnTo>
                <a:lnTo>
                  <a:pt x="241626" y="104992"/>
                </a:lnTo>
                <a:lnTo>
                  <a:pt x="242049" y="105817"/>
                </a:lnTo>
                <a:lnTo>
                  <a:pt x="242495" y="106624"/>
                </a:lnTo>
                <a:lnTo>
                  <a:pt x="242963" y="107412"/>
                </a:lnTo>
                <a:lnTo>
                  <a:pt x="243454" y="108183"/>
                </a:lnTo>
                <a:lnTo>
                  <a:pt x="243969" y="108934"/>
                </a:lnTo>
                <a:lnTo>
                  <a:pt x="244506" y="109668"/>
                </a:lnTo>
                <a:lnTo>
                  <a:pt x="245062" y="110383"/>
                </a:lnTo>
                <a:lnTo>
                  <a:pt x="245634" y="111083"/>
                </a:lnTo>
                <a:lnTo>
                  <a:pt x="246223" y="111766"/>
                </a:lnTo>
                <a:lnTo>
                  <a:pt x="246827" y="112433"/>
                </a:lnTo>
                <a:lnTo>
                  <a:pt x="247448" y="113083"/>
                </a:lnTo>
                <a:lnTo>
                  <a:pt x="248084" y="113717"/>
                </a:lnTo>
                <a:lnTo>
                  <a:pt x="248737" y="114335"/>
                </a:lnTo>
                <a:lnTo>
                  <a:pt x="249406" y="114937"/>
                </a:lnTo>
                <a:lnTo>
                  <a:pt x="250090" y="115522"/>
                </a:lnTo>
                <a:lnTo>
                  <a:pt x="250791" y="116090"/>
                </a:lnTo>
                <a:lnTo>
                  <a:pt x="251507" y="116643"/>
                </a:lnTo>
                <a:lnTo>
                  <a:pt x="252240" y="117179"/>
                </a:lnTo>
                <a:lnTo>
                  <a:pt x="252989" y="117698"/>
                </a:lnTo>
                <a:lnTo>
                  <a:pt x="253754" y="118202"/>
                </a:lnTo>
                <a:lnTo>
                  <a:pt x="254534" y="118689"/>
                </a:lnTo>
                <a:lnTo>
                  <a:pt x="255331" y="119159"/>
                </a:lnTo>
                <a:lnTo>
                  <a:pt x="256144" y="119613"/>
                </a:lnTo>
                <a:lnTo>
                  <a:pt x="256973" y="120051"/>
                </a:lnTo>
                <a:lnTo>
                  <a:pt x="257818" y="120473"/>
                </a:lnTo>
                <a:lnTo>
                  <a:pt x="258679" y="120878"/>
                </a:lnTo>
                <a:lnTo>
                  <a:pt x="259556" y="121267"/>
                </a:lnTo>
                <a:lnTo>
                  <a:pt x="260449" y="121639"/>
                </a:lnTo>
                <a:lnTo>
                  <a:pt x="261358" y="121995"/>
                </a:lnTo>
                <a:lnTo>
                  <a:pt x="262283" y="122335"/>
                </a:lnTo>
                <a:lnTo>
                  <a:pt x="263221" y="122660"/>
                </a:lnTo>
                <a:lnTo>
                  <a:pt x="264168" y="122970"/>
                </a:lnTo>
                <a:lnTo>
                  <a:pt x="265125" y="123267"/>
                </a:lnTo>
                <a:lnTo>
                  <a:pt x="266092" y="123551"/>
                </a:lnTo>
                <a:lnTo>
                  <a:pt x="267069" y="123820"/>
                </a:lnTo>
                <a:lnTo>
                  <a:pt x="268055" y="124076"/>
                </a:lnTo>
                <a:lnTo>
                  <a:pt x="269051" y="124317"/>
                </a:lnTo>
                <a:lnTo>
                  <a:pt x="270057" y="124545"/>
                </a:lnTo>
                <a:lnTo>
                  <a:pt x="271072" y="124759"/>
                </a:lnTo>
                <a:lnTo>
                  <a:pt x="272097" y="124960"/>
                </a:lnTo>
                <a:lnTo>
                  <a:pt x="273132" y="125146"/>
                </a:lnTo>
                <a:lnTo>
                  <a:pt x="274176" y="125319"/>
                </a:lnTo>
                <a:lnTo>
                  <a:pt x="275230" y="125478"/>
                </a:lnTo>
                <a:lnTo>
                  <a:pt x="276294" y="125623"/>
                </a:lnTo>
                <a:lnTo>
                  <a:pt x="277367" y="125754"/>
                </a:lnTo>
                <a:lnTo>
                  <a:pt x="278450" y="125872"/>
                </a:lnTo>
                <a:lnTo>
                  <a:pt x="279543" y="125975"/>
                </a:lnTo>
                <a:lnTo>
                  <a:pt x="280645" y="126065"/>
                </a:lnTo>
                <a:lnTo>
                  <a:pt x="281757" y="126141"/>
                </a:lnTo>
                <a:lnTo>
                  <a:pt x="282879" y="126203"/>
                </a:lnTo>
                <a:lnTo>
                  <a:pt x="284011" y="126251"/>
                </a:lnTo>
                <a:lnTo>
                  <a:pt x="285152" y="126286"/>
                </a:lnTo>
                <a:lnTo>
                  <a:pt x="286303" y="126307"/>
                </a:lnTo>
                <a:lnTo>
                  <a:pt x="287463" y="126314"/>
                </a:lnTo>
                <a:lnTo>
                  <a:pt x="288616" y="126307"/>
                </a:lnTo>
                <a:lnTo>
                  <a:pt x="289759" y="126288"/>
                </a:lnTo>
                <a:lnTo>
                  <a:pt x="290891" y="126255"/>
                </a:lnTo>
                <a:close/>
                <a:moveTo>
                  <a:pt x="47710" y="124668"/>
                </a:moveTo>
                <a:lnTo>
                  <a:pt x="64345" y="124668"/>
                </a:lnTo>
                <a:lnTo>
                  <a:pt x="69098" y="90302"/>
                </a:lnTo>
                <a:lnTo>
                  <a:pt x="88200" y="90302"/>
                </a:lnTo>
                <a:lnTo>
                  <a:pt x="88200" y="75130"/>
                </a:lnTo>
                <a:lnTo>
                  <a:pt x="71200" y="75130"/>
                </a:lnTo>
                <a:lnTo>
                  <a:pt x="74033" y="53925"/>
                </a:lnTo>
                <a:lnTo>
                  <a:pt x="93410" y="53925"/>
                </a:lnTo>
                <a:lnTo>
                  <a:pt x="93410" y="38845"/>
                </a:lnTo>
                <a:lnTo>
                  <a:pt x="76227" y="38845"/>
                </a:lnTo>
                <a:lnTo>
                  <a:pt x="80980" y="4936"/>
                </a:lnTo>
                <a:lnTo>
                  <a:pt x="64254" y="4936"/>
                </a:lnTo>
                <a:lnTo>
                  <a:pt x="59592" y="38845"/>
                </a:lnTo>
                <a:lnTo>
                  <a:pt x="41404" y="38845"/>
                </a:lnTo>
                <a:lnTo>
                  <a:pt x="46065" y="4936"/>
                </a:lnTo>
                <a:lnTo>
                  <a:pt x="29522" y="4936"/>
                </a:lnTo>
                <a:lnTo>
                  <a:pt x="24769" y="38845"/>
                </a:lnTo>
                <a:lnTo>
                  <a:pt x="5027" y="38845"/>
                </a:lnTo>
                <a:lnTo>
                  <a:pt x="5027" y="53925"/>
                </a:lnTo>
                <a:lnTo>
                  <a:pt x="22576" y="53925"/>
                </a:lnTo>
                <a:lnTo>
                  <a:pt x="19651" y="75130"/>
                </a:lnTo>
                <a:lnTo>
                  <a:pt x="0" y="75130"/>
                </a:lnTo>
                <a:lnTo>
                  <a:pt x="0" y="90302"/>
                </a:lnTo>
                <a:lnTo>
                  <a:pt x="17457" y="90302"/>
                </a:lnTo>
                <a:lnTo>
                  <a:pt x="12704" y="124668"/>
                </a:lnTo>
                <a:lnTo>
                  <a:pt x="29431" y="124668"/>
                </a:lnTo>
                <a:lnTo>
                  <a:pt x="34183" y="90302"/>
                </a:lnTo>
                <a:lnTo>
                  <a:pt x="52372" y="90302"/>
                </a:lnTo>
                <a:lnTo>
                  <a:pt x="47710" y="124668"/>
                </a:lnTo>
                <a:close/>
                <a:moveTo>
                  <a:pt x="36377" y="75130"/>
                </a:moveTo>
                <a:lnTo>
                  <a:pt x="39302" y="53925"/>
                </a:lnTo>
                <a:lnTo>
                  <a:pt x="57399" y="53925"/>
                </a:lnTo>
                <a:lnTo>
                  <a:pt x="54657" y="75130"/>
                </a:lnTo>
                <a:lnTo>
                  <a:pt x="36377" y="75130"/>
                </a:lnTo>
                <a:close/>
                <a:moveTo>
                  <a:pt x="145173" y="5982"/>
                </a:moveTo>
                <a:lnTo>
                  <a:pt x="144855" y="6387"/>
                </a:lnTo>
                <a:lnTo>
                  <a:pt x="144533" y="6789"/>
                </a:lnTo>
                <a:lnTo>
                  <a:pt x="144208" y="7188"/>
                </a:lnTo>
                <a:lnTo>
                  <a:pt x="143880" y="7584"/>
                </a:lnTo>
                <a:lnTo>
                  <a:pt x="143547" y="7978"/>
                </a:lnTo>
                <a:lnTo>
                  <a:pt x="143211" y="8369"/>
                </a:lnTo>
                <a:lnTo>
                  <a:pt x="142872" y="8757"/>
                </a:lnTo>
                <a:lnTo>
                  <a:pt x="142528" y="9143"/>
                </a:lnTo>
                <a:lnTo>
                  <a:pt x="142181" y="9526"/>
                </a:lnTo>
                <a:lnTo>
                  <a:pt x="141831" y="9906"/>
                </a:lnTo>
                <a:lnTo>
                  <a:pt x="141477" y="10284"/>
                </a:lnTo>
                <a:lnTo>
                  <a:pt x="141119" y="10659"/>
                </a:lnTo>
                <a:lnTo>
                  <a:pt x="140757" y="11031"/>
                </a:lnTo>
                <a:lnTo>
                  <a:pt x="140392" y="11401"/>
                </a:lnTo>
                <a:lnTo>
                  <a:pt x="140023" y="11768"/>
                </a:lnTo>
                <a:lnTo>
                  <a:pt x="139651" y="12132"/>
                </a:lnTo>
                <a:lnTo>
                  <a:pt x="139274" y="12493"/>
                </a:lnTo>
                <a:lnTo>
                  <a:pt x="138895" y="12852"/>
                </a:lnTo>
                <a:lnTo>
                  <a:pt x="138511" y="13209"/>
                </a:lnTo>
                <a:lnTo>
                  <a:pt x="138124" y="13562"/>
                </a:lnTo>
                <a:lnTo>
                  <a:pt x="137733" y="13913"/>
                </a:lnTo>
                <a:lnTo>
                  <a:pt x="137339" y="14261"/>
                </a:lnTo>
                <a:lnTo>
                  <a:pt x="136941" y="14607"/>
                </a:lnTo>
                <a:lnTo>
                  <a:pt x="136538" y="14949"/>
                </a:lnTo>
                <a:lnTo>
                  <a:pt x="136130" y="15288"/>
                </a:lnTo>
                <a:lnTo>
                  <a:pt x="135717" y="15623"/>
                </a:lnTo>
                <a:lnTo>
                  <a:pt x="135298" y="15954"/>
                </a:lnTo>
                <a:lnTo>
                  <a:pt x="134874" y="16282"/>
                </a:lnTo>
                <a:lnTo>
                  <a:pt x="134444" y="16607"/>
                </a:lnTo>
                <a:lnTo>
                  <a:pt x="134010" y="16927"/>
                </a:lnTo>
                <a:lnTo>
                  <a:pt x="133569" y="17244"/>
                </a:lnTo>
                <a:lnTo>
                  <a:pt x="133123" y="17558"/>
                </a:lnTo>
                <a:lnTo>
                  <a:pt x="132672" y="17867"/>
                </a:lnTo>
                <a:lnTo>
                  <a:pt x="132216" y="18174"/>
                </a:lnTo>
                <a:lnTo>
                  <a:pt x="131754" y="18476"/>
                </a:lnTo>
                <a:lnTo>
                  <a:pt x="131287" y="18775"/>
                </a:lnTo>
                <a:lnTo>
                  <a:pt x="130814" y="19070"/>
                </a:lnTo>
                <a:lnTo>
                  <a:pt x="130336" y="19362"/>
                </a:lnTo>
                <a:lnTo>
                  <a:pt x="129852" y="19650"/>
                </a:lnTo>
                <a:lnTo>
                  <a:pt x="129363" y="19935"/>
                </a:lnTo>
                <a:lnTo>
                  <a:pt x="128869" y="20215"/>
                </a:lnTo>
                <a:lnTo>
                  <a:pt x="128369" y="20493"/>
                </a:lnTo>
                <a:lnTo>
                  <a:pt x="127864" y="20766"/>
                </a:lnTo>
                <a:lnTo>
                  <a:pt x="127354" y="21036"/>
                </a:lnTo>
                <a:lnTo>
                  <a:pt x="126838" y="21303"/>
                </a:lnTo>
                <a:lnTo>
                  <a:pt x="126317" y="21565"/>
                </a:lnTo>
                <a:lnTo>
                  <a:pt x="125790" y="21824"/>
                </a:lnTo>
                <a:lnTo>
                  <a:pt x="125257" y="22079"/>
                </a:lnTo>
                <a:lnTo>
                  <a:pt x="124717" y="22330"/>
                </a:lnTo>
                <a:lnTo>
                  <a:pt x="124170" y="22576"/>
                </a:lnTo>
                <a:lnTo>
                  <a:pt x="123616" y="22817"/>
                </a:lnTo>
                <a:lnTo>
                  <a:pt x="123054" y="23055"/>
                </a:lnTo>
                <a:lnTo>
                  <a:pt x="122485" y="23287"/>
                </a:lnTo>
                <a:lnTo>
                  <a:pt x="121910" y="23516"/>
                </a:lnTo>
                <a:lnTo>
                  <a:pt x="121327" y="23740"/>
                </a:lnTo>
                <a:lnTo>
                  <a:pt x="120737" y="23960"/>
                </a:lnTo>
                <a:lnTo>
                  <a:pt x="120140" y="24175"/>
                </a:lnTo>
                <a:lnTo>
                  <a:pt x="119535" y="24386"/>
                </a:lnTo>
                <a:lnTo>
                  <a:pt x="118924" y="24592"/>
                </a:lnTo>
                <a:lnTo>
                  <a:pt x="118305" y="24794"/>
                </a:lnTo>
                <a:lnTo>
                  <a:pt x="117679" y="24992"/>
                </a:lnTo>
                <a:lnTo>
                  <a:pt x="117047" y="25185"/>
                </a:lnTo>
                <a:lnTo>
                  <a:pt x="116406" y="25374"/>
                </a:lnTo>
                <a:lnTo>
                  <a:pt x="115759" y="25558"/>
                </a:lnTo>
                <a:lnTo>
                  <a:pt x="115105" y="25738"/>
                </a:lnTo>
                <a:lnTo>
                  <a:pt x="114444" y="25914"/>
                </a:lnTo>
                <a:lnTo>
                  <a:pt x="113775" y="26085"/>
                </a:lnTo>
                <a:lnTo>
                  <a:pt x="113099" y="26252"/>
                </a:lnTo>
                <a:lnTo>
                  <a:pt x="112416" y="26414"/>
                </a:lnTo>
                <a:lnTo>
                  <a:pt x="111726" y="26572"/>
                </a:lnTo>
                <a:lnTo>
                  <a:pt x="111029" y="26726"/>
                </a:lnTo>
                <a:lnTo>
                  <a:pt x="111029" y="49210"/>
                </a:lnTo>
                <a:lnTo>
                  <a:pt x="111718" y="49110"/>
                </a:lnTo>
                <a:lnTo>
                  <a:pt x="112400" y="49006"/>
                </a:lnTo>
                <a:lnTo>
                  <a:pt x="113074" y="48898"/>
                </a:lnTo>
                <a:lnTo>
                  <a:pt x="113739" y="48786"/>
                </a:lnTo>
                <a:lnTo>
                  <a:pt x="114398" y="48670"/>
                </a:lnTo>
                <a:lnTo>
                  <a:pt x="115048" y="48551"/>
                </a:lnTo>
                <a:lnTo>
                  <a:pt x="115690" y="48427"/>
                </a:lnTo>
                <a:lnTo>
                  <a:pt x="116325" y="48300"/>
                </a:lnTo>
                <a:lnTo>
                  <a:pt x="116952" y="48168"/>
                </a:lnTo>
                <a:lnTo>
                  <a:pt x="117572" y="48033"/>
                </a:lnTo>
                <a:lnTo>
                  <a:pt x="118183" y="47894"/>
                </a:lnTo>
                <a:lnTo>
                  <a:pt x="118787" y="47750"/>
                </a:lnTo>
                <a:lnTo>
                  <a:pt x="119383" y="47603"/>
                </a:lnTo>
                <a:lnTo>
                  <a:pt x="119971" y="47452"/>
                </a:lnTo>
                <a:lnTo>
                  <a:pt x="120551" y="47297"/>
                </a:lnTo>
                <a:lnTo>
                  <a:pt x="121124" y="47138"/>
                </a:lnTo>
                <a:lnTo>
                  <a:pt x="121689" y="46975"/>
                </a:lnTo>
                <a:lnTo>
                  <a:pt x="122246" y="46808"/>
                </a:lnTo>
                <a:lnTo>
                  <a:pt x="122795" y="46638"/>
                </a:lnTo>
                <a:lnTo>
                  <a:pt x="123336" y="46463"/>
                </a:lnTo>
                <a:lnTo>
                  <a:pt x="123870" y="46285"/>
                </a:lnTo>
                <a:lnTo>
                  <a:pt x="124396" y="46102"/>
                </a:lnTo>
                <a:lnTo>
                  <a:pt x="124914" y="45916"/>
                </a:lnTo>
                <a:lnTo>
                  <a:pt x="125425" y="45725"/>
                </a:lnTo>
                <a:lnTo>
                  <a:pt x="125928" y="45531"/>
                </a:lnTo>
                <a:lnTo>
                  <a:pt x="126425" y="45335"/>
                </a:lnTo>
                <a:lnTo>
                  <a:pt x="126916" y="45136"/>
                </a:lnTo>
                <a:lnTo>
                  <a:pt x="127401" y="44935"/>
                </a:lnTo>
                <a:lnTo>
                  <a:pt x="127880" y="44731"/>
                </a:lnTo>
                <a:lnTo>
                  <a:pt x="128352" y="44525"/>
                </a:lnTo>
                <a:lnTo>
                  <a:pt x="128818" y="44316"/>
                </a:lnTo>
                <a:lnTo>
                  <a:pt x="129279" y="44105"/>
                </a:lnTo>
                <a:lnTo>
                  <a:pt x="129732" y="43891"/>
                </a:lnTo>
                <a:lnTo>
                  <a:pt x="130180" y="43675"/>
                </a:lnTo>
                <a:lnTo>
                  <a:pt x="130622" y="43456"/>
                </a:lnTo>
                <a:lnTo>
                  <a:pt x="131057" y="43235"/>
                </a:lnTo>
                <a:lnTo>
                  <a:pt x="131486" y="43011"/>
                </a:lnTo>
                <a:lnTo>
                  <a:pt x="131909" y="42785"/>
                </a:lnTo>
                <a:lnTo>
                  <a:pt x="132326" y="42556"/>
                </a:lnTo>
                <a:lnTo>
                  <a:pt x="132736" y="42324"/>
                </a:lnTo>
                <a:lnTo>
                  <a:pt x="133141" y="42091"/>
                </a:lnTo>
                <a:lnTo>
                  <a:pt x="133539" y="41854"/>
                </a:lnTo>
                <a:lnTo>
                  <a:pt x="133931" y="41616"/>
                </a:lnTo>
                <a:lnTo>
                  <a:pt x="134317" y="41374"/>
                </a:lnTo>
                <a:lnTo>
                  <a:pt x="134697" y="41130"/>
                </a:lnTo>
                <a:lnTo>
                  <a:pt x="135070" y="40884"/>
                </a:lnTo>
                <a:lnTo>
                  <a:pt x="135437" y="40635"/>
                </a:lnTo>
                <a:lnTo>
                  <a:pt x="135798" y="40384"/>
                </a:lnTo>
                <a:lnTo>
                  <a:pt x="136154" y="40131"/>
                </a:lnTo>
                <a:lnTo>
                  <a:pt x="136505" y="39876"/>
                </a:lnTo>
                <a:lnTo>
                  <a:pt x="136851" y="39621"/>
                </a:lnTo>
                <a:lnTo>
                  <a:pt x="137192" y="39364"/>
                </a:lnTo>
                <a:lnTo>
                  <a:pt x="137529" y="39106"/>
                </a:lnTo>
                <a:lnTo>
                  <a:pt x="137861" y="38848"/>
                </a:lnTo>
                <a:lnTo>
                  <a:pt x="138188" y="38588"/>
                </a:lnTo>
                <a:lnTo>
                  <a:pt x="138510" y="38327"/>
                </a:lnTo>
                <a:lnTo>
                  <a:pt x="138827" y="38065"/>
                </a:lnTo>
                <a:lnTo>
                  <a:pt x="139140" y="37801"/>
                </a:lnTo>
                <a:lnTo>
                  <a:pt x="139448" y="37537"/>
                </a:lnTo>
                <a:lnTo>
                  <a:pt x="139751" y="37272"/>
                </a:lnTo>
                <a:lnTo>
                  <a:pt x="140050" y="37005"/>
                </a:lnTo>
                <a:lnTo>
                  <a:pt x="140344" y="36737"/>
                </a:lnTo>
                <a:lnTo>
                  <a:pt x="140632" y="36469"/>
                </a:lnTo>
                <a:lnTo>
                  <a:pt x="140917" y="36199"/>
                </a:lnTo>
                <a:lnTo>
                  <a:pt x="141196" y="35928"/>
                </a:lnTo>
                <a:lnTo>
                  <a:pt x="141471" y="35656"/>
                </a:lnTo>
                <a:lnTo>
                  <a:pt x="141741" y="35383"/>
                </a:lnTo>
                <a:lnTo>
                  <a:pt x="142006" y="35108"/>
                </a:lnTo>
                <a:lnTo>
                  <a:pt x="142266" y="34833"/>
                </a:lnTo>
                <a:lnTo>
                  <a:pt x="142522" y="34557"/>
                </a:lnTo>
                <a:lnTo>
                  <a:pt x="142773" y="34279"/>
                </a:lnTo>
                <a:lnTo>
                  <a:pt x="143019" y="34000"/>
                </a:lnTo>
                <a:lnTo>
                  <a:pt x="143019" y="124668"/>
                </a:lnTo>
                <a:lnTo>
                  <a:pt x="168519" y="124668"/>
                </a:lnTo>
                <a:lnTo>
                  <a:pt x="168519" y="5575"/>
                </a:lnTo>
                <a:lnTo>
                  <a:pt x="145487" y="5575"/>
                </a:lnTo>
                <a:lnTo>
                  <a:pt x="145173" y="5982"/>
                </a:lnTo>
                <a:close/>
                <a:moveTo>
                  <a:pt x="595680" y="105932"/>
                </a:moveTo>
                <a:lnTo>
                  <a:pt x="595109" y="105926"/>
                </a:lnTo>
                <a:lnTo>
                  <a:pt x="594557" y="105908"/>
                </a:lnTo>
                <a:lnTo>
                  <a:pt x="594021" y="105878"/>
                </a:lnTo>
                <a:lnTo>
                  <a:pt x="593503" y="105836"/>
                </a:lnTo>
                <a:lnTo>
                  <a:pt x="593002" y="105782"/>
                </a:lnTo>
                <a:lnTo>
                  <a:pt x="592518" y="105716"/>
                </a:lnTo>
                <a:lnTo>
                  <a:pt x="592051" y="105638"/>
                </a:lnTo>
                <a:lnTo>
                  <a:pt x="591602" y="105548"/>
                </a:lnTo>
                <a:lnTo>
                  <a:pt x="591170" y="105446"/>
                </a:lnTo>
                <a:lnTo>
                  <a:pt x="590756" y="105332"/>
                </a:lnTo>
                <a:lnTo>
                  <a:pt x="590359" y="105206"/>
                </a:lnTo>
                <a:lnTo>
                  <a:pt x="589979" y="105068"/>
                </a:lnTo>
                <a:lnTo>
                  <a:pt x="589616" y="104918"/>
                </a:lnTo>
                <a:lnTo>
                  <a:pt x="589271" y="104757"/>
                </a:lnTo>
                <a:lnTo>
                  <a:pt x="588943" y="104583"/>
                </a:lnTo>
                <a:lnTo>
                  <a:pt x="588632" y="104397"/>
                </a:lnTo>
                <a:lnTo>
                  <a:pt x="588338" y="104199"/>
                </a:lnTo>
                <a:lnTo>
                  <a:pt x="588062" y="103989"/>
                </a:lnTo>
                <a:lnTo>
                  <a:pt x="587803" y="103767"/>
                </a:lnTo>
                <a:lnTo>
                  <a:pt x="587562" y="103534"/>
                </a:lnTo>
                <a:lnTo>
                  <a:pt x="587337" y="103288"/>
                </a:lnTo>
                <a:lnTo>
                  <a:pt x="587130" y="103030"/>
                </a:lnTo>
                <a:lnTo>
                  <a:pt x="586941" y="102760"/>
                </a:lnTo>
                <a:lnTo>
                  <a:pt x="586768" y="102478"/>
                </a:lnTo>
                <a:lnTo>
                  <a:pt x="586608" y="102184"/>
                </a:lnTo>
                <a:lnTo>
                  <a:pt x="586454" y="101877"/>
                </a:lnTo>
                <a:lnTo>
                  <a:pt x="586308" y="101557"/>
                </a:lnTo>
                <a:lnTo>
                  <a:pt x="586168" y="101224"/>
                </a:lnTo>
                <a:lnTo>
                  <a:pt x="586035" y="100878"/>
                </a:lnTo>
                <a:lnTo>
                  <a:pt x="585909" y="100519"/>
                </a:lnTo>
                <a:lnTo>
                  <a:pt x="585789" y="100146"/>
                </a:lnTo>
                <a:lnTo>
                  <a:pt x="585677" y="99762"/>
                </a:lnTo>
                <a:lnTo>
                  <a:pt x="585571" y="99364"/>
                </a:lnTo>
                <a:lnTo>
                  <a:pt x="585472" y="98953"/>
                </a:lnTo>
                <a:lnTo>
                  <a:pt x="585380" y="98529"/>
                </a:lnTo>
                <a:lnTo>
                  <a:pt x="585294" y="98092"/>
                </a:lnTo>
                <a:lnTo>
                  <a:pt x="585216" y="97642"/>
                </a:lnTo>
                <a:lnTo>
                  <a:pt x="585144" y="97179"/>
                </a:lnTo>
                <a:lnTo>
                  <a:pt x="585080" y="96704"/>
                </a:lnTo>
                <a:lnTo>
                  <a:pt x="585022" y="96215"/>
                </a:lnTo>
                <a:lnTo>
                  <a:pt x="584970" y="95713"/>
                </a:lnTo>
                <a:lnTo>
                  <a:pt x="584926" y="95199"/>
                </a:lnTo>
                <a:lnTo>
                  <a:pt x="584888" y="94671"/>
                </a:lnTo>
                <a:lnTo>
                  <a:pt x="584858" y="94131"/>
                </a:lnTo>
                <a:lnTo>
                  <a:pt x="584834" y="93577"/>
                </a:lnTo>
                <a:lnTo>
                  <a:pt x="584817" y="93011"/>
                </a:lnTo>
                <a:lnTo>
                  <a:pt x="584807" y="92431"/>
                </a:lnTo>
                <a:lnTo>
                  <a:pt x="584803" y="91839"/>
                </a:lnTo>
                <a:lnTo>
                  <a:pt x="584803" y="53011"/>
                </a:lnTo>
                <a:lnTo>
                  <a:pt x="604271" y="53011"/>
                </a:lnTo>
                <a:lnTo>
                  <a:pt x="604271" y="34366"/>
                </a:lnTo>
                <a:lnTo>
                  <a:pt x="584803" y="34366"/>
                </a:lnTo>
                <a:lnTo>
                  <a:pt x="584803" y="13344"/>
                </a:lnTo>
                <a:lnTo>
                  <a:pt x="560582" y="13344"/>
                </a:lnTo>
                <a:lnTo>
                  <a:pt x="560582" y="34366"/>
                </a:lnTo>
                <a:lnTo>
                  <a:pt x="545776" y="34366"/>
                </a:lnTo>
                <a:lnTo>
                  <a:pt x="545776" y="53011"/>
                </a:lnTo>
                <a:lnTo>
                  <a:pt x="560582" y="53011"/>
                </a:lnTo>
                <a:lnTo>
                  <a:pt x="560582" y="93110"/>
                </a:lnTo>
                <a:lnTo>
                  <a:pt x="560588" y="94031"/>
                </a:lnTo>
                <a:lnTo>
                  <a:pt x="560603" y="94937"/>
                </a:lnTo>
                <a:lnTo>
                  <a:pt x="560628" y="95829"/>
                </a:lnTo>
                <a:lnTo>
                  <a:pt x="560664" y="96706"/>
                </a:lnTo>
                <a:lnTo>
                  <a:pt x="560709" y="97568"/>
                </a:lnTo>
                <a:lnTo>
                  <a:pt x="560765" y="98416"/>
                </a:lnTo>
                <a:lnTo>
                  <a:pt x="560831" y="99249"/>
                </a:lnTo>
                <a:lnTo>
                  <a:pt x="560907" y="100067"/>
                </a:lnTo>
                <a:lnTo>
                  <a:pt x="560994" y="100870"/>
                </a:lnTo>
                <a:lnTo>
                  <a:pt x="561090" y="101659"/>
                </a:lnTo>
                <a:lnTo>
                  <a:pt x="561197" y="102434"/>
                </a:lnTo>
                <a:lnTo>
                  <a:pt x="561314" y="103193"/>
                </a:lnTo>
                <a:lnTo>
                  <a:pt x="561441" y="103938"/>
                </a:lnTo>
                <a:lnTo>
                  <a:pt x="561578" y="104668"/>
                </a:lnTo>
                <a:lnTo>
                  <a:pt x="561725" y="105384"/>
                </a:lnTo>
                <a:lnTo>
                  <a:pt x="561882" y="106085"/>
                </a:lnTo>
                <a:lnTo>
                  <a:pt x="562050" y="106771"/>
                </a:lnTo>
                <a:lnTo>
                  <a:pt x="562228" y="107443"/>
                </a:lnTo>
                <a:lnTo>
                  <a:pt x="562415" y="108100"/>
                </a:lnTo>
                <a:lnTo>
                  <a:pt x="562614" y="108742"/>
                </a:lnTo>
                <a:lnTo>
                  <a:pt x="562822" y="109369"/>
                </a:lnTo>
                <a:lnTo>
                  <a:pt x="563040" y="109982"/>
                </a:lnTo>
                <a:lnTo>
                  <a:pt x="563269" y="110581"/>
                </a:lnTo>
                <a:lnTo>
                  <a:pt x="563507" y="111164"/>
                </a:lnTo>
                <a:lnTo>
                  <a:pt x="563759" y="111734"/>
                </a:lnTo>
                <a:lnTo>
                  <a:pt x="564026" y="112292"/>
                </a:lnTo>
                <a:lnTo>
                  <a:pt x="564309" y="112836"/>
                </a:lnTo>
                <a:lnTo>
                  <a:pt x="564608" y="113369"/>
                </a:lnTo>
                <a:lnTo>
                  <a:pt x="564922" y="113888"/>
                </a:lnTo>
                <a:lnTo>
                  <a:pt x="565252" y="114395"/>
                </a:lnTo>
                <a:lnTo>
                  <a:pt x="565598" y="114890"/>
                </a:lnTo>
                <a:lnTo>
                  <a:pt x="565960" y="115372"/>
                </a:lnTo>
                <a:lnTo>
                  <a:pt x="566337" y="115841"/>
                </a:lnTo>
                <a:lnTo>
                  <a:pt x="566730" y="116298"/>
                </a:lnTo>
                <a:lnTo>
                  <a:pt x="567139" y="116743"/>
                </a:lnTo>
                <a:lnTo>
                  <a:pt x="567563" y="117174"/>
                </a:lnTo>
                <a:lnTo>
                  <a:pt x="568003" y="117594"/>
                </a:lnTo>
                <a:lnTo>
                  <a:pt x="568459" y="118000"/>
                </a:lnTo>
                <a:lnTo>
                  <a:pt x="568930" y="118394"/>
                </a:lnTo>
                <a:lnTo>
                  <a:pt x="569418" y="118776"/>
                </a:lnTo>
                <a:lnTo>
                  <a:pt x="569921" y="119145"/>
                </a:lnTo>
                <a:lnTo>
                  <a:pt x="570439" y="119501"/>
                </a:lnTo>
                <a:lnTo>
                  <a:pt x="570974" y="119845"/>
                </a:lnTo>
                <a:lnTo>
                  <a:pt x="571524" y="120176"/>
                </a:lnTo>
                <a:lnTo>
                  <a:pt x="572089" y="120495"/>
                </a:lnTo>
                <a:lnTo>
                  <a:pt x="572671" y="120801"/>
                </a:lnTo>
                <a:lnTo>
                  <a:pt x="573268" y="121094"/>
                </a:lnTo>
                <a:lnTo>
                  <a:pt x="573881" y="121375"/>
                </a:lnTo>
                <a:lnTo>
                  <a:pt x="574512" y="121644"/>
                </a:lnTo>
                <a:lnTo>
                  <a:pt x="575165" y="121901"/>
                </a:lnTo>
                <a:lnTo>
                  <a:pt x="575838" y="122147"/>
                </a:lnTo>
                <a:lnTo>
                  <a:pt x="576533" y="122381"/>
                </a:lnTo>
                <a:lnTo>
                  <a:pt x="577249" y="122604"/>
                </a:lnTo>
                <a:lnTo>
                  <a:pt x="577985" y="122816"/>
                </a:lnTo>
                <a:lnTo>
                  <a:pt x="578743" y="123016"/>
                </a:lnTo>
                <a:lnTo>
                  <a:pt x="579522" y="123205"/>
                </a:lnTo>
                <a:lnTo>
                  <a:pt x="580322" y="123382"/>
                </a:lnTo>
                <a:lnTo>
                  <a:pt x="581144" y="123548"/>
                </a:lnTo>
                <a:lnTo>
                  <a:pt x="581986" y="123702"/>
                </a:lnTo>
                <a:lnTo>
                  <a:pt x="582850" y="123845"/>
                </a:lnTo>
                <a:lnTo>
                  <a:pt x="583734" y="123977"/>
                </a:lnTo>
                <a:lnTo>
                  <a:pt x="584640" y="124097"/>
                </a:lnTo>
                <a:lnTo>
                  <a:pt x="585567" y="124205"/>
                </a:lnTo>
                <a:lnTo>
                  <a:pt x="586514" y="124302"/>
                </a:lnTo>
                <a:lnTo>
                  <a:pt x="587483" y="124388"/>
                </a:lnTo>
                <a:lnTo>
                  <a:pt x="588473" y="124463"/>
                </a:lnTo>
                <a:lnTo>
                  <a:pt x="589485" y="124525"/>
                </a:lnTo>
                <a:lnTo>
                  <a:pt x="590517" y="124577"/>
                </a:lnTo>
                <a:lnTo>
                  <a:pt x="591570" y="124617"/>
                </a:lnTo>
                <a:lnTo>
                  <a:pt x="592645" y="124646"/>
                </a:lnTo>
                <a:lnTo>
                  <a:pt x="593740" y="124663"/>
                </a:lnTo>
                <a:lnTo>
                  <a:pt x="594857" y="124668"/>
                </a:lnTo>
                <a:lnTo>
                  <a:pt x="604271" y="124668"/>
                </a:lnTo>
                <a:lnTo>
                  <a:pt x="604271" y="105932"/>
                </a:lnTo>
                <a:lnTo>
                  <a:pt x="595680" y="105932"/>
                </a:lnTo>
                <a:close/>
                <a:moveTo>
                  <a:pt x="473233" y="63363"/>
                </a:moveTo>
                <a:lnTo>
                  <a:pt x="473565" y="62966"/>
                </a:lnTo>
                <a:lnTo>
                  <a:pt x="473901" y="62573"/>
                </a:lnTo>
                <a:lnTo>
                  <a:pt x="474241" y="62186"/>
                </a:lnTo>
                <a:lnTo>
                  <a:pt x="474587" y="61804"/>
                </a:lnTo>
                <a:lnTo>
                  <a:pt x="474936" y="61428"/>
                </a:lnTo>
                <a:lnTo>
                  <a:pt x="475291" y="61056"/>
                </a:lnTo>
                <a:lnTo>
                  <a:pt x="475650" y="60689"/>
                </a:lnTo>
                <a:lnTo>
                  <a:pt x="476013" y="60328"/>
                </a:lnTo>
                <a:lnTo>
                  <a:pt x="476382" y="59972"/>
                </a:lnTo>
                <a:lnTo>
                  <a:pt x="476754" y="59621"/>
                </a:lnTo>
                <a:lnTo>
                  <a:pt x="477132" y="59275"/>
                </a:lnTo>
                <a:lnTo>
                  <a:pt x="477514" y="58934"/>
                </a:lnTo>
                <a:lnTo>
                  <a:pt x="477900" y="58599"/>
                </a:lnTo>
                <a:lnTo>
                  <a:pt x="478292" y="58268"/>
                </a:lnTo>
                <a:lnTo>
                  <a:pt x="478688" y="57943"/>
                </a:lnTo>
                <a:lnTo>
                  <a:pt x="479088" y="57623"/>
                </a:lnTo>
                <a:lnTo>
                  <a:pt x="479493" y="57308"/>
                </a:lnTo>
                <a:lnTo>
                  <a:pt x="479903" y="56998"/>
                </a:lnTo>
                <a:lnTo>
                  <a:pt x="480317" y="56694"/>
                </a:lnTo>
                <a:lnTo>
                  <a:pt x="480736" y="56394"/>
                </a:lnTo>
                <a:lnTo>
                  <a:pt x="481159" y="56100"/>
                </a:lnTo>
                <a:lnTo>
                  <a:pt x="481587" y="55811"/>
                </a:lnTo>
                <a:lnTo>
                  <a:pt x="482021" y="55530"/>
                </a:lnTo>
                <a:lnTo>
                  <a:pt x="482462" y="55261"/>
                </a:lnTo>
                <a:lnTo>
                  <a:pt x="482910" y="55005"/>
                </a:lnTo>
                <a:lnTo>
                  <a:pt x="483366" y="54760"/>
                </a:lnTo>
                <a:lnTo>
                  <a:pt x="483828" y="54527"/>
                </a:lnTo>
                <a:lnTo>
                  <a:pt x="484298" y="54306"/>
                </a:lnTo>
                <a:lnTo>
                  <a:pt x="484774" y="54097"/>
                </a:lnTo>
                <a:lnTo>
                  <a:pt x="485258" y="53900"/>
                </a:lnTo>
                <a:lnTo>
                  <a:pt x="485749" y="53715"/>
                </a:lnTo>
                <a:lnTo>
                  <a:pt x="486248" y="53542"/>
                </a:lnTo>
                <a:lnTo>
                  <a:pt x="486753" y="53381"/>
                </a:lnTo>
                <a:lnTo>
                  <a:pt x="487265" y="53231"/>
                </a:lnTo>
                <a:lnTo>
                  <a:pt x="487785" y="53094"/>
                </a:lnTo>
                <a:lnTo>
                  <a:pt x="488312" y="52969"/>
                </a:lnTo>
                <a:lnTo>
                  <a:pt x="488846" y="52855"/>
                </a:lnTo>
                <a:lnTo>
                  <a:pt x="489387" y="52754"/>
                </a:lnTo>
                <a:lnTo>
                  <a:pt x="489935" y="52664"/>
                </a:lnTo>
                <a:lnTo>
                  <a:pt x="490490" y="52587"/>
                </a:lnTo>
                <a:lnTo>
                  <a:pt x="491052" y="52521"/>
                </a:lnTo>
                <a:lnTo>
                  <a:pt x="491622" y="52467"/>
                </a:lnTo>
                <a:lnTo>
                  <a:pt x="492199" y="52425"/>
                </a:lnTo>
                <a:lnTo>
                  <a:pt x="492783" y="52396"/>
                </a:lnTo>
                <a:lnTo>
                  <a:pt x="493374" y="52378"/>
                </a:lnTo>
                <a:lnTo>
                  <a:pt x="493972" y="52372"/>
                </a:lnTo>
                <a:lnTo>
                  <a:pt x="494372" y="52375"/>
                </a:lnTo>
                <a:lnTo>
                  <a:pt x="494766" y="52386"/>
                </a:lnTo>
                <a:lnTo>
                  <a:pt x="495153" y="52404"/>
                </a:lnTo>
                <a:lnTo>
                  <a:pt x="495534" y="52429"/>
                </a:lnTo>
                <a:lnTo>
                  <a:pt x="495909" y="52460"/>
                </a:lnTo>
                <a:lnTo>
                  <a:pt x="496277" y="52500"/>
                </a:lnTo>
                <a:lnTo>
                  <a:pt x="496638" y="52546"/>
                </a:lnTo>
                <a:lnTo>
                  <a:pt x="496993" y="52599"/>
                </a:lnTo>
                <a:lnTo>
                  <a:pt x="497341" y="52659"/>
                </a:lnTo>
                <a:lnTo>
                  <a:pt x="497683" y="52727"/>
                </a:lnTo>
                <a:lnTo>
                  <a:pt x="498019" y="52801"/>
                </a:lnTo>
                <a:lnTo>
                  <a:pt x="498347" y="52883"/>
                </a:lnTo>
                <a:lnTo>
                  <a:pt x="498670" y="52972"/>
                </a:lnTo>
                <a:lnTo>
                  <a:pt x="498986" y="53068"/>
                </a:lnTo>
                <a:lnTo>
                  <a:pt x="499295" y="53171"/>
                </a:lnTo>
                <a:lnTo>
                  <a:pt x="499598" y="53281"/>
                </a:lnTo>
                <a:lnTo>
                  <a:pt x="499894" y="53398"/>
                </a:lnTo>
                <a:lnTo>
                  <a:pt x="500184" y="53522"/>
                </a:lnTo>
                <a:lnTo>
                  <a:pt x="500467" y="53653"/>
                </a:lnTo>
                <a:lnTo>
                  <a:pt x="500744" y="53792"/>
                </a:lnTo>
                <a:lnTo>
                  <a:pt x="501014" y="53937"/>
                </a:lnTo>
                <a:lnTo>
                  <a:pt x="501278" y="54090"/>
                </a:lnTo>
                <a:lnTo>
                  <a:pt x="501536" y="54250"/>
                </a:lnTo>
                <a:lnTo>
                  <a:pt x="501786" y="54417"/>
                </a:lnTo>
                <a:lnTo>
                  <a:pt x="502031" y="54590"/>
                </a:lnTo>
                <a:lnTo>
                  <a:pt x="502270" y="54769"/>
                </a:lnTo>
                <a:lnTo>
                  <a:pt x="502504" y="54954"/>
                </a:lnTo>
                <a:lnTo>
                  <a:pt x="502732" y="55145"/>
                </a:lnTo>
                <a:lnTo>
                  <a:pt x="502955" y="55341"/>
                </a:lnTo>
                <a:lnTo>
                  <a:pt x="503172" y="55544"/>
                </a:lnTo>
                <a:lnTo>
                  <a:pt x="503383" y="55752"/>
                </a:lnTo>
                <a:lnTo>
                  <a:pt x="503589" y="55966"/>
                </a:lnTo>
                <a:lnTo>
                  <a:pt x="503789" y="56186"/>
                </a:lnTo>
                <a:lnTo>
                  <a:pt x="503984" y="56411"/>
                </a:lnTo>
                <a:lnTo>
                  <a:pt x="504173" y="56642"/>
                </a:lnTo>
                <a:lnTo>
                  <a:pt x="504357" y="56880"/>
                </a:lnTo>
                <a:lnTo>
                  <a:pt x="504535" y="57122"/>
                </a:lnTo>
                <a:lnTo>
                  <a:pt x="504708" y="57371"/>
                </a:lnTo>
                <a:lnTo>
                  <a:pt x="504875" y="57626"/>
                </a:lnTo>
                <a:lnTo>
                  <a:pt x="505036" y="57886"/>
                </a:lnTo>
                <a:lnTo>
                  <a:pt x="505192" y="58152"/>
                </a:lnTo>
                <a:lnTo>
                  <a:pt x="505342" y="58424"/>
                </a:lnTo>
                <a:lnTo>
                  <a:pt x="505487" y="58702"/>
                </a:lnTo>
                <a:lnTo>
                  <a:pt x="505626" y="58986"/>
                </a:lnTo>
                <a:lnTo>
                  <a:pt x="505760" y="59275"/>
                </a:lnTo>
                <a:lnTo>
                  <a:pt x="505888" y="59570"/>
                </a:lnTo>
                <a:lnTo>
                  <a:pt x="506011" y="59871"/>
                </a:lnTo>
                <a:lnTo>
                  <a:pt x="506128" y="60178"/>
                </a:lnTo>
                <a:lnTo>
                  <a:pt x="506240" y="60490"/>
                </a:lnTo>
                <a:lnTo>
                  <a:pt x="506347" y="60805"/>
                </a:lnTo>
                <a:lnTo>
                  <a:pt x="506449" y="61126"/>
                </a:lnTo>
                <a:lnTo>
                  <a:pt x="506547" y="61450"/>
                </a:lnTo>
                <a:lnTo>
                  <a:pt x="506640" y="61779"/>
                </a:lnTo>
                <a:lnTo>
                  <a:pt x="506728" y="62111"/>
                </a:lnTo>
                <a:lnTo>
                  <a:pt x="506811" y="62448"/>
                </a:lnTo>
                <a:lnTo>
                  <a:pt x="506889" y="62790"/>
                </a:lnTo>
                <a:lnTo>
                  <a:pt x="506963" y="63135"/>
                </a:lnTo>
                <a:lnTo>
                  <a:pt x="507032" y="63485"/>
                </a:lnTo>
                <a:lnTo>
                  <a:pt x="507097" y="63838"/>
                </a:lnTo>
                <a:lnTo>
                  <a:pt x="507156" y="64196"/>
                </a:lnTo>
                <a:lnTo>
                  <a:pt x="507211" y="64559"/>
                </a:lnTo>
                <a:lnTo>
                  <a:pt x="507261" y="64925"/>
                </a:lnTo>
                <a:lnTo>
                  <a:pt x="507306" y="65296"/>
                </a:lnTo>
                <a:lnTo>
                  <a:pt x="507346" y="65671"/>
                </a:lnTo>
                <a:lnTo>
                  <a:pt x="507382" y="66050"/>
                </a:lnTo>
                <a:lnTo>
                  <a:pt x="507413" y="66433"/>
                </a:lnTo>
                <a:lnTo>
                  <a:pt x="507439" y="66820"/>
                </a:lnTo>
                <a:lnTo>
                  <a:pt x="507461" y="67212"/>
                </a:lnTo>
                <a:lnTo>
                  <a:pt x="507477" y="67608"/>
                </a:lnTo>
                <a:lnTo>
                  <a:pt x="507489" y="68008"/>
                </a:lnTo>
                <a:lnTo>
                  <a:pt x="507496" y="68412"/>
                </a:lnTo>
                <a:lnTo>
                  <a:pt x="507499" y="68821"/>
                </a:lnTo>
                <a:lnTo>
                  <a:pt x="507499" y="124668"/>
                </a:lnTo>
                <a:lnTo>
                  <a:pt x="531537" y="124668"/>
                </a:lnTo>
                <a:lnTo>
                  <a:pt x="531537" y="65867"/>
                </a:lnTo>
                <a:lnTo>
                  <a:pt x="531524" y="64538"/>
                </a:lnTo>
                <a:lnTo>
                  <a:pt x="531485" y="63236"/>
                </a:lnTo>
                <a:lnTo>
                  <a:pt x="531420" y="61960"/>
                </a:lnTo>
                <a:lnTo>
                  <a:pt x="531329" y="60711"/>
                </a:lnTo>
                <a:lnTo>
                  <a:pt x="531211" y="59490"/>
                </a:lnTo>
                <a:lnTo>
                  <a:pt x="531068" y="58295"/>
                </a:lnTo>
                <a:lnTo>
                  <a:pt x="530899" y="57126"/>
                </a:lnTo>
                <a:lnTo>
                  <a:pt x="530704" y="55985"/>
                </a:lnTo>
                <a:lnTo>
                  <a:pt x="530483" y="54871"/>
                </a:lnTo>
                <a:lnTo>
                  <a:pt x="530236" y="53783"/>
                </a:lnTo>
                <a:lnTo>
                  <a:pt x="529962" y="52722"/>
                </a:lnTo>
                <a:lnTo>
                  <a:pt x="529663" y="51688"/>
                </a:lnTo>
                <a:lnTo>
                  <a:pt x="529338" y="50681"/>
                </a:lnTo>
                <a:lnTo>
                  <a:pt x="528986" y="49701"/>
                </a:lnTo>
                <a:lnTo>
                  <a:pt x="528609" y="48748"/>
                </a:lnTo>
                <a:lnTo>
                  <a:pt x="528206" y="47821"/>
                </a:lnTo>
                <a:lnTo>
                  <a:pt x="527776" y="46921"/>
                </a:lnTo>
                <a:lnTo>
                  <a:pt x="527321" y="46049"/>
                </a:lnTo>
                <a:lnTo>
                  <a:pt x="526840" y="45203"/>
                </a:lnTo>
                <a:lnTo>
                  <a:pt x="526332" y="44383"/>
                </a:lnTo>
                <a:lnTo>
                  <a:pt x="525799" y="43591"/>
                </a:lnTo>
                <a:lnTo>
                  <a:pt x="525239" y="42826"/>
                </a:lnTo>
                <a:lnTo>
                  <a:pt x="524654" y="42087"/>
                </a:lnTo>
                <a:lnTo>
                  <a:pt x="524042" y="41375"/>
                </a:lnTo>
                <a:lnTo>
                  <a:pt x="523407" y="40691"/>
                </a:lnTo>
                <a:lnTo>
                  <a:pt x="522750" y="40037"/>
                </a:lnTo>
                <a:lnTo>
                  <a:pt x="522073" y="39411"/>
                </a:lnTo>
                <a:lnTo>
                  <a:pt x="521374" y="38815"/>
                </a:lnTo>
                <a:lnTo>
                  <a:pt x="520653" y="38247"/>
                </a:lnTo>
                <a:lnTo>
                  <a:pt x="519912" y="37709"/>
                </a:lnTo>
                <a:lnTo>
                  <a:pt x="519149" y="37200"/>
                </a:lnTo>
                <a:lnTo>
                  <a:pt x="518365" y="36720"/>
                </a:lnTo>
                <a:lnTo>
                  <a:pt x="517560" y="36269"/>
                </a:lnTo>
                <a:lnTo>
                  <a:pt x="516733" y="35847"/>
                </a:lnTo>
                <a:lnTo>
                  <a:pt x="515885" y="35454"/>
                </a:lnTo>
                <a:lnTo>
                  <a:pt x="515016" y="35090"/>
                </a:lnTo>
                <a:lnTo>
                  <a:pt x="514126" y="34755"/>
                </a:lnTo>
                <a:lnTo>
                  <a:pt x="513214" y="34450"/>
                </a:lnTo>
                <a:lnTo>
                  <a:pt x="512282" y="34174"/>
                </a:lnTo>
                <a:lnTo>
                  <a:pt x="511327" y="33926"/>
                </a:lnTo>
                <a:lnTo>
                  <a:pt x="510352" y="33708"/>
                </a:lnTo>
                <a:lnTo>
                  <a:pt x="509355" y="33519"/>
                </a:lnTo>
                <a:lnTo>
                  <a:pt x="508337" y="33359"/>
                </a:lnTo>
                <a:lnTo>
                  <a:pt x="507298" y="33228"/>
                </a:lnTo>
                <a:lnTo>
                  <a:pt x="506238" y="33126"/>
                </a:lnTo>
                <a:lnTo>
                  <a:pt x="505156" y="33053"/>
                </a:lnTo>
                <a:lnTo>
                  <a:pt x="504053" y="33010"/>
                </a:lnTo>
                <a:lnTo>
                  <a:pt x="502929" y="32995"/>
                </a:lnTo>
                <a:lnTo>
                  <a:pt x="501962" y="33003"/>
                </a:lnTo>
                <a:lnTo>
                  <a:pt x="501009" y="33026"/>
                </a:lnTo>
                <a:lnTo>
                  <a:pt x="500073" y="33064"/>
                </a:lnTo>
                <a:lnTo>
                  <a:pt x="499151" y="33118"/>
                </a:lnTo>
                <a:lnTo>
                  <a:pt x="498245" y="33187"/>
                </a:lnTo>
                <a:lnTo>
                  <a:pt x="497353" y="33272"/>
                </a:lnTo>
                <a:lnTo>
                  <a:pt x="496478" y="33372"/>
                </a:lnTo>
                <a:lnTo>
                  <a:pt x="495617" y="33488"/>
                </a:lnTo>
                <a:lnTo>
                  <a:pt x="494771" y="33618"/>
                </a:lnTo>
                <a:lnTo>
                  <a:pt x="493941" y="33765"/>
                </a:lnTo>
                <a:lnTo>
                  <a:pt x="493126" y="33926"/>
                </a:lnTo>
                <a:lnTo>
                  <a:pt x="492327" y="34103"/>
                </a:lnTo>
                <a:lnTo>
                  <a:pt x="491542" y="34296"/>
                </a:lnTo>
                <a:lnTo>
                  <a:pt x="490773" y="34503"/>
                </a:lnTo>
                <a:lnTo>
                  <a:pt x="490019" y="34727"/>
                </a:lnTo>
                <a:lnTo>
                  <a:pt x="489280" y="34965"/>
                </a:lnTo>
                <a:lnTo>
                  <a:pt x="488556" y="35219"/>
                </a:lnTo>
                <a:lnTo>
                  <a:pt x="487848" y="35489"/>
                </a:lnTo>
                <a:lnTo>
                  <a:pt x="487155" y="35773"/>
                </a:lnTo>
                <a:lnTo>
                  <a:pt x="486477" y="36073"/>
                </a:lnTo>
                <a:lnTo>
                  <a:pt x="485814" y="36389"/>
                </a:lnTo>
                <a:lnTo>
                  <a:pt x="485167" y="36720"/>
                </a:lnTo>
                <a:lnTo>
                  <a:pt x="484535" y="37066"/>
                </a:lnTo>
                <a:lnTo>
                  <a:pt x="483918" y="37428"/>
                </a:lnTo>
                <a:lnTo>
                  <a:pt x="483313" y="37800"/>
                </a:lnTo>
                <a:lnTo>
                  <a:pt x="482719" y="38176"/>
                </a:lnTo>
                <a:lnTo>
                  <a:pt x="482134" y="38557"/>
                </a:lnTo>
                <a:lnTo>
                  <a:pt x="481559" y="38942"/>
                </a:lnTo>
                <a:lnTo>
                  <a:pt x="480994" y="39332"/>
                </a:lnTo>
                <a:lnTo>
                  <a:pt x="480439" y="39727"/>
                </a:lnTo>
                <a:lnTo>
                  <a:pt x="479894" y="40127"/>
                </a:lnTo>
                <a:lnTo>
                  <a:pt x="479358" y="40530"/>
                </a:lnTo>
                <a:lnTo>
                  <a:pt x="478832" y="40939"/>
                </a:lnTo>
                <a:lnTo>
                  <a:pt x="478316" y="41352"/>
                </a:lnTo>
                <a:lnTo>
                  <a:pt x="477810" y="41770"/>
                </a:lnTo>
                <a:lnTo>
                  <a:pt x="477314" y="42192"/>
                </a:lnTo>
                <a:lnTo>
                  <a:pt x="476828" y="42619"/>
                </a:lnTo>
                <a:lnTo>
                  <a:pt x="476351" y="43051"/>
                </a:lnTo>
                <a:lnTo>
                  <a:pt x="475885" y="43487"/>
                </a:lnTo>
                <a:lnTo>
                  <a:pt x="475428" y="43927"/>
                </a:lnTo>
                <a:lnTo>
                  <a:pt x="474981" y="44373"/>
                </a:lnTo>
                <a:lnTo>
                  <a:pt x="474544" y="44823"/>
                </a:lnTo>
                <a:lnTo>
                  <a:pt x="474116" y="45277"/>
                </a:lnTo>
                <a:lnTo>
                  <a:pt x="473699" y="45736"/>
                </a:lnTo>
                <a:lnTo>
                  <a:pt x="473291" y="46200"/>
                </a:lnTo>
                <a:lnTo>
                  <a:pt x="472893" y="46668"/>
                </a:lnTo>
                <a:lnTo>
                  <a:pt x="472505" y="47141"/>
                </a:lnTo>
                <a:lnTo>
                  <a:pt x="472127" y="47619"/>
                </a:lnTo>
                <a:lnTo>
                  <a:pt x="471670" y="34366"/>
                </a:lnTo>
                <a:lnTo>
                  <a:pt x="448364" y="34366"/>
                </a:lnTo>
                <a:lnTo>
                  <a:pt x="448364" y="124668"/>
                </a:lnTo>
                <a:lnTo>
                  <a:pt x="472584" y="124668"/>
                </a:lnTo>
                <a:lnTo>
                  <a:pt x="472584" y="64174"/>
                </a:lnTo>
                <a:lnTo>
                  <a:pt x="472907" y="63766"/>
                </a:lnTo>
                <a:lnTo>
                  <a:pt x="473233" y="63363"/>
                </a:lnTo>
                <a:close/>
                <a:moveTo>
                  <a:pt x="366628" y="157358"/>
                </a:moveTo>
                <a:lnTo>
                  <a:pt x="367411" y="157333"/>
                </a:lnTo>
                <a:lnTo>
                  <a:pt x="368183" y="157301"/>
                </a:lnTo>
                <a:lnTo>
                  <a:pt x="368944" y="157262"/>
                </a:lnTo>
                <a:lnTo>
                  <a:pt x="369693" y="157217"/>
                </a:lnTo>
                <a:lnTo>
                  <a:pt x="370431" y="157164"/>
                </a:lnTo>
                <a:lnTo>
                  <a:pt x="371158" y="157104"/>
                </a:lnTo>
                <a:lnTo>
                  <a:pt x="371874" y="157037"/>
                </a:lnTo>
                <a:lnTo>
                  <a:pt x="372578" y="156963"/>
                </a:lnTo>
                <a:lnTo>
                  <a:pt x="373271" y="156882"/>
                </a:lnTo>
                <a:lnTo>
                  <a:pt x="373953" y="156793"/>
                </a:lnTo>
                <a:lnTo>
                  <a:pt x="374623" y="156698"/>
                </a:lnTo>
                <a:lnTo>
                  <a:pt x="375282" y="156596"/>
                </a:lnTo>
                <a:lnTo>
                  <a:pt x="375930" y="156487"/>
                </a:lnTo>
                <a:lnTo>
                  <a:pt x="376567" y="156370"/>
                </a:lnTo>
                <a:lnTo>
                  <a:pt x="377193" y="156247"/>
                </a:lnTo>
                <a:lnTo>
                  <a:pt x="377807" y="156117"/>
                </a:lnTo>
                <a:lnTo>
                  <a:pt x="378410" y="155979"/>
                </a:lnTo>
                <a:lnTo>
                  <a:pt x="379001" y="155834"/>
                </a:lnTo>
                <a:lnTo>
                  <a:pt x="379582" y="155683"/>
                </a:lnTo>
                <a:lnTo>
                  <a:pt x="380151" y="155524"/>
                </a:lnTo>
                <a:lnTo>
                  <a:pt x="380709" y="155359"/>
                </a:lnTo>
                <a:lnTo>
                  <a:pt x="381257" y="155184"/>
                </a:lnTo>
                <a:lnTo>
                  <a:pt x="381799" y="154998"/>
                </a:lnTo>
                <a:lnTo>
                  <a:pt x="382333" y="154801"/>
                </a:lnTo>
                <a:lnTo>
                  <a:pt x="382860" y="154593"/>
                </a:lnTo>
                <a:lnTo>
                  <a:pt x="383380" y="154373"/>
                </a:lnTo>
                <a:lnTo>
                  <a:pt x="383893" y="154143"/>
                </a:lnTo>
                <a:lnTo>
                  <a:pt x="384399" y="153901"/>
                </a:lnTo>
                <a:lnTo>
                  <a:pt x="384898" y="153648"/>
                </a:lnTo>
                <a:lnTo>
                  <a:pt x="385389" y="153384"/>
                </a:lnTo>
                <a:lnTo>
                  <a:pt x="385874" y="153108"/>
                </a:lnTo>
                <a:lnTo>
                  <a:pt x="386351" y="152822"/>
                </a:lnTo>
                <a:lnTo>
                  <a:pt x="386821" y="152524"/>
                </a:lnTo>
                <a:lnTo>
                  <a:pt x="387284" y="152215"/>
                </a:lnTo>
                <a:lnTo>
                  <a:pt x="387740" y="151894"/>
                </a:lnTo>
                <a:lnTo>
                  <a:pt x="388188" y="151563"/>
                </a:lnTo>
                <a:lnTo>
                  <a:pt x="388630" y="151220"/>
                </a:lnTo>
                <a:lnTo>
                  <a:pt x="389064" y="150866"/>
                </a:lnTo>
                <a:lnTo>
                  <a:pt x="389491" y="150501"/>
                </a:lnTo>
                <a:lnTo>
                  <a:pt x="389912" y="150125"/>
                </a:lnTo>
                <a:lnTo>
                  <a:pt x="390325" y="149737"/>
                </a:lnTo>
                <a:lnTo>
                  <a:pt x="390730" y="149339"/>
                </a:lnTo>
                <a:lnTo>
                  <a:pt x="391129" y="148929"/>
                </a:lnTo>
                <a:lnTo>
                  <a:pt x="391521" y="148508"/>
                </a:lnTo>
                <a:lnTo>
                  <a:pt x="391905" y="148075"/>
                </a:lnTo>
                <a:lnTo>
                  <a:pt x="392284" y="147630"/>
                </a:lnTo>
                <a:lnTo>
                  <a:pt x="392659" y="147170"/>
                </a:lnTo>
                <a:lnTo>
                  <a:pt x="393030" y="146695"/>
                </a:lnTo>
                <a:lnTo>
                  <a:pt x="393398" y="146205"/>
                </a:lnTo>
                <a:lnTo>
                  <a:pt x="393762" y="145701"/>
                </a:lnTo>
                <a:lnTo>
                  <a:pt x="394121" y="145182"/>
                </a:lnTo>
                <a:lnTo>
                  <a:pt x="394477" y="144648"/>
                </a:lnTo>
                <a:lnTo>
                  <a:pt x="394830" y="144100"/>
                </a:lnTo>
                <a:lnTo>
                  <a:pt x="395178" y="143537"/>
                </a:lnTo>
                <a:lnTo>
                  <a:pt x="395523" y="142959"/>
                </a:lnTo>
                <a:lnTo>
                  <a:pt x="395864" y="142366"/>
                </a:lnTo>
                <a:lnTo>
                  <a:pt x="396201" y="141759"/>
                </a:lnTo>
                <a:lnTo>
                  <a:pt x="396534" y="141136"/>
                </a:lnTo>
                <a:lnTo>
                  <a:pt x="396863" y="140500"/>
                </a:lnTo>
                <a:lnTo>
                  <a:pt x="397189" y="139848"/>
                </a:lnTo>
                <a:lnTo>
                  <a:pt x="397511" y="139182"/>
                </a:lnTo>
                <a:lnTo>
                  <a:pt x="397829" y="138500"/>
                </a:lnTo>
                <a:lnTo>
                  <a:pt x="398143" y="137805"/>
                </a:lnTo>
                <a:lnTo>
                  <a:pt x="398453" y="137094"/>
                </a:lnTo>
                <a:lnTo>
                  <a:pt x="398760" y="136369"/>
                </a:lnTo>
                <a:lnTo>
                  <a:pt x="399063" y="135629"/>
                </a:lnTo>
                <a:lnTo>
                  <a:pt x="399362" y="134874"/>
                </a:lnTo>
                <a:lnTo>
                  <a:pt x="399657" y="134104"/>
                </a:lnTo>
                <a:lnTo>
                  <a:pt x="399948" y="133320"/>
                </a:lnTo>
                <a:lnTo>
                  <a:pt x="403238" y="124374"/>
                </a:lnTo>
                <a:lnTo>
                  <a:pt x="435320" y="34366"/>
                </a:lnTo>
                <a:lnTo>
                  <a:pt x="410825" y="34366"/>
                </a:lnTo>
                <a:lnTo>
                  <a:pt x="390717" y="101167"/>
                </a:lnTo>
                <a:lnTo>
                  <a:pt x="368141" y="34366"/>
                </a:lnTo>
                <a:lnTo>
                  <a:pt x="342915" y="34366"/>
                </a:lnTo>
                <a:lnTo>
                  <a:pt x="377647" y="124668"/>
                </a:lnTo>
                <a:lnTo>
                  <a:pt x="375636" y="129513"/>
                </a:lnTo>
                <a:lnTo>
                  <a:pt x="375495" y="129874"/>
                </a:lnTo>
                <a:lnTo>
                  <a:pt x="375348" y="130227"/>
                </a:lnTo>
                <a:lnTo>
                  <a:pt x="375194" y="130571"/>
                </a:lnTo>
                <a:lnTo>
                  <a:pt x="375033" y="130906"/>
                </a:lnTo>
                <a:lnTo>
                  <a:pt x="374865" y="131233"/>
                </a:lnTo>
                <a:lnTo>
                  <a:pt x="374691" y="131552"/>
                </a:lnTo>
                <a:lnTo>
                  <a:pt x="374509" y="131862"/>
                </a:lnTo>
                <a:lnTo>
                  <a:pt x="374321" y="132163"/>
                </a:lnTo>
                <a:lnTo>
                  <a:pt x="374126" y="132456"/>
                </a:lnTo>
                <a:lnTo>
                  <a:pt x="373924" y="132740"/>
                </a:lnTo>
                <a:lnTo>
                  <a:pt x="373715" y="133016"/>
                </a:lnTo>
                <a:lnTo>
                  <a:pt x="373499" y="133283"/>
                </a:lnTo>
                <a:lnTo>
                  <a:pt x="373277" y="133541"/>
                </a:lnTo>
                <a:lnTo>
                  <a:pt x="373048" y="133791"/>
                </a:lnTo>
                <a:lnTo>
                  <a:pt x="372812" y="134033"/>
                </a:lnTo>
                <a:lnTo>
                  <a:pt x="372569" y="134265"/>
                </a:lnTo>
                <a:lnTo>
                  <a:pt x="372319" y="134490"/>
                </a:lnTo>
                <a:lnTo>
                  <a:pt x="372063" y="134705"/>
                </a:lnTo>
                <a:lnTo>
                  <a:pt x="371799" y="134912"/>
                </a:lnTo>
                <a:lnTo>
                  <a:pt x="371529" y="135111"/>
                </a:lnTo>
                <a:lnTo>
                  <a:pt x="371252" y="135301"/>
                </a:lnTo>
                <a:lnTo>
                  <a:pt x="370969" y="135482"/>
                </a:lnTo>
                <a:lnTo>
                  <a:pt x="370678" y="135655"/>
                </a:lnTo>
                <a:lnTo>
                  <a:pt x="370380" y="135819"/>
                </a:lnTo>
                <a:lnTo>
                  <a:pt x="370077" y="135976"/>
                </a:lnTo>
                <a:lnTo>
                  <a:pt x="369766" y="136126"/>
                </a:lnTo>
                <a:lnTo>
                  <a:pt x="369450" y="136269"/>
                </a:lnTo>
                <a:lnTo>
                  <a:pt x="369128" y="136406"/>
                </a:lnTo>
                <a:lnTo>
                  <a:pt x="368799" y="136536"/>
                </a:lnTo>
                <a:lnTo>
                  <a:pt x="368464" y="136659"/>
                </a:lnTo>
                <a:lnTo>
                  <a:pt x="368123" y="136775"/>
                </a:lnTo>
                <a:lnTo>
                  <a:pt x="367776" y="136885"/>
                </a:lnTo>
                <a:lnTo>
                  <a:pt x="367422" y="136989"/>
                </a:lnTo>
                <a:lnTo>
                  <a:pt x="367062" y="137085"/>
                </a:lnTo>
                <a:lnTo>
                  <a:pt x="366697" y="137175"/>
                </a:lnTo>
                <a:lnTo>
                  <a:pt x="366325" y="137259"/>
                </a:lnTo>
                <a:lnTo>
                  <a:pt x="365946" y="137335"/>
                </a:lnTo>
                <a:lnTo>
                  <a:pt x="365562" y="137405"/>
                </a:lnTo>
                <a:lnTo>
                  <a:pt x="365171" y="137469"/>
                </a:lnTo>
                <a:lnTo>
                  <a:pt x="364775" y="137525"/>
                </a:lnTo>
                <a:lnTo>
                  <a:pt x="364372" y="137575"/>
                </a:lnTo>
                <a:lnTo>
                  <a:pt x="363963" y="137619"/>
                </a:lnTo>
                <a:lnTo>
                  <a:pt x="363547" y="137655"/>
                </a:lnTo>
                <a:lnTo>
                  <a:pt x="363126" y="137685"/>
                </a:lnTo>
                <a:lnTo>
                  <a:pt x="362698" y="137708"/>
                </a:lnTo>
                <a:lnTo>
                  <a:pt x="362264" y="137725"/>
                </a:lnTo>
                <a:lnTo>
                  <a:pt x="361824" y="137735"/>
                </a:lnTo>
                <a:lnTo>
                  <a:pt x="361378" y="137738"/>
                </a:lnTo>
                <a:lnTo>
                  <a:pt x="353335" y="137738"/>
                </a:lnTo>
                <a:lnTo>
                  <a:pt x="353335" y="157389"/>
                </a:lnTo>
                <a:lnTo>
                  <a:pt x="364211" y="157389"/>
                </a:lnTo>
                <a:lnTo>
                  <a:pt x="365028" y="157386"/>
                </a:lnTo>
                <a:lnTo>
                  <a:pt x="365834" y="157375"/>
                </a:lnTo>
                <a:lnTo>
                  <a:pt x="366628" y="157358"/>
                </a:lnTo>
                <a:close/>
                <a:moveTo>
                  <a:pt x="745799" y="77377"/>
                </a:moveTo>
                <a:lnTo>
                  <a:pt x="714377" y="124668"/>
                </a:lnTo>
                <a:lnTo>
                  <a:pt x="740151" y="124668"/>
                </a:lnTo>
                <a:lnTo>
                  <a:pt x="760355" y="92314"/>
                </a:lnTo>
                <a:lnTo>
                  <a:pt x="780641" y="124668"/>
                </a:lnTo>
                <a:lnTo>
                  <a:pt x="806507" y="124668"/>
                </a:lnTo>
                <a:lnTo>
                  <a:pt x="775182" y="77768"/>
                </a:lnTo>
                <a:lnTo>
                  <a:pt x="803765" y="34366"/>
                </a:lnTo>
                <a:lnTo>
                  <a:pt x="777899" y="34366"/>
                </a:lnTo>
                <a:lnTo>
                  <a:pt x="760687" y="63434"/>
                </a:lnTo>
                <a:lnTo>
                  <a:pt x="743259" y="34366"/>
                </a:lnTo>
                <a:lnTo>
                  <a:pt x="717393" y="34366"/>
                </a:lnTo>
                <a:lnTo>
                  <a:pt x="745799" y="77377"/>
                </a:lnTo>
                <a:close/>
                <a:moveTo>
                  <a:pt x="650477" y="126261"/>
                </a:moveTo>
                <a:lnTo>
                  <a:pt x="651264" y="126221"/>
                </a:lnTo>
                <a:lnTo>
                  <a:pt x="652044" y="126169"/>
                </a:lnTo>
                <a:lnTo>
                  <a:pt x="652815" y="126105"/>
                </a:lnTo>
                <a:lnTo>
                  <a:pt x="653578" y="126030"/>
                </a:lnTo>
                <a:lnTo>
                  <a:pt x="654334" y="125943"/>
                </a:lnTo>
                <a:lnTo>
                  <a:pt x="655081" y="125844"/>
                </a:lnTo>
                <a:lnTo>
                  <a:pt x="655821" y="125734"/>
                </a:lnTo>
                <a:lnTo>
                  <a:pt x="656553" y="125613"/>
                </a:lnTo>
                <a:lnTo>
                  <a:pt x="657276" y="125480"/>
                </a:lnTo>
                <a:lnTo>
                  <a:pt x="657992" y="125335"/>
                </a:lnTo>
                <a:lnTo>
                  <a:pt x="658700" y="125178"/>
                </a:lnTo>
                <a:lnTo>
                  <a:pt x="659400" y="125010"/>
                </a:lnTo>
                <a:lnTo>
                  <a:pt x="660092" y="124831"/>
                </a:lnTo>
                <a:lnTo>
                  <a:pt x="660776" y="124640"/>
                </a:lnTo>
                <a:lnTo>
                  <a:pt x="661452" y="124437"/>
                </a:lnTo>
                <a:lnTo>
                  <a:pt x="662120" y="124223"/>
                </a:lnTo>
                <a:lnTo>
                  <a:pt x="662781" y="123997"/>
                </a:lnTo>
                <a:lnTo>
                  <a:pt x="663433" y="123759"/>
                </a:lnTo>
                <a:lnTo>
                  <a:pt x="664077" y="123510"/>
                </a:lnTo>
                <a:lnTo>
                  <a:pt x="664714" y="123250"/>
                </a:lnTo>
                <a:lnTo>
                  <a:pt x="665342" y="122978"/>
                </a:lnTo>
                <a:lnTo>
                  <a:pt x="665964" y="122694"/>
                </a:lnTo>
                <a:lnTo>
                  <a:pt x="666579" y="122400"/>
                </a:lnTo>
                <a:lnTo>
                  <a:pt x="667187" y="122094"/>
                </a:lnTo>
                <a:lnTo>
                  <a:pt x="667790" y="121778"/>
                </a:lnTo>
                <a:lnTo>
                  <a:pt x="668386" y="121451"/>
                </a:lnTo>
                <a:lnTo>
                  <a:pt x="668975" y="121112"/>
                </a:lnTo>
                <a:lnTo>
                  <a:pt x="669559" y="120763"/>
                </a:lnTo>
                <a:lnTo>
                  <a:pt x="670136" y="120403"/>
                </a:lnTo>
                <a:lnTo>
                  <a:pt x="670706" y="120032"/>
                </a:lnTo>
                <a:lnTo>
                  <a:pt x="671271" y="119650"/>
                </a:lnTo>
                <a:lnTo>
                  <a:pt x="671829" y="119257"/>
                </a:lnTo>
                <a:lnTo>
                  <a:pt x="672380" y="118853"/>
                </a:lnTo>
                <a:lnTo>
                  <a:pt x="672925" y="118438"/>
                </a:lnTo>
                <a:lnTo>
                  <a:pt x="673464" y="118012"/>
                </a:lnTo>
                <a:lnTo>
                  <a:pt x="673997" y="117576"/>
                </a:lnTo>
                <a:lnTo>
                  <a:pt x="674523" y="117128"/>
                </a:lnTo>
                <a:lnTo>
                  <a:pt x="675043" y="116669"/>
                </a:lnTo>
                <a:lnTo>
                  <a:pt x="675556" y="116200"/>
                </a:lnTo>
                <a:lnTo>
                  <a:pt x="676063" y="115719"/>
                </a:lnTo>
                <a:lnTo>
                  <a:pt x="676564" y="115228"/>
                </a:lnTo>
                <a:lnTo>
                  <a:pt x="677059" y="114725"/>
                </a:lnTo>
                <a:lnTo>
                  <a:pt x="677547" y="114212"/>
                </a:lnTo>
                <a:lnTo>
                  <a:pt x="678028" y="113687"/>
                </a:lnTo>
                <a:lnTo>
                  <a:pt x="678504" y="113152"/>
                </a:lnTo>
                <a:lnTo>
                  <a:pt x="679235" y="124668"/>
                </a:lnTo>
                <a:lnTo>
                  <a:pt x="701902" y="124668"/>
                </a:lnTo>
                <a:lnTo>
                  <a:pt x="701902" y="64076"/>
                </a:lnTo>
                <a:lnTo>
                  <a:pt x="701897" y="63326"/>
                </a:lnTo>
                <a:lnTo>
                  <a:pt x="701882" y="62586"/>
                </a:lnTo>
                <a:lnTo>
                  <a:pt x="701858" y="61857"/>
                </a:lnTo>
                <a:lnTo>
                  <a:pt x="701823" y="61138"/>
                </a:lnTo>
                <a:lnTo>
                  <a:pt x="701779" y="60430"/>
                </a:lnTo>
                <a:lnTo>
                  <a:pt x="701725" y="59732"/>
                </a:lnTo>
                <a:lnTo>
                  <a:pt x="701661" y="59044"/>
                </a:lnTo>
                <a:lnTo>
                  <a:pt x="701587" y="58367"/>
                </a:lnTo>
                <a:lnTo>
                  <a:pt x="701504" y="57700"/>
                </a:lnTo>
                <a:lnTo>
                  <a:pt x="701410" y="57044"/>
                </a:lnTo>
                <a:lnTo>
                  <a:pt x="701307" y="56398"/>
                </a:lnTo>
                <a:lnTo>
                  <a:pt x="701194" y="55763"/>
                </a:lnTo>
                <a:lnTo>
                  <a:pt x="701071" y="55138"/>
                </a:lnTo>
                <a:lnTo>
                  <a:pt x="700938" y="54523"/>
                </a:lnTo>
                <a:lnTo>
                  <a:pt x="700795" y="53919"/>
                </a:lnTo>
                <a:lnTo>
                  <a:pt x="700643" y="53326"/>
                </a:lnTo>
                <a:lnTo>
                  <a:pt x="700480" y="52743"/>
                </a:lnTo>
                <a:lnTo>
                  <a:pt x="700308" y="52170"/>
                </a:lnTo>
                <a:lnTo>
                  <a:pt x="700126" y="51608"/>
                </a:lnTo>
                <a:lnTo>
                  <a:pt x="699934" y="51056"/>
                </a:lnTo>
                <a:lnTo>
                  <a:pt x="699733" y="50514"/>
                </a:lnTo>
                <a:lnTo>
                  <a:pt x="699521" y="49983"/>
                </a:lnTo>
                <a:lnTo>
                  <a:pt x="699300" y="49463"/>
                </a:lnTo>
                <a:lnTo>
                  <a:pt x="699069" y="48953"/>
                </a:lnTo>
                <a:lnTo>
                  <a:pt x="698828" y="48452"/>
                </a:lnTo>
                <a:lnTo>
                  <a:pt x="698580" y="47960"/>
                </a:lnTo>
                <a:lnTo>
                  <a:pt x="698324" y="47477"/>
                </a:lnTo>
                <a:lnTo>
                  <a:pt x="698059" y="47003"/>
                </a:lnTo>
                <a:lnTo>
                  <a:pt x="697787" y="46538"/>
                </a:lnTo>
                <a:lnTo>
                  <a:pt x="697506" y="46082"/>
                </a:lnTo>
                <a:lnTo>
                  <a:pt x="697218" y="45634"/>
                </a:lnTo>
                <a:lnTo>
                  <a:pt x="696921" y="45195"/>
                </a:lnTo>
                <a:lnTo>
                  <a:pt x="696616" y="44765"/>
                </a:lnTo>
                <a:lnTo>
                  <a:pt x="696303" y="44344"/>
                </a:lnTo>
                <a:lnTo>
                  <a:pt x="695982" y="43932"/>
                </a:lnTo>
                <a:lnTo>
                  <a:pt x="695653" y="43529"/>
                </a:lnTo>
                <a:lnTo>
                  <a:pt x="695315" y="43134"/>
                </a:lnTo>
                <a:lnTo>
                  <a:pt x="694970" y="42749"/>
                </a:lnTo>
                <a:lnTo>
                  <a:pt x="694616" y="42372"/>
                </a:lnTo>
                <a:lnTo>
                  <a:pt x="694255" y="42004"/>
                </a:lnTo>
                <a:lnTo>
                  <a:pt x="693885" y="41645"/>
                </a:lnTo>
                <a:lnTo>
                  <a:pt x="693508" y="41295"/>
                </a:lnTo>
                <a:lnTo>
                  <a:pt x="693122" y="40953"/>
                </a:lnTo>
                <a:lnTo>
                  <a:pt x="692728" y="40621"/>
                </a:lnTo>
                <a:lnTo>
                  <a:pt x="692326" y="40297"/>
                </a:lnTo>
                <a:lnTo>
                  <a:pt x="691916" y="39982"/>
                </a:lnTo>
                <a:lnTo>
                  <a:pt x="691498" y="39676"/>
                </a:lnTo>
                <a:lnTo>
                  <a:pt x="691071" y="39379"/>
                </a:lnTo>
                <a:lnTo>
                  <a:pt x="690638" y="39089"/>
                </a:lnTo>
                <a:lnTo>
                  <a:pt x="690198" y="38807"/>
                </a:lnTo>
                <a:lnTo>
                  <a:pt x="689751" y="38532"/>
                </a:lnTo>
                <a:lnTo>
                  <a:pt x="689298" y="38265"/>
                </a:lnTo>
                <a:lnTo>
                  <a:pt x="688838" y="38004"/>
                </a:lnTo>
                <a:lnTo>
                  <a:pt x="688372" y="37751"/>
                </a:lnTo>
                <a:lnTo>
                  <a:pt x="687899" y="37505"/>
                </a:lnTo>
                <a:lnTo>
                  <a:pt x="687420" y="37266"/>
                </a:lnTo>
                <a:lnTo>
                  <a:pt x="686935" y="37035"/>
                </a:lnTo>
                <a:lnTo>
                  <a:pt x="686443" y="36810"/>
                </a:lnTo>
                <a:lnTo>
                  <a:pt x="685944" y="36593"/>
                </a:lnTo>
                <a:lnTo>
                  <a:pt x="685439" y="36383"/>
                </a:lnTo>
                <a:lnTo>
                  <a:pt x="684927" y="36181"/>
                </a:lnTo>
                <a:lnTo>
                  <a:pt x="684409" y="35985"/>
                </a:lnTo>
                <a:lnTo>
                  <a:pt x="683884" y="35797"/>
                </a:lnTo>
                <a:lnTo>
                  <a:pt x="683353" y="35616"/>
                </a:lnTo>
                <a:lnTo>
                  <a:pt x="682815" y="35442"/>
                </a:lnTo>
                <a:lnTo>
                  <a:pt x="682271" y="35276"/>
                </a:lnTo>
                <a:lnTo>
                  <a:pt x="681720" y="35117"/>
                </a:lnTo>
                <a:lnTo>
                  <a:pt x="681163" y="34965"/>
                </a:lnTo>
                <a:lnTo>
                  <a:pt x="680600" y="34820"/>
                </a:lnTo>
                <a:lnTo>
                  <a:pt x="680029" y="34682"/>
                </a:lnTo>
                <a:lnTo>
                  <a:pt x="679453" y="34552"/>
                </a:lnTo>
                <a:lnTo>
                  <a:pt x="678869" y="34429"/>
                </a:lnTo>
                <a:lnTo>
                  <a:pt x="678280" y="34312"/>
                </a:lnTo>
                <a:lnTo>
                  <a:pt x="677686" y="34200"/>
                </a:lnTo>
                <a:lnTo>
                  <a:pt x="677087" y="34093"/>
                </a:lnTo>
                <a:lnTo>
                  <a:pt x="676483" y="33991"/>
                </a:lnTo>
                <a:lnTo>
                  <a:pt x="675874" y="33894"/>
                </a:lnTo>
                <a:lnTo>
                  <a:pt x="675259" y="33802"/>
                </a:lnTo>
                <a:lnTo>
                  <a:pt x="674640" y="33714"/>
                </a:lnTo>
                <a:lnTo>
                  <a:pt x="674015" y="33632"/>
                </a:lnTo>
                <a:lnTo>
                  <a:pt x="673385" y="33555"/>
                </a:lnTo>
                <a:lnTo>
                  <a:pt x="672751" y="33483"/>
                </a:lnTo>
                <a:lnTo>
                  <a:pt x="672111" y="33416"/>
                </a:lnTo>
                <a:lnTo>
                  <a:pt x="671466" y="33354"/>
                </a:lnTo>
                <a:lnTo>
                  <a:pt x="670816" y="33296"/>
                </a:lnTo>
                <a:lnTo>
                  <a:pt x="670161" y="33244"/>
                </a:lnTo>
                <a:lnTo>
                  <a:pt x="669501" y="33197"/>
                </a:lnTo>
                <a:lnTo>
                  <a:pt x="668836" y="33154"/>
                </a:lnTo>
                <a:lnTo>
                  <a:pt x="668166" y="33117"/>
                </a:lnTo>
                <a:lnTo>
                  <a:pt x="667490" y="33085"/>
                </a:lnTo>
                <a:lnTo>
                  <a:pt x="666810" y="33057"/>
                </a:lnTo>
                <a:lnTo>
                  <a:pt x="666124" y="33035"/>
                </a:lnTo>
                <a:lnTo>
                  <a:pt x="665434" y="33017"/>
                </a:lnTo>
                <a:lnTo>
                  <a:pt x="664738" y="33005"/>
                </a:lnTo>
                <a:lnTo>
                  <a:pt x="664037" y="32998"/>
                </a:lnTo>
                <a:lnTo>
                  <a:pt x="663332" y="32995"/>
                </a:lnTo>
                <a:lnTo>
                  <a:pt x="662369" y="33000"/>
                </a:lnTo>
                <a:lnTo>
                  <a:pt x="661416" y="33016"/>
                </a:lnTo>
                <a:lnTo>
                  <a:pt x="660473" y="33041"/>
                </a:lnTo>
                <a:lnTo>
                  <a:pt x="659540" y="33077"/>
                </a:lnTo>
                <a:lnTo>
                  <a:pt x="658616" y="33124"/>
                </a:lnTo>
                <a:lnTo>
                  <a:pt x="657702" y="33180"/>
                </a:lnTo>
                <a:lnTo>
                  <a:pt x="656798" y="33247"/>
                </a:lnTo>
                <a:lnTo>
                  <a:pt x="655903" y="33324"/>
                </a:lnTo>
                <a:lnTo>
                  <a:pt x="655018" y="33412"/>
                </a:lnTo>
                <a:lnTo>
                  <a:pt x="654142" y="33509"/>
                </a:lnTo>
                <a:lnTo>
                  <a:pt x="653277" y="33617"/>
                </a:lnTo>
                <a:lnTo>
                  <a:pt x="652421" y="33736"/>
                </a:lnTo>
                <a:lnTo>
                  <a:pt x="651574" y="33864"/>
                </a:lnTo>
                <a:lnTo>
                  <a:pt x="650738" y="34003"/>
                </a:lnTo>
                <a:lnTo>
                  <a:pt x="649911" y="34152"/>
                </a:lnTo>
                <a:lnTo>
                  <a:pt x="649094" y="34311"/>
                </a:lnTo>
                <a:lnTo>
                  <a:pt x="648286" y="34481"/>
                </a:lnTo>
                <a:lnTo>
                  <a:pt x="647488" y="34661"/>
                </a:lnTo>
                <a:lnTo>
                  <a:pt x="646700" y="34851"/>
                </a:lnTo>
                <a:lnTo>
                  <a:pt x="645921" y="35052"/>
                </a:lnTo>
                <a:lnTo>
                  <a:pt x="645152" y="35263"/>
                </a:lnTo>
                <a:lnTo>
                  <a:pt x="644393" y="35484"/>
                </a:lnTo>
                <a:lnTo>
                  <a:pt x="643644" y="35715"/>
                </a:lnTo>
                <a:lnTo>
                  <a:pt x="642904" y="35957"/>
                </a:lnTo>
                <a:lnTo>
                  <a:pt x="642176" y="36210"/>
                </a:lnTo>
                <a:lnTo>
                  <a:pt x="641461" y="36477"/>
                </a:lnTo>
                <a:lnTo>
                  <a:pt x="640759" y="36757"/>
                </a:lnTo>
                <a:lnTo>
                  <a:pt x="640070" y="37050"/>
                </a:lnTo>
                <a:lnTo>
                  <a:pt x="639395" y="37356"/>
                </a:lnTo>
                <a:lnTo>
                  <a:pt x="638734" y="37675"/>
                </a:lnTo>
                <a:lnTo>
                  <a:pt x="638085" y="38008"/>
                </a:lnTo>
                <a:lnTo>
                  <a:pt x="637450" y="38354"/>
                </a:lnTo>
                <a:lnTo>
                  <a:pt x="636829" y="38713"/>
                </a:lnTo>
                <a:lnTo>
                  <a:pt x="636220" y="39085"/>
                </a:lnTo>
                <a:lnTo>
                  <a:pt x="635625" y="39470"/>
                </a:lnTo>
                <a:lnTo>
                  <a:pt x="635044" y="39869"/>
                </a:lnTo>
                <a:lnTo>
                  <a:pt x="634475" y="40280"/>
                </a:lnTo>
                <a:lnTo>
                  <a:pt x="633920" y="40705"/>
                </a:lnTo>
                <a:lnTo>
                  <a:pt x="633378" y="41143"/>
                </a:lnTo>
                <a:lnTo>
                  <a:pt x="632850" y="41595"/>
                </a:lnTo>
                <a:lnTo>
                  <a:pt x="632335" y="42059"/>
                </a:lnTo>
                <a:lnTo>
                  <a:pt x="631833" y="42537"/>
                </a:lnTo>
                <a:lnTo>
                  <a:pt x="631345" y="43027"/>
                </a:lnTo>
                <a:lnTo>
                  <a:pt x="630870" y="43532"/>
                </a:lnTo>
                <a:lnTo>
                  <a:pt x="630408" y="44049"/>
                </a:lnTo>
                <a:lnTo>
                  <a:pt x="629959" y="44579"/>
                </a:lnTo>
                <a:lnTo>
                  <a:pt x="629524" y="45123"/>
                </a:lnTo>
                <a:lnTo>
                  <a:pt x="629103" y="45680"/>
                </a:lnTo>
                <a:lnTo>
                  <a:pt x="628696" y="46251"/>
                </a:lnTo>
                <a:lnTo>
                  <a:pt x="628307" y="46839"/>
                </a:lnTo>
                <a:lnTo>
                  <a:pt x="627935" y="47444"/>
                </a:lnTo>
                <a:lnTo>
                  <a:pt x="627581" y="48066"/>
                </a:lnTo>
                <a:lnTo>
                  <a:pt x="627243" y="48704"/>
                </a:lnTo>
                <a:lnTo>
                  <a:pt x="626923" y="49359"/>
                </a:lnTo>
                <a:lnTo>
                  <a:pt x="626621" y="50031"/>
                </a:lnTo>
                <a:lnTo>
                  <a:pt x="626335" y="50720"/>
                </a:lnTo>
                <a:lnTo>
                  <a:pt x="626067" y="51425"/>
                </a:lnTo>
                <a:lnTo>
                  <a:pt x="625816" y="52147"/>
                </a:lnTo>
                <a:lnTo>
                  <a:pt x="625583" y="52885"/>
                </a:lnTo>
                <a:lnTo>
                  <a:pt x="625367" y="53641"/>
                </a:lnTo>
                <a:lnTo>
                  <a:pt x="625168" y="54413"/>
                </a:lnTo>
                <a:lnTo>
                  <a:pt x="624986" y="55201"/>
                </a:lnTo>
                <a:lnTo>
                  <a:pt x="624822" y="56007"/>
                </a:lnTo>
                <a:lnTo>
                  <a:pt x="624675" y="56829"/>
                </a:lnTo>
                <a:lnTo>
                  <a:pt x="624545" y="57668"/>
                </a:lnTo>
                <a:lnTo>
                  <a:pt x="624433" y="58523"/>
                </a:lnTo>
                <a:lnTo>
                  <a:pt x="624338" y="59396"/>
                </a:lnTo>
                <a:lnTo>
                  <a:pt x="624260" y="60285"/>
                </a:lnTo>
                <a:lnTo>
                  <a:pt x="624199" y="61191"/>
                </a:lnTo>
                <a:lnTo>
                  <a:pt x="624156" y="62113"/>
                </a:lnTo>
                <a:lnTo>
                  <a:pt x="624130" y="63052"/>
                </a:lnTo>
                <a:lnTo>
                  <a:pt x="624121" y="64008"/>
                </a:lnTo>
                <a:lnTo>
                  <a:pt x="646788" y="64008"/>
                </a:lnTo>
                <a:lnTo>
                  <a:pt x="646796" y="63358"/>
                </a:lnTo>
                <a:lnTo>
                  <a:pt x="646821" y="62724"/>
                </a:lnTo>
                <a:lnTo>
                  <a:pt x="646861" y="62105"/>
                </a:lnTo>
                <a:lnTo>
                  <a:pt x="646918" y="61501"/>
                </a:lnTo>
                <a:lnTo>
                  <a:pt x="646991" y="60912"/>
                </a:lnTo>
                <a:lnTo>
                  <a:pt x="647080" y="60338"/>
                </a:lnTo>
                <a:lnTo>
                  <a:pt x="647185" y="59779"/>
                </a:lnTo>
                <a:lnTo>
                  <a:pt x="647306" y="59236"/>
                </a:lnTo>
                <a:lnTo>
                  <a:pt x="647444" y="58708"/>
                </a:lnTo>
                <a:lnTo>
                  <a:pt x="647598" y="58194"/>
                </a:lnTo>
                <a:lnTo>
                  <a:pt x="647768" y="57696"/>
                </a:lnTo>
                <a:lnTo>
                  <a:pt x="647954" y="57214"/>
                </a:lnTo>
                <a:lnTo>
                  <a:pt x="648156" y="56746"/>
                </a:lnTo>
                <a:lnTo>
                  <a:pt x="648374" y="56294"/>
                </a:lnTo>
                <a:lnTo>
                  <a:pt x="648609" y="55856"/>
                </a:lnTo>
                <a:lnTo>
                  <a:pt x="648860" y="55434"/>
                </a:lnTo>
                <a:lnTo>
                  <a:pt x="649127" y="55027"/>
                </a:lnTo>
                <a:lnTo>
                  <a:pt x="649410" y="54635"/>
                </a:lnTo>
                <a:lnTo>
                  <a:pt x="649710" y="54259"/>
                </a:lnTo>
                <a:lnTo>
                  <a:pt x="650025" y="53897"/>
                </a:lnTo>
                <a:lnTo>
                  <a:pt x="650357" y="53551"/>
                </a:lnTo>
                <a:lnTo>
                  <a:pt x="650705" y="53220"/>
                </a:lnTo>
                <a:lnTo>
                  <a:pt x="651069" y="52904"/>
                </a:lnTo>
                <a:lnTo>
                  <a:pt x="651450" y="52603"/>
                </a:lnTo>
                <a:lnTo>
                  <a:pt x="651843" y="52316"/>
                </a:lnTo>
                <a:lnTo>
                  <a:pt x="652244" y="52041"/>
                </a:lnTo>
                <a:lnTo>
                  <a:pt x="652655" y="51778"/>
                </a:lnTo>
                <a:lnTo>
                  <a:pt x="653075" y="51527"/>
                </a:lnTo>
                <a:lnTo>
                  <a:pt x="653503" y="51289"/>
                </a:lnTo>
                <a:lnTo>
                  <a:pt x="653940" y="51062"/>
                </a:lnTo>
                <a:lnTo>
                  <a:pt x="654387" y="50848"/>
                </a:lnTo>
                <a:lnTo>
                  <a:pt x="654842" y="50647"/>
                </a:lnTo>
                <a:lnTo>
                  <a:pt x="655306" y="50457"/>
                </a:lnTo>
                <a:lnTo>
                  <a:pt x="655778" y="50280"/>
                </a:lnTo>
                <a:lnTo>
                  <a:pt x="656260" y="50115"/>
                </a:lnTo>
                <a:lnTo>
                  <a:pt x="656751" y="49962"/>
                </a:lnTo>
                <a:lnTo>
                  <a:pt x="657250" y="49821"/>
                </a:lnTo>
                <a:lnTo>
                  <a:pt x="657759" y="49693"/>
                </a:lnTo>
                <a:lnTo>
                  <a:pt x="658276" y="49577"/>
                </a:lnTo>
                <a:lnTo>
                  <a:pt x="658802" y="49473"/>
                </a:lnTo>
                <a:lnTo>
                  <a:pt x="659337" y="49381"/>
                </a:lnTo>
                <a:lnTo>
                  <a:pt x="659881" y="49301"/>
                </a:lnTo>
                <a:lnTo>
                  <a:pt x="660434" y="49234"/>
                </a:lnTo>
                <a:lnTo>
                  <a:pt x="660996" y="49179"/>
                </a:lnTo>
                <a:lnTo>
                  <a:pt x="661566" y="49136"/>
                </a:lnTo>
                <a:lnTo>
                  <a:pt x="662146" y="49106"/>
                </a:lnTo>
                <a:lnTo>
                  <a:pt x="662734" y="49087"/>
                </a:lnTo>
                <a:lnTo>
                  <a:pt x="663332" y="49081"/>
                </a:lnTo>
                <a:lnTo>
                  <a:pt x="663876" y="49087"/>
                </a:lnTo>
                <a:lnTo>
                  <a:pt x="664412" y="49104"/>
                </a:lnTo>
                <a:lnTo>
                  <a:pt x="664939" y="49133"/>
                </a:lnTo>
                <a:lnTo>
                  <a:pt x="665458" y="49173"/>
                </a:lnTo>
                <a:lnTo>
                  <a:pt x="665968" y="49225"/>
                </a:lnTo>
                <a:lnTo>
                  <a:pt x="666471" y="49288"/>
                </a:lnTo>
                <a:lnTo>
                  <a:pt x="666964" y="49362"/>
                </a:lnTo>
                <a:lnTo>
                  <a:pt x="667450" y="49448"/>
                </a:lnTo>
                <a:lnTo>
                  <a:pt x="667927" y="49546"/>
                </a:lnTo>
                <a:lnTo>
                  <a:pt x="668395" y="49655"/>
                </a:lnTo>
                <a:lnTo>
                  <a:pt x="668855" y="49775"/>
                </a:lnTo>
                <a:lnTo>
                  <a:pt x="669307" y="49907"/>
                </a:lnTo>
                <a:lnTo>
                  <a:pt x="669750" y="50050"/>
                </a:lnTo>
                <a:lnTo>
                  <a:pt x="670185" y="50205"/>
                </a:lnTo>
                <a:lnTo>
                  <a:pt x="670611" y="50371"/>
                </a:lnTo>
                <a:lnTo>
                  <a:pt x="671029" y="50549"/>
                </a:lnTo>
                <a:lnTo>
                  <a:pt x="671439" y="50738"/>
                </a:lnTo>
                <a:lnTo>
                  <a:pt x="671840" y="50939"/>
                </a:lnTo>
                <a:lnTo>
                  <a:pt x="672233" y="51151"/>
                </a:lnTo>
                <a:lnTo>
                  <a:pt x="672617" y="51374"/>
                </a:lnTo>
                <a:lnTo>
                  <a:pt x="672993" y="51609"/>
                </a:lnTo>
                <a:lnTo>
                  <a:pt x="673361" y="51856"/>
                </a:lnTo>
                <a:lnTo>
                  <a:pt x="673720" y="52114"/>
                </a:lnTo>
                <a:lnTo>
                  <a:pt x="674071" y="52383"/>
                </a:lnTo>
                <a:lnTo>
                  <a:pt x="674410" y="52668"/>
                </a:lnTo>
                <a:lnTo>
                  <a:pt x="674735" y="52973"/>
                </a:lnTo>
                <a:lnTo>
                  <a:pt x="675046" y="53297"/>
                </a:lnTo>
                <a:lnTo>
                  <a:pt x="675342" y="53641"/>
                </a:lnTo>
                <a:lnTo>
                  <a:pt x="675623" y="54005"/>
                </a:lnTo>
                <a:lnTo>
                  <a:pt x="675890" y="54388"/>
                </a:lnTo>
                <a:lnTo>
                  <a:pt x="676143" y="54791"/>
                </a:lnTo>
                <a:lnTo>
                  <a:pt x="676381" y="55213"/>
                </a:lnTo>
                <a:lnTo>
                  <a:pt x="676605" y="55656"/>
                </a:lnTo>
                <a:lnTo>
                  <a:pt x="676815" y="56117"/>
                </a:lnTo>
                <a:lnTo>
                  <a:pt x="677009" y="56599"/>
                </a:lnTo>
                <a:lnTo>
                  <a:pt x="677190" y="57100"/>
                </a:lnTo>
                <a:lnTo>
                  <a:pt x="677356" y="57621"/>
                </a:lnTo>
                <a:lnTo>
                  <a:pt x="677508" y="58162"/>
                </a:lnTo>
                <a:lnTo>
                  <a:pt x="677645" y="58722"/>
                </a:lnTo>
                <a:lnTo>
                  <a:pt x="677768" y="59302"/>
                </a:lnTo>
                <a:lnTo>
                  <a:pt x="677876" y="59901"/>
                </a:lnTo>
                <a:lnTo>
                  <a:pt x="677970" y="60520"/>
                </a:lnTo>
                <a:lnTo>
                  <a:pt x="678049" y="61159"/>
                </a:lnTo>
                <a:lnTo>
                  <a:pt x="678114" y="61817"/>
                </a:lnTo>
                <a:lnTo>
                  <a:pt x="678165" y="62495"/>
                </a:lnTo>
                <a:lnTo>
                  <a:pt x="678201" y="63193"/>
                </a:lnTo>
                <a:lnTo>
                  <a:pt x="678222" y="63911"/>
                </a:lnTo>
                <a:lnTo>
                  <a:pt x="678230" y="64648"/>
                </a:lnTo>
                <a:lnTo>
                  <a:pt x="678230" y="69552"/>
                </a:lnTo>
                <a:lnTo>
                  <a:pt x="676767" y="69586"/>
                </a:lnTo>
                <a:lnTo>
                  <a:pt x="675320" y="69626"/>
                </a:lnTo>
                <a:lnTo>
                  <a:pt x="673887" y="69674"/>
                </a:lnTo>
                <a:lnTo>
                  <a:pt x="672470" y="69727"/>
                </a:lnTo>
                <a:lnTo>
                  <a:pt x="671068" y="69788"/>
                </a:lnTo>
                <a:lnTo>
                  <a:pt x="669681" y="69854"/>
                </a:lnTo>
                <a:lnTo>
                  <a:pt x="668309" y="69928"/>
                </a:lnTo>
                <a:lnTo>
                  <a:pt x="666952" y="70008"/>
                </a:lnTo>
                <a:lnTo>
                  <a:pt x="665610" y="70095"/>
                </a:lnTo>
                <a:lnTo>
                  <a:pt x="664283" y="70188"/>
                </a:lnTo>
                <a:lnTo>
                  <a:pt x="662972" y="70287"/>
                </a:lnTo>
                <a:lnTo>
                  <a:pt x="661675" y="70394"/>
                </a:lnTo>
                <a:lnTo>
                  <a:pt x="660393" y="70507"/>
                </a:lnTo>
                <a:lnTo>
                  <a:pt x="659127" y="70626"/>
                </a:lnTo>
                <a:lnTo>
                  <a:pt x="657875" y="70752"/>
                </a:lnTo>
                <a:lnTo>
                  <a:pt x="656639" y="70885"/>
                </a:lnTo>
                <a:lnTo>
                  <a:pt x="655418" y="71024"/>
                </a:lnTo>
                <a:lnTo>
                  <a:pt x="654212" y="71170"/>
                </a:lnTo>
                <a:lnTo>
                  <a:pt x="653021" y="71322"/>
                </a:lnTo>
                <a:lnTo>
                  <a:pt x="651844" y="71481"/>
                </a:lnTo>
                <a:lnTo>
                  <a:pt x="650684" y="71647"/>
                </a:lnTo>
                <a:lnTo>
                  <a:pt x="649538" y="71819"/>
                </a:lnTo>
                <a:lnTo>
                  <a:pt x="648407" y="71997"/>
                </a:lnTo>
                <a:lnTo>
                  <a:pt x="647291" y="72182"/>
                </a:lnTo>
                <a:lnTo>
                  <a:pt x="646193" y="72378"/>
                </a:lnTo>
                <a:lnTo>
                  <a:pt x="645116" y="72588"/>
                </a:lnTo>
                <a:lnTo>
                  <a:pt x="644058" y="72811"/>
                </a:lnTo>
                <a:lnTo>
                  <a:pt x="643022" y="73049"/>
                </a:lnTo>
                <a:lnTo>
                  <a:pt x="642006" y="73301"/>
                </a:lnTo>
                <a:lnTo>
                  <a:pt x="641010" y="73567"/>
                </a:lnTo>
                <a:lnTo>
                  <a:pt x="640035" y="73848"/>
                </a:lnTo>
                <a:lnTo>
                  <a:pt x="639080" y="74142"/>
                </a:lnTo>
                <a:lnTo>
                  <a:pt x="638146" y="74450"/>
                </a:lnTo>
                <a:lnTo>
                  <a:pt x="637232" y="74773"/>
                </a:lnTo>
                <a:lnTo>
                  <a:pt x="636339" y="75109"/>
                </a:lnTo>
                <a:lnTo>
                  <a:pt x="635466" y="75460"/>
                </a:lnTo>
                <a:lnTo>
                  <a:pt x="634614" y="75825"/>
                </a:lnTo>
                <a:lnTo>
                  <a:pt x="633782" y="76204"/>
                </a:lnTo>
                <a:lnTo>
                  <a:pt x="632971" y="76597"/>
                </a:lnTo>
                <a:lnTo>
                  <a:pt x="632180" y="77004"/>
                </a:lnTo>
                <a:lnTo>
                  <a:pt x="631409" y="77425"/>
                </a:lnTo>
                <a:lnTo>
                  <a:pt x="630659" y="77860"/>
                </a:lnTo>
                <a:lnTo>
                  <a:pt x="629930" y="78310"/>
                </a:lnTo>
                <a:lnTo>
                  <a:pt x="629221" y="78773"/>
                </a:lnTo>
                <a:lnTo>
                  <a:pt x="628532" y="79251"/>
                </a:lnTo>
                <a:lnTo>
                  <a:pt x="627864" y="79743"/>
                </a:lnTo>
                <a:lnTo>
                  <a:pt x="627216" y="80248"/>
                </a:lnTo>
                <a:lnTo>
                  <a:pt x="626589" y="80768"/>
                </a:lnTo>
                <a:lnTo>
                  <a:pt x="625985" y="81306"/>
                </a:lnTo>
                <a:lnTo>
                  <a:pt x="625407" y="81864"/>
                </a:lnTo>
                <a:lnTo>
                  <a:pt x="624854" y="82444"/>
                </a:lnTo>
                <a:lnTo>
                  <a:pt x="624327" y="83046"/>
                </a:lnTo>
                <a:lnTo>
                  <a:pt x="623826" y="83668"/>
                </a:lnTo>
                <a:lnTo>
                  <a:pt x="623350" y="84312"/>
                </a:lnTo>
                <a:lnTo>
                  <a:pt x="622900" y="84978"/>
                </a:lnTo>
                <a:lnTo>
                  <a:pt x="622476" y="85664"/>
                </a:lnTo>
                <a:lnTo>
                  <a:pt x="622078" y="86372"/>
                </a:lnTo>
                <a:lnTo>
                  <a:pt x="621705" y="87101"/>
                </a:lnTo>
                <a:lnTo>
                  <a:pt x="621358" y="87852"/>
                </a:lnTo>
                <a:lnTo>
                  <a:pt x="621037" y="88624"/>
                </a:lnTo>
                <a:lnTo>
                  <a:pt x="620741" y="89417"/>
                </a:lnTo>
                <a:lnTo>
                  <a:pt x="620471" y="90231"/>
                </a:lnTo>
                <a:lnTo>
                  <a:pt x="620227" y="91067"/>
                </a:lnTo>
                <a:lnTo>
                  <a:pt x="620008" y="91924"/>
                </a:lnTo>
                <a:lnTo>
                  <a:pt x="619816" y="92802"/>
                </a:lnTo>
                <a:lnTo>
                  <a:pt x="619649" y="93702"/>
                </a:lnTo>
                <a:lnTo>
                  <a:pt x="619507" y="94623"/>
                </a:lnTo>
                <a:lnTo>
                  <a:pt x="619391" y="95565"/>
                </a:lnTo>
                <a:lnTo>
                  <a:pt x="619301" y="96529"/>
                </a:lnTo>
                <a:lnTo>
                  <a:pt x="619237" y="97514"/>
                </a:lnTo>
                <a:lnTo>
                  <a:pt x="619199" y="98520"/>
                </a:lnTo>
                <a:lnTo>
                  <a:pt x="619186" y="99548"/>
                </a:lnTo>
                <a:lnTo>
                  <a:pt x="619193" y="100289"/>
                </a:lnTo>
                <a:lnTo>
                  <a:pt x="619214" y="101019"/>
                </a:lnTo>
                <a:lnTo>
                  <a:pt x="619249" y="101739"/>
                </a:lnTo>
                <a:lnTo>
                  <a:pt x="619299" y="102449"/>
                </a:lnTo>
                <a:lnTo>
                  <a:pt x="619362" y="103148"/>
                </a:lnTo>
                <a:lnTo>
                  <a:pt x="619440" y="103836"/>
                </a:lnTo>
                <a:lnTo>
                  <a:pt x="619532" y="104515"/>
                </a:lnTo>
                <a:lnTo>
                  <a:pt x="619638" y="105183"/>
                </a:lnTo>
                <a:lnTo>
                  <a:pt x="619758" y="105840"/>
                </a:lnTo>
                <a:lnTo>
                  <a:pt x="619892" y="106487"/>
                </a:lnTo>
                <a:lnTo>
                  <a:pt x="620040" y="107124"/>
                </a:lnTo>
                <a:lnTo>
                  <a:pt x="620203" y="107750"/>
                </a:lnTo>
                <a:lnTo>
                  <a:pt x="620379" y="108366"/>
                </a:lnTo>
                <a:lnTo>
                  <a:pt x="620570" y="108972"/>
                </a:lnTo>
                <a:lnTo>
                  <a:pt x="620775" y="109567"/>
                </a:lnTo>
                <a:lnTo>
                  <a:pt x="620993" y="110151"/>
                </a:lnTo>
                <a:lnTo>
                  <a:pt x="621226" y="110726"/>
                </a:lnTo>
                <a:lnTo>
                  <a:pt x="621474" y="111290"/>
                </a:lnTo>
                <a:lnTo>
                  <a:pt x="621735" y="111843"/>
                </a:lnTo>
                <a:lnTo>
                  <a:pt x="622010" y="112386"/>
                </a:lnTo>
                <a:lnTo>
                  <a:pt x="622300" y="112919"/>
                </a:lnTo>
                <a:lnTo>
                  <a:pt x="622603" y="113441"/>
                </a:lnTo>
                <a:lnTo>
                  <a:pt x="622921" y="113953"/>
                </a:lnTo>
                <a:lnTo>
                  <a:pt x="623253" y="114455"/>
                </a:lnTo>
                <a:lnTo>
                  <a:pt x="623596" y="114945"/>
                </a:lnTo>
                <a:lnTo>
                  <a:pt x="623948" y="115426"/>
                </a:lnTo>
                <a:lnTo>
                  <a:pt x="624309" y="115896"/>
                </a:lnTo>
                <a:lnTo>
                  <a:pt x="624679" y="116355"/>
                </a:lnTo>
                <a:lnTo>
                  <a:pt x="625057" y="116805"/>
                </a:lnTo>
                <a:lnTo>
                  <a:pt x="625444" y="117243"/>
                </a:lnTo>
                <a:lnTo>
                  <a:pt x="625839" y="117672"/>
                </a:lnTo>
                <a:lnTo>
                  <a:pt x="626244" y="118090"/>
                </a:lnTo>
                <a:lnTo>
                  <a:pt x="626657" y="118497"/>
                </a:lnTo>
                <a:lnTo>
                  <a:pt x="627079" y="118894"/>
                </a:lnTo>
                <a:lnTo>
                  <a:pt x="627509" y="119281"/>
                </a:lnTo>
                <a:lnTo>
                  <a:pt x="627949" y="119657"/>
                </a:lnTo>
                <a:lnTo>
                  <a:pt x="628397" y="120023"/>
                </a:lnTo>
                <a:lnTo>
                  <a:pt x="628853" y="120378"/>
                </a:lnTo>
                <a:lnTo>
                  <a:pt x="629319" y="120724"/>
                </a:lnTo>
                <a:lnTo>
                  <a:pt x="629793" y="121058"/>
                </a:lnTo>
                <a:lnTo>
                  <a:pt x="630276" y="121382"/>
                </a:lnTo>
                <a:lnTo>
                  <a:pt x="630768" y="121696"/>
                </a:lnTo>
                <a:lnTo>
                  <a:pt x="631268" y="122000"/>
                </a:lnTo>
                <a:lnTo>
                  <a:pt x="631777" y="122293"/>
                </a:lnTo>
                <a:lnTo>
                  <a:pt x="632295" y="122575"/>
                </a:lnTo>
                <a:lnTo>
                  <a:pt x="632822" y="122847"/>
                </a:lnTo>
                <a:lnTo>
                  <a:pt x="633357" y="123109"/>
                </a:lnTo>
                <a:lnTo>
                  <a:pt x="633901" y="123360"/>
                </a:lnTo>
                <a:lnTo>
                  <a:pt x="634451" y="123601"/>
                </a:lnTo>
                <a:lnTo>
                  <a:pt x="635005" y="123832"/>
                </a:lnTo>
                <a:lnTo>
                  <a:pt x="635562" y="124052"/>
                </a:lnTo>
                <a:lnTo>
                  <a:pt x="636123" y="124263"/>
                </a:lnTo>
                <a:lnTo>
                  <a:pt x="636687" y="124463"/>
                </a:lnTo>
                <a:lnTo>
                  <a:pt x="637254" y="124652"/>
                </a:lnTo>
                <a:lnTo>
                  <a:pt x="637825" y="124832"/>
                </a:lnTo>
                <a:lnTo>
                  <a:pt x="638400" y="125001"/>
                </a:lnTo>
                <a:lnTo>
                  <a:pt x="638978" y="125160"/>
                </a:lnTo>
                <a:lnTo>
                  <a:pt x="639560" y="125309"/>
                </a:lnTo>
                <a:lnTo>
                  <a:pt x="640145" y="125447"/>
                </a:lnTo>
                <a:lnTo>
                  <a:pt x="640733" y="125575"/>
                </a:lnTo>
                <a:lnTo>
                  <a:pt x="641325" y="125693"/>
                </a:lnTo>
                <a:lnTo>
                  <a:pt x="641921" y="125801"/>
                </a:lnTo>
                <a:lnTo>
                  <a:pt x="642520" y="125898"/>
                </a:lnTo>
                <a:lnTo>
                  <a:pt x="643122" y="125985"/>
                </a:lnTo>
                <a:lnTo>
                  <a:pt x="643728" y="126062"/>
                </a:lnTo>
                <a:lnTo>
                  <a:pt x="644338" y="126129"/>
                </a:lnTo>
                <a:lnTo>
                  <a:pt x="644951" y="126185"/>
                </a:lnTo>
                <a:lnTo>
                  <a:pt x="645567" y="126232"/>
                </a:lnTo>
                <a:lnTo>
                  <a:pt x="646187" y="126267"/>
                </a:lnTo>
                <a:lnTo>
                  <a:pt x="646811" y="126293"/>
                </a:lnTo>
                <a:lnTo>
                  <a:pt x="647437" y="126308"/>
                </a:lnTo>
                <a:lnTo>
                  <a:pt x="648068" y="126314"/>
                </a:lnTo>
                <a:lnTo>
                  <a:pt x="648879" y="126308"/>
                </a:lnTo>
                <a:lnTo>
                  <a:pt x="649682" y="126290"/>
                </a:lnTo>
                <a:lnTo>
                  <a:pt x="650477" y="126261"/>
                </a:lnTo>
                <a:close/>
                <a:moveTo>
                  <a:pt x="654658" y="109635"/>
                </a:moveTo>
                <a:lnTo>
                  <a:pt x="654218" y="109601"/>
                </a:lnTo>
                <a:lnTo>
                  <a:pt x="653786" y="109557"/>
                </a:lnTo>
                <a:lnTo>
                  <a:pt x="653361" y="109504"/>
                </a:lnTo>
                <a:lnTo>
                  <a:pt x="652942" y="109441"/>
                </a:lnTo>
                <a:lnTo>
                  <a:pt x="652531" y="109368"/>
                </a:lnTo>
                <a:lnTo>
                  <a:pt x="652127" y="109285"/>
                </a:lnTo>
                <a:lnTo>
                  <a:pt x="651731" y="109193"/>
                </a:lnTo>
                <a:lnTo>
                  <a:pt x="651341" y="109091"/>
                </a:lnTo>
                <a:lnTo>
                  <a:pt x="650958" y="108979"/>
                </a:lnTo>
                <a:lnTo>
                  <a:pt x="650583" y="108858"/>
                </a:lnTo>
                <a:lnTo>
                  <a:pt x="650215" y="108726"/>
                </a:lnTo>
                <a:lnTo>
                  <a:pt x="649854" y="108586"/>
                </a:lnTo>
                <a:lnTo>
                  <a:pt x="649500" y="108435"/>
                </a:lnTo>
                <a:lnTo>
                  <a:pt x="649153" y="108275"/>
                </a:lnTo>
                <a:lnTo>
                  <a:pt x="648813" y="108104"/>
                </a:lnTo>
                <a:lnTo>
                  <a:pt x="648481" y="107925"/>
                </a:lnTo>
                <a:lnTo>
                  <a:pt x="648156" y="107735"/>
                </a:lnTo>
                <a:lnTo>
                  <a:pt x="647837" y="107536"/>
                </a:lnTo>
                <a:lnTo>
                  <a:pt x="647526" y="107327"/>
                </a:lnTo>
                <a:lnTo>
                  <a:pt x="647222" y="107108"/>
                </a:lnTo>
                <a:lnTo>
                  <a:pt x="646925" y="106880"/>
                </a:lnTo>
                <a:lnTo>
                  <a:pt x="646638" y="106641"/>
                </a:lnTo>
                <a:lnTo>
                  <a:pt x="646363" y="106393"/>
                </a:lnTo>
                <a:lnTo>
                  <a:pt x="646101" y="106133"/>
                </a:lnTo>
                <a:lnTo>
                  <a:pt x="645850" y="105864"/>
                </a:lnTo>
                <a:lnTo>
                  <a:pt x="645612" y="105584"/>
                </a:lnTo>
                <a:lnTo>
                  <a:pt x="645386" y="105294"/>
                </a:lnTo>
                <a:lnTo>
                  <a:pt x="645172" y="104993"/>
                </a:lnTo>
                <a:lnTo>
                  <a:pt x="644971" y="104682"/>
                </a:lnTo>
                <a:lnTo>
                  <a:pt x="644781" y="104360"/>
                </a:lnTo>
                <a:lnTo>
                  <a:pt x="644604" y="104029"/>
                </a:lnTo>
                <a:lnTo>
                  <a:pt x="644439" y="103686"/>
                </a:lnTo>
                <a:lnTo>
                  <a:pt x="644286" y="103334"/>
                </a:lnTo>
                <a:lnTo>
                  <a:pt x="644146" y="102971"/>
                </a:lnTo>
                <a:lnTo>
                  <a:pt x="644017" y="102598"/>
                </a:lnTo>
                <a:lnTo>
                  <a:pt x="643901" y="102214"/>
                </a:lnTo>
                <a:lnTo>
                  <a:pt x="643798" y="101820"/>
                </a:lnTo>
                <a:lnTo>
                  <a:pt x="643706" y="101415"/>
                </a:lnTo>
                <a:lnTo>
                  <a:pt x="643626" y="101001"/>
                </a:lnTo>
                <a:lnTo>
                  <a:pt x="643559" y="100576"/>
                </a:lnTo>
                <a:lnTo>
                  <a:pt x="643504" y="100140"/>
                </a:lnTo>
                <a:lnTo>
                  <a:pt x="643462" y="99694"/>
                </a:lnTo>
                <a:lnTo>
                  <a:pt x="643431" y="99238"/>
                </a:lnTo>
                <a:lnTo>
                  <a:pt x="643413" y="98771"/>
                </a:lnTo>
                <a:lnTo>
                  <a:pt x="643407" y="98294"/>
                </a:lnTo>
                <a:lnTo>
                  <a:pt x="643420" y="97633"/>
                </a:lnTo>
                <a:lnTo>
                  <a:pt x="643460" y="96987"/>
                </a:lnTo>
                <a:lnTo>
                  <a:pt x="643527" y="96357"/>
                </a:lnTo>
                <a:lnTo>
                  <a:pt x="643620" y="95742"/>
                </a:lnTo>
                <a:lnTo>
                  <a:pt x="643740" y="95142"/>
                </a:lnTo>
                <a:lnTo>
                  <a:pt x="643886" y="94558"/>
                </a:lnTo>
                <a:lnTo>
                  <a:pt x="644060" y="93989"/>
                </a:lnTo>
                <a:lnTo>
                  <a:pt x="644260" y="93436"/>
                </a:lnTo>
                <a:lnTo>
                  <a:pt x="644486" y="92898"/>
                </a:lnTo>
                <a:lnTo>
                  <a:pt x="644739" y="92375"/>
                </a:lnTo>
                <a:lnTo>
                  <a:pt x="645019" y="91868"/>
                </a:lnTo>
                <a:lnTo>
                  <a:pt x="645326" y="91376"/>
                </a:lnTo>
                <a:lnTo>
                  <a:pt x="645659" y="90900"/>
                </a:lnTo>
                <a:lnTo>
                  <a:pt x="646019" y="90439"/>
                </a:lnTo>
                <a:lnTo>
                  <a:pt x="646406" y="89993"/>
                </a:lnTo>
                <a:lnTo>
                  <a:pt x="646819" y="89563"/>
                </a:lnTo>
                <a:lnTo>
                  <a:pt x="647259" y="89148"/>
                </a:lnTo>
                <a:lnTo>
                  <a:pt x="647725" y="88749"/>
                </a:lnTo>
                <a:lnTo>
                  <a:pt x="648218" y="88364"/>
                </a:lnTo>
                <a:lnTo>
                  <a:pt x="648738" y="87996"/>
                </a:lnTo>
                <a:lnTo>
                  <a:pt x="649285" y="87642"/>
                </a:lnTo>
                <a:lnTo>
                  <a:pt x="649858" y="87305"/>
                </a:lnTo>
                <a:lnTo>
                  <a:pt x="650458" y="86982"/>
                </a:lnTo>
                <a:lnTo>
                  <a:pt x="651084" y="86675"/>
                </a:lnTo>
                <a:lnTo>
                  <a:pt x="651744" y="86382"/>
                </a:lnTo>
                <a:lnTo>
                  <a:pt x="652444" y="86100"/>
                </a:lnTo>
                <a:lnTo>
                  <a:pt x="653183" y="85831"/>
                </a:lnTo>
                <a:lnTo>
                  <a:pt x="653963" y="85574"/>
                </a:lnTo>
                <a:lnTo>
                  <a:pt x="654783" y="85330"/>
                </a:lnTo>
                <a:lnTo>
                  <a:pt x="655643" y="85097"/>
                </a:lnTo>
                <a:lnTo>
                  <a:pt x="656542" y="84877"/>
                </a:lnTo>
                <a:lnTo>
                  <a:pt x="657482" y="84668"/>
                </a:lnTo>
                <a:lnTo>
                  <a:pt x="658462" y="84472"/>
                </a:lnTo>
                <a:lnTo>
                  <a:pt x="659481" y="84288"/>
                </a:lnTo>
                <a:lnTo>
                  <a:pt x="660541" y="84116"/>
                </a:lnTo>
                <a:lnTo>
                  <a:pt x="661641" y="83957"/>
                </a:lnTo>
                <a:lnTo>
                  <a:pt x="662780" y="83809"/>
                </a:lnTo>
                <a:lnTo>
                  <a:pt x="663960" y="83674"/>
                </a:lnTo>
                <a:lnTo>
                  <a:pt x="665180" y="83550"/>
                </a:lnTo>
                <a:lnTo>
                  <a:pt x="666439" y="83439"/>
                </a:lnTo>
                <a:lnTo>
                  <a:pt x="667739" y="83340"/>
                </a:lnTo>
                <a:lnTo>
                  <a:pt x="669078" y="83253"/>
                </a:lnTo>
                <a:lnTo>
                  <a:pt x="670458" y="83179"/>
                </a:lnTo>
                <a:lnTo>
                  <a:pt x="671877" y="83116"/>
                </a:lnTo>
                <a:lnTo>
                  <a:pt x="673337" y="83066"/>
                </a:lnTo>
                <a:lnTo>
                  <a:pt x="674836" y="83028"/>
                </a:lnTo>
                <a:lnTo>
                  <a:pt x="676376" y="83001"/>
                </a:lnTo>
                <a:lnTo>
                  <a:pt x="677955" y="82988"/>
                </a:lnTo>
                <a:lnTo>
                  <a:pt x="677955" y="97734"/>
                </a:lnTo>
                <a:lnTo>
                  <a:pt x="677662" y="98121"/>
                </a:lnTo>
                <a:lnTo>
                  <a:pt x="677360" y="98504"/>
                </a:lnTo>
                <a:lnTo>
                  <a:pt x="677051" y="98884"/>
                </a:lnTo>
                <a:lnTo>
                  <a:pt x="676733" y="99261"/>
                </a:lnTo>
                <a:lnTo>
                  <a:pt x="676407" y="99633"/>
                </a:lnTo>
                <a:lnTo>
                  <a:pt x="676073" y="100002"/>
                </a:lnTo>
                <a:lnTo>
                  <a:pt x="675731" y="100368"/>
                </a:lnTo>
                <a:lnTo>
                  <a:pt x="675381" y="100730"/>
                </a:lnTo>
                <a:lnTo>
                  <a:pt x="675023" y="101089"/>
                </a:lnTo>
                <a:lnTo>
                  <a:pt x="674656" y="101444"/>
                </a:lnTo>
                <a:lnTo>
                  <a:pt x="674282" y="101795"/>
                </a:lnTo>
                <a:lnTo>
                  <a:pt x="673900" y="102143"/>
                </a:lnTo>
                <a:lnTo>
                  <a:pt x="673509" y="102487"/>
                </a:lnTo>
                <a:lnTo>
                  <a:pt x="673110" y="102828"/>
                </a:lnTo>
                <a:lnTo>
                  <a:pt x="672704" y="103165"/>
                </a:lnTo>
                <a:lnTo>
                  <a:pt x="672289" y="103499"/>
                </a:lnTo>
                <a:lnTo>
                  <a:pt x="671866" y="103829"/>
                </a:lnTo>
                <a:lnTo>
                  <a:pt x="671435" y="104155"/>
                </a:lnTo>
                <a:lnTo>
                  <a:pt x="670996" y="104478"/>
                </a:lnTo>
                <a:lnTo>
                  <a:pt x="670548" y="104798"/>
                </a:lnTo>
                <a:lnTo>
                  <a:pt x="670093" y="105114"/>
                </a:lnTo>
                <a:lnTo>
                  <a:pt x="669630" y="105426"/>
                </a:lnTo>
                <a:lnTo>
                  <a:pt x="669158" y="105735"/>
                </a:lnTo>
                <a:lnTo>
                  <a:pt x="668678" y="106040"/>
                </a:lnTo>
                <a:lnTo>
                  <a:pt x="668193" y="106337"/>
                </a:lnTo>
                <a:lnTo>
                  <a:pt x="667704" y="106621"/>
                </a:lnTo>
                <a:lnTo>
                  <a:pt x="667211" y="106893"/>
                </a:lnTo>
                <a:lnTo>
                  <a:pt x="666715" y="107152"/>
                </a:lnTo>
                <a:lnTo>
                  <a:pt x="666215" y="107398"/>
                </a:lnTo>
                <a:lnTo>
                  <a:pt x="665711" y="107632"/>
                </a:lnTo>
                <a:lnTo>
                  <a:pt x="665203" y="107853"/>
                </a:lnTo>
                <a:lnTo>
                  <a:pt x="664692" y="108062"/>
                </a:lnTo>
                <a:lnTo>
                  <a:pt x="664178" y="108258"/>
                </a:lnTo>
                <a:lnTo>
                  <a:pt x="663659" y="108441"/>
                </a:lnTo>
                <a:lnTo>
                  <a:pt x="663137" y="108611"/>
                </a:lnTo>
                <a:lnTo>
                  <a:pt x="662612" y="108769"/>
                </a:lnTo>
                <a:lnTo>
                  <a:pt x="662083" y="108915"/>
                </a:lnTo>
                <a:lnTo>
                  <a:pt x="661550" y="109047"/>
                </a:lnTo>
                <a:lnTo>
                  <a:pt x="661013" y="109167"/>
                </a:lnTo>
                <a:lnTo>
                  <a:pt x="660473" y="109275"/>
                </a:lnTo>
                <a:lnTo>
                  <a:pt x="659929" y="109369"/>
                </a:lnTo>
                <a:lnTo>
                  <a:pt x="659381" y="109452"/>
                </a:lnTo>
                <a:lnTo>
                  <a:pt x="658830" y="109521"/>
                </a:lnTo>
                <a:lnTo>
                  <a:pt x="658275" y="109578"/>
                </a:lnTo>
                <a:lnTo>
                  <a:pt x="657717" y="109622"/>
                </a:lnTo>
                <a:lnTo>
                  <a:pt x="657155" y="109654"/>
                </a:lnTo>
                <a:lnTo>
                  <a:pt x="656589" y="109673"/>
                </a:lnTo>
                <a:lnTo>
                  <a:pt x="656020" y="109679"/>
                </a:lnTo>
                <a:lnTo>
                  <a:pt x="655559" y="109674"/>
                </a:lnTo>
                <a:lnTo>
                  <a:pt x="655105" y="109660"/>
                </a:lnTo>
                <a:lnTo>
                  <a:pt x="654658" y="109635"/>
                </a:lnTo>
                <a:close/>
              </a:path>
            </a:pathLst>
          </a:custGeom>
          <a:solidFill xmlns:a="http://schemas.openxmlformats.org/drawingml/2006/main">
            <a:srgbClr val="B98B4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754bd9c8341e2"/>
          <a:stretch xmlns:a="http://schemas.openxmlformats.org/drawingml/2006/main"/>
        </p:blipFill>
        <p:spPr>
          <a:xfrm xmlns:a="http://schemas.openxmlformats.org/drawingml/2006/main">
            <a:off x="10379932" y="4277797"/>
            <a:ext cx="336141" cy="336141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dbfc4a4b4463d"/>
          <a:stretch xmlns:a="http://schemas.openxmlformats.org/drawingml/2006/main"/>
        </p:blipFill>
        <p:spPr>
          <a:xfrm xmlns:a="http://schemas.openxmlformats.org/drawingml/2006/main">
            <a:off x="9780658" y="4395951"/>
            <a:ext cx="380959" cy="380959"/>
          </a:xfrm>
          <a:prstGeom xmlns:a="http://schemas.openxmlformats.org/drawingml/2006/main" prst="rect">
            <a:avLst/>
          </a:prstGeom>
        </p:spPr>
      </p:pic>
      <p:sp>
        <p:nvSpPr>
          <p:cNvPr id="46" name="Text …">
            <a:extLst xmlns:a="http://schemas.openxmlformats.org/drawingml/2006/main">
              <a:ext uri="{FF2B5EF4-FFF2-40B4-BE49-F238E27FC236}">
                <a16:creationId xmlns:a16="http://schemas.microsoft.com/office/drawing/2014/main" id="{BB821E11-548D-4B63-9703-41C4FF84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26" y="3879584"/>
            <a:ext cx="184239" cy="40789"/>
          </a:xfrm>
          <a:custGeom xmlns:a="http://schemas.openxmlformats.org/drawingml/2006/main">
            <a:pathLst>
              <a:path w="184239" h="40789">
                <a:moveTo>
                  <a:pt x="92370" y="40789"/>
                </a:moveTo>
                <a:cubicBezTo>
                  <a:pt x="85928" y="40789"/>
                  <a:pt x="80720" y="38801"/>
                  <a:pt x="76745" y="34827"/>
                </a:cubicBezTo>
                <a:cubicBezTo>
                  <a:pt x="72771" y="30853"/>
                  <a:pt x="70784" y="26021"/>
                  <a:pt x="70784" y="20332"/>
                </a:cubicBezTo>
                <a:cubicBezTo>
                  <a:pt x="70784" y="14140"/>
                  <a:pt x="72771" y="9204"/>
                  <a:pt x="76745" y="5522"/>
                </a:cubicBezTo>
                <a:cubicBezTo>
                  <a:pt x="80720" y="1841"/>
                  <a:pt x="85928" y="0"/>
                  <a:pt x="92370" y="0"/>
                </a:cubicBezTo>
                <a:cubicBezTo>
                  <a:pt x="98646" y="0"/>
                  <a:pt x="103728" y="1841"/>
                  <a:pt x="107619" y="5522"/>
                </a:cubicBezTo>
                <a:cubicBezTo>
                  <a:pt x="111510" y="9204"/>
                  <a:pt x="113455" y="14140"/>
                  <a:pt x="113455" y="20332"/>
                </a:cubicBezTo>
                <a:cubicBezTo>
                  <a:pt x="113455" y="26021"/>
                  <a:pt x="111510" y="30853"/>
                  <a:pt x="107619" y="34827"/>
                </a:cubicBezTo>
                <a:cubicBezTo>
                  <a:pt x="103728" y="38801"/>
                  <a:pt x="98646" y="40789"/>
                  <a:pt x="92370" y="40789"/>
                </a:cubicBezTo>
                <a:moveTo>
                  <a:pt x="21587" y="40789"/>
                </a:moveTo>
                <a:cubicBezTo>
                  <a:pt x="15144" y="40789"/>
                  <a:pt x="9936" y="38801"/>
                  <a:pt x="5961" y="34827"/>
                </a:cubicBezTo>
                <a:cubicBezTo>
                  <a:pt x="1987" y="30853"/>
                  <a:pt x="0" y="26021"/>
                  <a:pt x="0" y="20332"/>
                </a:cubicBezTo>
                <a:cubicBezTo>
                  <a:pt x="0" y="14140"/>
                  <a:pt x="1987" y="9204"/>
                  <a:pt x="5961" y="5522"/>
                </a:cubicBezTo>
                <a:cubicBezTo>
                  <a:pt x="9936" y="1841"/>
                  <a:pt x="15144" y="0"/>
                  <a:pt x="21587" y="0"/>
                </a:cubicBezTo>
                <a:cubicBezTo>
                  <a:pt x="27862" y="0"/>
                  <a:pt x="32945" y="1841"/>
                  <a:pt x="36835" y="5522"/>
                </a:cubicBezTo>
                <a:cubicBezTo>
                  <a:pt x="40726" y="9204"/>
                  <a:pt x="42671" y="14140"/>
                  <a:pt x="42671" y="20332"/>
                </a:cubicBezTo>
                <a:cubicBezTo>
                  <a:pt x="42671" y="26021"/>
                  <a:pt x="40726" y="30853"/>
                  <a:pt x="36835" y="34827"/>
                </a:cubicBezTo>
                <a:cubicBezTo>
                  <a:pt x="32945" y="38801"/>
                  <a:pt x="27862" y="40789"/>
                  <a:pt x="21587" y="40789"/>
                </a:cubicBezTo>
                <a:moveTo>
                  <a:pt x="163154" y="40789"/>
                </a:moveTo>
                <a:cubicBezTo>
                  <a:pt x="156712" y="40789"/>
                  <a:pt x="151503" y="38801"/>
                  <a:pt x="147529" y="34827"/>
                </a:cubicBezTo>
                <a:cubicBezTo>
                  <a:pt x="143555" y="30853"/>
                  <a:pt x="141568" y="26021"/>
                  <a:pt x="141568" y="20332"/>
                </a:cubicBezTo>
                <a:cubicBezTo>
                  <a:pt x="141568" y="14140"/>
                  <a:pt x="143555" y="9204"/>
                  <a:pt x="147529" y="5522"/>
                </a:cubicBezTo>
                <a:cubicBezTo>
                  <a:pt x="151503" y="1841"/>
                  <a:pt x="156712" y="0"/>
                  <a:pt x="163154" y="0"/>
                </a:cubicBezTo>
                <a:cubicBezTo>
                  <a:pt x="169429" y="0"/>
                  <a:pt x="174512" y="1841"/>
                  <a:pt x="178403" y="5522"/>
                </a:cubicBezTo>
                <a:cubicBezTo>
                  <a:pt x="182294" y="9204"/>
                  <a:pt x="184239" y="14140"/>
                  <a:pt x="184239" y="20332"/>
                </a:cubicBezTo>
                <a:cubicBezTo>
                  <a:pt x="184239" y="26021"/>
                  <a:pt x="182294" y="30853"/>
                  <a:pt x="178403" y="34827"/>
                </a:cubicBezTo>
                <a:cubicBezTo>
                  <a:pt x="174512" y="38801"/>
                  <a:pt x="169429" y="40789"/>
                  <a:pt x="163154" y="407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7526338fb4a50"/>
          <a:stretch xmlns:a="http://schemas.openxmlformats.org/drawingml/2006/main"/>
        </p:blipFill>
        <p:spPr>
          <a:xfrm xmlns:a="http://schemas.openxmlformats.org/drawingml/2006/main">
            <a:off x="8778378" y="3161924"/>
            <a:ext cx="336583" cy="336583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b68c9d2dc42cc"/>
          <a:stretch xmlns:a="http://schemas.openxmlformats.org/drawingml/2006/main"/>
        </p:blipFill>
        <p:spPr>
          <a:xfrm xmlns:a="http://schemas.openxmlformats.org/drawingml/2006/main">
            <a:off x="8778378" y="4290625"/>
            <a:ext cx="336583" cy="336583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b430858ed4703"/>
          <a:stretch xmlns:a="http://schemas.openxmlformats.org/drawingml/2006/main"/>
        </p:blipFill>
        <p:spPr>
          <a:xfrm xmlns:a="http://schemas.openxmlformats.org/drawingml/2006/main">
            <a:off x="10858604" y="3736495"/>
            <a:ext cx="336142" cy="336142"/>
          </a:xfrm>
          <a:prstGeom xmlns:a="http://schemas.openxmlformats.org/drawingml/2006/main" prst="rect">
            <a:avLst/>
          </a:prstGeom>
        </p:spPr>
      </p:pic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277DC-D628-408B-AB73-BA2CC594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119" y="3322964"/>
            <a:ext cx="142484" cy="581579"/>
          </a:xfrm>
          <a:custGeom xmlns:a="http://schemas.openxmlformats.org/drawingml/2006/main">
            <a:pathLst>
              <a:path w="142484" h="581579" fill="none">
                <a:moveTo>
                  <a:pt x="0" y="0"/>
                </a:moveTo>
                <a:lnTo>
                  <a:pt x="71242" y="0"/>
                </a:lnTo>
                <a:lnTo>
                  <a:pt x="71242" y="581579"/>
                </a:lnTo>
                <a:lnTo>
                  <a:pt x="142484" y="581579"/>
                </a:lnTo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4BAE4F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7CE79-D36E-492B-B0BE-2473E04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119" y="3904543"/>
            <a:ext cx="142484" cy="541301"/>
          </a:xfrm>
          <a:custGeom xmlns:a="http://schemas.openxmlformats.org/drawingml/2006/main">
            <a:pathLst>
              <a:path w="142484" h="541301" fill="none">
                <a:moveTo>
                  <a:pt x="0" y="541301"/>
                </a:moveTo>
                <a:lnTo>
                  <a:pt x="71242" y="541301"/>
                </a:lnTo>
                <a:lnTo>
                  <a:pt x="71242" y="0"/>
                </a:lnTo>
                <a:lnTo>
                  <a:pt x="1424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4BAE4F"/>
            </a:solidFill>
            <a:miter/>
          </a:ln>
        </p:spPr>
      </p:sp>
      <p:sp>
        <p:nvSpPr>
          <p:cNvPr id="52" name="Text Pass">
            <a:extLst xmlns:a="http://schemas.openxmlformats.org/drawingml/2006/main">
              <a:ext uri="{FF2B5EF4-FFF2-40B4-BE49-F238E27FC236}">
                <a16:creationId xmlns:a16="http://schemas.microsoft.com/office/drawing/2014/main" id="{74CA4259-ED0F-491A-97D7-31D7B1EE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978" y="4180529"/>
            <a:ext cx="530936" cy="171186"/>
          </a:xfrm>
          <a:custGeom xmlns:a="http://schemas.openxmlformats.org/drawingml/2006/main">
            <a:pathLst>
              <a:path w="530936" h="171186">
                <a:moveTo>
                  <a:pt x="0" y="168927"/>
                </a:moveTo>
                <a:lnTo>
                  <a:pt x="0" y="0"/>
                </a:lnTo>
                <a:lnTo>
                  <a:pt x="66266" y="0"/>
                </a:lnTo>
                <a:cubicBezTo>
                  <a:pt x="77394" y="0"/>
                  <a:pt x="87539" y="1965"/>
                  <a:pt x="96700" y="5895"/>
                </a:cubicBezTo>
                <a:cubicBezTo>
                  <a:pt x="105862" y="9822"/>
                  <a:pt x="113162" y="15796"/>
                  <a:pt x="118601" y="23818"/>
                </a:cubicBezTo>
                <a:cubicBezTo>
                  <a:pt x="124039" y="31840"/>
                  <a:pt x="126758" y="42078"/>
                  <a:pt x="126758" y="54531"/>
                </a:cubicBezTo>
                <a:cubicBezTo>
                  <a:pt x="126758" y="66817"/>
                  <a:pt x="124039" y="76971"/>
                  <a:pt x="118601" y="84993"/>
                </a:cubicBezTo>
                <a:cubicBezTo>
                  <a:pt x="113162" y="93015"/>
                  <a:pt x="105862" y="98970"/>
                  <a:pt x="96700" y="102858"/>
                </a:cubicBezTo>
                <a:cubicBezTo>
                  <a:pt x="87539" y="106743"/>
                  <a:pt x="77394" y="108686"/>
                  <a:pt x="66266" y="108686"/>
                </a:cubicBezTo>
                <a:lnTo>
                  <a:pt x="35266" y="108686"/>
                </a:lnTo>
                <a:lnTo>
                  <a:pt x="35266" y="168927"/>
                </a:lnTo>
                <a:lnTo>
                  <a:pt x="0" y="168927"/>
                </a:lnTo>
                <a:moveTo>
                  <a:pt x="35266" y="80322"/>
                </a:moveTo>
                <a:lnTo>
                  <a:pt x="63003" y="80322"/>
                </a:lnTo>
                <a:cubicBezTo>
                  <a:pt x="71202" y="80322"/>
                  <a:pt x="77833" y="78152"/>
                  <a:pt x="82895" y="73812"/>
                </a:cubicBezTo>
                <a:cubicBezTo>
                  <a:pt x="87957" y="69471"/>
                  <a:pt x="90488" y="63044"/>
                  <a:pt x="90488" y="54531"/>
                </a:cubicBezTo>
                <a:cubicBezTo>
                  <a:pt x="90488" y="45683"/>
                  <a:pt x="87894" y="39131"/>
                  <a:pt x="82707" y="34874"/>
                </a:cubicBezTo>
                <a:cubicBezTo>
                  <a:pt x="77519" y="30618"/>
                  <a:pt x="70951" y="28489"/>
                  <a:pt x="63003" y="28489"/>
                </a:cubicBezTo>
                <a:lnTo>
                  <a:pt x="35266" y="28489"/>
                </a:lnTo>
                <a:lnTo>
                  <a:pt x="35266" y="80322"/>
                </a:lnTo>
                <a:close/>
                <a:moveTo>
                  <a:pt x="187274" y="171186"/>
                </a:moveTo>
                <a:cubicBezTo>
                  <a:pt x="180329" y="171186"/>
                  <a:pt x="173845" y="169835"/>
                  <a:pt x="167821" y="167131"/>
                </a:cubicBezTo>
                <a:cubicBezTo>
                  <a:pt x="161797" y="164428"/>
                  <a:pt x="156923" y="160351"/>
                  <a:pt x="153200" y="154902"/>
                </a:cubicBezTo>
                <a:cubicBezTo>
                  <a:pt x="149477" y="149451"/>
                  <a:pt x="147615" y="142628"/>
                  <a:pt x="147615" y="134434"/>
                </a:cubicBezTo>
                <a:cubicBezTo>
                  <a:pt x="147615" y="123029"/>
                  <a:pt x="151004" y="114433"/>
                  <a:pt x="157781" y="108647"/>
                </a:cubicBezTo>
                <a:cubicBezTo>
                  <a:pt x="164558" y="102858"/>
                  <a:pt x="174033" y="98928"/>
                  <a:pt x="186207" y="96857"/>
                </a:cubicBezTo>
                <a:cubicBezTo>
                  <a:pt x="198381" y="94786"/>
                  <a:pt x="212542" y="93582"/>
                  <a:pt x="228690" y="93245"/>
                </a:cubicBezTo>
                <a:lnTo>
                  <a:pt x="228690" y="86511"/>
                </a:lnTo>
                <a:cubicBezTo>
                  <a:pt x="228690" y="78306"/>
                  <a:pt x="226787" y="72693"/>
                  <a:pt x="222980" y="69670"/>
                </a:cubicBezTo>
                <a:cubicBezTo>
                  <a:pt x="219173" y="66647"/>
                  <a:pt x="214257" y="65136"/>
                  <a:pt x="208233" y="65136"/>
                </a:cubicBezTo>
                <a:cubicBezTo>
                  <a:pt x="201623" y="65136"/>
                  <a:pt x="196185" y="66748"/>
                  <a:pt x="191918" y="69972"/>
                </a:cubicBezTo>
                <a:cubicBezTo>
                  <a:pt x="187650" y="73193"/>
                  <a:pt x="185517" y="78413"/>
                  <a:pt x="185517" y="85632"/>
                </a:cubicBezTo>
                <a:lnTo>
                  <a:pt x="154392" y="85632"/>
                </a:lnTo>
                <a:cubicBezTo>
                  <a:pt x="154392" y="75041"/>
                  <a:pt x="156672" y="66651"/>
                  <a:pt x="161232" y="60465"/>
                </a:cubicBezTo>
                <a:cubicBezTo>
                  <a:pt x="165792" y="54276"/>
                  <a:pt x="172109" y="49826"/>
                  <a:pt x="180183" y="47115"/>
                </a:cubicBezTo>
                <a:cubicBezTo>
                  <a:pt x="188257" y="44403"/>
                  <a:pt x="197607" y="43048"/>
                  <a:pt x="208233" y="43048"/>
                </a:cubicBezTo>
                <a:cubicBezTo>
                  <a:pt x="216014" y="43048"/>
                  <a:pt x="223126" y="43704"/>
                  <a:pt x="229569" y="45016"/>
                </a:cubicBezTo>
                <a:cubicBezTo>
                  <a:pt x="236011" y="46329"/>
                  <a:pt x="241596" y="48595"/>
                  <a:pt x="246323" y="51813"/>
                </a:cubicBezTo>
                <a:cubicBezTo>
                  <a:pt x="251051" y="55029"/>
                  <a:pt x="254711" y="59411"/>
                  <a:pt x="257305" y="64960"/>
                </a:cubicBezTo>
                <a:cubicBezTo>
                  <a:pt x="259899" y="70505"/>
                  <a:pt x="261195" y="77428"/>
                  <a:pt x="261195" y="85727"/>
                </a:cubicBezTo>
                <a:lnTo>
                  <a:pt x="261195" y="168927"/>
                </a:lnTo>
                <a:lnTo>
                  <a:pt x="230071" y="168927"/>
                </a:lnTo>
                <a:lnTo>
                  <a:pt x="229067" y="153114"/>
                </a:lnTo>
                <a:cubicBezTo>
                  <a:pt x="223879" y="159054"/>
                  <a:pt x="217855" y="163552"/>
                  <a:pt x="210994" y="166606"/>
                </a:cubicBezTo>
                <a:cubicBezTo>
                  <a:pt x="204133" y="169660"/>
                  <a:pt x="196227" y="171186"/>
                  <a:pt x="187274" y="171186"/>
                </a:cubicBezTo>
                <a:moveTo>
                  <a:pt x="198193" y="148345"/>
                </a:moveTo>
                <a:cubicBezTo>
                  <a:pt x="204468" y="148345"/>
                  <a:pt x="210262" y="146679"/>
                  <a:pt x="215575" y="143348"/>
                </a:cubicBezTo>
                <a:cubicBezTo>
                  <a:pt x="220888" y="140015"/>
                  <a:pt x="225134" y="136213"/>
                  <a:pt x="228314" y="131943"/>
                </a:cubicBezTo>
                <a:lnTo>
                  <a:pt x="228314" y="111694"/>
                </a:lnTo>
                <a:cubicBezTo>
                  <a:pt x="210743" y="111780"/>
                  <a:pt x="198444" y="113468"/>
                  <a:pt x="191416" y="116757"/>
                </a:cubicBezTo>
                <a:cubicBezTo>
                  <a:pt x="184387" y="120047"/>
                  <a:pt x="180873" y="125365"/>
                  <a:pt x="180873" y="132712"/>
                </a:cubicBezTo>
                <a:cubicBezTo>
                  <a:pt x="180873" y="138009"/>
                  <a:pt x="182484" y="141939"/>
                  <a:pt x="185705" y="144501"/>
                </a:cubicBezTo>
                <a:cubicBezTo>
                  <a:pt x="188926" y="147064"/>
                  <a:pt x="193089" y="148345"/>
                  <a:pt x="198193" y="148345"/>
                </a:cubicBezTo>
                <a:close/>
                <a:moveTo>
                  <a:pt x="344968" y="171186"/>
                </a:moveTo>
                <a:cubicBezTo>
                  <a:pt x="338191" y="171186"/>
                  <a:pt x="331539" y="170552"/>
                  <a:pt x="325013" y="169284"/>
                </a:cubicBezTo>
                <a:cubicBezTo>
                  <a:pt x="318487" y="168016"/>
                  <a:pt x="312588" y="165838"/>
                  <a:pt x="307317" y="162750"/>
                </a:cubicBezTo>
                <a:cubicBezTo>
                  <a:pt x="302046" y="159662"/>
                  <a:pt x="297863" y="155454"/>
                  <a:pt x="294767" y="150125"/>
                </a:cubicBezTo>
                <a:cubicBezTo>
                  <a:pt x="291671" y="144797"/>
                  <a:pt x="290123" y="138157"/>
                  <a:pt x="290123" y="130206"/>
                </a:cubicBezTo>
                <a:lnTo>
                  <a:pt x="320997" y="130206"/>
                </a:lnTo>
                <a:cubicBezTo>
                  <a:pt x="320997" y="137231"/>
                  <a:pt x="323403" y="142115"/>
                  <a:pt x="328214" y="144858"/>
                </a:cubicBezTo>
                <a:cubicBezTo>
                  <a:pt x="333025" y="147601"/>
                  <a:pt x="338651" y="148972"/>
                  <a:pt x="345094" y="148972"/>
                </a:cubicBezTo>
                <a:cubicBezTo>
                  <a:pt x="351453" y="148972"/>
                  <a:pt x="356389" y="147919"/>
                  <a:pt x="359903" y="145811"/>
                </a:cubicBezTo>
                <a:cubicBezTo>
                  <a:pt x="363417" y="143701"/>
                  <a:pt x="365174" y="140149"/>
                  <a:pt x="365174" y="135155"/>
                </a:cubicBezTo>
                <a:cubicBezTo>
                  <a:pt x="365174" y="130504"/>
                  <a:pt x="363103" y="127037"/>
                  <a:pt x="358962" y="124754"/>
                </a:cubicBezTo>
                <a:cubicBezTo>
                  <a:pt x="354820" y="122469"/>
                  <a:pt x="347562" y="120142"/>
                  <a:pt x="337187" y="117773"/>
                </a:cubicBezTo>
                <a:cubicBezTo>
                  <a:pt x="328486" y="115658"/>
                  <a:pt x="320725" y="113099"/>
                  <a:pt x="313906" y="110098"/>
                </a:cubicBezTo>
                <a:cubicBezTo>
                  <a:pt x="307087" y="107096"/>
                  <a:pt x="301753" y="103080"/>
                  <a:pt x="297905" y="98049"/>
                </a:cubicBezTo>
                <a:cubicBezTo>
                  <a:pt x="294056" y="93016"/>
                  <a:pt x="292131" y="86397"/>
                  <a:pt x="292131" y="78192"/>
                </a:cubicBezTo>
                <a:cubicBezTo>
                  <a:pt x="292131" y="71763"/>
                  <a:pt x="293596" y="66308"/>
                  <a:pt x="296524" y="61826"/>
                </a:cubicBezTo>
                <a:cubicBezTo>
                  <a:pt x="299452" y="57342"/>
                  <a:pt x="303364" y="53726"/>
                  <a:pt x="308259" y="50978"/>
                </a:cubicBezTo>
                <a:cubicBezTo>
                  <a:pt x="313153" y="48230"/>
                  <a:pt x="318675" y="46222"/>
                  <a:pt x="324825" y="44954"/>
                </a:cubicBezTo>
                <a:cubicBezTo>
                  <a:pt x="330975" y="43683"/>
                  <a:pt x="337271" y="43048"/>
                  <a:pt x="343713" y="43048"/>
                </a:cubicBezTo>
                <a:cubicBezTo>
                  <a:pt x="349988" y="43048"/>
                  <a:pt x="356138" y="43682"/>
                  <a:pt x="362162" y="44950"/>
                </a:cubicBezTo>
                <a:cubicBezTo>
                  <a:pt x="368186" y="46218"/>
                  <a:pt x="373625" y="48354"/>
                  <a:pt x="378478" y="51358"/>
                </a:cubicBezTo>
                <a:cubicBezTo>
                  <a:pt x="383330" y="54360"/>
                  <a:pt x="387221" y="58398"/>
                  <a:pt x="390149" y="63473"/>
                </a:cubicBezTo>
                <a:cubicBezTo>
                  <a:pt x="393078" y="68548"/>
                  <a:pt x="394542" y="74891"/>
                  <a:pt x="394542" y="82503"/>
                </a:cubicBezTo>
                <a:lnTo>
                  <a:pt x="363668" y="82503"/>
                </a:lnTo>
                <a:cubicBezTo>
                  <a:pt x="363668" y="76068"/>
                  <a:pt x="361681" y="71607"/>
                  <a:pt x="357707" y="69121"/>
                </a:cubicBezTo>
                <a:cubicBezTo>
                  <a:pt x="353733" y="66632"/>
                  <a:pt x="349068" y="65387"/>
                  <a:pt x="343713" y="65387"/>
                </a:cubicBezTo>
                <a:cubicBezTo>
                  <a:pt x="337940" y="65387"/>
                  <a:pt x="333401" y="66253"/>
                  <a:pt x="330096" y="67984"/>
                </a:cubicBezTo>
                <a:cubicBezTo>
                  <a:pt x="326791" y="69712"/>
                  <a:pt x="325139" y="72564"/>
                  <a:pt x="325139" y="76541"/>
                </a:cubicBezTo>
                <a:cubicBezTo>
                  <a:pt x="325139" y="78824"/>
                  <a:pt x="326185" y="80833"/>
                  <a:pt x="328276" y="82569"/>
                </a:cubicBezTo>
                <a:cubicBezTo>
                  <a:pt x="330368" y="84303"/>
                  <a:pt x="333715" y="85910"/>
                  <a:pt x="338317" y="87390"/>
                </a:cubicBezTo>
                <a:cubicBezTo>
                  <a:pt x="342918" y="88869"/>
                  <a:pt x="348984" y="90455"/>
                  <a:pt x="356515" y="92147"/>
                </a:cubicBezTo>
                <a:cubicBezTo>
                  <a:pt x="364463" y="94008"/>
                  <a:pt x="371575" y="96419"/>
                  <a:pt x="377850" y="99379"/>
                </a:cubicBezTo>
                <a:cubicBezTo>
                  <a:pt x="384125" y="102339"/>
                  <a:pt x="389104" y="106314"/>
                  <a:pt x="392785" y="111306"/>
                </a:cubicBezTo>
                <a:cubicBezTo>
                  <a:pt x="396466" y="116294"/>
                  <a:pt x="398307" y="122764"/>
                  <a:pt x="398307" y="130716"/>
                </a:cubicBezTo>
                <a:cubicBezTo>
                  <a:pt x="398307" y="138159"/>
                  <a:pt x="396822" y="144461"/>
                  <a:pt x="393852" y="149620"/>
                </a:cubicBezTo>
                <a:cubicBezTo>
                  <a:pt x="390882" y="154778"/>
                  <a:pt x="386907" y="158943"/>
                  <a:pt x="381929" y="162115"/>
                </a:cubicBezTo>
                <a:cubicBezTo>
                  <a:pt x="376951" y="165287"/>
                  <a:pt x="371261" y="167591"/>
                  <a:pt x="364861" y="169029"/>
                </a:cubicBezTo>
                <a:cubicBezTo>
                  <a:pt x="358460" y="170467"/>
                  <a:pt x="351829" y="171186"/>
                  <a:pt x="344968" y="171186"/>
                </a:cubicBezTo>
                <a:close/>
                <a:moveTo>
                  <a:pt x="477597" y="171186"/>
                </a:moveTo>
                <a:cubicBezTo>
                  <a:pt x="470820" y="171186"/>
                  <a:pt x="464168" y="170552"/>
                  <a:pt x="457642" y="169284"/>
                </a:cubicBezTo>
                <a:cubicBezTo>
                  <a:pt x="451116" y="168016"/>
                  <a:pt x="445217" y="165838"/>
                  <a:pt x="439946" y="162750"/>
                </a:cubicBezTo>
                <a:cubicBezTo>
                  <a:pt x="434675" y="159662"/>
                  <a:pt x="430491" y="155454"/>
                  <a:pt x="427396" y="150125"/>
                </a:cubicBezTo>
                <a:cubicBezTo>
                  <a:pt x="424300" y="144797"/>
                  <a:pt x="422752" y="138157"/>
                  <a:pt x="422752" y="130206"/>
                </a:cubicBezTo>
                <a:lnTo>
                  <a:pt x="453626" y="130206"/>
                </a:lnTo>
                <a:cubicBezTo>
                  <a:pt x="453626" y="137231"/>
                  <a:pt x="456031" y="142115"/>
                  <a:pt x="460842" y="144858"/>
                </a:cubicBezTo>
                <a:cubicBezTo>
                  <a:pt x="465653" y="147601"/>
                  <a:pt x="471280" y="148972"/>
                  <a:pt x="477722" y="148972"/>
                </a:cubicBezTo>
                <a:cubicBezTo>
                  <a:pt x="484081" y="148972"/>
                  <a:pt x="489018" y="147919"/>
                  <a:pt x="492532" y="145811"/>
                </a:cubicBezTo>
                <a:cubicBezTo>
                  <a:pt x="496046" y="143701"/>
                  <a:pt x="497803" y="140149"/>
                  <a:pt x="497803" y="135155"/>
                </a:cubicBezTo>
                <a:cubicBezTo>
                  <a:pt x="497803" y="130504"/>
                  <a:pt x="495732" y="127037"/>
                  <a:pt x="491590" y="124754"/>
                </a:cubicBezTo>
                <a:cubicBezTo>
                  <a:pt x="487449" y="122469"/>
                  <a:pt x="480191" y="120142"/>
                  <a:pt x="469816" y="117773"/>
                </a:cubicBezTo>
                <a:cubicBezTo>
                  <a:pt x="461114" y="115658"/>
                  <a:pt x="453354" y="113099"/>
                  <a:pt x="446535" y="110098"/>
                </a:cubicBezTo>
                <a:cubicBezTo>
                  <a:pt x="439716" y="107096"/>
                  <a:pt x="434382" y="103080"/>
                  <a:pt x="430533" y="98049"/>
                </a:cubicBezTo>
                <a:cubicBezTo>
                  <a:pt x="426684" y="93016"/>
                  <a:pt x="424760" y="86397"/>
                  <a:pt x="424760" y="78192"/>
                </a:cubicBezTo>
                <a:cubicBezTo>
                  <a:pt x="424760" y="71763"/>
                  <a:pt x="426224" y="66308"/>
                  <a:pt x="429153" y="61826"/>
                </a:cubicBezTo>
                <a:cubicBezTo>
                  <a:pt x="432081" y="57342"/>
                  <a:pt x="435993" y="53726"/>
                  <a:pt x="440887" y="50978"/>
                </a:cubicBezTo>
                <a:cubicBezTo>
                  <a:pt x="445782" y="48230"/>
                  <a:pt x="451304" y="46222"/>
                  <a:pt x="457454" y="44954"/>
                </a:cubicBezTo>
                <a:cubicBezTo>
                  <a:pt x="463603" y="43683"/>
                  <a:pt x="469899" y="43048"/>
                  <a:pt x="476342" y="43048"/>
                </a:cubicBezTo>
                <a:cubicBezTo>
                  <a:pt x="482617" y="43048"/>
                  <a:pt x="488767" y="43682"/>
                  <a:pt x="494791" y="44950"/>
                </a:cubicBezTo>
                <a:cubicBezTo>
                  <a:pt x="500815" y="46218"/>
                  <a:pt x="506253" y="48354"/>
                  <a:pt x="511106" y="51358"/>
                </a:cubicBezTo>
                <a:cubicBezTo>
                  <a:pt x="515959" y="54360"/>
                  <a:pt x="519850" y="58398"/>
                  <a:pt x="522778" y="63473"/>
                </a:cubicBezTo>
                <a:cubicBezTo>
                  <a:pt x="525706" y="68548"/>
                  <a:pt x="527171" y="74891"/>
                  <a:pt x="527171" y="82503"/>
                </a:cubicBezTo>
                <a:lnTo>
                  <a:pt x="496297" y="82503"/>
                </a:lnTo>
                <a:cubicBezTo>
                  <a:pt x="496297" y="76068"/>
                  <a:pt x="494310" y="71607"/>
                  <a:pt x="490335" y="69121"/>
                </a:cubicBezTo>
                <a:cubicBezTo>
                  <a:pt x="486361" y="66632"/>
                  <a:pt x="481697" y="65387"/>
                  <a:pt x="476342" y="65387"/>
                </a:cubicBezTo>
                <a:cubicBezTo>
                  <a:pt x="470569" y="65387"/>
                  <a:pt x="466030" y="66253"/>
                  <a:pt x="462725" y="67984"/>
                </a:cubicBezTo>
                <a:cubicBezTo>
                  <a:pt x="459420" y="69712"/>
                  <a:pt x="457767" y="72564"/>
                  <a:pt x="457767" y="76541"/>
                </a:cubicBezTo>
                <a:cubicBezTo>
                  <a:pt x="457767" y="78824"/>
                  <a:pt x="458813" y="80833"/>
                  <a:pt x="460905" y="82569"/>
                </a:cubicBezTo>
                <a:cubicBezTo>
                  <a:pt x="462997" y="84303"/>
                  <a:pt x="466343" y="85910"/>
                  <a:pt x="470945" y="87390"/>
                </a:cubicBezTo>
                <a:cubicBezTo>
                  <a:pt x="475547" y="88869"/>
                  <a:pt x="481613" y="90455"/>
                  <a:pt x="489143" y="92147"/>
                </a:cubicBezTo>
                <a:cubicBezTo>
                  <a:pt x="497092" y="94008"/>
                  <a:pt x="504204" y="96419"/>
                  <a:pt x="510479" y="99379"/>
                </a:cubicBezTo>
                <a:cubicBezTo>
                  <a:pt x="516754" y="102339"/>
                  <a:pt x="521732" y="106314"/>
                  <a:pt x="525414" y="111306"/>
                </a:cubicBezTo>
                <a:cubicBezTo>
                  <a:pt x="529095" y="116294"/>
                  <a:pt x="530936" y="122764"/>
                  <a:pt x="530936" y="130716"/>
                </a:cubicBezTo>
                <a:cubicBezTo>
                  <a:pt x="530936" y="138159"/>
                  <a:pt x="529451" y="144461"/>
                  <a:pt x="526480" y="149620"/>
                </a:cubicBezTo>
                <a:cubicBezTo>
                  <a:pt x="523510" y="154778"/>
                  <a:pt x="519536" y="158943"/>
                  <a:pt x="514558" y="162115"/>
                </a:cubicBezTo>
                <a:cubicBezTo>
                  <a:pt x="509579" y="165287"/>
                  <a:pt x="503890" y="167591"/>
                  <a:pt x="497489" y="169029"/>
                </a:cubicBezTo>
                <a:cubicBezTo>
                  <a:pt x="491088" y="170467"/>
                  <a:pt x="484458" y="171186"/>
                  <a:pt x="477597" y="171186"/>
                </a:cubicBez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8F6BB-865E-41F0-8FB5-A35083C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853" y="2609145"/>
            <a:ext cx="139691" cy="1141738"/>
          </a:xfrm>
          <a:custGeom xmlns:a="http://schemas.openxmlformats.org/drawingml/2006/main">
            <a:pathLst>
              <a:path w="139691" h="1141738">
                <a:moveTo>
                  <a:pt x="139691" y="139691"/>
                </a:moveTo>
                <a:lnTo>
                  <a:pt x="69845" y="0"/>
                </a:lnTo>
                <a:lnTo>
                  <a:pt x="0" y="139691"/>
                </a:lnTo>
                <a:lnTo>
                  <a:pt x="52384" y="139691"/>
                </a:lnTo>
                <a:lnTo>
                  <a:pt x="52384" y="1141738"/>
                </a:lnTo>
                <a:lnTo>
                  <a:pt x="87307" y="1141738"/>
                </a:lnTo>
                <a:lnTo>
                  <a:pt x="87307" y="139691"/>
                </a:lnTo>
                <a:lnTo>
                  <a:pt x="139691" y="139691"/>
                </a:ln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AD1E8-99D8-47A6-8417-319ABB37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501" y="845784"/>
            <a:ext cx="551778" cy="139691"/>
          </a:xfrm>
          <a:custGeom xmlns:a="http://schemas.openxmlformats.org/drawingml/2006/main">
            <a:pathLst>
              <a:path w="551778" h="139691">
                <a:moveTo>
                  <a:pt x="412553" y="139691"/>
                </a:moveTo>
                <a:lnTo>
                  <a:pt x="551778" y="69147"/>
                </a:lnTo>
                <a:lnTo>
                  <a:pt x="411854" y="0"/>
                </a:lnTo>
                <a:lnTo>
                  <a:pt x="412117" y="52483"/>
                </a:lnTo>
                <a:lnTo>
                  <a:pt x="0" y="54247"/>
                </a:lnTo>
                <a:lnTo>
                  <a:pt x="233" y="89169"/>
                </a:lnTo>
                <a:lnTo>
                  <a:pt x="412291" y="87406"/>
                </a:lnTo>
                <a:lnTo>
                  <a:pt x="412553" y="139691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ECE89-3D51-4E11-B959-06DAD2F5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5" y="2165628"/>
            <a:ext cx="583441" cy="139691"/>
          </a:xfrm>
          <a:custGeom xmlns:a="http://schemas.openxmlformats.org/drawingml/2006/main">
            <a:pathLst>
              <a:path w="583441" h="139691">
                <a:moveTo>
                  <a:pt x="583441" y="52384"/>
                </a:moveTo>
                <a:lnTo>
                  <a:pt x="139691" y="52384"/>
                </a:lnTo>
                <a:lnTo>
                  <a:pt x="139691" y="0"/>
                </a:lnTo>
                <a:lnTo>
                  <a:pt x="0" y="69845"/>
                </a:lnTo>
                <a:lnTo>
                  <a:pt x="139691" y="139691"/>
                </a:lnTo>
                <a:lnTo>
                  <a:pt x="139691" y="87307"/>
                </a:lnTo>
                <a:lnTo>
                  <a:pt x="583441" y="87307"/>
                </a:lnTo>
                <a:lnTo>
                  <a:pt x="583441" y="52384"/>
                </a:lnTo>
                <a:close/>
              </a:path>
            </a:pathLst>
          </a:custGeom>
          <a:solidFill xmlns:a="http://schemas.openxmlformats.org/drawingml/2006/main">
            <a:srgbClr val="BA460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31362-D7A6-41A7-8C1F-7DC73C37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843" y="914931"/>
            <a:ext cx="250279" cy="10"/>
          </a:xfrm>
          <a:custGeom xmlns:a="http://schemas.openxmlformats.org/drawingml/2006/main">
            <a:pathLst>
              <a:path w="250279" h="1" fill="none">
                <a:moveTo>
                  <a:pt x="0" y="0"/>
                </a:moveTo>
                <a:lnTo>
                  <a:pt x="250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156082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1948F-D0C3-4449-8523-A2413222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43" y="1585446"/>
            <a:ext cx="250512" cy="233"/>
          </a:xfrm>
          <a:custGeom xmlns:a="http://schemas.openxmlformats.org/drawingml/2006/main">
            <a:pathLst>
              <a:path w="250512" h="233" fill="none">
                <a:moveTo>
                  <a:pt x="0" y="233"/>
                </a:moveTo>
                <a:lnTo>
                  <a:pt x="250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156082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8B0BE-F966-4CC1-BA00-BF5ADB67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843" y="2268068"/>
            <a:ext cx="250279" cy="10"/>
          </a:xfrm>
          <a:custGeom xmlns:a="http://schemas.openxmlformats.org/drawingml/2006/main">
            <a:pathLst>
              <a:path w="250279" h="1" fill="none">
                <a:moveTo>
                  <a:pt x="0" y="0"/>
                </a:moveTo>
                <a:lnTo>
                  <a:pt x="250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156082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AFD59-F07C-435D-BB25-DEAB017D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279" y="587822"/>
            <a:ext cx="1340564" cy="654218"/>
          </a:xfrm>
          <a:custGeom xmlns:a="http://schemas.openxmlformats.org/drawingml/2006/main">
            <a:pathLst>
              <a:path w="1340564" h="654218">
                <a:moveTo>
                  <a:pt x="0" y="45399"/>
                </a:moveTo>
                <a:cubicBezTo>
                  <a:pt x="0" y="20255"/>
                  <a:pt x="20255" y="0"/>
                  <a:pt x="45399" y="0"/>
                </a:cubicBezTo>
                <a:lnTo>
                  <a:pt x="1295398" y="0"/>
                </a:lnTo>
                <a:cubicBezTo>
                  <a:pt x="1320309" y="0"/>
                  <a:pt x="1340564" y="20255"/>
                  <a:pt x="1340564" y="45399"/>
                </a:cubicBezTo>
                <a:lnTo>
                  <a:pt x="1340564" y="609051"/>
                </a:lnTo>
                <a:cubicBezTo>
                  <a:pt x="1340564" y="634195"/>
                  <a:pt x="1320309" y="654218"/>
                  <a:pt x="1295398" y="654218"/>
                </a:cubicBezTo>
                <a:lnTo>
                  <a:pt x="45399" y="654218"/>
                </a:lnTo>
                <a:cubicBezTo>
                  <a:pt x="20255" y="654218"/>
                  <a:pt x="0" y="634195"/>
                  <a:pt x="0" y="609051"/>
                </a:cubicBezTo>
                <a:lnTo>
                  <a:pt x="0" y="45399"/>
                </a:lnTo>
                <a:close/>
              </a:path>
            </a:pathLst>
          </a:custGeom>
          <a:solidFill xmlns:a="http://schemas.openxmlformats.org/drawingml/2006/main">
            <a:srgbClr val="DCEAF7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C5F41-2B36-4DC5-B820-DD7599C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279" y="587822"/>
            <a:ext cx="1340564" cy="654218"/>
          </a:xfrm>
          <a:custGeom xmlns:a="http://schemas.openxmlformats.org/drawingml/2006/main">
            <a:pathLst>
              <a:path w="1340564" h="654218" fill="none">
                <a:moveTo>
                  <a:pt x="0" y="45399"/>
                </a:moveTo>
                <a:cubicBezTo>
                  <a:pt x="0" y="20255"/>
                  <a:pt x="20255" y="0"/>
                  <a:pt x="45399" y="0"/>
                </a:cubicBezTo>
                <a:lnTo>
                  <a:pt x="1295398" y="0"/>
                </a:lnTo>
                <a:cubicBezTo>
                  <a:pt x="1320309" y="0"/>
                  <a:pt x="1340564" y="20255"/>
                  <a:pt x="1340564" y="45399"/>
                </a:cubicBezTo>
                <a:lnTo>
                  <a:pt x="1340564" y="609051"/>
                </a:lnTo>
                <a:cubicBezTo>
                  <a:pt x="1340564" y="634195"/>
                  <a:pt x="1320309" y="654218"/>
                  <a:pt x="1295398" y="654218"/>
                </a:cubicBezTo>
                <a:lnTo>
                  <a:pt x="45399" y="654218"/>
                </a:lnTo>
                <a:cubicBezTo>
                  <a:pt x="20255" y="654218"/>
                  <a:pt x="0" y="634195"/>
                  <a:pt x="0" y="609051"/>
                </a:cubicBezTo>
                <a:lnTo>
                  <a:pt x="0" y="453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70C0"/>
            </a:solidFill>
            <a:miter/>
          </a:ln>
        </p:spPr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d0eda36ef4439"/>
          <a:stretch xmlns:a="http://schemas.openxmlformats.org/drawingml/2006/main"/>
        </p:blipFill>
        <p:spPr>
          <a:xfrm xmlns:a="http://schemas.openxmlformats.org/drawingml/2006/main">
            <a:off x="8063163" y="787370"/>
            <a:ext cx="294723" cy="294723"/>
          </a:xfrm>
          <a:prstGeom xmlns:a="http://schemas.openxmlformats.org/drawingml/2006/main" prst="rect">
            <a:avLst/>
          </a:prstGeom>
        </p:spPr>
      </p:pic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29E40-2CCA-402F-A448-1A67CE9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279" y="1356354"/>
            <a:ext cx="1340564" cy="453296"/>
          </a:xfrm>
          <a:custGeom xmlns:a="http://schemas.openxmlformats.org/drawingml/2006/main">
            <a:pathLst>
              <a:path w="1340564" h="453296">
                <a:moveTo>
                  <a:pt x="0" y="31430"/>
                </a:moveTo>
                <a:cubicBezTo>
                  <a:pt x="0" y="13969"/>
                  <a:pt x="14202" y="0"/>
                  <a:pt x="31430" y="0"/>
                </a:cubicBezTo>
                <a:lnTo>
                  <a:pt x="1309134" y="0"/>
                </a:lnTo>
                <a:cubicBezTo>
                  <a:pt x="1326595" y="0"/>
                  <a:pt x="1340564" y="13969"/>
                  <a:pt x="1340564" y="31430"/>
                </a:cubicBezTo>
                <a:lnTo>
                  <a:pt x="1340564" y="421866"/>
                </a:lnTo>
                <a:cubicBezTo>
                  <a:pt x="1340564" y="439327"/>
                  <a:pt x="1326595" y="453296"/>
                  <a:pt x="1309134" y="453296"/>
                </a:cubicBezTo>
                <a:lnTo>
                  <a:pt x="31430" y="453296"/>
                </a:lnTo>
                <a:cubicBezTo>
                  <a:pt x="14202" y="453296"/>
                  <a:pt x="0" y="439327"/>
                  <a:pt x="0" y="421866"/>
                </a:cubicBezTo>
                <a:lnTo>
                  <a:pt x="0" y="31430"/>
                </a:lnTo>
                <a:close/>
              </a:path>
            </a:pathLst>
          </a:custGeom>
          <a:solidFill xmlns:a="http://schemas.openxmlformats.org/drawingml/2006/main">
            <a:srgbClr val="DCEAF7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80552-6E31-4E59-9C56-CD170A42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279" y="1356354"/>
            <a:ext cx="1340564" cy="453296"/>
          </a:xfrm>
          <a:custGeom xmlns:a="http://schemas.openxmlformats.org/drawingml/2006/main">
            <a:pathLst>
              <a:path w="1340564" h="453296" fill="none">
                <a:moveTo>
                  <a:pt x="0" y="31430"/>
                </a:moveTo>
                <a:cubicBezTo>
                  <a:pt x="0" y="13969"/>
                  <a:pt x="14202" y="0"/>
                  <a:pt x="31430" y="0"/>
                </a:cubicBezTo>
                <a:lnTo>
                  <a:pt x="1309134" y="0"/>
                </a:lnTo>
                <a:cubicBezTo>
                  <a:pt x="1326595" y="0"/>
                  <a:pt x="1340564" y="13969"/>
                  <a:pt x="1340564" y="31430"/>
                </a:cubicBezTo>
                <a:lnTo>
                  <a:pt x="1340564" y="421866"/>
                </a:lnTo>
                <a:cubicBezTo>
                  <a:pt x="1340564" y="439327"/>
                  <a:pt x="1326595" y="453296"/>
                  <a:pt x="1309134" y="453296"/>
                </a:cubicBezTo>
                <a:lnTo>
                  <a:pt x="31430" y="453296"/>
                </a:lnTo>
                <a:cubicBezTo>
                  <a:pt x="14202" y="453296"/>
                  <a:pt x="0" y="439327"/>
                  <a:pt x="0" y="421866"/>
                </a:cubicBezTo>
                <a:lnTo>
                  <a:pt x="0" y="314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70C0"/>
            </a:solidFill>
            <a:miter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1e733e6f741e1"/>
          <a:stretch xmlns:a="http://schemas.openxmlformats.org/drawingml/2006/main"/>
        </p:blipFill>
        <p:spPr>
          <a:xfrm xmlns:a="http://schemas.openxmlformats.org/drawingml/2006/main">
            <a:off x="8063162" y="1432508"/>
            <a:ext cx="294724" cy="294724"/>
          </a:xfrm>
          <a:prstGeom xmlns:a="http://schemas.openxmlformats.org/drawingml/2006/main" prst="rect">
            <a:avLst/>
          </a:prstGeom>
        </p:spPr>
      </p:pic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6BF99-C4C0-4708-92F2-5B564532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279" y="1923497"/>
            <a:ext cx="1340564" cy="654218"/>
          </a:xfrm>
          <a:custGeom xmlns:a="http://schemas.openxmlformats.org/drawingml/2006/main">
            <a:pathLst>
              <a:path w="1340564" h="654218">
                <a:moveTo>
                  <a:pt x="0" y="45167"/>
                </a:moveTo>
                <a:cubicBezTo>
                  <a:pt x="0" y="20255"/>
                  <a:pt x="20255" y="0"/>
                  <a:pt x="45399" y="0"/>
                </a:cubicBezTo>
                <a:lnTo>
                  <a:pt x="1295398" y="0"/>
                </a:lnTo>
                <a:cubicBezTo>
                  <a:pt x="1320309" y="0"/>
                  <a:pt x="1340564" y="20255"/>
                  <a:pt x="1340564" y="45167"/>
                </a:cubicBezTo>
                <a:lnTo>
                  <a:pt x="1340564" y="609051"/>
                </a:lnTo>
                <a:cubicBezTo>
                  <a:pt x="1340564" y="633963"/>
                  <a:pt x="1320309" y="654218"/>
                  <a:pt x="1295398" y="654218"/>
                </a:cubicBezTo>
                <a:lnTo>
                  <a:pt x="45399" y="654218"/>
                </a:lnTo>
                <a:cubicBezTo>
                  <a:pt x="20255" y="654218"/>
                  <a:pt x="0" y="633963"/>
                  <a:pt x="0" y="609051"/>
                </a:cubicBezTo>
                <a:lnTo>
                  <a:pt x="0" y="45167"/>
                </a:lnTo>
                <a:close/>
              </a:path>
            </a:pathLst>
          </a:custGeom>
          <a:solidFill xmlns:a="http://schemas.openxmlformats.org/drawingml/2006/main">
            <a:srgbClr val="DCEAF7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07826-2457-427F-8015-37F0B32C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279" y="1923497"/>
            <a:ext cx="1340564" cy="654218"/>
          </a:xfrm>
          <a:custGeom xmlns:a="http://schemas.openxmlformats.org/drawingml/2006/main">
            <a:pathLst>
              <a:path w="1340564" h="654218" fill="none">
                <a:moveTo>
                  <a:pt x="0" y="45167"/>
                </a:moveTo>
                <a:cubicBezTo>
                  <a:pt x="0" y="20255"/>
                  <a:pt x="20255" y="0"/>
                  <a:pt x="45399" y="0"/>
                </a:cubicBezTo>
                <a:lnTo>
                  <a:pt x="1295398" y="0"/>
                </a:lnTo>
                <a:cubicBezTo>
                  <a:pt x="1320309" y="0"/>
                  <a:pt x="1340564" y="20255"/>
                  <a:pt x="1340564" y="45167"/>
                </a:cubicBezTo>
                <a:lnTo>
                  <a:pt x="1340564" y="609051"/>
                </a:lnTo>
                <a:cubicBezTo>
                  <a:pt x="1340564" y="633963"/>
                  <a:pt x="1320309" y="654218"/>
                  <a:pt x="1295398" y="654218"/>
                </a:cubicBezTo>
                <a:lnTo>
                  <a:pt x="45399" y="654218"/>
                </a:lnTo>
                <a:cubicBezTo>
                  <a:pt x="20255" y="654218"/>
                  <a:pt x="0" y="633963"/>
                  <a:pt x="0" y="609051"/>
                </a:cubicBezTo>
                <a:lnTo>
                  <a:pt x="0" y="451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70C0"/>
            </a:solidFill>
            <a:miter/>
          </a:ln>
        </p:spPr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ced960f60437a"/>
          <a:stretch xmlns:a="http://schemas.openxmlformats.org/drawingml/2006/main"/>
        </p:blipFill>
        <p:spPr>
          <a:xfrm xmlns:a="http://schemas.openxmlformats.org/drawingml/2006/main">
            <a:off x="8064327" y="2104187"/>
            <a:ext cx="294723" cy="294723"/>
          </a:xfrm>
          <a:prstGeom xmlns:a="http://schemas.openxmlformats.org/drawingml/2006/main" prst="rect">
            <a:avLst/>
          </a:prstGeom>
        </p:spPr>
      </p:pic>
      <p:sp>
        <p:nvSpPr>
          <p:cNvPr id="68" name="Text Action">
            <a:extLst xmlns:a="http://schemas.openxmlformats.org/drawingml/2006/main">
              <a:ext uri="{FF2B5EF4-FFF2-40B4-BE49-F238E27FC236}">
                <a16:creationId xmlns:a16="http://schemas.microsoft.com/office/drawing/2014/main" id="{0EF6B923-E385-4C18-9617-1D475D59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914" y="2080555"/>
            <a:ext cx="539509" cy="127228"/>
          </a:xfrm>
          <a:custGeom xmlns:a="http://schemas.openxmlformats.org/drawingml/2006/main">
            <a:pathLst>
              <a:path w="539509" h="127228">
                <a:moveTo>
                  <a:pt x="0" y="125582"/>
                </a:moveTo>
                <a:lnTo>
                  <a:pt x="44237" y="2559"/>
                </a:lnTo>
                <a:lnTo>
                  <a:pt x="71200" y="2559"/>
                </a:lnTo>
                <a:lnTo>
                  <a:pt x="115529" y="125582"/>
                </a:lnTo>
                <a:lnTo>
                  <a:pt x="88749" y="125582"/>
                </a:lnTo>
                <a:lnTo>
                  <a:pt x="79974" y="98528"/>
                </a:lnTo>
                <a:lnTo>
                  <a:pt x="35554" y="98528"/>
                </a:lnTo>
                <a:lnTo>
                  <a:pt x="26506" y="125582"/>
                </a:lnTo>
                <a:lnTo>
                  <a:pt x="0" y="125582"/>
                </a:lnTo>
                <a:moveTo>
                  <a:pt x="41678" y="77232"/>
                </a:moveTo>
                <a:lnTo>
                  <a:pt x="73668" y="77232"/>
                </a:lnTo>
                <a:lnTo>
                  <a:pt x="57673" y="27968"/>
                </a:lnTo>
                <a:lnTo>
                  <a:pt x="41678" y="77232"/>
                </a:lnTo>
                <a:close/>
                <a:moveTo>
                  <a:pt x="169915" y="127228"/>
                </a:moveTo>
                <a:cubicBezTo>
                  <a:pt x="161629" y="127228"/>
                  <a:pt x="154103" y="125619"/>
                  <a:pt x="147340" y="122401"/>
                </a:cubicBezTo>
                <a:cubicBezTo>
                  <a:pt x="140576" y="119181"/>
                  <a:pt x="135214" y="114166"/>
                  <a:pt x="131254" y="107357"/>
                </a:cubicBezTo>
                <a:cubicBezTo>
                  <a:pt x="127293" y="100548"/>
                  <a:pt x="125313" y="91757"/>
                  <a:pt x="125313" y="80985"/>
                </a:cubicBezTo>
                <a:cubicBezTo>
                  <a:pt x="125313" y="70215"/>
                  <a:pt x="127202" y="61364"/>
                  <a:pt x="130979" y="54431"/>
                </a:cubicBezTo>
                <a:cubicBezTo>
                  <a:pt x="134757" y="47498"/>
                  <a:pt x="140013" y="42344"/>
                  <a:pt x="146746" y="38970"/>
                </a:cubicBezTo>
                <a:cubicBezTo>
                  <a:pt x="153479" y="35596"/>
                  <a:pt x="161202" y="33909"/>
                  <a:pt x="169915" y="33909"/>
                </a:cubicBezTo>
                <a:cubicBezTo>
                  <a:pt x="177471" y="33909"/>
                  <a:pt x="184296" y="35179"/>
                  <a:pt x="190389" y="37719"/>
                </a:cubicBezTo>
                <a:cubicBezTo>
                  <a:pt x="196482" y="40258"/>
                  <a:pt x="201326" y="44050"/>
                  <a:pt x="204921" y="49096"/>
                </a:cubicBezTo>
                <a:cubicBezTo>
                  <a:pt x="208516" y="54142"/>
                  <a:pt x="210344" y="60504"/>
                  <a:pt x="210405" y="68184"/>
                </a:cubicBezTo>
                <a:lnTo>
                  <a:pt x="186916" y="68184"/>
                </a:lnTo>
                <a:cubicBezTo>
                  <a:pt x="186794" y="63446"/>
                  <a:pt x="185270" y="59672"/>
                  <a:pt x="182346" y="56862"/>
                </a:cubicBezTo>
                <a:cubicBezTo>
                  <a:pt x="179421" y="54051"/>
                  <a:pt x="175308" y="52646"/>
                  <a:pt x="170007" y="52646"/>
                </a:cubicBezTo>
                <a:cubicBezTo>
                  <a:pt x="163000" y="52646"/>
                  <a:pt x="157927" y="55117"/>
                  <a:pt x="154789" y="60061"/>
                </a:cubicBezTo>
                <a:cubicBezTo>
                  <a:pt x="151651" y="65004"/>
                  <a:pt x="150082" y="71981"/>
                  <a:pt x="150082" y="80991"/>
                </a:cubicBezTo>
                <a:cubicBezTo>
                  <a:pt x="150082" y="86810"/>
                  <a:pt x="150767" y="91769"/>
                  <a:pt x="152138" y="95869"/>
                </a:cubicBezTo>
                <a:cubicBezTo>
                  <a:pt x="153509" y="99967"/>
                  <a:pt x="155672" y="103095"/>
                  <a:pt x="158628" y="105255"/>
                </a:cubicBezTo>
                <a:cubicBezTo>
                  <a:pt x="161583" y="107412"/>
                  <a:pt x="165376" y="108491"/>
                  <a:pt x="170007" y="108491"/>
                </a:cubicBezTo>
                <a:cubicBezTo>
                  <a:pt x="175430" y="108491"/>
                  <a:pt x="179710" y="106958"/>
                  <a:pt x="182848" y="103892"/>
                </a:cubicBezTo>
                <a:cubicBezTo>
                  <a:pt x="185986" y="100825"/>
                  <a:pt x="187616" y="96477"/>
                  <a:pt x="187738" y="90851"/>
                </a:cubicBezTo>
                <a:lnTo>
                  <a:pt x="211228" y="90851"/>
                </a:lnTo>
                <a:cubicBezTo>
                  <a:pt x="211045" y="98728"/>
                  <a:pt x="209171" y="105365"/>
                  <a:pt x="205607" y="110761"/>
                </a:cubicBezTo>
                <a:cubicBezTo>
                  <a:pt x="202042" y="116156"/>
                  <a:pt x="197183" y="120249"/>
                  <a:pt x="191029" y="123040"/>
                </a:cubicBezTo>
                <a:cubicBezTo>
                  <a:pt x="184874" y="125832"/>
                  <a:pt x="177837" y="127228"/>
                  <a:pt x="169915" y="127228"/>
                </a:cubicBezTo>
                <a:close/>
                <a:moveTo>
                  <a:pt x="271136" y="125582"/>
                </a:moveTo>
                <a:cubicBezTo>
                  <a:pt x="262118" y="125582"/>
                  <a:pt x="255126" y="124485"/>
                  <a:pt x="250160" y="122289"/>
                </a:cubicBezTo>
                <a:cubicBezTo>
                  <a:pt x="245194" y="120092"/>
                  <a:pt x="241736" y="116688"/>
                  <a:pt x="239786" y="112078"/>
                </a:cubicBezTo>
                <a:cubicBezTo>
                  <a:pt x="237836" y="107468"/>
                  <a:pt x="236861" y="101450"/>
                  <a:pt x="236861" y="94024"/>
                </a:cubicBezTo>
                <a:lnTo>
                  <a:pt x="236861" y="53925"/>
                </a:lnTo>
                <a:lnTo>
                  <a:pt x="222055" y="53925"/>
                </a:lnTo>
                <a:lnTo>
                  <a:pt x="222055" y="35280"/>
                </a:lnTo>
                <a:lnTo>
                  <a:pt x="236861" y="35280"/>
                </a:lnTo>
                <a:lnTo>
                  <a:pt x="236861" y="14258"/>
                </a:lnTo>
                <a:lnTo>
                  <a:pt x="261082" y="14258"/>
                </a:lnTo>
                <a:lnTo>
                  <a:pt x="261082" y="35280"/>
                </a:lnTo>
                <a:lnTo>
                  <a:pt x="280550" y="35280"/>
                </a:lnTo>
                <a:lnTo>
                  <a:pt x="280550" y="53925"/>
                </a:lnTo>
                <a:lnTo>
                  <a:pt x="261082" y="53925"/>
                </a:lnTo>
                <a:lnTo>
                  <a:pt x="261082" y="92753"/>
                </a:lnTo>
                <a:cubicBezTo>
                  <a:pt x="261082" y="97544"/>
                  <a:pt x="261737" y="101090"/>
                  <a:pt x="263047" y="103392"/>
                </a:cubicBezTo>
                <a:cubicBezTo>
                  <a:pt x="264357" y="105695"/>
                  <a:pt x="267328" y="106846"/>
                  <a:pt x="271959" y="106846"/>
                </a:cubicBezTo>
                <a:lnTo>
                  <a:pt x="280550" y="106846"/>
                </a:lnTo>
                <a:lnTo>
                  <a:pt x="280550" y="125582"/>
                </a:lnTo>
                <a:lnTo>
                  <a:pt x="271136" y="125582"/>
                </a:lnTo>
                <a:close/>
                <a:moveTo>
                  <a:pt x="299847" y="125582"/>
                </a:moveTo>
                <a:lnTo>
                  <a:pt x="299847" y="35280"/>
                </a:lnTo>
                <a:lnTo>
                  <a:pt x="324067" y="35280"/>
                </a:lnTo>
                <a:lnTo>
                  <a:pt x="324067" y="125582"/>
                </a:lnTo>
                <a:lnTo>
                  <a:pt x="299847" y="125582"/>
                </a:lnTo>
                <a:moveTo>
                  <a:pt x="312003" y="23581"/>
                </a:moveTo>
                <a:cubicBezTo>
                  <a:pt x="307555" y="23581"/>
                  <a:pt x="304158" y="22454"/>
                  <a:pt x="301812" y="20199"/>
                </a:cubicBezTo>
                <a:cubicBezTo>
                  <a:pt x="299466" y="17945"/>
                  <a:pt x="298293" y="15142"/>
                  <a:pt x="298293" y="11790"/>
                </a:cubicBezTo>
                <a:cubicBezTo>
                  <a:pt x="298293" y="8378"/>
                  <a:pt x="299466" y="5560"/>
                  <a:pt x="301812" y="3336"/>
                </a:cubicBezTo>
                <a:cubicBezTo>
                  <a:pt x="304158" y="1112"/>
                  <a:pt x="307555" y="0"/>
                  <a:pt x="312003" y="0"/>
                </a:cubicBezTo>
                <a:cubicBezTo>
                  <a:pt x="316451" y="0"/>
                  <a:pt x="319848" y="1112"/>
                  <a:pt x="322194" y="3336"/>
                </a:cubicBezTo>
                <a:cubicBezTo>
                  <a:pt x="324540" y="5560"/>
                  <a:pt x="325713" y="8378"/>
                  <a:pt x="325713" y="11790"/>
                </a:cubicBezTo>
                <a:cubicBezTo>
                  <a:pt x="325713" y="15142"/>
                  <a:pt x="324540" y="17945"/>
                  <a:pt x="322194" y="20199"/>
                </a:cubicBezTo>
                <a:cubicBezTo>
                  <a:pt x="319848" y="22454"/>
                  <a:pt x="316451" y="23581"/>
                  <a:pt x="312003" y="23581"/>
                </a:cubicBezTo>
                <a:close/>
                <a:moveTo>
                  <a:pt x="390503" y="127228"/>
                </a:moveTo>
                <a:cubicBezTo>
                  <a:pt x="381485" y="127228"/>
                  <a:pt x="373579" y="125409"/>
                  <a:pt x="366785" y="121772"/>
                </a:cubicBezTo>
                <a:cubicBezTo>
                  <a:pt x="359991" y="118133"/>
                  <a:pt x="354735" y="112862"/>
                  <a:pt x="351018" y="105957"/>
                </a:cubicBezTo>
                <a:cubicBezTo>
                  <a:pt x="347301" y="99051"/>
                  <a:pt x="345443" y="90696"/>
                  <a:pt x="345443" y="80891"/>
                </a:cubicBezTo>
                <a:cubicBezTo>
                  <a:pt x="345443" y="70904"/>
                  <a:pt x="347301" y="62411"/>
                  <a:pt x="351018" y="55414"/>
                </a:cubicBezTo>
                <a:cubicBezTo>
                  <a:pt x="354735" y="48414"/>
                  <a:pt x="359991" y="43080"/>
                  <a:pt x="366785" y="39413"/>
                </a:cubicBezTo>
                <a:cubicBezTo>
                  <a:pt x="373579" y="35744"/>
                  <a:pt x="381485" y="33909"/>
                  <a:pt x="390503" y="33909"/>
                </a:cubicBezTo>
                <a:cubicBezTo>
                  <a:pt x="399643" y="33909"/>
                  <a:pt x="407610" y="35744"/>
                  <a:pt x="414404" y="39413"/>
                </a:cubicBezTo>
                <a:cubicBezTo>
                  <a:pt x="421198" y="43080"/>
                  <a:pt x="426484" y="48414"/>
                  <a:pt x="430261" y="55414"/>
                </a:cubicBezTo>
                <a:cubicBezTo>
                  <a:pt x="434039" y="62411"/>
                  <a:pt x="435928" y="70904"/>
                  <a:pt x="435928" y="80891"/>
                </a:cubicBezTo>
                <a:cubicBezTo>
                  <a:pt x="435928" y="90696"/>
                  <a:pt x="434039" y="99051"/>
                  <a:pt x="430261" y="105957"/>
                </a:cubicBezTo>
                <a:cubicBezTo>
                  <a:pt x="426484" y="112862"/>
                  <a:pt x="421198" y="118133"/>
                  <a:pt x="414404" y="121772"/>
                </a:cubicBezTo>
                <a:cubicBezTo>
                  <a:pt x="407610" y="125409"/>
                  <a:pt x="399643" y="127228"/>
                  <a:pt x="390503" y="127228"/>
                </a:cubicBezTo>
                <a:moveTo>
                  <a:pt x="390503" y="108765"/>
                </a:moveTo>
                <a:cubicBezTo>
                  <a:pt x="395804" y="108765"/>
                  <a:pt x="399963" y="107506"/>
                  <a:pt x="402979" y="104989"/>
                </a:cubicBezTo>
                <a:cubicBezTo>
                  <a:pt x="405995" y="102472"/>
                  <a:pt x="408128" y="99100"/>
                  <a:pt x="409377" y="94875"/>
                </a:cubicBezTo>
                <a:cubicBezTo>
                  <a:pt x="410626" y="90650"/>
                  <a:pt x="411250" y="85989"/>
                  <a:pt x="411250" y="80894"/>
                </a:cubicBezTo>
                <a:cubicBezTo>
                  <a:pt x="411250" y="75673"/>
                  <a:pt x="410626" y="70918"/>
                  <a:pt x="409377" y="66630"/>
                </a:cubicBezTo>
                <a:cubicBezTo>
                  <a:pt x="408128" y="62342"/>
                  <a:pt x="405995" y="58924"/>
                  <a:pt x="402979" y="56376"/>
                </a:cubicBezTo>
                <a:cubicBezTo>
                  <a:pt x="399963" y="53828"/>
                  <a:pt x="395804" y="52555"/>
                  <a:pt x="390503" y="52555"/>
                </a:cubicBezTo>
                <a:cubicBezTo>
                  <a:pt x="385323" y="52555"/>
                  <a:pt x="381256" y="53828"/>
                  <a:pt x="378301" y="56376"/>
                </a:cubicBezTo>
                <a:cubicBezTo>
                  <a:pt x="375346" y="58924"/>
                  <a:pt x="373259" y="62342"/>
                  <a:pt x="372040" y="66630"/>
                </a:cubicBezTo>
                <a:cubicBezTo>
                  <a:pt x="370821" y="70918"/>
                  <a:pt x="370212" y="75673"/>
                  <a:pt x="370212" y="80894"/>
                </a:cubicBezTo>
                <a:cubicBezTo>
                  <a:pt x="370212" y="85989"/>
                  <a:pt x="370821" y="90650"/>
                  <a:pt x="372040" y="94875"/>
                </a:cubicBezTo>
                <a:cubicBezTo>
                  <a:pt x="373259" y="99100"/>
                  <a:pt x="375346" y="102472"/>
                  <a:pt x="378301" y="104989"/>
                </a:cubicBezTo>
                <a:cubicBezTo>
                  <a:pt x="381256" y="107506"/>
                  <a:pt x="385323" y="108765"/>
                  <a:pt x="390503" y="108765"/>
                </a:cubicBezTo>
                <a:close/>
                <a:moveTo>
                  <a:pt x="456336" y="125582"/>
                </a:moveTo>
                <a:lnTo>
                  <a:pt x="456336" y="35280"/>
                </a:lnTo>
                <a:lnTo>
                  <a:pt x="479642" y="35280"/>
                </a:lnTo>
                <a:lnTo>
                  <a:pt x="480099" y="48533"/>
                </a:lnTo>
                <a:cubicBezTo>
                  <a:pt x="483085" y="44694"/>
                  <a:pt x="487015" y="41297"/>
                  <a:pt x="491890" y="38342"/>
                </a:cubicBezTo>
                <a:cubicBezTo>
                  <a:pt x="496765" y="35387"/>
                  <a:pt x="503102" y="33909"/>
                  <a:pt x="510901" y="33909"/>
                </a:cubicBezTo>
                <a:cubicBezTo>
                  <a:pt x="519980" y="33909"/>
                  <a:pt x="527018" y="36702"/>
                  <a:pt x="532014" y="42289"/>
                </a:cubicBezTo>
                <a:cubicBezTo>
                  <a:pt x="537011" y="47876"/>
                  <a:pt x="539509" y="56040"/>
                  <a:pt x="539509" y="66781"/>
                </a:cubicBezTo>
                <a:lnTo>
                  <a:pt x="539509" y="125582"/>
                </a:lnTo>
                <a:lnTo>
                  <a:pt x="515471" y="125582"/>
                </a:lnTo>
                <a:lnTo>
                  <a:pt x="515471" y="69735"/>
                </a:lnTo>
                <a:cubicBezTo>
                  <a:pt x="515471" y="66450"/>
                  <a:pt x="515014" y="63569"/>
                  <a:pt x="514100" y="61092"/>
                </a:cubicBezTo>
                <a:cubicBezTo>
                  <a:pt x="513186" y="58614"/>
                  <a:pt x="511739" y="56694"/>
                  <a:pt x="509758" y="55331"/>
                </a:cubicBezTo>
                <a:cubicBezTo>
                  <a:pt x="507778" y="53967"/>
                  <a:pt x="505173" y="53286"/>
                  <a:pt x="501944" y="53286"/>
                </a:cubicBezTo>
                <a:cubicBezTo>
                  <a:pt x="497130" y="53286"/>
                  <a:pt x="493002" y="54432"/>
                  <a:pt x="489559" y="56725"/>
                </a:cubicBezTo>
                <a:cubicBezTo>
                  <a:pt x="486117" y="59017"/>
                  <a:pt x="483116" y="61805"/>
                  <a:pt x="480556" y="65088"/>
                </a:cubicBezTo>
                <a:lnTo>
                  <a:pt x="480556" y="125582"/>
                </a:lnTo>
                <a:lnTo>
                  <a:pt x="456336" y="125582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Selection">
            <a:extLst xmlns:a="http://schemas.openxmlformats.org/drawingml/2006/main">
              <a:ext uri="{FF2B5EF4-FFF2-40B4-BE49-F238E27FC236}">
                <a16:creationId xmlns:a16="http://schemas.microsoft.com/office/drawing/2014/main" id="{4FF3F872-FF43-40F4-9DE1-2D09F270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3071" y="2304060"/>
            <a:ext cx="790453" cy="127228"/>
          </a:xfrm>
          <a:custGeom xmlns:a="http://schemas.openxmlformats.org/drawingml/2006/main">
            <a:pathLst>
              <a:path w="790453" h="127228">
                <a:moveTo>
                  <a:pt x="49538" y="127228"/>
                </a:moveTo>
                <a:cubicBezTo>
                  <a:pt x="40216" y="127228"/>
                  <a:pt x="31822" y="125901"/>
                  <a:pt x="24358" y="123249"/>
                </a:cubicBezTo>
                <a:cubicBezTo>
                  <a:pt x="16894" y="120596"/>
                  <a:pt x="10968" y="116374"/>
                  <a:pt x="6581" y="110582"/>
                </a:cubicBezTo>
                <a:cubicBezTo>
                  <a:pt x="2194" y="104789"/>
                  <a:pt x="0" y="97228"/>
                  <a:pt x="0" y="87897"/>
                </a:cubicBezTo>
                <a:lnTo>
                  <a:pt x="26323" y="87897"/>
                </a:lnTo>
                <a:cubicBezTo>
                  <a:pt x="26445" y="92658"/>
                  <a:pt x="27542" y="96396"/>
                  <a:pt x="29613" y="99111"/>
                </a:cubicBezTo>
                <a:cubicBezTo>
                  <a:pt x="31685" y="101826"/>
                  <a:pt x="34473" y="103764"/>
                  <a:pt x="37976" y="104923"/>
                </a:cubicBezTo>
                <a:cubicBezTo>
                  <a:pt x="41480" y="106083"/>
                  <a:pt x="45486" y="106663"/>
                  <a:pt x="49995" y="106663"/>
                </a:cubicBezTo>
                <a:cubicBezTo>
                  <a:pt x="54322" y="106663"/>
                  <a:pt x="58130" y="106144"/>
                  <a:pt x="61420" y="105106"/>
                </a:cubicBezTo>
                <a:cubicBezTo>
                  <a:pt x="64711" y="104068"/>
                  <a:pt x="67285" y="102466"/>
                  <a:pt x="69143" y="100299"/>
                </a:cubicBezTo>
                <a:cubicBezTo>
                  <a:pt x="71002" y="98132"/>
                  <a:pt x="71931" y="95370"/>
                  <a:pt x="71931" y="92013"/>
                </a:cubicBezTo>
                <a:cubicBezTo>
                  <a:pt x="71931" y="88782"/>
                  <a:pt x="71139" y="86114"/>
                  <a:pt x="69555" y="84010"/>
                </a:cubicBezTo>
                <a:cubicBezTo>
                  <a:pt x="67970" y="81906"/>
                  <a:pt x="65168" y="79986"/>
                  <a:pt x="61146" y="78249"/>
                </a:cubicBezTo>
                <a:cubicBezTo>
                  <a:pt x="57124" y="76511"/>
                  <a:pt x="51488" y="74635"/>
                  <a:pt x="44237" y="72622"/>
                </a:cubicBezTo>
                <a:cubicBezTo>
                  <a:pt x="35768" y="70183"/>
                  <a:pt x="28440" y="67500"/>
                  <a:pt x="22256" y="64573"/>
                </a:cubicBezTo>
                <a:cubicBezTo>
                  <a:pt x="16071" y="61647"/>
                  <a:pt x="11288" y="57867"/>
                  <a:pt x="7906" y="53234"/>
                </a:cubicBezTo>
                <a:cubicBezTo>
                  <a:pt x="4524" y="48600"/>
                  <a:pt x="2833" y="42562"/>
                  <a:pt x="2833" y="35123"/>
                </a:cubicBezTo>
                <a:cubicBezTo>
                  <a:pt x="2833" y="27135"/>
                  <a:pt x="4768" y="20626"/>
                  <a:pt x="8637" y="15595"/>
                </a:cubicBezTo>
                <a:cubicBezTo>
                  <a:pt x="12506" y="10564"/>
                  <a:pt x="17853" y="6860"/>
                  <a:pt x="24678" y="4481"/>
                </a:cubicBezTo>
                <a:cubicBezTo>
                  <a:pt x="31502" y="2103"/>
                  <a:pt x="39332" y="914"/>
                  <a:pt x="48167" y="914"/>
                </a:cubicBezTo>
                <a:cubicBezTo>
                  <a:pt x="56576" y="914"/>
                  <a:pt x="64299" y="2195"/>
                  <a:pt x="71337" y="4756"/>
                </a:cubicBezTo>
                <a:cubicBezTo>
                  <a:pt x="78375" y="7317"/>
                  <a:pt x="83996" y="11219"/>
                  <a:pt x="88200" y="16463"/>
                </a:cubicBezTo>
                <a:cubicBezTo>
                  <a:pt x="92405" y="21707"/>
                  <a:pt x="94507" y="28384"/>
                  <a:pt x="94507" y="36494"/>
                </a:cubicBezTo>
                <a:lnTo>
                  <a:pt x="68184" y="36494"/>
                </a:lnTo>
                <a:cubicBezTo>
                  <a:pt x="68245" y="31244"/>
                  <a:pt x="66295" y="27323"/>
                  <a:pt x="62334" y="24729"/>
                </a:cubicBezTo>
                <a:cubicBezTo>
                  <a:pt x="58374" y="22136"/>
                  <a:pt x="53621" y="20839"/>
                  <a:pt x="48076" y="20839"/>
                </a:cubicBezTo>
                <a:cubicBezTo>
                  <a:pt x="42592" y="20839"/>
                  <a:pt x="38053" y="21862"/>
                  <a:pt x="34457" y="23907"/>
                </a:cubicBezTo>
                <a:cubicBezTo>
                  <a:pt x="30862" y="25952"/>
                  <a:pt x="29065" y="29111"/>
                  <a:pt x="29065" y="33384"/>
                </a:cubicBezTo>
                <a:cubicBezTo>
                  <a:pt x="29065" y="35823"/>
                  <a:pt x="29827" y="37973"/>
                  <a:pt x="31350" y="39833"/>
                </a:cubicBezTo>
                <a:cubicBezTo>
                  <a:pt x="32873" y="41693"/>
                  <a:pt x="35691" y="43508"/>
                  <a:pt x="39804" y="45277"/>
                </a:cubicBezTo>
                <a:cubicBezTo>
                  <a:pt x="43917" y="47044"/>
                  <a:pt x="49873" y="49056"/>
                  <a:pt x="57673" y="51312"/>
                </a:cubicBezTo>
                <a:cubicBezTo>
                  <a:pt x="66996" y="54056"/>
                  <a:pt x="74643" y="56937"/>
                  <a:pt x="80614" y="59955"/>
                </a:cubicBezTo>
                <a:cubicBezTo>
                  <a:pt x="86585" y="62973"/>
                  <a:pt x="91018" y="66876"/>
                  <a:pt x="93913" y="71663"/>
                </a:cubicBezTo>
                <a:cubicBezTo>
                  <a:pt x="96807" y="76450"/>
                  <a:pt x="98254" y="82746"/>
                  <a:pt x="98254" y="90551"/>
                </a:cubicBezTo>
                <a:cubicBezTo>
                  <a:pt x="98254" y="99270"/>
                  <a:pt x="96121" y="106312"/>
                  <a:pt x="91856" y="111678"/>
                </a:cubicBezTo>
                <a:cubicBezTo>
                  <a:pt x="87591" y="117044"/>
                  <a:pt x="81787" y="120977"/>
                  <a:pt x="74445" y="123477"/>
                </a:cubicBezTo>
                <a:cubicBezTo>
                  <a:pt x="67102" y="125978"/>
                  <a:pt x="58800" y="127228"/>
                  <a:pt x="49538" y="127228"/>
                </a:cubicBezTo>
                <a:close/>
                <a:moveTo>
                  <a:pt x="159009" y="127228"/>
                </a:moveTo>
                <a:cubicBezTo>
                  <a:pt x="149077" y="127228"/>
                  <a:pt x="140729" y="125362"/>
                  <a:pt x="133965" y="121632"/>
                </a:cubicBezTo>
                <a:cubicBezTo>
                  <a:pt x="127202" y="117902"/>
                  <a:pt x="122083" y="112523"/>
                  <a:pt x="118610" y="105495"/>
                </a:cubicBezTo>
                <a:cubicBezTo>
                  <a:pt x="115137" y="98464"/>
                  <a:pt x="113400" y="90017"/>
                  <a:pt x="113400" y="80151"/>
                </a:cubicBezTo>
                <a:cubicBezTo>
                  <a:pt x="113400" y="70594"/>
                  <a:pt x="115091" y="62364"/>
                  <a:pt x="118473" y="55459"/>
                </a:cubicBezTo>
                <a:cubicBezTo>
                  <a:pt x="121855" y="48553"/>
                  <a:pt x="126821" y="43235"/>
                  <a:pt x="133371" y="39504"/>
                </a:cubicBezTo>
                <a:cubicBezTo>
                  <a:pt x="139921" y="35774"/>
                  <a:pt x="147980" y="33909"/>
                  <a:pt x="157546" y="33909"/>
                </a:cubicBezTo>
                <a:cubicBezTo>
                  <a:pt x="170829" y="33909"/>
                  <a:pt x="181325" y="37835"/>
                  <a:pt x="189033" y="45688"/>
                </a:cubicBezTo>
                <a:cubicBezTo>
                  <a:pt x="196741" y="53541"/>
                  <a:pt x="200595" y="64735"/>
                  <a:pt x="200595" y="79272"/>
                </a:cubicBezTo>
                <a:cubicBezTo>
                  <a:pt x="200595" y="80010"/>
                  <a:pt x="200565" y="81011"/>
                  <a:pt x="200504" y="82274"/>
                </a:cubicBezTo>
                <a:cubicBezTo>
                  <a:pt x="200443" y="83536"/>
                  <a:pt x="200351" y="84506"/>
                  <a:pt x="200230" y="85184"/>
                </a:cubicBezTo>
                <a:lnTo>
                  <a:pt x="137621" y="85184"/>
                </a:lnTo>
                <a:cubicBezTo>
                  <a:pt x="137743" y="89485"/>
                  <a:pt x="138520" y="93506"/>
                  <a:pt x="139952" y="97246"/>
                </a:cubicBezTo>
                <a:cubicBezTo>
                  <a:pt x="141384" y="100986"/>
                  <a:pt x="143653" y="103993"/>
                  <a:pt x="146761" y="106269"/>
                </a:cubicBezTo>
                <a:cubicBezTo>
                  <a:pt x="149869" y="108542"/>
                  <a:pt x="153951" y="109679"/>
                  <a:pt x="159009" y="109679"/>
                </a:cubicBezTo>
                <a:cubicBezTo>
                  <a:pt x="164249" y="109679"/>
                  <a:pt x="168453" y="108502"/>
                  <a:pt x="171622" y="106149"/>
                </a:cubicBezTo>
                <a:cubicBezTo>
                  <a:pt x="174790" y="103795"/>
                  <a:pt x="176405" y="100295"/>
                  <a:pt x="176466" y="95649"/>
                </a:cubicBezTo>
                <a:lnTo>
                  <a:pt x="200321" y="95649"/>
                </a:lnTo>
                <a:cubicBezTo>
                  <a:pt x="200016" y="102687"/>
                  <a:pt x="198112" y="108552"/>
                  <a:pt x="194609" y="113244"/>
                </a:cubicBezTo>
                <a:cubicBezTo>
                  <a:pt x="191105" y="117935"/>
                  <a:pt x="186322" y="121439"/>
                  <a:pt x="180259" y="123754"/>
                </a:cubicBezTo>
                <a:cubicBezTo>
                  <a:pt x="174196" y="126070"/>
                  <a:pt x="167113" y="127228"/>
                  <a:pt x="159009" y="127228"/>
                </a:cubicBezTo>
                <a:moveTo>
                  <a:pt x="137895" y="69829"/>
                </a:moveTo>
                <a:lnTo>
                  <a:pt x="176557" y="69829"/>
                </a:lnTo>
                <a:cubicBezTo>
                  <a:pt x="176374" y="63431"/>
                  <a:pt x="174531" y="58648"/>
                  <a:pt x="171028" y="55479"/>
                </a:cubicBezTo>
                <a:cubicBezTo>
                  <a:pt x="167524" y="52311"/>
                  <a:pt x="163030" y="50727"/>
                  <a:pt x="157546" y="50727"/>
                </a:cubicBezTo>
                <a:cubicBezTo>
                  <a:pt x="151940" y="50727"/>
                  <a:pt x="147355" y="52357"/>
                  <a:pt x="143791" y="55619"/>
                </a:cubicBezTo>
                <a:cubicBezTo>
                  <a:pt x="140226" y="58881"/>
                  <a:pt x="138261" y="63618"/>
                  <a:pt x="137895" y="69829"/>
                </a:cubicBezTo>
                <a:close/>
                <a:moveTo>
                  <a:pt x="254561" y="125582"/>
                </a:moveTo>
                <a:cubicBezTo>
                  <a:pt x="245482" y="125582"/>
                  <a:pt x="238475" y="124501"/>
                  <a:pt x="233540" y="122338"/>
                </a:cubicBezTo>
                <a:cubicBezTo>
                  <a:pt x="228604" y="120175"/>
                  <a:pt x="225161" y="116823"/>
                  <a:pt x="223211" y="112284"/>
                </a:cubicBezTo>
                <a:cubicBezTo>
                  <a:pt x="221262" y="107744"/>
                  <a:pt x="220287" y="101819"/>
                  <a:pt x="220287" y="94507"/>
                </a:cubicBezTo>
                <a:lnTo>
                  <a:pt x="220287" y="2559"/>
                </a:lnTo>
                <a:lnTo>
                  <a:pt x="244416" y="2559"/>
                </a:lnTo>
                <a:lnTo>
                  <a:pt x="244416" y="93044"/>
                </a:lnTo>
                <a:cubicBezTo>
                  <a:pt x="244416" y="97736"/>
                  <a:pt x="245056" y="101179"/>
                  <a:pt x="246335" y="103372"/>
                </a:cubicBezTo>
                <a:cubicBezTo>
                  <a:pt x="247615" y="105566"/>
                  <a:pt x="250601" y="106663"/>
                  <a:pt x="255292" y="106663"/>
                </a:cubicBezTo>
                <a:lnTo>
                  <a:pt x="260868" y="106663"/>
                </a:lnTo>
                <a:lnTo>
                  <a:pt x="260868" y="125582"/>
                </a:lnTo>
                <a:lnTo>
                  <a:pt x="254561" y="125582"/>
                </a:lnTo>
                <a:close/>
                <a:moveTo>
                  <a:pt x="317555" y="127228"/>
                </a:moveTo>
                <a:cubicBezTo>
                  <a:pt x="307623" y="127228"/>
                  <a:pt x="299275" y="125362"/>
                  <a:pt x="292512" y="121632"/>
                </a:cubicBezTo>
                <a:cubicBezTo>
                  <a:pt x="285748" y="117902"/>
                  <a:pt x="280630" y="112523"/>
                  <a:pt x="277157" y="105495"/>
                </a:cubicBezTo>
                <a:cubicBezTo>
                  <a:pt x="273683" y="98464"/>
                  <a:pt x="271947" y="90017"/>
                  <a:pt x="271947" y="80151"/>
                </a:cubicBezTo>
                <a:cubicBezTo>
                  <a:pt x="271947" y="70594"/>
                  <a:pt x="273638" y="62364"/>
                  <a:pt x="277019" y="55459"/>
                </a:cubicBezTo>
                <a:cubicBezTo>
                  <a:pt x="280401" y="48553"/>
                  <a:pt x="285367" y="43235"/>
                  <a:pt x="291917" y="39504"/>
                </a:cubicBezTo>
                <a:cubicBezTo>
                  <a:pt x="298468" y="35774"/>
                  <a:pt x="306526" y="33909"/>
                  <a:pt x="316093" y="33909"/>
                </a:cubicBezTo>
                <a:cubicBezTo>
                  <a:pt x="329376" y="33909"/>
                  <a:pt x="339872" y="37835"/>
                  <a:pt x="347580" y="45688"/>
                </a:cubicBezTo>
                <a:cubicBezTo>
                  <a:pt x="355288" y="53541"/>
                  <a:pt x="359142" y="64735"/>
                  <a:pt x="359142" y="79272"/>
                </a:cubicBezTo>
                <a:cubicBezTo>
                  <a:pt x="359142" y="80010"/>
                  <a:pt x="359111" y="81011"/>
                  <a:pt x="359050" y="82274"/>
                </a:cubicBezTo>
                <a:cubicBezTo>
                  <a:pt x="358989" y="83536"/>
                  <a:pt x="358898" y="84506"/>
                  <a:pt x="358776" y="85184"/>
                </a:cubicBezTo>
                <a:lnTo>
                  <a:pt x="296168" y="85184"/>
                </a:lnTo>
                <a:cubicBezTo>
                  <a:pt x="296289" y="89485"/>
                  <a:pt x="297066" y="93506"/>
                  <a:pt x="298498" y="97246"/>
                </a:cubicBezTo>
                <a:cubicBezTo>
                  <a:pt x="299930" y="100986"/>
                  <a:pt x="302200" y="103993"/>
                  <a:pt x="305307" y="106269"/>
                </a:cubicBezTo>
                <a:cubicBezTo>
                  <a:pt x="308415" y="108542"/>
                  <a:pt x="312498" y="109679"/>
                  <a:pt x="317555" y="109679"/>
                </a:cubicBezTo>
                <a:cubicBezTo>
                  <a:pt x="322795" y="109679"/>
                  <a:pt x="327000" y="108502"/>
                  <a:pt x="330168" y="106149"/>
                </a:cubicBezTo>
                <a:cubicBezTo>
                  <a:pt x="333337" y="103795"/>
                  <a:pt x="334951" y="100295"/>
                  <a:pt x="335012" y="95649"/>
                </a:cubicBezTo>
                <a:lnTo>
                  <a:pt x="358867" y="95649"/>
                </a:lnTo>
                <a:cubicBezTo>
                  <a:pt x="358563" y="102687"/>
                  <a:pt x="356659" y="108552"/>
                  <a:pt x="353155" y="113244"/>
                </a:cubicBezTo>
                <a:cubicBezTo>
                  <a:pt x="349651" y="117935"/>
                  <a:pt x="344868" y="121439"/>
                  <a:pt x="338805" y="123754"/>
                </a:cubicBezTo>
                <a:cubicBezTo>
                  <a:pt x="332742" y="126070"/>
                  <a:pt x="325659" y="127228"/>
                  <a:pt x="317555" y="127228"/>
                </a:cubicBezTo>
                <a:moveTo>
                  <a:pt x="296442" y="69829"/>
                </a:moveTo>
                <a:lnTo>
                  <a:pt x="335104" y="69829"/>
                </a:lnTo>
                <a:cubicBezTo>
                  <a:pt x="334921" y="63431"/>
                  <a:pt x="333078" y="58648"/>
                  <a:pt x="329574" y="55479"/>
                </a:cubicBezTo>
                <a:cubicBezTo>
                  <a:pt x="326070" y="52311"/>
                  <a:pt x="321576" y="50727"/>
                  <a:pt x="316093" y="50727"/>
                </a:cubicBezTo>
                <a:cubicBezTo>
                  <a:pt x="310487" y="50727"/>
                  <a:pt x="305902" y="52357"/>
                  <a:pt x="302337" y="55619"/>
                </a:cubicBezTo>
                <a:cubicBezTo>
                  <a:pt x="298772" y="58881"/>
                  <a:pt x="296807" y="63618"/>
                  <a:pt x="296442" y="69829"/>
                </a:cubicBezTo>
                <a:close/>
                <a:moveTo>
                  <a:pt x="420625" y="127228"/>
                </a:moveTo>
                <a:cubicBezTo>
                  <a:pt x="412338" y="127228"/>
                  <a:pt x="404813" y="125619"/>
                  <a:pt x="398049" y="122401"/>
                </a:cubicBezTo>
                <a:cubicBezTo>
                  <a:pt x="391286" y="119181"/>
                  <a:pt x="385924" y="114166"/>
                  <a:pt x="381963" y="107357"/>
                </a:cubicBezTo>
                <a:cubicBezTo>
                  <a:pt x="378002" y="100548"/>
                  <a:pt x="376022" y="91757"/>
                  <a:pt x="376022" y="80985"/>
                </a:cubicBezTo>
                <a:cubicBezTo>
                  <a:pt x="376022" y="70215"/>
                  <a:pt x="377911" y="61364"/>
                  <a:pt x="381689" y="54431"/>
                </a:cubicBezTo>
                <a:cubicBezTo>
                  <a:pt x="385467" y="47498"/>
                  <a:pt x="390722" y="42344"/>
                  <a:pt x="397455" y="38970"/>
                </a:cubicBezTo>
                <a:cubicBezTo>
                  <a:pt x="404188" y="35596"/>
                  <a:pt x="411911" y="33909"/>
                  <a:pt x="420625" y="33909"/>
                </a:cubicBezTo>
                <a:cubicBezTo>
                  <a:pt x="428180" y="33909"/>
                  <a:pt x="435005" y="35179"/>
                  <a:pt x="441098" y="37719"/>
                </a:cubicBezTo>
                <a:cubicBezTo>
                  <a:pt x="447192" y="40258"/>
                  <a:pt x="452036" y="44050"/>
                  <a:pt x="455631" y="49096"/>
                </a:cubicBezTo>
                <a:cubicBezTo>
                  <a:pt x="459226" y="54142"/>
                  <a:pt x="461054" y="60504"/>
                  <a:pt x="461115" y="68184"/>
                </a:cubicBezTo>
                <a:lnTo>
                  <a:pt x="437625" y="68184"/>
                </a:lnTo>
                <a:cubicBezTo>
                  <a:pt x="437503" y="63446"/>
                  <a:pt x="435980" y="59672"/>
                  <a:pt x="433055" y="56862"/>
                </a:cubicBezTo>
                <a:cubicBezTo>
                  <a:pt x="430130" y="54051"/>
                  <a:pt x="426017" y="52646"/>
                  <a:pt x="420716" y="52646"/>
                </a:cubicBezTo>
                <a:cubicBezTo>
                  <a:pt x="413709" y="52646"/>
                  <a:pt x="408636" y="55117"/>
                  <a:pt x="405498" y="60061"/>
                </a:cubicBezTo>
                <a:cubicBezTo>
                  <a:pt x="402360" y="65004"/>
                  <a:pt x="400791" y="71981"/>
                  <a:pt x="400791" y="80991"/>
                </a:cubicBezTo>
                <a:cubicBezTo>
                  <a:pt x="400791" y="86810"/>
                  <a:pt x="401477" y="91769"/>
                  <a:pt x="402848" y="95869"/>
                </a:cubicBezTo>
                <a:cubicBezTo>
                  <a:pt x="404219" y="99967"/>
                  <a:pt x="406382" y="103095"/>
                  <a:pt x="409337" y="105255"/>
                </a:cubicBezTo>
                <a:cubicBezTo>
                  <a:pt x="412292" y="107412"/>
                  <a:pt x="416085" y="108491"/>
                  <a:pt x="420716" y="108491"/>
                </a:cubicBezTo>
                <a:cubicBezTo>
                  <a:pt x="426139" y="108491"/>
                  <a:pt x="430420" y="106958"/>
                  <a:pt x="433558" y="103892"/>
                </a:cubicBezTo>
                <a:cubicBezTo>
                  <a:pt x="436696" y="100825"/>
                  <a:pt x="438326" y="96477"/>
                  <a:pt x="438448" y="90851"/>
                </a:cubicBezTo>
                <a:lnTo>
                  <a:pt x="461937" y="90851"/>
                </a:lnTo>
                <a:cubicBezTo>
                  <a:pt x="461754" y="98728"/>
                  <a:pt x="459881" y="105365"/>
                  <a:pt x="456316" y="110761"/>
                </a:cubicBezTo>
                <a:cubicBezTo>
                  <a:pt x="452752" y="116156"/>
                  <a:pt x="447892" y="120249"/>
                  <a:pt x="441738" y="123040"/>
                </a:cubicBezTo>
                <a:cubicBezTo>
                  <a:pt x="435584" y="125832"/>
                  <a:pt x="428546" y="127228"/>
                  <a:pt x="420625" y="127228"/>
                </a:cubicBezTo>
                <a:close/>
                <a:moveTo>
                  <a:pt x="521470" y="125582"/>
                </a:moveTo>
                <a:cubicBezTo>
                  <a:pt x="512452" y="125582"/>
                  <a:pt x="505460" y="124485"/>
                  <a:pt x="500494" y="122289"/>
                </a:cubicBezTo>
                <a:cubicBezTo>
                  <a:pt x="495528" y="120092"/>
                  <a:pt x="492070" y="116688"/>
                  <a:pt x="490120" y="112078"/>
                </a:cubicBezTo>
                <a:cubicBezTo>
                  <a:pt x="488171" y="107468"/>
                  <a:pt x="487196" y="101450"/>
                  <a:pt x="487196" y="94024"/>
                </a:cubicBezTo>
                <a:lnTo>
                  <a:pt x="487196" y="53925"/>
                </a:lnTo>
                <a:lnTo>
                  <a:pt x="472389" y="53925"/>
                </a:lnTo>
                <a:lnTo>
                  <a:pt x="472389" y="35280"/>
                </a:lnTo>
                <a:lnTo>
                  <a:pt x="487196" y="35280"/>
                </a:lnTo>
                <a:lnTo>
                  <a:pt x="487196" y="14258"/>
                </a:lnTo>
                <a:lnTo>
                  <a:pt x="511416" y="14258"/>
                </a:lnTo>
                <a:lnTo>
                  <a:pt x="511416" y="35280"/>
                </a:lnTo>
                <a:lnTo>
                  <a:pt x="530884" y="35280"/>
                </a:lnTo>
                <a:lnTo>
                  <a:pt x="530884" y="53925"/>
                </a:lnTo>
                <a:lnTo>
                  <a:pt x="511416" y="53925"/>
                </a:lnTo>
                <a:lnTo>
                  <a:pt x="511416" y="92753"/>
                </a:lnTo>
                <a:cubicBezTo>
                  <a:pt x="511416" y="97544"/>
                  <a:pt x="512071" y="101090"/>
                  <a:pt x="513381" y="103392"/>
                </a:cubicBezTo>
                <a:cubicBezTo>
                  <a:pt x="514692" y="105695"/>
                  <a:pt x="517662" y="106846"/>
                  <a:pt x="522293" y="106846"/>
                </a:cubicBezTo>
                <a:lnTo>
                  <a:pt x="530884" y="106846"/>
                </a:lnTo>
                <a:lnTo>
                  <a:pt x="530884" y="125582"/>
                </a:lnTo>
                <a:lnTo>
                  <a:pt x="521470" y="125582"/>
                </a:lnTo>
                <a:close/>
                <a:moveTo>
                  <a:pt x="550556" y="125582"/>
                </a:moveTo>
                <a:lnTo>
                  <a:pt x="550556" y="35280"/>
                </a:lnTo>
                <a:lnTo>
                  <a:pt x="574777" y="35280"/>
                </a:lnTo>
                <a:lnTo>
                  <a:pt x="574777" y="125582"/>
                </a:lnTo>
                <a:lnTo>
                  <a:pt x="550556" y="125582"/>
                </a:lnTo>
                <a:moveTo>
                  <a:pt x="562712" y="23581"/>
                </a:moveTo>
                <a:cubicBezTo>
                  <a:pt x="558264" y="23581"/>
                  <a:pt x="554867" y="22454"/>
                  <a:pt x="552521" y="20199"/>
                </a:cubicBezTo>
                <a:cubicBezTo>
                  <a:pt x="550175" y="17945"/>
                  <a:pt x="549002" y="15142"/>
                  <a:pt x="549002" y="11790"/>
                </a:cubicBezTo>
                <a:cubicBezTo>
                  <a:pt x="549002" y="8378"/>
                  <a:pt x="550175" y="5560"/>
                  <a:pt x="552521" y="3336"/>
                </a:cubicBezTo>
                <a:cubicBezTo>
                  <a:pt x="554867" y="1112"/>
                  <a:pt x="558264" y="0"/>
                  <a:pt x="562712" y="0"/>
                </a:cubicBezTo>
                <a:cubicBezTo>
                  <a:pt x="567160" y="0"/>
                  <a:pt x="570557" y="1112"/>
                  <a:pt x="572903" y="3336"/>
                </a:cubicBezTo>
                <a:cubicBezTo>
                  <a:pt x="575249" y="5560"/>
                  <a:pt x="576422" y="8378"/>
                  <a:pt x="576422" y="11790"/>
                </a:cubicBezTo>
                <a:cubicBezTo>
                  <a:pt x="576422" y="15142"/>
                  <a:pt x="575249" y="17945"/>
                  <a:pt x="572903" y="20199"/>
                </a:cubicBezTo>
                <a:cubicBezTo>
                  <a:pt x="570557" y="22454"/>
                  <a:pt x="567160" y="23581"/>
                  <a:pt x="562712" y="23581"/>
                </a:cubicBezTo>
                <a:close/>
                <a:moveTo>
                  <a:pt x="641212" y="127228"/>
                </a:moveTo>
                <a:cubicBezTo>
                  <a:pt x="632194" y="127228"/>
                  <a:pt x="624288" y="125409"/>
                  <a:pt x="617494" y="121772"/>
                </a:cubicBezTo>
                <a:cubicBezTo>
                  <a:pt x="610700" y="118133"/>
                  <a:pt x="605444" y="112862"/>
                  <a:pt x="601727" y="105957"/>
                </a:cubicBezTo>
                <a:cubicBezTo>
                  <a:pt x="598011" y="99051"/>
                  <a:pt x="596152" y="90696"/>
                  <a:pt x="596152" y="80891"/>
                </a:cubicBezTo>
                <a:cubicBezTo>
                  <a:pt x="596152" y="70904"/>
                  <a:pt x="598011" y="62411"/>
                  <a:pt x="601727" y="55414"/>
                </a:cubicBezTo>
                <a:cubicBezTo>
                  <a:pt x="605444" y="48414"/>
                  <a:pt x="610700" y="43080"/>
                  <a:pt x="617494" y="39413"/>
                </a:cubicBezTo>
                <a:cubicBezTo>
                  <a:pt x="624288" y="35744"/>
                  <a:pt x="632194" y="33909"/>
                  <a:pt x="641212" y="33909"/>
                </a:cubicBezTo>
                <a:cubicBezTo>
                  <a:pt x="650352" y="33909"/>
                  <a:pt x="658319" y="35744"/>
                  <a:pt x="665113" y="39413"/>
                </a:cubicBezTo>
                <a:cubicBezTo>
                  <a:pt x="671907" y="43080"/>
                  <a:pt x="677193" y="48414"/>
                  <a:pt x="680971" y="55414"/>
                </a:cubicBezTo>
                <a:cubicBezTo>
                  <a:pt x="684748" y="62411"/>
                  <a:pt x="686637" y="70904"/>
                  <a:pt x="686637" y="80891"/>
                </a:cubicBezTo>
                <a:cubicBezTo>
                  <a:pt x="686637" y="90696"/>
                  <a:pt x="684748" y="99051"/>
                  <a:pt x="680971" y="105957"/>
                </a:cubicBezTo>
                <a:cubicBezTo>
                  <a:pt x="677193" y="112862"/>
                  <a:pt x="671907" y="118133"/>
                  <a:pt x="665113" y="121772"/>
                </a:cubicBezTo>
                <a:cubicBezTo>
                  <a:pt x="658319" y="125409"/>
                  <a:pt x="650352" y="127228"/>
                  <a:pt x="641212" y="127228"/>
                </a:cubicBezTo>
                <a:moveTo>
                  <a:pt x="641212" y="108765"/>
                </a:moveTo>
                <a:cubicBezTo>
                  <a:pt x="646513" y="108765"/>
                  <a:pt x="650672" y="107506"/>
                  <a:pt x="653688" y="104989"/>
                </a:cubicBezTo>
                <a:cubicBezTo>
                  <a:pt x="656704" y="102472"/>
                  <a:pt x="658837" y="99100"/>
                  <a:pt x="660086" y="94875"/>
                </a:cubicBezTo>
                <a:cubicBezTo>
                  <a:pt x="661335" y="90650"/>
                  <a:pt x="661960" y="85989"/>
                  <a:pt x="661960" y="80894"/>
                </a:cubicBezTo>
                <a:cubicBezTo>
                  <a:pt x="661960" y="75673"/>
                  <a:pt x="661335" y="70918"/>
                  <a:pt x="660086" y="66630"/>
                </a:cubicBezTo>
                <a:cubicBezTo>
                  <a:pt x="658837" y="62342"/>
                  <a:pt x="656704" y="58924"/>
                  <a:pt x="653688" y="56376"/>
                </a:cubicBezTo>
                <a:cubicBezTo>
                  <a:pt x="650672" y="53828"/>
                  <a:pt x="646513" y="52555"/>
                  <a:pt x="641212" y="52555"/>
                </a:cubicBezTo>
                <a:cubicBezTo>
                  <a:pt x="636033" y="52555"/>
                  <a:pt x="631965" y="53828"/>
                  <a:pt x="629010" y="56376"/>
                </a:cubicBezTo>
                <a:cubicBezTo>
                  <a:pt x="626055" y="58924"/>
                  <a:pt x="623968" y="62342"/>
                  <a:pt x="622749" y="66630"/>
                </a:cubicBezTo>
                <a:cubicBezTo>
                  <a:pt x="621531" y="70918"/>
                  <a:pt x="620921" y="75673"/>
                  <a:pt x="620921" y="80894"/>
                </a:cubicBezTo>
                <a:cubicBezTo>
                  <a:pt x="620921" y="85989"/>
                  <a:pt x="621531" y="90650"/>
                  <a:pt x="622749" y="94875"/>
                </a:cubicBezTo>
                <a:cubicBezTo>
                  <a:pt x="623968" y="99100"/>
                  <a:pt x="626055" y="102472"/>
                  <a:pt x="629010" y="104989"/>
                </a:cubicBezTo>
                <a:cubicBezTo>
                  <a:pt x="631965" y="107506"/>
                  <a:pt x="636033" y="108765"/>
                  <a:pt x="641212" y="108765"/>
                </a:cubicBezTo>
                <a:close/>
                <a:moveTo>
                  <a:pt x="707280" y="125582"/>
                </a:moveTo>
                <a:lnTo>
                  <a:pt x="707280" y="35280"/>
                </a:lnTo>
                <a:lnTo>
                  <a:pt x="730587" y="35280"/>
                </a:lnTo>
                <a:lnTo>
                  <a:pt x="731044" y="48533"/>
                </a:lnTo>
                <a:cubicBezTo>
                  <a:pt x="734029" y="44694"/>
                  <a:pt x="737960" y="41297"/>
                  <a:pt x="742834" y="38342"/>
                </a:cubicBezTo>
                <a:cubicBezTo>
                  <a:pt x="747709" y="35387"/>
                  <a:pt x="754046" y="33909"/>
                  <a:pt x="761845" y="33909"/>
                </a:cubicBezTo>
                <a:cubicBezTo>
                  <a:pt x="770924" y="33909"/>
                  <a:pt x="777962" y="36702"/>
                  <a:pt x="782958" y="42289"/>
                </a:cubicBezTo>
                <a:cubicBezTo>
                  <a:pt x="787955" y="47876"/>
                  <a:pt x="790453" y="56040"/>
                  <a:pt x="790453" y="66781"/>
                </a:cubicBezTo>
                <a:lnTo>
                  <a:pt x="790453" y="125582"/>
                </a:lnTo>
                <a:lnTo>
                  <a:pt x="766415" y="125582"/>
                </a:lnTo>
                <a:lnTo>
                  <a:pt x="766415" y="69735"/>
                </a:lnTo>
                <a:cubicBezTo>
                  <a:pt x="766415" y="66450"/>
                  <a:pt x="765958" y="63569"/>
                  <a:pt x="765044" y="61092"/>
                </a:cubicBezTo>
                <a:cubicBezTo>
                  <a:pt x="764130" y="58614"/>
                  <a:pt x="762683" y="56694"/>
                  <a:pt x="760703" y="55331"/>
                </a:cubicBezTo>
                <a:cubicBezTo>
                  <a:pt x="758722" y="53967"/>
                  <a:pt x="756118" y="53286"/>
                  <a:pt x="752888" y="53286"/>
                </a:cubicBezTo>
                <a:cubicBezTo>
                  <a:pt x="748074" y="53286"/>
                  <a:pt x="743946" y="54432"/>
                  <a:pt x="740504" y="56725"/>
                </a:cubicBezTo>
                <a:cubicBezTo>
                  <a:pt x="737061" y="59017"/>
                  <a:pt x="734060" y="61805"/>
                  <a:pt x="731501" y="65088"/>
                </a:cubicBezTo>
                <a:lnTo>
                  <a:pt x="731501" y="125582"/>
                </a:lnTo>
                <a:lnTo>
                  <a:pt x="707280" y="125582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States">
            <a:extLst xmlns:a="http://schemas.openxmlformats.org/drawingml/2006/main">
              <a:ext uri="{FF2B5EF4-FFF2-40B4-BE49-F238E27FC236}">
                <a16:creationId xmlns:a16="http://schemas.microsoft.com/office/drawing/2014/main" id="{D0510327-5DD9-43C3-8465-840E45AB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762" y="736947"/>
            <a:ext cx="533132" cy="126314"/>
          </a:xfrm>
          <a:custGeom xmlns:a="http://schemas.openxmlformats.org/drawingml/2006/main">
            <a:pathLst>
              <a:path w="533132" h="126314">
                <a:moveTo>
                  <a:pt x="49538" y="126314"/>
                </a:moveTo>
                <a:cubicBezTo>
                  <a:pt x="40216" y="126314"/>
                  <a:pt x="31822" y="124987"/>
                  <a:pt x="24358" y="122335"/>
                </a:cubicBezTo>
                <a:cubicBezTo>
                  <a:pt x="16894" y="119682"/>
                  <a:pt x="10968" y="115460"/>
                  <a:pt x="6581" y="109668"/>
                </a:cubicBezTo>
                <a:cubicBezTo>
                  <a:pt x="2194" y="103875"/>
                  <a:pt x="0" y="96314"/>
                  <a:pt x="0" y="86983"/>
                </a:cubicBezTo>
                <a:lnTo>
                  <a:pt x="26323" y="86983"/>
                </a:lnTo>
                <a:cubicBezTo>
                  <a:pt x="26445" y="91744"/>
                  <a:pt x="27542" y="95482"/>
                  <a:pt x="29613" y="98197"/>
                </a:cubicBezTo>
                <a:cubicBezTo>
                  <a:pt x="31685" y="100912"/>
                  <a:pt x="34473" y="102850"/>
                  <a:pt x="37976" y="104009"/>
                </a:cubicBezTo>
                <a:cubicBezTo>
                  <a:pt x="41480" y="105169"/>
                  <a:pt x="45486" y="105749"/>
                  <a:pt x="49995" y="105749"/>
                </a:cubicBezTo>
                <a:cubicBezTo>
                  <a:pt x="54322" y="105749"/>
                  <a:pt x="58130" y="105230"/>
                  <a:pt x="61420" y="104192"/>
                </a:cubicBezTo>
                <a:cubicBezTo>
                  <a:pt x="64711" y="103154"/>
                  <a:pt x="67285" y="101552"/>
                  <a:pt x="69143" y="99385"/>
                </a:cubicBezTo>
                <a:cubicBezTo>
                  <a:pt x="71002" y="97218"/>
                  <a:pt x="71931" y="94456"/>
                  <a:pt x="71931" y="91099"/>
                </a:cubicBezTo>
                <a:cubicBezTo>
                  <a:pt x="71931" y="87868"/>
                  <a:pt x="71139" y="85200"/>
                  <a:pt x="69555" y="83096"/>
                </a:cubicBezTo>
                <a:cubicBezTo>
                  <a:pt x="67970" y="80992"/>
                  <a:pt x="65168" y="79072"/>
                  <a:pt x="61146" y="77335"/>
                </a:cubicBezTo>
                <a:cubicBezTo>
                  <a:pt x="57124" y="75597"/>
                  <a:pt x="51488" y="73721"/>
                  <a:pt x="44237" y="71708"/>
                </a:cubicBezTo>
                <a:cubicBezTo>
                  <a:pt x="35768" y="69269"/>
                  <a:pt x="28440" y="66586"/>
                  <a:pt x="22256" y="63659"/>
                </a:cubicBezTo>
                <a:cubicBezTo>
                  <a:pt x="16071" y="60733"/>
                  <a:pt x="11288" y="56953"/>
                  <a:pt x="7906" y="52320"/>
                </a:cubicBezTo>
                <a:cubicBezTo>
                  <a:pt x="4524" y="47686"/>
                  <a:pt x="2833" y="41648"/>
                  <a:pt x="2833" y="34209"/>
                </a:cubicBezTo>
                <a:cubicBezTo>
                  <a:pt x="2833" y="26221"/>
                  <a:pt x="4768" y="19712"/>
                  <a:pt x="8637" y="14681"/>
                </a:cubicBezTo>
                <a:cubicBezTo>
                  <a:pt x="12506" y="9650"/>
                  <a:pt x="17853" y="5946"/>
                  <a:pt x="24678" y="3567"/>
                </a:cubicBezTo>
                <a:cubicBezTo>
                  <a:pt x="31502" y="1189"/>
                  <a:pt x="39332" y="0"/>
                  <a:pt x="48167" y="0"/>
                </a:cubicBezTo>
                <a:cubicBezTo>
                  <a:pt x="56576" y="0"/>
                  <a:pt x="64299" y="1281"/>
                  <a:pt x="71337" y="3842"/>
                </a:cubicBezTo>
                <a:cubicBezTo>
                  <a:pt x="78375" y="6403"/>
                  <a:pt x="83996" y="10305"/>
                  <a:pt x="88200" y="15549"/>
                </a:cubicBezTo>
                <a:cubicBezTo>
                  <a:pt x="92405" y="20793"/>
                  <a:pt x="94507" y="27470"/>
                  <a:pt x="94507" y="35580"/>
                </a:cubicBezTo>
                <a:lnTo>
                  <a:pt x="68184" y="35580"/>
                </a:lnTo>
                <a:cubicBezTo>
                  <a:pt x="68245" y="30330"/>
                  <a:pt x="66295" y="26409"/>
                  <a:pt x="62334" y="23815"/>
                </a:cubicBezTo>
                <a:cubicBezTo>
                  <a:pt x="58374" y="21222"/>
                  <a:pt x="53621" y="19925"/>
                  <a:pt x="48076" y="19925"/>
                </a:cubicBezTo>
                <a:cubicBezTo>
                  <a:pt x="42592" y="19925"/>
                  <a:pt x="38053" y="20948"/>
                  <a:pt x="34457" y="22993"/>
                </a:cubicBezTo>
                <a:cubicBezTo>
                  <a:pt x="30862" y="25038"/>
                  <a:pt x="29065" y="28197"/>
                  <a:pt x="29065" y="32470"/>
                </a:cubicBezTo>
                <a:cubicBezTo>
                  <a:pt x="29065" y="34909"/>
                  <a:pt x="29827" y="37059"/>
                  <a:pt x="31350" y="38919"/>
                </a:cubicBezTo>
                <a:cubicBezTo>
                  <a:pt x="32873" y="40779"/>
                  <a:pt x="35691" y="42594"/>
                  <a:pt x="39804" y="44363"/>
                </a:cubicBezTo>
                <a:cubicBezTo>
                  <a:pt x="43917" y="46130"/>
                  <a:pt x="49873" y="48142"/>
                  <a:pt x="57673" y="50398"/>
                </a:cubicBezTo>
                <a:cubicBezTo>
                  <a:pt x="66996" y="53142"/>
                  <a:pt x="74643" y="56023"/>
                  <a:pt x="80614" y="59041"/>
                </a:cubicBezTo>
                <a:cubicBezTo>
                  <a:pt x="86585" y="62059"/>
                  <a:pt x="91018" y="65962"/>
                  <a:pt x="93913" y="70749"/>
                </a:cubicBezTo>
                <a:cubicBezTo>
                  <a:pt x="96807" y="75536"/>
                  <a:pt x="98254" y="81832"/>
                  <a:pt x="98254" y="89637"/>
                </a:cubicBezTo>
                <a:cubicBezTo>
                  <a:pt x="98254" y="98356"/>
                  <a:pt x="96121" y="105398"/>
                  <a:pt x="91856" y="110764"/>
                </a:cubicBezTo>
                <a:cubicBezTo>
                  <a:pt x="87591" y="116130"/>
                  <a:pt x="81787" y="120063"/>
                  <a:pt x="74445" y="122563"/>
                </a:cubicBezTo>
                <a:cubicBezTo>
                  <a:pt x="67102" y="125064"/>
                  <a:pt x="58800" y="126314"/>
                  <a:pt x="49538" y="126314"/>
                </a:cubicBezTo>
                <a:close/>
                <a:moveTo>
                  <a:pt x="156083" y="124668"/>
                </a:moveTo>
                <a:cubicBezTo>
                  <a:pt x="147065" y="124668"/>
                  <a:pt x="140073" y="123571"/>
                  <a:pt x="135107" y="121375"/>
                </a:cubicBezTo>
                <a:cubicBezTo>
                  <a:pt x="130141" y="119178"/>
                  <a:pt x="126683" y="115774"/>
                  <a:pt x="124733" y="111164"/>
                </a:cubicBezTo>
                <a:cubicBezTo>
                  <a:pt x="122783" y="106554"/>
                  <a:pt x="121808" y="100536"/>
                  <a:pt x="121808" y="93110"/>
                </a:cubicBezTo>
                <a:lnTo>
                  <a:pt x="121808" y="53011"/>
                </a:lnTo>
                <a:lnTo>
                  <a:pt x="107001" y="53011"/>
                </a:lnTo>
                <a:lnTo>
                  <a:pt x="107001" y="34366"/>
                </a:lnTo>
                <a:lnTo>
                  <a:pt x="121808" y="34366"/>
                </a:lnTo>
                <a:lnTo>
                  <a:pt x="121808" y="13344"/>
                </a:lnTo>
                <a:lnTo>
                  <a:pt x="146029" y="13344"/>
                </a:lnTo>
                <a:lnTo>
                  <a:pt x="146029" y="34366"/>
                </a:lnTo>
                <a:lnTo>
                  <a:pt x="165497" y="34366"/>
                </a:lnTo>
                <a:lnTo>
                  <a:pt x="165497" y="53011"/>
                </a:lnTo>
                <a:lnTo>
                  <a:pt x="146029" y="53011"/>
                </a:lnTo>
                <a:lnTo>
                  <a:pt x="146029" y="91839"/>
                </a:lnTo>
                <a:cubicBezTo>
                  <a:pt x="146029" y="96630"/>
                  <a:pt x="146684" y="100176"/>
                  <a:pt x="147994" y="102478"/>
                </a:cubicBezTo>
                <a:cubicBezTo>
                  <a:pt x="149304" y="104781"/>
                  <a:pt x="152274" y="105932"/>
                  <a:pt x="156905" y="105932"/>
                </a:cubicBezTo>
                <a:lnTo>
                  <a:pt x="165497" y="105932"/>
                </a:lnTo>
                <a:lnTo>
                  <a:pt x="165497" y="124668"/>
                </a:lnTo>
                <a:lnTo>
                  <a:pt x="156083" y="124668"/>
                </a:lnTo>
                <a:close/>
                <a:moveTo>
                  <a:pt x="208732" y="126314"/>
                </a:moveTo>
                <a:cubicBezTo>
                  <a:pt x="203674" y="126314"/>
                  <a:pt x="198952" y="125329"/>
                  <a:pt x="194565" y="123360"/>
                </a:cubicBezTo>
                <a:cubicBezTo>
                  <a:pt x="190178" y="121391"/>
                  <a:pt x="186628" y="118423"/>
                  <a:pt x="183917" y="114455"/>
                </a:cubicBezTo>
                <a:cubicBezTo>
                  <a:pt x="181205" y="110484"/>
                  <a:pt x="179850" y="105516"/>
                  <a:pt x="179850" y="99548"/>
                </a:cubicBezTo>
                <a:cubicBezTo>
                  <a:pt x="179850" y="91242"/>
                  <a:pt x="182317" y="84982"/>
                  <a:pt x="187253" y="80768"/>
                </a:cubicBezTo>
                <a:cubicBezTo>
                  <a:pt x="192188" y="76552"/>
                  <a:pt x="199089" y="73691"/>
                  <a:pt x="207955" y="72182"/>
                </a:cubicBezTo>
                <a:cubicBezTo>
                  <a:pt x="216820" y="70674"/>
                  <a:pt x="227133" y="69798"/>
                  <a:pt x="238893" y="69552"/>
                </a:cubicBezTo>
                <a:lnTo>
                  <a:pt x="238893" y="64648"/>
                </a:lnTo>
                <a:cubicBezTo>
                  <a:pt x="238893" y="58673"/>
                  <a:pt x="237507" y="54584"/>
                  <a:pt x="234735" y="52383"/>
                </a:cubicBezTo>
                <a:cubicBezTo>
                  <a:pt x="231962" y="50182"/>
                  <a:pt x="228382" y="49081"/>
                  <a:pt x="223995" y="49081"/>
                </a:cubicBezTo>
                <a:cubicBezTo>
                  <a:pt x="219182" y="49081"/>
                  <a:pt x="215221" y="50255"/>
                  <a:pt x="212113" y="52603"/>
                </a:cubicBezTo>
                <a:cubicBezTo>
                  <a:pt x="209006" y="54949"/>
                  <a:pt x="207452" y="58751"/>
                  <a:pt x="207452" y="64008"/>
                </a:cubicBezTo>
                <a:lnTo>
                  <a:pt x="184785" y="64008"/>
                </a:lnTo>
                <a:cubicBezTo>
                  <a:pt x="184785" y="56294"/>
                  <a:pt x="186446" y="50185"/>
                  <a:pt x="189766" y="45680"/>
                </a:cubicBezTo>
                <a:cubicBezTo>
                  <a:pt x="193087" y="41172"/>
                  <a:pt x="197688" y="37932"/>
                  <a:pt x="203568" y="35957"/>
                </a:cubicBezTo>
                <a:cubicBezTo>
                  <a:pt x="209448" y="33982"/>
                  <a:pt x="216257" y="32995"/>
                  <a:pt x="223995" y="32995"/>
                </a:cubicBezTo>
                <a:cubicBezTo>
                  <a:pt x="229662" y="32995"/>
                  <a:pt x="234841" y="33473"/>
                  <a:pt x="239533" y="34429"/>
                </a:cubicBezTo>
                <a:cubicBezTo>
                  <a:pt x="244225" y="35385"/>
                  <a:pt x="248292" y="37035"/>
                  <a:pt x="251735" y="39379"/>
                </a:cubicBezTo>
                <a:cubicBezTo>
                  <a:pt x="255178" y="41721"/>
                  <a:pt x="257843" y="44912"/>
                  <a:pt x="259732" y="48953"/>
                </a:cubicBezTo>
                <a:cubicBezTo>
                  <a:pt x="261621" y="52991"/>
                  <a:pt x="262566" y="58033"/>
                  <a:pt x="262566" y="64076"/>
                </a:cubicBezTo>
                <a:lnTo>
                  <a:pt x="262566" y="124668"/>
                </a:lnTo>
                <a:lnTo>
                  <a:pt x="239899" y="124668"/>
                </a:lnTo>
                <a:lnTo>
                  <a:pt x="239168" y="113152"/>
                </a:lnTo>
                <a:cubicBezTo>
                  <a:pt x="235390" y="117478"/>
                  <a:pt x="231003" y="120753"/>
                  <a:pt x="226006" y="122978"/>
                </a:cubicBezTo>
                <a:cubicBezTo>
                  <a:pt x="221010" y="125202"/>
                  <a:pt x="215251" y="126314"/>
                  <a:pt x="208732" y="126314"/>
                </a:cubicBezTo>
                <a:moveTo>
                  <a:pt x="216683" y="109679"/>
                </a:moveTo>
                <a:cubicBezTo>
                  <a:pt x="221253" y="109679"/>
                  <a:pt x="225473" y="108466"/>
                  <a:pt x="229342" y="106040"/>
                </a:cubicBezTo>
                <a:cubicBezTo>
                  <a:pt x="233211" y="103612"/>
                  <a:pt x="236304" y="100844"/>
                  <a:pt x="238619" y="97734"/>
                </a:cubicBezTo>
                <a:lnTo>
                  <a:pt x="238619" y="82988"/>
                </a:lnTo>
                <a:cubicBezTo>
                  <a:pt x="225823" y="83050"/>
                  <a:pt x="216866" y="84280"/>
                  <a:pt x="211748" y="86675"/>
                </a:cubicBezTo>
                <a:cubicBezTo>
                  <a:pt x="206629" y="89070"/>
                  <a:pt x="204070" y="92943"/>
                  <a:pt x="204070" y="98294"/>
                </a:cubicBezTo>
                <a:cubicBezTo>
                  <a:pt x="204070" y="102152"/>
                  <a:pt x="205243" y="105014"/>
                  <a:pt x="207589" y="106880"/>
                </a:cubicBezTo>
                <a:cubicBezTo>
                  <a:pt x="209935" y="108746"/>
                  <a:pt x="212966" y="109679"/>
                  <a:pt x="216683" y="109679"/>
                </a:cubicBezTo>
                <a:close/>
                <a:moveTo>
                  <a:pt x="325859" y="124668"/>
                </a:moveTo>
                <a:cubicBezTo>
                  <a:pt x="316841" y="124668"/>
                  <a:pt x="309849" y="123571"/>
                  <a:pt x="304883" y="121375"/>
                </a:cubicBezTo>
                <a:cubicBezTo>
                  <a:pt x="299917" y="119178"/>
                  <a:pt x="296459" y="115774"/>
                  <a:pt x="294509" y="111164"/>
                </a:cubicBezTo>
                <a:cubicBezTo>
                  <a:pt x="292560" y="106554"/>
                  <a:pt x="291585" y="100536"/>
                  <a:pt x="291585" y="93110"/>
                </a:cubicBezTo>
                <a:lnTo>
                  <a:pt x="291585" y="53011"/>
                </a:lnTo>
                <a:lnTo>
                  <a:pt x="276778" y="53011"/>
                </a:lnTo>
                <a:lnTo>
                  <a:pt x="276778" y="34366"/>
                </a:lnTo>
                <a:lnTo>
                  <a:pt x="291585" y="34366"/>
                </a:lnTo>
                <a:lnTo>
                  <a:pt x="291585" y="13344"/>
                </a:lnTo>
                <a:lnTo>
                  <a:pt x="315805" y="13344"/>
                </a:lnTo>
                <a:lnTo>
                  <a:pt x="315805" y="34366"/>
                </a:lnTo>
                <a:lnTo>
                  <a:pt x="335273" y="34366"/>
                </a:lnTo>
                <a:lnTo>
                  <a:pt x="335273" y="53011"/>
                </a:lnTo>
                <a:lnTo>
                  <a:pt x="315805" y="53011"/>
                </a:lnTo>
                <a:lnTo>
                  <a:pt x="315805" y="91839"/>
                </a:lnTo>
                <a:cubicBezTo>
                  <a:pt x="315805" y="96630"/>
                  <a:pt x="316460" y="100176"/>
                  <a:pt x="317770" y="102478"/>
                </a:cubicBezTo>
                <a:cubicBezTo>
                  <a:pt x="319081" y="104781"/>
                  <a:pt x="322051" y="105932"/>
                  <a:pt x="326682" y="105932"/>
                </a:cubicBezTo>
                <a:lnTo>
                  <a:pt x="335273" y="105932"/>
                </a:lnTo>
                <a:lnTo>
                  <a:pt x="335273" y="124668"/>
                </a:lnTo>
                <a:lnTo>
                  <a:pt x="325859" y="124668"/>
                </a:lnTo>
                <a:close/>
                <a:moveTo>
                  <a:pt x="396171" y="126314"/>
                </a:moveTo>
                <a:cubicBezTo>
                  <a:pt x="386239" y="126314"/>
                  <a:pt x="377891" y="124448"/>
                  <a:pt x="371127" y="120718"/>
                </a:cubicBezTo>
                <a:cubicBezTo>
                  <a:pt x="364364" y="116988"/>
                  <a:pt x="359246" y="111609"/>
                  <a:pt x="355772" y="104581"/>
                </a:cubicBezTo>
                <a:cubicBezTo>
                  <a:pt x="352299" y="97550"/>
                  <a:pt x="350563" y="89103"/>
                  <a:pt x="350563" y="79237"/>
                </a:cubicBezTo>
                <a:cubicBezTo>
                  <a:pt x="350563" y="69680"/>
                  <a:pt x="352253" y="61450"/>
                  <a:pt x="355635" y="54545"/>
                </a:cubicBezTo>
                <a:cubicBezTo>
                  <a:pt x="359017" y="47639"/>
                  <a:pt x="363983" y="42321"/>
                  <a:pt x="370533" y="38590"/>
                </a:cubicBezTo>
                <a:cubicBezTo>
                  <a:pt x="377084" y="34860"/>
                  <a:pt x="385142" y="32995"/>
                  <a:pt x="394708" y="32995"/>
                </a:cubicBezTo>
                <a:cubicBezTo>
                  <a:pt x="407992" y="32995"/>
                  <a:pt x="418487" y="36921"/>
                  <a:pt x="426195" y="44774"/>
                </a:cubicBezTo>
                <a:cubicBezTo>
                  <a:pt x="433903" y="52627"/>
                  <a:pt x="437757" y="63821"/>
                  <a:pt x="437757" y="78358"/>
                </a:cubicBezTo>
                <a:cubicBezTo>
                  <a:pt x="437757" y="79096"/>
                  <a:pt x="437727" y="80097"/>
                  <a:pt x="437666" y="81360"/>
                </a:cubicBezTo>
                <a:cubicBezTo>
                  <a:pt x="437605" y="82622"/>
                  <a:pt x="437514" y="83592"/>
                  <a:pt x="437392" y="84270"/>
                </a:cubicBezTo>
                <a:lnTo>
                  <a:pt x="374783" y="84270"/>
                </a:lnTo>
                <a:cubicBezTo>
                  <a:pt x="374905" y="88571"/>
                  <a:pt x="375682" y="92592"/>
                  <a:pt x="377114" y="96332"/>
                </a:cubicBezTo>
                <a:cubicBezTo>
                  <a:pt x="378546" y="100072"/>
                  <a:pt x="380816" y="103079"/>
                  <a:pt x="383923" y="105355"/>
                </a:cubicBezTo>
                <a:cubicBezTo>
                  <a:pt x="387031" y="107628"/>
                  <a:pt x="391113" y="108765"/>
                  <a:pt x="396171" y="108765"/>
                </a:cubicBezTo>
                <a:cubicBezTo>
                  <a:pt x="401411" y="108765"/>
                  <a:pt x="405615" y="107588"/>
                  <a:pt x="408784" y="105235"/>
                </a:cubicBezTo>
                <a:cubicBezTo>
                  <a:pt x="411952" y="102881"/>
                  <a:pt x="413567" y="99381"/>
                  <a:pt x="413628" y="94735"/>
                </a:cubicBezTo>
                <a:lnTo>
                  <a:pt x="437483" y="94735"/>
                </a:lnTo>
                <a:cubicBezTo>
                  <a:pt x="437178" y="101773"/>
                  <a:pt x="435274" y="107638"/>
                  <a:pt x="431771" y="112330"/>
                </a:cubicBezTo>
                <a:cubicBezTo>
                  <a:pt x="428267" y="117021"/>
                  <a:pt x="423484" y="120525"/>
                  <a:pt x="417421" y="122840"/>
                </a:cubicBezTo>
                <a:cubicBezTo>
                  <a:pt x="411358" y="125156"/>
                  <a:pt x="404275" y="126314"/>
                  <a:pt x="396171" y="126314"/>
                </a:cubicBezTo>
                <a:moveTo>
                  <a:pt x="375058" y="68915"/>
                </a:moveTo>
                <a:lnTo>
                  <a:pt x="413719" y="68915"/>
                </a:lnTo>
                <a:cubicBezTo>
                  <a:pt x="413537" y="62517"/>
                  <a:pt x="411693" y="57734"/>
                  <a:pt x="408190" y="54565"/>
                </a:cubicBezTo>
                <a:cubicBezTo>
                  <a:pt x="404686" y="51397"/>
                  <a:pt x="400192" y="49813"/>
                  <a:pt x="394708" y="49813"/>
                </a:cubicBezTo>
                <a:cubicBezTo>
                  <a:pt x="389103" y="49813"/>
                  <a:pt x="384517" y="51443"/>
                  <a:pt x="380953" y="54705"/>
                </a:cubicBezTo>
                <a:cubicBezTo>
                  <a:pt x="377388" y="57967"/>
                  <a:pt x="375423" y="62704"/>
                  <a:pt x="375058" y="68915"/>
                </a:cubicBezTo>
                <a:close/>
                <a:moveTo>
                  <a:pt x="494287" y="126314"/>
                </a:moveTo>
                <a:cubicBezTo>
                  <a:pt x="489352" y="126314"/>
                  <a:pt x="484508" y="125852"/>
                  <a:pt x="479755" y="124928"/>
                </a:cubicBezTo>
                <a:cubicBezTo>
                  <a:pt x="475002" y="124005"/>
                  <a:pt x="470706" y="122419"/>
                  <a:pt x="466868" y="120170"/>
                </a:cubicBezTo>
                <a:cubicBezTo>
                  <a:pt x="463029" y="117921"/>
                  <a:pt x="459982" y="114856"/>
                  <a:pt x="457728" y="110976"/>
                </a:cubicBezTo>
                <a:cubicBezTo>
                  <a:pt x="455473" y="107095"/>
                  <a:pt x="454346" y="102259"/>
                  <a:pt x="454346" y="96469"/>
                </a:cubicBezTo>
                <a:lnTo>
                  <a:pt x="476830" y="96469"/>
                </a:lnTo>
                <a:cubicBezTo>
                  <a:pt x="476830" y="101585"/>
                  <a:pt x="478582" y="105142"/>
                  <a:pt x="482086" y="107140"/>
                </a:cubicBezTo>
                <a:cubicBezTo>
                  <a:pt x="485589" y="109137"/>
                  <a:pt x="489687" y="110136"/>
                  <a:pt x="494379" y="110136"/>
                </a:cubicBezTo>
                <a:cubicBezTo>
                  <a:pt x="499010" y="110136"/>
                  <a:pt x="502605" y="109369"/>
                  <a:pt x="505164" y="107834"/>
                </a:cubicBezTo>
                <a:cubicBezTo>
                  <a:pt x="507723" y="106297"/>
                  <a:pt x="509003" y="103710"/>
                  <a:pt x="509003" y="100073"/>
                </a:cubicBezTo>
                <a:cubicBezTo>
                  <a:pt x="509003" y="96686"/>
                  <a:pt x="507495" y="94161"/>
                  <a:pt x="504478" y="92499"/>
                </a:cubicBezTo>
                <a:cubicBezTo>
                  <a:pt x="501462" y="90835"/>
                  <a:pt x="496176" y="89140"/>
                  <a:pt x="488621" y="87415"/>
                </a:cubicBezTo>
                <a:cubicBezTo>
                  <a:pt x="482284" y="85874"/>
                  <a:pt x="476632" y="84011"/>
                  <a:pt x="471666" y="81825"/>
                </a:cubicBezTo>
                <a:cubicBezTo>
                  <a:pt x="466700" y="79639"/>
                  <a:pt x="462816" y="76714"/>
                  <a:pt x="460013" y="73051"/>
                </a:cubicBezTo>
                <a:cubicBezTo>
                  <a:pt x="457210" y="69385"/>
                  <a:pt x="455808" y="64565"/>
                  <a:pt x="455808" y="58590"/>
                </a:cubicBezTo>
                <a:cubicBezTo>
                  <a:pt x="455808" y="53907"/>
                  <a:pt x="456875" y="49934"/>
                  <a:pt x="459007" y="46671"/>
                </a:cubicBezTo>
                <a:cubicBezTo>
                  <a:pt x="461140" y="43405"/>
                  <a:pt x="463989" y="40772"/>
                  <a:pt x="467553" y="38770"/>
                </a:cubicBezTo>
                <a:cubicBezTo>
                  <a:pt x="471118" y="36769"/>
                  <a:pt x="475139" y="35307"/>
                  <a:pt x="479618" y="34383"/>
                </a:cubicBezTo>
                <a:cubicBezTo>
                  <a:pt x="484096" y="33458"/>
                  <a:pt x="488682" y="32995"/>
                  <a:pt x="493373" y="32995"/>
                </a:cubicBezTo>
                <a:cubicBezTo>
                  <a:pt x="497943" y="32995"/>
                  <a:pt x="502422" y="33457"/>
                  <a:pt x="506809" y="34380"/>
                </a:cubicBezTo>
                <a:cubicBezTo>
                  <a:pt x="511196" y="35304"/>
                  <a:pt x="515157" y="36860"/>
                  <a:pt x="518691" y="39047"/>
                </a:cubicBezTo>
                <a:cubicBezTo>
                  <a:pt x="522225" y="41233"/>
                  <a:pt x="525058" y="44174"/>
                  <a:pt x="527191" y="47870"/>
                </a:cubicBezTo>
                <a:cubicBezTo>
                  <a:pt x="529324" y="51566"/>
                  <a:pt x="530390" y="56186"/>
                  <a:pt x="530390" y="61729"/>
                </a:cubicBezTo>
                <a:lnTo>
                  <a:pt x="507906" y="61729"/>
                </a:lnTo>
                <a:cubicBezTo>
                  <a:pt x="507906" y="57043"/>
                  <a:pt x="506459" y="53794"/>
                  <a:pt x="503564" y="51983"/>
                </a:cubicBezTo>
                <a:cubicBezTo>
                  <a:pt x="500670" y="50171"/>
                  <a:pt x="497273" y="49264"/>
                  <a:pt x="493373" y="49264"/>
                </a:cubicBezTo>
                <a:cubicBezTo>
                  <a:pt x="489169" y="49264"/>
                  <a:pt x="485863" y="49894"/>
                  <a:pt x="483457" y="51155"/>
                </a:cubicBezTo>
                <a:cubicBezTo>
                  <a:pt x="481050" y="52414"/>
                  <a:pt x="479846" y="54491"/>
                  <a:pt x="479846" y="57387"/>
                </a:cubicBezTo>
                <a:cubicBezTo>
                  <a:pt x="479846" y="59050"/>
                  <a:pt x="480608" y="60513"/>
                  <a:pt x="482131" y="61777"/>
                </a:cubicBezTo>
                <a:cubicBezTo>
                  <a:pt x="483655" y="63040"/>
                  <a:pt x="486092" y="64210"/>
                  <a:pt x="489443" y="65288"/>
                </a:cubicBezTo>
                <a:cubicBezTo>
                  <a:pt x="492794" y="66365"/>
                  <a:pt x="497212" y="67520"/>
                  <a:pt x="502696" y="68752"/>
                </a:cubicBezTo>
                <a:cubicBezTo>
                  <a:pt x="508485" y="70108"/>
                  <a:pt x="513664" y="71864"/>
                  <a:pt x="518234" y="74019"/>
                </a:cubicBezTo>
                <a:cubicBezTo>
                  <a:pt x="522804" y="76175"/>
                  <a:pt x="526429" y="79070"/>
                  <a:pt x="529110" y="82705"/>
                </a:cubicBezTo>
                <a:cubicBezTo>
                  <a:pt x="531791" y="86338"/>
                  <a:pt x="533132" y="91050"/>
                  <a:pt x="533132" y="96840"/>
                </a:cubicBezTo>
                <a:cubicBezTo>
                  <a:pt x="533132" y="102261"/>
                  <a:pt x="532050" y="106850"/>
                  <a:pt x="529887" y="110607"/>
                </a:cubicBezTo>
                <a:cubicBezTo>
                  <a:pt x="527724" y="114364"/>
                  <a:pt x="524830" y="117397"/>
                  <a:pt x="521204" y="119707"/>
                </a:cubicBezTo>
                <a:cubicBezTo>
                  <a:pt x="517579" y="122017"/>
                  <a:pt x="513435" y="123695"/>
                  <a:pt x="508774" y="124743"/>
                </a:cubicBezTo>
                <a:cubicBezTo>
                  <a:pt x="504113" y="125790"/>
                  <a:pt x="499284" y="126314"/>
                  <a:pt x="494287" y="126314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Parsing">
            <a:extLst xmlns:a="http://schemas.openxmlformats.org/drawingml/2006/main">
              <a:ext uri="{FF2B5EF4-FFF2-40B4-BE49-F238E27FC236}">
                <a16:creationId xmlns:a16="http://schemas.microsoft.com/office/drawing/2014/main" id="{42051A92-BC70-4058-B5AE-E96C632A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5874" y="959162"/>
            <a:ext cx="623379" cy="160518"/>
          </a:xfrm>
          <a:custGeom xmlns:a="http://schemas.openxmlformats.org/drawingml/2006/main">
            <a:pathLst>
              <a:path w="623379" h="160518">
                <a:moveTo>
                  <a:pt x="397137" y="23598"/>
                </a:moveTo>
                <a:lnTo>
                  <a:pt x="397657" y="23557"/>
                </a:lnTo>
                <a:lnTo>
                  <a:pt x="398165" y="23504"/>
                </a:lnTo>
                <a:lnTo>
                  <a:pt x="398662" y="23439"/>
                </a:lnTo>
                <a:lnTo>
                  <a:pt x="399149" y="23363"/>
                </a:lnTo>
                <a:lnTo>
                  <a:pt x="399624" y="23274"/>
                </a:lnTo>
                <a:lnTo>
                  <a:pt x="400088" y="23174"/>
                </a:lnTo>
                <a:lnTo>
                  <a:pt x="400542" y="23062"/>
                </a:lnTo>
                <a:lnTo>
                  <a:pt x="400984" y="22939"/>
                </a:lnTo>
                <a:lnTo>
                  <a:pt x="401415" y="22803"/>
                </a:lnTo>
                <a:lnTo>
                  <a:pt x="401836" y="22656"/>
                </a:lnTo>
                <a:lnTo>
                  <a:pt x="402245" y="22497"/>
                </a:lnTo>
                <a:lnTo>
                  <a:pt x="402644" y="22326"/>
                </a:lnTo>
                <a:lnTo>
                  <a:pt x="403031" y="22144"/>
                </a:lnTo>
                <a:lnTo>
                  <a:pt x="403407" y="21950"/>
                </a:lnTo>
                <a:lnTo>
                  <a:pt x="403773" y="21743"/>
                </a:lnTo>
                <a:lnTo>
                  <a:pt x="404127" y="21526"/>
                </a:lnTo>
                <a:lnTo>
                  <a:pt x="404471" y="21296"/>
                </a:lnTo>
                <a:lnTo>
                  <a:pt x="404804" y="21054"/>
                </a:lnTo>
                <a:lnTo>
                  <a:pt x="405125" y="20801"/>
                </a:lnTo>
                <a:lnTo>
                  <a:pt x="405436" y="20536"/>
                </a:lnTo>
                <a:lnTo>
                  <a:pt x="405735" y="20260"/>
                </a:lnTo>
                <a:lnTo>
                  <a:pt x="406023" y="19974"/>
                </a:lnTo>
                <a:lnTo>
                  <a:pt x="406299" y="19683"/>
                </a:lnTo>
                <a:lnTo>
                  <a:pt x="406562" y="19386"/>
                </a:lnTo>
                <a:lnTo>
                  <a:pt x="406814" y="19083"/>
                </a:lnTo>
                <a:lnTo>
                  <a:pt x="407053" y="18775"/>
                </a:lnTo>
                <a:lnTo>
                  <a:pt x="407279" y="18460"/>
                </a:lnTo>
                <a:lnTo>
                  <a:pt x="407494" y="18141"/>
                </a:lnTo>
                <a:lnTo>
                  <a:pt x="407696" y="17815"/>
                </a:lnTo>
                <a:lnTo>
                  <a:pt x="407886" y="17484"/>
                </a:lnTo>
                <a:lnTo>
                  <a:pt x="408064" y="17146"/>
                </a:lnTo>
                <a:lnTo>
                  <a:pt x="408229" y="16804"/>
                </a:lnTo>
                <a:lnTo>
                  <a:pt x="408382" y="16455"/>
                </a:lnTo>
                <a:lnTo>
                  <a:pt x="408523" y="16101"/>
                </a:lnTo>
                <a:lnTo>
                  <a:pt x="408652" y="15741"/>
                </a:lnTo>
                <a:lnTo>
                  <a:pt x="408768" y="15375"/>
                </a:lnTo>
                <a:lnTo>
                  <a:pt x="408873" y="15004"/>
                </a:lnTo>
                <a:lnTo>
                  <a:pt x="408964" y="14626"/>
                </a:lnTo>
                <a:lnTo>
                  <a:pt x="409044" y="14244"/>
                </a:lnTo>
                <a:lnTo>
                  <a:pt x="409111" y="13855"/>
                </a:lnTo>
                <a:lnTo>
                  <a:pt x="409167" y="13460"/>
                </a:lnTo>
                <a:lnTo>
                  <a:pt x="409210" y="13060"/>
                </a:lnTo>
                <a:lnTo>
                  <a:pt x="409240" y="12655"/>
                </a:lnTo>
                <a:lnTo>
                  <a:pt x="409259" y="12243"/>
                </a:lnTo>
                <a:lnTo>
                  <a:pt x="409265" y="11826"/>
                </a:lnTo>
                <a:lnTo>
                  <a:pt x="409259" y="11401"/>
                </a:lnTo>
                <a:lnTo>
                  <a:pt x="409240" y="10982"/>
                </a:lnTo>
                <a:lnTo>
                  <a:pt x="409210" y="10570"/>
                </a:lnTo>
                <a:lnTo>
                  <a:pt x="409167" y="10164"/>
                </a:lnTo>
                <a:lnTo>
                  <a:pt x="409111" y="9764"/>
                </a:lnTo>
                <a:lnTo>
                  <a:pt x="409044" y="9371"/>
                </a:lnTo>
                <a:lnTo>
                  <a:pt x="408964" y="8983"/>
                </a:lnTo>
                <a:lnTo>
                  <a:pt x="408873" y="8602"/>
                </a:lnTo>
                <a:lnTo>
                  <a:pt x="408768" y="8227"/>
                </a:lnTo>
                <a:lnTo>
                  <a:pt x="408652" y="7858"/>
                </a:lnTo>
                <a:lnTo>
                  <a:pt x="408523" y="7495"/>
                </a:lnTo>
                <a:lnTo>
                  <a:pt x="408382" y="7139"/>
                </a:lnTo>
                <a:lnTo>
                  <a:pt x="408229" y="6789"/>
                </a:lnTo>
                <a:lnTo>
                  <a:pt x="408064" y="6445"/>
                </a:lnTo>
                <a:lnTo>
                  <a:pt x="407886" y="6107"/>
                </a:lnTo>
                <a:lnTo>
                  <a:pt x="407696" y="5775"/>
                </a:lnTo>
                <a:lnTo>
                  <a:pt x="407494" y="5450"/>
                </a:lnTo>
                <a:lnTo>
                  <a:pt x="407279" y="5131"/>
                </a:lnTo>
                <a:lnTo>
                  <a:pt x="407053" y="4818"/>
                </a:lnTo>
                <a:lnTo>
                  <a:pt x="406814" y="4511"/>
                </a:lnTo>
                <a:lnTo>
                  <a:pt x="406562" y="4210"/>
                </a:lnTo>
                <a:lnTo>
                  <a:pt x="406299" y="3916"/>
                </a:lnTo>
                <a:lnTo>
                  <a:pt x="406023" y="3628"/>
                </a:lnTo>
                <a:lnTo>
                  <a:pt x="405735" y="3346"/>
                </a:lnTo>
                <a:lnTo>
                  <a:pt x="405436" y="3073"/>
                </a:lnTo>
                <a:lnTo>
                  <a:pt x="405125" y="2812"/>
                </a:lnTo>
                <a:lnTo>
                  <a:pt x="404804" y="2562"/>
                </a:lnTo>
                <a:lnTo>
                  <a:pt x="404471" y="2324"/>
                </a:lnTo>
                <a:lnTo>
                  <a:pt x="404127" y="2097"/>
                </a:lnTo>
                <a:lnTo>
                  <a:pt x="403773" y="1882"/>
                </a:lnTo>
                <a:lnTo>
                  <a:pt x="403407" y="1679"/>
                </a:lnTo>
                <a:lnTo>
                  <a:pt x="403031" y="1487"/>
                </a:lnTo>
                <a:lnTo>
                  <a:pt x="402644" y="1307"/>
                </a:lnTo>
                <a:lnTo>
                  <a:pt x="402245" y="1139"/>
                </a:lnTo>
                <a:lnTo>
                  <a:pt x="401836" y="982"/>
                </a:lnTo>
                <a:lnTo>
                  <a:pt x="401415" y="837"/>
                </a:lnTo>
                <a:lnTo>
                  <a:pt x="400984" y="703"/>
                </a:lnTo>
                <a:lnTo>
                  <a:pt x="400542" y="581"/>
                </a:lnTo>
                <a:lnTo>
                  <a:pt x="400088" y="471"/>
                </a:lnTo>
                <a:lnTo>
                  <a:pt x="399624" y="372"/>
                </a:lnTo>
                <a:lnTo>
                  <a:pt x="399149" y="285"/>
                </a:lnTo>
                <a:lnTo>
                  <a:pt x="398662" y="209"/>
                </a:lnTo>
                <a:lnTo>
                  <a:pt x="398165" y="145"/>
                </a:lnTo>
                <a:lnTo>
                  <a:pt x="397657" y="93"/>
                </a:lnTo>
                <a:lnTo>
                  <a:pt x="397137" y="52"/>
                </a:lnTo>
                <a:lnTo>
                  <a:pt x="396607" y="23"/>
                </a:lnTo>
                <a:lnTo>
                  <a:pt x="396066" y="6"/>
                </a:lnTo>
                <a:lnTo>
                  <a:pt x="395514" y="0"/>
                </a:lnTo>
                <a:lnTo>
                  <a:pt x="394962" y="6"/>
                </a:lnTo>
                <a:lnTo>
                  <a:pt x="394420" y="23"/>
                </a:lnTo>
                <a:lnTo>
                  <a:pt x="393890" y="52"/>
                </a:lnTo>
                <a:lnTo>
                  <a:pt x="393371" y="93"/>
                </a:lnTo>
                <a:lnTo>
                  <a:pt x="392863" y="145"/>
                </a:lnTo>
                <a:lnTo>
                  <a:pt x="392366" y="209"/>
                </a:lnTo>
                <a:lnTo>
                  <a:pt x="391879" y="285"/>
                </a:lnTo>
                <a:lnTo>
                  <a:pt x="391404" y="372"/>
                </a:lnTo>
                <a:lnTo>
                  <a:pt x="390940" y="471"/>
                </a:lnTo>
                <a:lnTo>
                  <a:pt x="390486" y="581"/>
                </a:lnTo>
                <a:lnTo>
                  <a:pt x="390044" y="703"/>
                </a:lnTo>
                <a:lnTo>
                  <a:pt x="389612" y="837"/>
                </a:lnTo>
                <a:lnTo>
                  <a:pt x="389192" y="982"/>
                </a:lnTo>
                <a:lnTo>
                  <a:pt x="388783" y="1139"/>
                </a:lnTo>
                <a:lnTo>
                  <a:pt x="388384" y="1307"/>
                </a:lnTo>
                <a:lnTo>
                  <a:pt x="387997" y="1487"/>
                </a:lnTo>
                <a:lnTo>
                  <a:pt x="387620" y="1679"/>
                </a:lnTo>
                <a:lnTo>
                  <a:pt x="387255" y="1882"/>
                </a:lnTo>
                <a:lnTo>
                  <a:pt x="386900" y="2097"/>
                </a:lnTo>
                <a:lnTo>
                  <a:pt x="386557" y="2324"/>
                </a:lnTo>
                <a:lnTo>
                  <a:pt x="386224" y="2562"/>
                </a:lnTo>
                <a:lnTo>
                  <a:pt x="385903" y="2812"/>
                </a:lnTo>
                <a:lnTo>
                  <a:pt x="385592" y="3073"/>
                </a:lnTo>
                <a:lnTo>
                  <a:pt x="385292" y="3346"/>
                </a:lnTo>
                <a:lnTo>
                  <a:pt x="385004" y="3628"/>
                </a:lnTo>
                <a:lnTo>
                  <a:pt x="384729" y="3916"/>
                </a:lnTo>
                <a:lnTo>
                  <a:pt x="384465" y="4210"/>
                </a:lnTo>
                <a:lnTo>
                  <a:pt x="384214" y="4511"/>
                </a:lnTo>
                <a:lnTo>
                  <a:pt x="383975" y="4818"/>
                </a:lnTo>
                <a:lnTo>
                  <a:pt x="383748" y="5131"/>
                </a:lnTo>
                <a:lnTo>
                  <a:pt x="383534" y="5450"/>
                </a:lnTo>
                <a:lnTo>
                  <a:pt x="383332" y="5775"/>
                </a:lnTo>
                <a:lnTo>
                  <a:pt x="383142" y="6107"/>
                </a:lnTo>
                <a:lnTo>
                  <a:pt x="382964" y="6445"/>
                </a:lnTo>
                <a:lnTo>
                  <a:pt x="382799" y="6789"/>
                </a:lnTo>
                <a:lnTo>
                  <a:pt x="382645" y="7139"/>
                </a:lnTo>
                <a:lnTo>
                  <a:pt x="382504" y="7495"/>
                </a:lnTo>
                <a:lnTo>
                  <a:pt x="382376" y="7858"/>
                </a:lnTo>
                <a:lnTo>
                  <a:pt x="382259" y="8227"/>
                </a:lnTo>
                <a:lnTo>
                  <a:pt x="382155" y="8602"/>
                </a:lnTo>
                <a:lnTo>
                  <a:pt x="382063" y="8983"/>
                </a:lnTo>
                <a:lnTo>
                  <a:pt x="381984" y="9371"/>
                </a:lnTo>
                <a:lnTo>
                  <a:pt x="381916" y="9764"/>
                </a:lnTo>
                <a:lnTo>
                  <a:pt x="381861" y="10164"/>
                </a:lnTo>
                <a:lnTo>
                  <a:pt x="381818" y="10570"/>
                </a:lnTo>
                <a:lnTo>
                  <a:pt x="381788" y="10982"/>
                </a:lnTo>
                <a:lnTo>
                  <a:pt x="381769" y="11401"/>
                </a:lnTo>
                <a:lnTo>
                  <a:pt x="381763" y="11826"/>
                </a:lnTo>
                <a:lnTo>
                  <a:pt x="381769" y="12243"/>
                </a:lnTo>
                <a:lnTo>
                  <a:pt x="381788" y="12655"/>
                </a:lnTo>
                <a:lnTo>
                  <a:pt x="381818" y="13060"/>
                </a:lnTo>
                <a:lnTo>
                  <a:pt x="381861" y="13460"/>
                </a:lnTo>
                <a:lnTo>
                  <a:pt x="381916" y="13855"/>
                </a:lnTo>
                <a:lnTo>
                  <a:pt x="381984" y="14244"/>
                </a:lnTo>
                <a:lnTo>
                  <a:pt x="382063" y="14626"/>
                </a:lnTo>
                <a:lnTo>
                  <a:pt x="382155" y="15004"/>
                </a:lnTo>
                <a:lnTo>
                  <a:pt x="382259" y="15375"/>
                </a:lnTo>
                <a:lnTo>
                  <a:pt x="382376" y="15741"/>
                </a:lnTo>
                <a:lnTo>
                  <a:pt x="382504" y="16101"/>
                </a:lnTo>
                <a:lnTo>
                  <a:pt x="382645" y="16455"/>
                </a:lnTo>
                <a:lnTo>
                  <a:pt x="382799" y="16804"/>
                </a:lnTo>
                <a:lnTo>
                  <a:pt x="382964" y="17146"/>
                </a:lnTo>
                <a:lnTo>
                  <a:pt x="383142" y="17484"/>
                </a:lnTo>
                <a:lnTo>
                  <a:pt x="383332" y="17815"/>
                </a:lnTo>
                <a:lnTo>
                  <a:pt x="383534" y="18141"/>
                </a:lnTo>
                <a:lnTo>
                  <a:pt x="383748" y="18460"/>
                </a:lnTo>
                <a:lnTo>
                  <a:pt x="383975" y="18775"/>
                </a:lnTo>
                <a:lnTo>
                  <a:pt x="384214" y="19083"/>
                </a:lnTo>
                <a:lnTo>
                  <a:pt x="384465" y="19386"/>
                </a:lnTo>
                <a:lnTo>
                  <a:pt x="384729" y="19683"/>
                </a:lnTo>
                <a:lnTo>
                  <a:pt x="385004" y="19974"/>
                </a:lnTo>
                <a:lnTo>
                  <a:pt x="385292" y="20260"/>
                </a:lnTo>
                <a:lnTo>
                  <a:pt x="385592" y="20536"/>
                </a:lnTo>
                <a:lnTo>
                  <a:pt x="385903" y="20801"/>
                </a:lnTo>
                <a:lnTo>
                  <a:pt x="386224" y="21054"/>
                </a:lnTo>
                <a:lnTo>
                  <a:pt x="386557" y="21296"/>
                </a:lnTo>
                <a:lnTo>
                  <a:pt x="386900" y="21526"/>
                </a:lnTo>
                <a:lnTo>
                  <a:pt x="387255" y="21743"/>
                </a:lnTo>
                <a:lnTo>
                  <a:pt x="387620" y="21950"/>
                </a:lnTo>
                <a:lnTo>
                  <a:pt x="387997" y="22144"/>
                </a:lnTo>
                <a:lnTo>
                  <a:pt x="388384" y="22326"/>
                </a:lnTo>
                <a:lnTo>
                  <a:pt x="388783" y="22497"/>
                </a:lnTo>
                <a:lnTo>
                  <a:pt x="389192" y="22656"/>
                </a:lnTo>
                <a:lnTo>
                  <a:pt x="389612" y="22803"/>
                </a:lnTo>
                <a:lnTo>
                  <a:pt x="390044" y="22939"/>
                </a:lnTo>
                <a:lnTo>
                  <a:pt x="390486" y="23062"/>
                </a:lnTo>
                <a:lnTo>
                  <a:pt x="390940" y="23174"/>
                </a:lnTo>
                <a:lnTo>
                  <a:pt x="391404" y="23274"/>
                </a:lnTo>
                <a:lnTo>
                  <a:pt x="391879" y="23363"/>
                </a:lnTo>
                <a:lnTo>
                  <a:pt x="392366" y="23439"/>
                </a:lnTo>
                <a:lnTo>
                  <a:pt x="392863" y="23504"/>
                </a:lnTo>
                <a:lnTo>
                  <a:pt x="393371" y="23557"/>
                </a:lnTo>
                <a:lnTo>
                  <a:pt x="393890" y="23598"/>
                </a:lnTo>
                <a:lnTo>
                  <a:pt x="394420" y="23628"/>
                </a:lnTo>
                <a:lnTo>
                  <a:pt x="394962" y="23645"/>
                </a:lnTo>
                <a:lnTo>
                  <a:pt x="395514" y="23651"/>
                </a:lnTo>
                <a:lnTo>
                  <a:pt x="396066" y="23645"/>
                </a:lnTo>
                <a:lnTo>
                  <a:pt x="396607" y="23628"/>
                </a:lnTo>
                <a:lnTo>
                  <a:pt x="397137" y="23598"/>
                </a:lnTo>
                <a:close/>
                <a:moveTo>
                  <a:pt x="49415" y="81947"/>
                </a:moveTo>
                <a:lnTo>
                  <a:pt x="50420" y="81925"/>
                </a:lnTo>
                <a:lnTo>
                  <a:pt x="51417" y="81888"/>
                </a:lnTo>
                <a:lnTo>
                  <a:pt x="52407" y="81836"/>
                </a:lnTo>
                <a:lnTo>
                  <a:pt x="53389" y="81770"/>
                </a:lnTo>
                <a:lnTo>
                  <a:pt x="54364" y="81689"/>
                </a:lnTo>
                <a:lnTo>
                  <a:pt x="55332" y="81593"/>
                </a:lnTo>
                <a:lnTo>
                  <a:pt x="56292" y="81482"/>
                </a:lnTo>
                <a:lnTo>
                  <a:pt x="57244" y="81356"/>
                </a:lnTo>
                <a:lnTo>
                  <a:pt x="58189" y="81216"/>
                </a:lnTo>
                <a:lnTo>
                  <a:pt x="59127" y="81060"/>
                </a:lnTo>
                <a:lnTo>
                  <a:pt x="60057" y="80890"/>
                </a:lnTo>
                <a:lnTo>
                  <a:pt x="60979" y="80706"/>
                </a:lnTo>
                <a:lnTo>
                  <a:pt x="61894" y="80506"/>
                </a:lnTo>
                <a:lnTo>
                  <a:pt x="62802" y="80292"/>
                </a:lnTo>
                <a:lnTo>
                  <a:pt x="63702" y="80063"/>
                </a:lnTo>
                <a:lnTo>
                  <a:pt x="64594" y="79819"/>
                </a:lnTo>
                <a:lnTo>
                  <a:pt x="65480" y="79560"/>
                </a:lnTo>
                <a:lnTo>
                  <a:pt x="66357" y="79287"/>
                </a:lnTo>
                <a:lnTo>
                  <a:pt x="67227" y="78998"/>
                </a:lnTo>
                <a:lnTo>
                  <a:pt x="68090" y="78695"/>
                </a:lnTo>
                <a:lnTo>
                  <a:pt x="68945" y="78378"/>
                </a:lnTo>
                <a:lnTo>
                  <a:pt x="69793" y="78045"/>
                </a:lnTo>
                <a:lnTo>
                  <a:pt x="70633" y="77698"/>
                </a:lnTo>
                <a:lnTo>
                  <a:pt x="71463" y="77335"/>
                </a:lnTo>
                <a:lnTo>
                  <a:pt x="72278" y="76956"/>
                </a:lnTo>
                <a:lnTo>
                  <a:pt x="73079" y="76562"/>
                </a:lnTo>
                <a:lnTo>
                  <a:pt x="73866" y="76152"/>
                </a:lnTo>
                <a:lnTo>
                  <a:pt x="74639" y="75726"/>
                </a:lnTo>
                <a:lnTo>
                  <a:pt x="75397" y="75285"/>
                </a:lnTo>
                <a:lnTo>
                  <a:pt x="76142" y="74827"/>
                </a:lnTo>
                <a:lnTo>
                  <a:pt x="76872" y="74355"/>
                </a:lnTo>
                <a:lnTo>
                  <a:pt x="77588" y="73866"/>
                </a:lnTo>
                <a:lnTo>
                  <a:pt x="78290" y="73362"/>
                </a:lnTo>
                <a:lnTo>
                  <a:pt x="78978" y="72841"/>
                </a:lnTo>
                <a:lnTo>
                  <a:pt x="79651" y="72306"/>
                </a:lnTo>
                <a:lnTo>
                  <a:pt x="80311" y="71754"/>
                </a:lnTo>
                <a:lnTo>
                  <a:pt x="80956" y="71187"/>
                </a:lnTo>
                <a:lnTo>
                  <a:pt x="81587" y="70604"/>
                </a:lnTo>
                <a:lnTo>
                  <a:pt x="82204" y="70005"/>
                </a:lnTo>
                <a:lnTo>
                  <a:pt x="82807" y="69390"/>
                </a:lnTo>
                <a:lnTo>
                  <a:pt x="83396" y="68760"/>
                </a:lnTo>
                <a:lnTo>
                  <a:pt x="83970" y="68114"/>
                </a:lnTo>
                <a:lnTo>
                  <a:pt x="84530" y="67453"/>
                </a:lnTo>
                <a:lnTo>
                  <a:pt x="85077" y="66775"/>
                </a:lnTo>
                <a:lnTo>
                  <a:pt x="85609" y="66082"/>
                </a:lnTo>
                <a:lnTo>
                  <a:pt x="86126" y="65373"/>
                </a:lnTo>
                <a:lnTo>
                  <a:pt x="86630" y="64649"/>
                </a:lnTo>
                <a:lnTo>
                  <a:pt x="87116" y="63908"/>
                </a:lnTo>
                <a:lnTo>
                  <a:pt x="87582" y="63152"/>
                </a:lnTo>
                <a:lnTo>
                  <a:pt x="88027" y="62379"/>
                </a:lnTo>
                <a:lnTo>
                  <a:pt x="88451" y="61589"/>
                </a:lnTo>
                <a:lnTo>
                  <a:pt x="88854" y="60784"/>
                </a:lnTo>
                <a:lnTo>
                  <a:pt x="89237" y="59962"/>
                </a:lnTo>
                <a:lnTo>
                  <a:pt x="89599" y="59124"/>
                </a:lnTo>
                <a:lnTo>
                  <a:pt x="89940" y="58270"/>
                </a:lnTo>
                <a:lnTo>
                  <a:pt x="90261" y="57400"/>
                </a:lnTo>
                <a:lnTo>
                  <a:pt x="90561" y="56513"/>
                </a:lnTo>
                <a:lnTo>
                  <a:pt x="90840" y="55611"/>
                </a:lnTo>
                <a:lnTo>
                  <a:pt x="91099" y="54692"/>
                </a:lnTo>
                <a:lnTo>
                  <a:pt x="91337" y="53756"/>
                </a:lnTo>
                <a:lnTo>
                  <a:pt x="91554" y="52805"/>
                </a:lnTo>
                <a:lnTo>
                  <a:pt x="91751" y="51837"/>
                </a:lnTo>
                <a:lnTo>
                  <a:pt x="91927" y="50853"/>
                </a:lnTo>
                <a:lnTo>
                  <a:pt x="92082" y="49853"/>
                </a:lnTo>
                <a:lnTo>
                  <a:pt x="92216" y="48837"/>
                </a:lnTo>
                <a:lnTo>
                  <a:pt x="92330" y="47804"/>
                </a:lnTo>
                <a:lnTo>
                  <a:pt x="92423" y="46756"/>
                </a:lnTo>
                <a:lnTo>
                  <a:pt x="92496" y="45691"/>
                </a:lnTo>
                <a:lnTo>
                  <a:pt x="92547" y="44609"/>
                </a:lnTo>
                <a:lnTo>
                  <a:pt x="92578" y="43512"/>
                </a:lnTo>
                <a:lnTo>
                  <a:pt x="92589" y="42398"/>
                </a:lnTo>
                <a:lnTo>
                  <a:pt x="92578" y="41270"/>
                </a:lnTo>
                <a:lnTo>
                  <a:pt x="92547" y="40158"/>
                </a:lnTo>
                <a:lnTo>
                  <a:pt x="92496" y="39063"/>
                </a:lnTo>
                <a:lnTo>
                  <a:pt x="92423" y="37985"/>
                </a:lnTo>
                <a:lnTo>
                  <a:pt x="92330" y="36924"/>
                </a:lnTo>
                <a:lnTo>
                  <a:pt x="92216" y="35879"/>
                </a:lnTo>
                <a:lnTo>
                  <a:pt x="92082" y="34852"/>
                </a:lnTo>
                <a:lnTo>
                  <a:pt x="91927" y="33841"/>
                </a:lnTo>
                <a:lnTo>
                  <a:pt x="91751" y="32848"/>
                </a:lnTo>
                <a:lnTo>
                  <a:pt x="91554" y="31871"/>
                </a:lnTo>
                <a:lnTo>
                  <a:pt x="91337" y="30911"/>
                </a:lnTo>
                <a:lnTo>
                  <a:pt x="91099" y="29967"/>
                </a:lnTo>
                <a:lnTo>
                  <a:pt x="90840" y="29041"/>
                </a:lnTo>
                <a:lnTo>
                  <a:pt x="90561" y="28132"/>
                </a:lnTo>
                <a:lnTo>
                  <a:pt x="90261" y="27239"/>
                </a:lnTo>
                <a:lnTo>
                  <a:pt x="89940" y="26363"/>
                </a:lnTo>
                <a:lnTo>
                  <a:pt x="89599" y="25504"/>
                </a:lnTo>
                <a:lnTo>
                  <a:pt x="89237" y="24662"/>
                </a:lnTo>
                <a:lnTo>
                  <a:pt x="88854" y="23837"/>
                </a:lnTo>
                <a:lnTo>
                  <a:pt x="88451" y="23029"/>
                </a:lnTo>
                <a:lnTo>
                  <a:pt x="88027" y="22238"/>
                </a:lnTo>
                <a:lnTo>
                  <a:pt x="87582" y="21463"/>
                </a:lnTo>
                <a:lnTo>
                  <a:pt x="87116" y="20705"/>
                </a:lnTo>
                <a:lnTo>
                  <a:pt x="86630" y="19964"/>
                </a:lnTo>
                <a:lnTo>
                  <a:pt x="86126" y="19240"/>
                </a:lnTo>
                <a:lnTo>
                  <a:pt x="85609" y="18531"/>
                </a:lnTo>
                <a:lnTo>
                  <a:pt x="85077" y="17837"/>
                </a:lnTo>
                <a:lnTo>
                  <a:pt x="84530" y="17159"/>
                </a:lnTo>
                <a:lnTo>
                  <a:pt x="83970" y="16497"/>
                </a:lnTo>
                <a:lnTo>
                  <a:pt x="83396" y="15850"/>
                </a:lnTo>
                <a:lnTo>
                  <a:pt x="82807" y="15219"/>
                </a:lnTo>
                <a:lnTo>
                  <a:pt x="82204" y="14604"/>
                </a:lnTo>
                <a:lnTo>
                  <a:pt x="81587" y="14004"/>
                </a:lnTo>
                <a:lnTo>
                  <a:pt x="80956" y="13419"/>
                </a:lnTo>
                <a:lnTo>
                  <a:pt x="80311" y="12850"/>
                </a:lnTo>
                <a:lnTo>
                  <a:pt x="79651" y="12297"/>
                </a:lnTo>
                <a:lnTo>
                  <a:pt x="78978" y="11759"/>
                </a:lnTo>
                <a:lnTo>
                  <a:pt x="78290" y="11237"/>
                </a:lnTo>
                <a:lnTo>
                  <a:pt x="77588" y="10731"/>
                </a:lnTo>
                <a:lnTo>
                  <a:pt x="76872" y="10240"/>
                </a:lnTo>
                <a:lnTo>
                  <a:pt x="76142" y="9764"/>
                </a:lnTo>
                <a:lnTo>
                  <a:pt x="75397" y="9304"/>
                </a:lnTo>
                <a:lnTo>
                  <a:pt x="74639" y="8860"/>
                </a:lnTo>
                <a:lnTo>
                  <a:pt x="73866" y="8431"/>
                </a:lnTo>
                <a:lnTo>
                  <a:pt x="73079" y="8018"/>
                </a:lnTo>
                <a:lnTo>
                  <a:pt x="72278" y="7621"/>
                </a:lnTo>
                <a:lnTo>
                  <a:pt x="71463" y="7239"/>
                </a:lnTo>
                <a:lnTo>
                  <a:pt x="70633" y="6873"/>
                </a:lnTo>
                <a:lnTo>
                  <a:pt x="69793" y="6521"/>
                </a:lnTo>
                <a:lnTo>
                  <a:pt x="68945" y="6185"/>
                </a:lnTo>
                <a:lnTo>
                  <a:pt x="68090" y="5863"/>
                </a:lnTo>
                <a:lnTo>
                  <a:pt x="67227" y="5557"/>
                </a:lnTo>
                <a:lnTo>
                  <a:pt x="66357" y="5265"/>
                </a:lnTo>
                <a:lnTo>
                  <a:pt x="65480" y="4989"/>
                </a:lnTo>
                <a:lnTo>
                  <a:pt x="64594" y="4727"/>
                </a:lnTo>
                <a:lnTo>
                  <a:pt x="63702" y="4480"/>
                </a:lnTo>
                <a:lnTo>
                  <a:pt x="62802" y="4249"/>
                </a:lnTo>
                <a:lnTo>
                  <a:pt x="61894" y="4032"/>
                </a:lnTo>
                <a:lnTo>
                  <a:pt x="60979" y="3830"/>
                </a:lnTo>
                <a:lnTo>
                  <a:pt x="60057" y="3643"/>
                </a:lnTo>
                <a:lnTo>
                  <a:pt x="59127" y="3471"/>
                </a:lnTo>
                <a:lnTo>
                  <a:pt x="58189" y="3314"/>
                </a:lnTo>
                <a:lnTo>
                  <a:pt x="57244" y="3172"/>
                </a:lnTo>
                <a:lnTo>
                  <a:pt x="56292" y="3045"/>
                </a:lnTo>
                <a:lnTo>
                  <a:pt x="55332" y="2933"/>
                </a:lnTo>
                <a:lnTo>
                  <a:pt x="54364" y="2836"/>
                </a:lnTo>
                <a:lnTo>
                  <a:pt x="53389" y="2754"/>
                </a:lnTo>
                <a:lnTo>
                  <a:pt x="52407" y="2686"/>
                </a:lnTo>
                <a:lnTo>
                  <a:pt x="51417" y="2634"/>
                </a:lnTo>
                <a:lnTo>
                  <a:pt x="50420" y="2597"/>
                </a:lnTo>
                <a:lnTo>
                  <a:pt x="49415" y="2574"/>
                </a:lnTo>
                <a:lnTo>
                  <a:pt x="48403" y="2567"/>
                </a:lnTo>
                <a:lnTo>
                  <a:pt x="0" y="2567"/>
                </a:lnTo>
                <a:lnTo>
                  <a:pt x="0" y="125957"/>
                </a:lnTo>
                <a:lnTo>
                  <a:pt x="25760" y="125957"/>
                </a:lnTo>
                <a:lnTo>
                  <a:pt x="25760" y="81955"/>
                </a:lnTo>
                <a:lnTo>
                  <a:pt x="48403" y="81955"/>
                </a:lnTo>
                <a:lnTo>
                  <a:pt x="49415" y="81947"/>
                </a:lnTo>
                <a:close/>
                <a:moveTo>
                  <a:pt x="47450" y="23409"/>
                </a:moveTo>
                <a:lnTo>
                  <a:pt x="48149" y="23449"/>
                </a:lnTo>
                <a:lnTo>
                  <a:pt x="48838" y="23506"/>
                </a:lnTo>
                <a:lnTo>
                  <a:pt x="49517" y="23579"/>
                </a:lnTo>
                <a:lnTo>
                  <a:pt x="50185" y="23668"/>
                </a:lnTo>
                <a:lnTo>
                  <a:pt x="50842" y="23773"/>
                </a:lnTo>
                <a:lnTo>
                  <a:pt x="51489" y="23895"/>
                </a:lnTo>
                <a:lnTo>
                  <a:pt x="52126" y="24032"/>
                </a:lnTo>
                <a:lnTo>
                  <a:pt x="52751" y="24186"/>
                </a:lnTo>
                <a:lnTo>
                  <a:pt x="53367" y="24356"/>
                </a:lnTo>
                <a:lnTo>
                  <a:pt x="53972" y="24542"/>
                </a:lnTo>
                <a:lnTo>
                  <a:pt x="54566" y="24745"/>
                </a:lnTo>
                <a:lnTo>
                  <a:pt x="55150" y="24963"/>
                </a:lnTo>
                <a:lnTo>
                  <a:pt x="55724" y="25198"/>
                </a:lnTo>
                <a:lnTo>
                  <a:pt x="56287" y="25449"/>
                </a:lnTo>
                <a:lnTo>
                  <a:pt x="56839" y="25716"/>
                </a:lnTo>
                <a:lnTo>
                  <a:pt x="57381" y="26000"/>
                </a:lnTo>
                <a:lnTo>
                  <a:pt x="57912" y="26299"/>
                </a:lnTo>
                <a:lnTo>
                  <a:pt x="58433" y="26615"/>
                </a:lnTo>
                <a:lnTo>
                  <a:pt x="58944" y="26947"/>
                </a:lnTo>
                <a:lnTo>
                  <a:pt x="59444" y="27295"/>
                </a:lnTo>
                <a:lnTo>
                  <a:pt x="59933" y="27660"/>
                </a:lnTo>
                <a:lnTo>
                  <a:pt x="60412" y="28040"/>
                </a:lnTo>
                <a:lnTo>
                  <a:pt x="60876" y="28438"/>
                </a:lnTo>
                <a:lnTo>
                  <a:pt x="61320" y="28852"/>
                </a:lnTo>
                <a:lnTo>
                  <a:pt x="61744" y="29285"/>
                </a:lnTo>
                <a:lnTo>
                  <a:pt x="62148" y="29735"/>
                </a:lnTo>
                <a:lnTo>
                  <a:pt x="62533" y="30202"/>
                </a:lnTo>
                <a:lnTo>
                  <a:pt x="62898" y="30686"/>
                </a:lnTo>
                <a:lnTo>
                  <a:pt x="63244" y="31189"/>
                </a:lnTo>
                <a:lnTo>
                  <a:pt x="63569" y="31708"/>
                </a:lnTo>
                <a:lnTo>
                  <a:pt x="63875" y="32245"/>
                </a:lnTo>
                <a:lnTo>
                  <a:pt x="64161" y="32800"/>
                </a:lnTo>
                <a:lnTo>
                  <a:pt x="64428" y="33372"/>
                </a:lnTo>
                <a:lnTo>
                  <a:pt x="64675" y="33962"/>
                </a:lnTo>
                <a:lnTo>
                  <a:pt x="64902" y="34569"/>
                </a:lnTo>
                <a:lnTo>
                  <a:pt x="65109" y="35193"/>
                </a:lnTo>
                <a:lnTo>
                  <a:pt x="65296" y="35835"/>
                </a:lnTo>
                <a:lnTo>
                  <a:pt x="65464" y="36494"/>
                </a:lnTo>
                <a:lnTo>
                  <a:pt x="65612" y="37171"/>
                </a:lnTo>
                <a:lnTo>
                  <a:pt x="65740" y="37866"/>
                </a:lnTo>
                <a:lnTo>
                  <a:pt x="65849" y="38577"/>
                </a:lnTo>
                <a:lnTo>
                  <a:pt x="65938" y="39307"/>
                </a:lnTo>
                <a:lnTo>
                  <a:pt x="66007" y="40053"/>
                </a:lnTo>
                <a:lnTo>
                  <a:pt x="66056" y="40818"/>
                </a:lnTo>
                <a:lnTo>
                  <a:pt x="66086" y="41599"/>
                </a:lnTo>
                <a:lnTo>
                  <a:pt x="66095" y="42398"/>
                </a:lnTo>
                <a:lnTo>
                  <a:pt x="66086" y="43168"/>
                </a:lnTo>
                <a:lnTo>
                  <a:pt x="66057" y="43921"/>
                </a:lnTo>
                <a:lnTo>
                  <a:pt x="66009" y="44659"/>
                </a:lnTo>
                <a:lnTo>
                  <a:pt x="65941" y="45380"/>
                </a:lnTo>
                <a:lnTo>
                  <a:pt x="65855" y="46086"/>
                </a:lnTo>
                <a:lnTo>
                  <a:pt x="65749" y="46776"/>
                </a:lnTo>
                <a:lnTo>
                  <a:pt x="65624" y="47450"/>
                </a:lnTo>
                <a:lnTo>
                  <a:pt x="65479" y="48109"/>
                </a:lnTo>
                <a:lnTo>
                  <a:pt x="65316" y="48751"/>
                </a:lnTo>
                <a:lnTo>
                  <a:pt x="65133" y="49378"/>
                </a:lnTo>
                <a:lnTo>
                  <a:pt x="64930" y="49988"/>
                </a:lnTo>
                <a:lnTo>
                  <a:pt x="64709" y="50583"/>
                </a:lnTo>
                <a:lnTo>
                  <a:pt x="64468" y="51162"/>
                </a:lnTo>
                <a:lnTo>
                  <a:pt x="64208" y="51725"/>
                </a:lnTo>
                <a:lnTo>
                  <a:pt x="63929" y="52272"/>
                </a:lnTo>
                <a:lnTo>
                  <a:pt x="63631" y="52803"/>
                </a:lnTo>
                <a:lnTo>
                  <a:pt x="63313" y="53318"/>
                </a:lnTo>
                <a:lnTo>
                  <a:pt x="62976" y="53818"/>
                </a:lnTo>
                <a:lnTo>
                  <a:pt x="62620" y="54301"/>
                </a:lnTo>
                <a:lnTo>
                  <a:pt x="62244" y="54769"/>
                </a:lnTo>
                <a:lnTo>
                  <a:pt x="61849" y="55221"/>
                </a:lnTo>
                <a:lnTo>
                  <a:pt x="61435" y="55657"/>
                </a:lnTo>
                <a:lnTo>
                  <a:pt x="61002" y="56077"/>
                </a:lnTo>
                <a:lnTo>
                  <a:pt x="60549" y="56481"/>
                </a:lnTo>
                <a:lnTo>
                  <a:pt x="60081" y="56869"/>
                </a:lnTo>
                <a:lnTo>
                  <a:pt x="59601" y="57241"/>
                </a:lnTo>
                <a:lnTo>
                  <a:pt x="59109" y="57596"/>
                </a:lnTo>
                <a:lnTo>
                  <a:pt x="58605" y="57934"/>
                </a:lnTo>
                <a:lnTo>
                  <a:pt x="58089" y="58256"/>
                </a:lnTo>
                <a:lnTo>
                  <a:pt x="57561" y="58562"/>
                </a:lnTo>
                <a:lnTo>
                  <a:pt x="57022" y="58851"/>
                </a:lnTo>
                <a:lnTo>
                  <a:pt x="56470" y="59123"/>
                </a:lnTo>
                <a:lnTo>
                  <a:pt x="55906" y="59379"/>
                </a:lnTo>
                <a:lnTo>
                  <a:pt x="55331" y="59619"/>
                </a:lnTo>
                <a:lnTo>
                  <a:pt x="54743" y="59842"/>
                </a:lnTo>
                <a:lnTo>
                  <a:pt x="54144" y="60048"/>
                </a:lnTo>
                <a:lnTo>
                  <a:pt x="53532" y="60238"/>
                </a:lnTo>
                <a:lnTo>
                  <a:pt x="52909" y="60411"/>
                </a:lnTo>
                <a:lnTo>
                  <a:pt x="52274" y="60568"/>
                </a:lnTo>
                <a:lnTo>
                  <a:pt x="51627" y="60708"/>
                </a:lnTo>
                <a:lnTo>
                  <a:pt x="50967" y="60832"/>
                </a:lnTo>
                <a:lnTo>
                  <a:pt x="50296" y="60940"/>
                </a:lnTo>
                <a:lnTo>
                  <a:pt x="49613" y="61030"/>
                </a:lnTo>
                <a:lnTo>
                  <a:pt x="48918" y="61105"/>
                </a:lnTo>
                <a:lnTo>
                  <a:pt x="48212" y="61163"/>
                </a:lnTo>
                <a:lnTo>
                  <a:pt x="47493" y="61204"/>
                </a:lnTo>
                <a:lnTo>
                  <a:pt x="46762" y="61229"/>
                </a:lnTo>
                <a:lnTo>
                  <a:pt x="46019" y="61237"/>
                </a:lnTo>
                <a:lnTo>
                  <a:pt x="25760" y="61237"/>
                </a:lnTo>
                <a:lnTo>
                  <a:pt x="25760" y="23376"/>
                </a:lnTo>
                <a:lnTo>
                  <a:pt x="46019" y="23376"/>
                </a:lnTo>
                <a:lnTo>
                  <a:pt x="46740" y="23384"/>
                </a:lnTo>
                <a:lnTo>
                  <a:pt x="47450" y="23409"/>
                </a:lnTo>
                <a:close/>
                <a:moveTo>
                  <a:pt x="241019" y="64686"/>
                </a:moveTo>
                <a:lnTo>
                  <a:pt x="241273" y="64352"/>
                </a:lnTo>
                <a:lnTo>
                  <a:pt x="241530" y="64024"/>
                </a:lnTo>
                <a:lnTo>
                  <a:pt x="241792" y="63703"/>
                </a:lnTo>
                <a:lnTo>
                  <a:pt x="242057" y="63387"/>
                </a:lnTo>
                <a:lnTo>
                  <a:pt x="242327" y="63078"/>
                </a:lnTo>
                <a:lnTo>
                  <a:pt x="242600" y="62776"/>
                </a:lnTo>
                <a:lnTo>
                  <a:pt x="242877" y="62480"/>
                </a:lnTo>
                <a:lnTo>
                  <a:pt x="243158" y="62190"/>
                </a:lnTo>
                <a:lnTo>
                  <a:pt x="243442" y="61906"/>
                </a:lnTo>
                <a:lnTo>
                  <a:pt x="243730" y="61629"/>
                </a:lnTo>
                <a:lnTo>
                  <a:pt x="244023" y="61358"/>
                </a:lnTo>
                <a:lnTo>
                  <a:pt x="244319" y="61093"/>
                </a:lnTo>
                <a:lnTo>
                  <a:pt x="244619" y="60835"/>
                </a:lnTo>
                <a:lnTo>
                  <a:pt x="244922" y="60582"/>
                </a:lnTo>
                <a:lnTo>
                  <a:pt x="245230" y="60337"/>
                </a:lnTo>
                <a:lnTo>
                  <a:pt x="245541" y="60097"/>
                </a:lnTo>
                <a:lnTo>
                  <a:pt x="245856" y="59864"/>
                </a:lnTo>
                <a:lnTo>
                  <a:pt x="246175" y="59637"/>
                </a:lnTo>
                <a:lnTo>
                  <a:pt x="246498" y="59417"/>
                </a:lnTo>
                <a:lnTo>
                  <a:pt x="246824" y="59203"/>
                </a:lnTo>
                <a:lnTo>
                  <a:pt x="247155" y="58995"/>
                </a:lnTo>
                <a:lnTo>
                  <a:pt x="247489" y="58793"/>
                </a:lnTo>
                <a:lnTo>
                  <a:pt x="247827" y="58597"/>
                </a:lnTo>
                <a:lnTo>
                  <a:pt x="248168" y="58406"/>
                </a:lnTo>
                <a:lnTo>
                  <a:pt x="248512" y="58220"/>
                </a:lnTo>
                <a:lnTo>
                  <a:pt x="248859" y="58039"/>
                </a:lnTo>
                <a:lnTo>
                  <a:pt x="249209" y="57862"/>
                </a:lnTo>
                <a:lnTo>
                  <a:pt x="249563" y="57690"/>
                </a:lnTo>
                <a:lnTo>
                  <a:pt x="249920" y="57524"/>
                </a:lnTo>
                <a:lnTo>
                  <a:pt x="250280" y="57362"/>
                </a:lnTo>
                <a:lnTo>
                  <a:pt x="250643" y="57205"/>
                </a:lnTo>
                <a:lnTo>
                  <a:pt x="251010" y="57053"/>
                </a:lnTo>
                <a:lnTo>
                  <a:pt x="251379" y="56905"/>
                </a:lnTo>
                <a:lnTo>
                  <a:pt x="251752" y="56763"/>
                </a:lnTo>
                <a:lnTo>
                  <a:pt x="252128" y="56625"/>
                </a:lnTo>
                <a:lnTo>
                  <a:pt x="252507" y="56493"/>
                </a:lnTo>
                <a:lnTo>
                  <a:pt x="252889" y="56365"/>
                </a:lnTo>
                <a:lnTo>
                  <a:pt x="253275" y="56242"/>
                </a:lnTo>
                <a:lnTo>
                  <a:pt x="253663" y="56124"/>
                </a:lnTo>
                <a:lnTo>
                  <a:pt x="254055" y="56010"/>
                </a:lnTo>
                <a:lnTo>
                  <a:pt x="254450" y="55902"/>
                </a:lnTo>
                <a:lnTo>
                  <a:pt x="254848" y="55798"/>
                </a:lnTo>
                <a:lnTo>
                  <a:pt x="255250" y="55700"/>
                </a:lnTo>
                <a:lnTo>
                  <a:pt x="255654" y="55606"/>
                </a:lnTo>
                <a:lnTo>
                  <a:pt x="256062" y="55517"/>
                </a:lnTo>
                <a:lnTo>
                  <a:pt x="256473" y="55433"/>
                </a:lnTo>
                <a:lnTo>
                  <a:pt x="256886" y="55353"/>
                </a:lnTo>
                <a:lnTo>
                  <a:pt x="257301" y="55276"/>
                </a:lnTo>
                <a:lnTo>
                  <a:pt x="257718" y="55203"/>
                </a:lnTo>
                <a:lnTo>
                  <a:pt x="258136" y="55134"/>
                </a:lnTo>
                <a:lnTo>
                  <a:pt x="258555" y="55067"/>
                </a:lnTo>
                <a:lnTo>
                  <a:pt x="258977" y="55004"/>
                </a:lnTo>
                <a:lnTo>
                  <a:pt x="259400" y="54945"/>
                </a:lnTo>
                <a:lnTo>
                  <a:pt x="259824" y="54889"/>
                </a:lnTo>
                <a:lnTo>
                  <a:pt x="260250" y="54836"/>
                </a:lnTo>
                <a:lnTo>
                  <a:pt x="260678" y="54787"/>
                </a:lnTo>
                <a:lnTo>
                  <a:pt x="261107" y="54741"/>
                </a:lnTo>
                <a:lnTo>
                  <a:pt x="261538" y="54698"/>
                </a:lnTo>
                <a:lnTo>
                  <a:pt x="261970" y="54659"/>
                </a:lnTo>
                <a:lnTo>
                  <a:pt x="262404" y="54623"/>
                </a:lnTo>
                <a:lnTo>
                  <a:pt x="262840" y="54591"/>
                </a:lnTo>
                <a:lnTo>
                  <a:pt x="263277" y="54562"/>
                </a:lnTo>
                <a:lnTo>
                  <a:pt x="263716" y="54536"/>
                </a:lnTo>
                <a:lnTo>
                  <a:pt x="264156" y="54514"/>
                </a:lnTo>
                <a:lnTo>
                  <a:pt x="264598" y="54496"/>
                </a:lnTo>
                <a:lnTo>
                  <a:pt x="265042" y="54480"/>
                </a:lnTo>
                <a:lnTo>
                  <a:pt x="265487" y="54468"/>
                </a:lnTo>
                <a:lnTo>
                  <a:pt x="265934" y="54460"/>
                </a:lnTo>
                <a:lnTo>
                  <a:pt x="266382" y="54455"/>
                </a:lnTo>
                <a:lnTo>
                  <a:pt x="266832" y="54453"/>
                </a:lnTo>
                <a:lnTo>
                  <a:pt x="269124" y="54453"/>
                </a:lnTo>
                <a:lnTo>
                  <a:pt x="269124" y="34010"/>
                </a:lnTo>
                <a:lnTo>
                  <a:pt x="267290" y="34010"/>
                </a:lnTo>
                <a:lnTo>
                  <a:pt x="266470" y="34018"/>
                </a:lnTo>
                <a:lnTo>
                  <a:pt x="265660" y="34040"/>
                </a:lnTo>
                <a:lnTo>
                  <a:pt x="264861" y="34078"/>
                </a:lnTo>
                <a:lnTo>
                  <a:pt x="264071" y="34130"/>
                </a:lnTo>
                <a:lnTo>
                  <a:pt x="263292" y="34197"/>
                </a:lnTo>
                <a:lnTo>
                  <a:pt x="262523" y="34280"/>
                </a:lnTo>
                <a:lnTo>
                  <a:pt x="261764" y="34377"/>
                </a:lnTo>
                <a:lnTo>
                  <a:pt x="261016" y="34489"/>
                </a:lnTo>
                <a:lnTo>
                  <a:pt x="260277" y="34616"/>
                </a:lnTo>
                <a:lnTo>
                  <a:pt x="259549" y="34758"/>
                </a:lnTo>
                <a:lnTo>
                  <a:pt x="258831" y="34915"/>
                </a:lnTo>
                <a:lnTo>
                  <a:pt x="258123" y="35087"/>
                </a:lnTo>
                <a:lnTo>
                  <a:pt x="257425" y="35274"/>
                </a:lnTo>
                <a:lnTo>
                  <a:pt x="256738" y="35476"/>
                </a:lnTo>
                <a:lnTo>
                  <a:pt x="256060" y="35693"/>
                </a:lnTo>
                <a:lnTo>
                  <a:pt x="255393" y="35925"/>
                </a:lnTo>
                <a:lnTo>
                  <a:pt x="254736" y="36172"/>
                </a:lnTo>
                <a:lnTo>
                  <a:pt x="254089" y="36434"/>
                </a:lnTo>
                <a:lnTo>
                  <a:pt x="253453" y="36711"/>
                </a:lnTo>
                <a:lnTo>
                  <a:pt x="252826" y="37002"/>
                </a:lnTo>
                <a:lnTo>
                  <a:pt x="252210" y="37309"/>
                </a:lnTo>
                <a:lnTo>
                  <a:pt x="251604" y="37631"/>
                </a:lnTo>
                <a:lnTo>
                  <a:pt x="251008" y="37967"/>
                </a:lnTo>
                <a:lnTo>
                  <a:pt x="250423" y="38319"/>
                </a:lnTo>
                <a:lnTo>
                  <a:pt x="249848" y="38684"/>
                </a:lnTo>
                <a:lnTo>
                  <a:pt x="249286" y="39063"/>
                </a:lnTo>
                <a:lnTo>
                  <a:pt x="248735" y="39455"/>
                </a:lnTo>
                <a:lnTo>
                  <a:pt x="248197" y="39859"/>
                </a:lnTo>
                <a:lnTo>
                  <a:pt x="247671" y="40277"/>
                </a:lnTo>
                <a:lnTo>
                  <a:pt x="247157" y="40708"/>
                </a:lnTo>
                <a:lnTo>
                  <a:pt x="246655" y="41152"/>
                </a:lnTo>
                <a:lnTo>
                  <a:pt x="246165" y="41609"/>
                </a:lnTo>
                <a:lnTo>
                  <a:pt x="245687" y="42079"/>
                </a:lnTo>
                <a:lnTo>
                  <a:pt x="245221" y="42562"/>
                </a:lnTo>
                <a:lnTo>
                  <a:pt x="244768" y="43058"/>
                </a:lnTo>
                <a:lnTo>
                  <a:pt x="244326" y="43567"/>
                </a:lnTo>
                <a:lnTo>
                  <a:pt x="243897" y="44089"/>
                </a:lnTo>
                <a:lnTo>
                  <a:pt x="243480" y="44625"/>
                </a:lnTo>
                <a:lnTo>
                  <a:pt x="243074" y="45173"/>
                </a:lnTo>
                <a:lnTo>
                  <a:pt x="242681" y="45734"/>
                </a:lnTo>
                <a:lnTo>
                  <a:pt x="242300" y="46309"/>
                </a:lnTo>
                <a:lnTo>
                  <a:pt x="241931" y="46896"/>
                </a:lnTo>
                <a:lnTo>
                  <a:pt x="241575" y="47496"/>
                </a:lnTo>
                <a:lnTo>
                  <a:pt x="241230" y="48110"/>
                </a:lnTo>
                <a:lnTo>
                  <a:pt x="240897" y="48737"/>
                </a:lnTo>
                <a:lnTo>
                  <a:pt x="240577" y="49376"/>
                </a:lnTo>
                <a:lnTo>
                  <a:pt x="240268" y="50029"/>
                </a:lnTo>
                <a:lnTo>
                  <a:pt x="239972" y="50695"/>
                </a:lnTo>
                <a:lnTo>
                  <a:pt x="239514" y="35385"/>
                </a:lnTo>
                <a:lnTo>
                  <a:pt x="216229" y="35385"/>
                </a:lnTo>
                <a:lnTo>
                  <a:pt x="216229" y="125957"/>
                </a:lnTo>
                <a:lnTo>
                  <a:pt x="240522" y="125957"/>
                </a:lnTo>
                <a:lnTo>
                  <a:pt x="240522" y="65374"/>
                </a:lnTo>
                <a:lnTo>
                  <a:pt x="240768" y="65027"/>
                </a:lnTo>
                <a:lnTo>
                  <a:pt x="241019" y="64686"/>
                </a:lnTo>
                <a:close/>
                <a:moveTo>
                  <a:pt x="458581" y="64469"/>
                </a:moveTo>
                <a:lnTo>
                  <a:pt x="458914" y="64070"/>
                </a:lnTo>
                <a:lnTo>
                  <a:pt x="459251" y="63677"/>
                </a:lnTo>
                <a:lnTo>
                  <a:pt x="459592" y="63289"/>
                </a:lnTo>
                <a:lnTo>
                  <a:pt x="459938" y="62906"/>
                </a:lnTo>
                <a:lnTo>
                  <a:pt x="460289" y="62528"/>
                </a:lnTo>
                <a:lnTo>
                  <a:pt x="460645" y="62155"/>
                </a:lnTo>
                <a:lnTo>
                  <a:pt x="461005" y="61787"/>
                </a:lnTo>
                <a:lnTo>
                  <a:pt x="461370" y="61425"/>
                </a:lnTo>
                <a:lnTo>
                  <a:pt x="461739" y="61068"/>
                </a:lnTo>
                <a:lnTo>
                  <a:pt x="462113" y="60715"/>
                </a:lnTo>
                <a:lnTo>
                  <a:pt x="462491" y="60369"/>
                </a:lnTo>
                <a:lnTo>
                  <a:pt x="462875" y="60027"/>
                </a:lnTo>
                <a:lnTo>
                  <a:pt x="463262" y="59690"/>
                </a:lnTo>
                <a:lnTo>
                  <a:pt x="463655" y="59359"/>
                </a:lnTo>
                <a:lnTo>
                  <a:pt x="464052" y="59033"/>
                </a:lnTo>
                <a:lnTo>
                  <a:pt x="464453" y="58712"/>
                </a:lnTo>
                <a:lnTo>
                  <a:pt x="464860" y="58396"/>
                </a:lnTo>
                <a:lnTo>
                  <a:pt x="465270" y="58085"/>
                </a:lnTo>
                <a:lnTo>
                  <a:pt x="465686" y="57779"/>
                </a:lnTo>
                <a:lnTo>
                  <a:pt x="466106" y="57479"/>
                </a:lnTo>
                <a:lnTo>
                  <a:pt x="466531" y="57184"/>
                </a:lnTo>
                <a:lnTo>
                  <a:pt x="466960" y="56894"/>
                </a:lnTo>
                <a:lnTo>
                  <a:pt x="467395" y="56612"/>
                </a:lnTo>
                <a:lnTo>
                  <a:pt x="467838" y="56343"/>
                </a:lnTo>
                <a:lnTo>
                  <a:pt x="468287" y="56086"/>
                </a:lnTo>
                <a:lnTo>
                  <a:pt x="468744" y="55840"/>
                </a:lnTo>
                <a:lnTo>
                  <a:pt x="469208" y="55606"/>
                </a:lnTo>
                <a:lnTo>
                  <a:pt x="469679" y="55385"/>
                </a:lnTo>
                <a:lnTo>
                  <a:pt x="470157" y="55175"/>
                </a:lnTo>
                <a:lnTo>
                  <a:pt x="470642" y="54978"/>
                </a:lnTo>
                <a:lnTo>
                  <a:pt x="471135" y="54792"/>
                </a:lnTo>
                <a:lnTo>
                  <a:pt x="471634" y="54618"/>
                </a:lnTo>
                <a:lnTo>
                  <a:pt x="472141" y="54457"/>
                </a:lnTo>
                <a:lnTo>
                  <a:pt x="472655" y="54307"/>
                </a:lnTo>
                <a:lnTo>
                  <a:pt x="473176" y="54169"/>
                </a:lnTo>
                <a:lnTo>
                  <a:pt x="473705" y="54044"/>
                </a:lnTo>
                <a:lnTo>
                  <a:pt x="474240" y="53930"/>
                </a:lnTo>
                <a:lnTo>
                  <a:pt x="474783" y="53828"/>
                </a:lnTo>
                <a:lnTo>
                  <a:pt x="475332" y="53738"/>
                </a:lnTo>
                <a:lnTo>
                  <a:pt x="475889" y="53660"/>
                </a:lnTo>
                <a:lnTo>
                  <a:pt x="476454" y="53594"/>
                </a:lnTo>
                <a:lnTo>
                  <a:pt x="477025" y="53541"/>
                </a:lnTo>
                <a:lnTo>
                  <a:pt x="477603" y="53499"/>
                </a:lnTo>
                <a:lnTo>
                  <a:pt x="478189" y="53469"/>
                </a:lnTo>
                <a:lnTo>
                  <a:pt x="478782" y="53451"/>
                </a:lnTo>
                <a:lnTo>
                  <a:pt x="479382" y="53445"/>
                </a:lnTo>
                <a:lnTo>
                  <a:pt x="479783" y="53448"/>
                </a:lnTo>
                <a:lnTo>
                  <a:pt x="480178" y="53459"/>
                </a:lnTo>
                <a:lnTo>
                  <a:pt x="480567" y="53477"/>
                </a:lnTo>
                <a:lnTo>
                  <a:pt x="480949" y="53502"/>
                </a:lnTo>
                <a:lnTo>
                  <a:pt x="481324" y="53534"/>
                </a:lnTo>
                <a:lnTo>
                  <a:pt x="481693" y="53573"/>
                </a:lnTo>
                <a:lnTo>
                  <a:pt x="482056" y="53619"/>
                </a:lnTo>
                <a:lnTo>
                  <a:pt x="482412" y="53673"/>
                </a:lnTo>
                <a:lnTo>
                  <a:pt x="482761" y="53733"/>
                </a:lnTo>
                <a:lnTo>
                  <a:pt x="483104" y="53801"/>
                </a:lnTo>
                <a:lnTo>
                  <a:pt x="483440" y="53876"/>
                </a:lnTo>
                <a:lnTo>
                  <a:pt x="483770" y="53958"/>
                </a:lnTo>
                <a:lnTo>
                  <a:pt x="484094" y="54047"/>
                </a:lnTo>
                <a:lnTo>
                  <a:pt x="484410" y="54143"/>
                </a:lnTo>
                <a:lnTo>
                  <a:pt x="484721" y="54246"/>
                </a:lnTo>
                <a:lnTo>
                  <a:pt x="485024" y="54356"/>
                </a:lnTo>
                <a:lnTo>
                  <a:pt x="485322" y="54474"/>
                </a:lnTo>
                <a:lnTo>
                  <a:pt x="485612" y="54599"/>
                </a:lnTo>
                <a:lnTo>
                  <a:pt x="485897" y="54730"/>
                </a:lnTo>
                <a:lnTo>
                  <a:pt x="486174" y="54869"/>
                </a:lnTo>
                <a:lnTo>
                  <a:pt x="486445" y="55015"/>
                </a:lnTo>
                <a:lnTo>
                  <a:pt x="486710" y="55168"/>
                </a:lnTo>
                <a:lnTo>
                  <a:pt x="486968" y="55329"/>
                </a:lnTo>
                <a:lnTo>
                  <a:pt x="487219" y="55496"/>
                </a:lnTo>
                <a:lnTo>
                  <a:pt x="487465" y="55670"/>
                </a:lnTo>
                <a:lnTo>
                  <a:pt x="487705" y="55849"/>
                </a:lnTo>
                <a:lnTo>
                  <a:pt x="487939" y="56035"/>
                </a:lnTo>
                <a:lnTo>
                  <a:pt x="488168" y="56226"/>
                </a:lnTo>
                <a:lnTo>
                  <a:pt x="488391" y="56423"/>
                </a:lnTo>
                <a:lnTo>
                  <a:pt x="488609" y="56626"/>
                </a:lnTo>
                <a:lnTo>
                  <a:pt x="488821" y="56835"/>
                </a:lnTo>
                <a:lnTo>
                  <a:pt x="489027" y="57050"/>
                </a:lnTo>
                <a:lnTo>
                  <a:pt x="489228" y="57270"/>
                </a:lnTo>
                <a:lnTo>
                  <a:pt x="489424" y="57496"/>
                </a:lnTo>
                <a:lnTo>
                  <a:pt x="489614" y="57728"/>
                </a:lnTo>
                <a:lnTo>
                  <a:pt x="489798" y="57966"/>
                </a:lnTo>
                <a:lnTo>
                  <a:pt x="489976" y="58210"/>
                </a:lnTo>
                <a:lnTo>
                  <a:pt x="490149" y="58459"/>
                </a:lnTo>
                <a:lnTo>
                  <a:pt x="490317" y="58715"/>
                </a:lnTo>
                <a:lnTo>
                  <a:pt x="490479" y="58976"/>
                </a:lnTo>
                <a:lnTo>
                  <a:pt x="490635" y="59243"/>
                </a:lnTo>
                <a:lnTo>
                  <a:pt x="490786" y="59515"/>
                </a:lnTo>
                <a:lnTo>
                  <a:pt x="490931" y="59794"/>
                </a:lnTo>
                <a:lnTo>
                  <a:pt x="491071" y="60078"/>
                </a:lnTo>
                <a:lnTo>
                  <a:pt x="491205" y="60369"/>
                </a:lnTo>
                <a:lnTo>
                  <a:pt x="491334" y="60665"/>
                </a:lnTo>
                <a:lnTo>
                  <a:pt x="491457" y="60966"/>
                </a:lnTo>
                <a:lnTo>
                  <a:pt x="491574" y="61274"/>
                </a:lnTo>
                <a:lnTo>
                  <a:pt x="491686" y="61587"/>
                </a:lnTo>
                <a:lnTo>
                  <a:pt x="491794" y="61904"/>
                </a:lnTo>
                <a:lnTo>
                  <a:pt x="491896" y="62225"/>
                </a:lnTo>
                <a:lnTo>
                  <a:pt x="491994" y="62550"/>
                </a:lnTo>
                <a:lnTo>
                  <a:pt x="492087" y="62880"/>
                </a:lnTo>
                <a:lnTo>
                  <a:pt x="492175" y="63214"/>
                </a:lnTo>
                <a:lnTo>
                  <a:pt x="492259" y="63552"/>
                </a:lnTo>
                <a:lnTo>
                  <a:pt x="492338" y="63894"/>
                </a:lnTo>
                <a:lnTo>
                  <a:pt x="492412" y="64240"/>
                </a:lnTo>
                <a:lnTo>
                  <a:pt x="492481" y="64591"/>
                </a:lnTo>
                <a:lnTo>
                  <a:pt x="492546" y="64946"/>
                </a:lnTo>
                <a:lnTo>
                  <a:pt x="492605" y="65305"/>
                </a:lnTo>
                <a:lnTo>
                  <a:pt x="492660" y="65668"/>
                </a:lnTo>
                <a:lnTo>
                  <a:pt x="492710" y="66036"/>
                </a:lnTo>
                <a:lnTo>
                  <a:pt x="492756" y="66407"/>
                </a:lnTo>
                <a:lnTo>
                  <a:pt x="492796" y="66783"/>
                </a:lnTo>
                <a:lnTo>
                  <a:pt x="492832" y="67164"/>
                </a:lnTo>
                <a:lnTo>
                  <a:pt x="492863" y="67548"/>
                </a:lnTo>
                <a:lnTo>
                  <a:pt x="492889" y="67937"/>
                </a:lnTo>
                <a:lnTo>
                  <a:pt x="492911" y="68329"/>
                </a:lnTo>
                <a:lnTo>
                  <a:pt x="492927" y="68726"/>
                </a:lnTo>
                <a:lnTo>
                  <a:pt x="492939" y="69128"/>
                </a:lnTo>
                <a:lnTo>
                  <a:pt x="492947" y="69533"/>
                </a:lnTo>
                <a:lnTo>
                  <a:pt x="492949" y="69943"/>
                </a:lnTo>
                <a:lnTo>
                  <a:pt x="492949" y="125957"/>
                </a:lnTo>
                <a:lnTo>
                  <a:pt x="517059" y="125957"/>
                </a:lnTo>
                <a:lnTo>
                  <a:pt x="517059" y="66981"/>
                </a:lnTo>
                <a:lnTo>
                  <a:pt x="517046" y="65647"/>
                </a:lnTo>
                <a:lnTo>
                  <a:pt x="517007" y="64341"/>
                </a:lnTo>
                <a:lnTo>
                  <a:pt x="516941" y="63062"/>
                </a:lnTo>
                <a:lnTo>
                  <a:pt x="516850" y="61809"/>
                </a:lnTo>
                <a:lnTo>
                  <a:pt x="516732" y="60584"/>
                </a:lnTo>
                <a:lnTo>
                  <a:pt x="516589" y="59385"/>
                </a:lnTo>
                <a:lnTo>
                  <a:pt x="516419" y="58214"/>
                </a:lnTo>
                <a:lnTo>
                  <a:pt x="516223" y="57069"/>
                </a:lnTo>
                <a:lnTo>
                  <a:pt x="516002" y="55951"/>
                </a:lnTo>
                <a:lnTo>
                  <a:pt x="515754" y="54860"/>
                </a:lnTo>
                <a:lnTo>
                  <a:pt x="515480" y="53796"/>
                </a:lnTo>
                <a:lnTo>
                  <a:pt x="515179" y="52759"/>
                </a:lnTo>
                <a:lnTo>
                  <a:pt x="514853" y="51749"/>
                </a:lnTo>
                <a:lnTo>
                  <a:pt x="514501" y="50766"/>
                </a:lnTo>
                <a:lnTo>
                  <a:pt x="514122" y="49810"/>
                </a:lnTo>
                <a:lnTo>
                  <a:pt x="513718" y="48881"/>
                </a:lnTo>
                <a:lnTo>
                  <a:pt x="513287" y="47978"/>
                </a:lnTo>
                <a:lnTo>
                  <a:pt x="512830" y="47103"/>
                </a:lnTo>
                <a:lnTo>
                  <a:pt x="512347" y="46254"/>
                </a:lnTo>
                <a:lnTo>
                  <a:pt x="511838" y="45433"/>
                </a:lnTo>
                <a:lnTo>
                  <a:pt x="511303" y="44638"/>
                </a:lnTo>
                <a:lnTo>
                  <a:pt x="510742" y="43870"/>
                </a:lnTo>
                <a:lnTo>
                  <a:pt x="510155" y="43129"/>
                </a:lnTo>
                <a:lnTo>
                  <a:pt x="509542" y="42415"/>
                </a:lnTo>
                <a:lnTo>
                  <a:pt x="508905" y="41730"/>
                </a:lnTo>
                <a:lnTo>
                  <a:pt x="508246" y="41073"/>
                </a:lnTo>
                <a:lnTo>
                  <a:pt x="507566" y="40446"/>
                </a:lnTo>
                <a:lnTo>
                  <a:pt x="506865" y="39847"/>
                </a:lnTo>
                <a:lnTo>
                  <a:pt x="506143" y="39278"/>
                </a:lnTo>
                <a:lnTo>
                  <a:pt x="505399" y="38738"/>
                </a:lnTo>
                <a:lnTo>
                  <a:pt x="504634" y="38227"/>
                </a:lnTo>
                <a:lnTo>
                  <a:pt x="503848" y="37746"/>
                </a:lnTo>
                <a:lnTo>
                  <a:pt x="503040" y="37294"/>
                </a:lnTo>
                <a:lnTo>
                  <a:pt x="502211" y="36870"/>
                </a:lnTo>
                <a:lnTo>
                  <a:pt x="501361" y="36476"/>
                </a:lnTo>
                <a:lnTo>
                  <a:pt x="500489" y="36112"/>
                </a:lnTo>
                <a:lnTo>
                  <a:pt x="499596" y="35776"/>
                </a:lnTo>
                <a:lnTo>
                  <a:pt x="498682" y="35470"/>
                </a:lnTo>
                <a:lnTo>
                  <a:pt x="497746" y="35192"/>
                </a:lnTo>
                <a:lnTo>
                  <a:pt x="496789" y="34944"/>
                </a:lnTo>
                <a:lnTo>
                  <a:pt x="495811" y="34725"/>
                </a:lnTo>
                <a:lnTo>
                  <a:pt x="494811" y="34536"/>
                </a:lnTo>
                <a:lnTo>
                  <a:pt x="493790" y="34375"/>
                </a:lnTo>
                <a:lnTo>
                  <a:pt x="492748" y="34244"/>
                </a:lnTo>
                <a:lnTo>
                  <a:pt x="491684" y="34142"/>
                </a:lnTo>
                <a:lnTo>
                  <a:pt x="490599" y="34069"/>
                </a:lnTo>
                <a:lnTo>
                  <a:pt x="489493" y="34025"/>
                </a:lnTo>
                <a:lnTo>
                  <a:pt x="488365" y="34010"/>
                </a:lnTo>
                <a:lnTo>
                  <a:pt x="487395" y="34018"/>
                </a:lnTo>
                <a:lnTo>
                  <a:pt x="486440" y="34041"/>
                </a:lnTo>
                <a:lnTo>
                  <a:pt x="485501" y="34080"/>
                </a:lnTo>
                <a:lnTo>
                  <a:pt x="484576" y="34134"/>
                </a:lnTo>
                <a:lnTo>
                  <a:pt x="483667" y="34203"/>
                </a:lnTo>
                <a:lnTo>
                  <a:pt x="482773" y="34288"/>
                </a:lnTo>
                <a:lnTo>
                  <a:pt x="481895" y="34389"/>
                </a:lnTo>
                <a:lnTo>
                  <a:pt x="481032" y="34504"/>
                </a:lnTo>
                <a:lnTo>
                  <a:pt x="480184" y="34636"/>
                </a:lnTo>
                <a:lnTo>
                  <a:pt x="479351" y="34782"/>
                </a:lnTo>
                <a:lnTo>
                  <a:pt x="478534" y="34944"/>
                </a:lnTo>
                <a:lnTo>
                  <a:pt x="477731" y="35122"/>
                </a:lnTo>
                <a:lnTo>
                  <a:pt x="476945" y="35315"/>
                </a:lnTo>
                <a:lnTo>
                  <a:pt x="476173" y="35523"/>
                </a:lnTo>
                <a:lnTo>
                  <a:pt x="475417" y="35747"/>
                </a:lnTo>
                <a:lnTo>
                  <a:pt x="474676" y="35986"/>
                </a:lnTo>
                <a:lnTo>
                  <a:pt x="473950" y="36241"/>
                </a:lnTo>
                <a:lnTo>
                  <a:pt x="473240" y="36511"/>
                </a:lnTo>
                <a:lnTo>
                  <a:pt x="472544" y="36797"/>
                </a:lnTo>
                <a:lnTo>
                  <a:pt x="471864" y="37098"/>
                </a:lnTo>
                <a:lnTo>
                  <a:pt x="471200" y="37414"/>
                </a:lnTo>
                <a:lnTo>
                  <a:pt x="470550" y="37746"/>
                </a:lnTo>
                <a:lnTo>
                  <a:pt x="469916" y="38094"/>
                </a:lnTo>
                <a:lnTo>
                  <a:pt x="469298" y="38456"/>
                </a:lnTo>
                <a:lnTo>
                  <a:pt x="468691" y="38829"/>
                </a:lnTo>
                <a:lnTo>
                  <a:pt x="468095" y="39207"/>
                </a:lnTo>
                <a:lnTo>
                  <a:pt x="467509" y="39589"/>
                </a:lnTo>
                <a:lnTo>
                  <a:pt x="466932" y="39975"/>
                </a:lnTo>
                <a:lnTo>
                  <a:pt x="466365" y="40367"/>
                </a:lnTo>
                <a:lnTo>
                  <a:pt x="465808" y="40763"/>
                </a:lnTo>
                <a:lnTo>
                  <a:pt x="465261" y="41163"/>
                </a:lnTo>
                <a:lnTo>
                  <a:pt x="464724" y="41568"/>
                </a:lnTo>
                <a:lnTo>
                  <a:pt x="464197" y="41978"/>
                </a:lnTo>
                <a:lnTo>
                  <a:pt x="463680" y="42392"/>
                </a:lnTo>
                <a:lnTo>
                  <a:pt x="463172" y="42811"/>
                </a:lnTo>
                <a:lnTo>
                  <a:pt x="462674" y="43235"/>
                </a:lnTo>
                <a:lnTo>
                  <a:pt x="462187" y="43663"/>
                </a:lnTo>
                <a:lnTo>
                  <a:pt x="461709" y="44096"/>
                </a:lnTo>
                <a:lnTo>
                  <a:pt x="461241" y="44533"/>
                </a:lnTo>
                <a:lnTo>
                  <a:pt x="460782" y="44975"/>
                </a:lnTo>
                <a:lnTo>
                  <a:pt x="460334" y="45422"/>
                </a:lnTo>
                <a:lnTo>
                  <a:pt x="459896" y="45873"/>
                </a:lnTo>
                <a:lnTo>
                  <a:pt x="459467" y="46329"/>
                </a:lnTo>
                <a:lnTo>
                  <a:pt x="459048" y="46790"/>
                </a:lnTo>
                <a:lnTo>
                  <a:pt x="458639" y="47255"/>
                </a:lnTo>
                <a:lnTo>
                  <a:pt x="458240" y="47724"/>
                </a:lnTo>
                <a:lnTo>
                  <a:pt x="457851" y="48199"/>
                </a:lnTo>
                <a:lnTo>
                  <a:pt x="457472" y="48678"/>
                </a:lnTo>
                <a:lnTo>
                  <a:pt x="457014" y="35385"/>
                </a:lnTo>
                <a:lnTo>
                  <a:pt x="433637" y="35385"/>
                </a:lnTo>
                <a:lnTo>
                  <a:pt x="433637" y="125957"/>
                </a:lnTo>
                <a:lnTo>
                  <a:pt x="457930" y="125957"/>
                </a:lnTo>
                <a:lnTo>
                  <a:pt x="457930" y="65282"/>
                </a:lnTo>
                <a:lnTo>
                  <a:pt x="458253" y="64873"/>
                </a:lnTo>
                <a:lnTo>
                  <a:pt x="458581" y="64469"/>
                </a:lnTo>
                <a:close/>
                <a:moveTo>
                  <a:pt x="383322" y="125957"/>
                </a:moveTo>
                <a:lnTo>
                  <a:pt x="407615" y="125957"/>
                </a:lnTo>
                <a:lnTo>
                  <a:pt x="407615" y="35385"/>
                </a:lnTo>
                <a:lnTo>
                  <a:pt x="383322" y="35385"/>
                </a:lnTo>
                <a:lnTo>
                  <a:pt x="383322" y="125957"/>
                </a:lnTo>
                <a:close/>
                <a:moveTo>
                  <a:pt x="140185" y="127514"/>
                </a:moveTo>
                <a:lnTo>
                  <a:pt x="140967" y="127462"/>
                </a:lnTo>
                <a:lnTo>
                  <a:pt x="141740" y="127398"/>
                </a:lnTo>
                <a:lnTo>
                  <a:pt x="142506" y="127323"/>
                </a:lnTo>
                <a:lnTo>
                  <a:pt x="143264" y="127236"/>
                </a:lnTo>
                <a:lnTo>
                  <a:pt x="144014" y="127137"/>
                </a:lnTo>
                <a:lnTo>
                  <a:pt x="144755" y="127026"/>
                </a:lnTo>
                <a:lnTo>
                  <a:pt x="145489" y="126904"/>
                </a:lnTo>
                <a:lnTo>
                  <a:pt x="146215" y="126771"/>
                </a:lnTo>
                <a:lnTo>
                  <a:pt x="146933" y="126626"/>
                </a:lnTo>
                <a:lnTo>
                  <a:pt x="147643" y="126469"/>
                </a:lnTo>
                <a:lnTo>
                  <a:pt x="148345" y="126300"/>
                </a:lnTo>
                <a:lnTo>
                  <a:pt x="149039" y="126120"/>
                </a:lnTo>
                <a:lnTo>
                  <a:pt x="149725" y="125929"/>
                </a:lnTo>
                <a:lnTo>
                  <a:pt x="150403" y="125725"/>
                </a:lnTo>
                <a:lnTo>
                  <a:pt x="151074" y="125510"/>
                </a:lnTo>
                <a:lnTo>
                  <a:pt x="151736" y="125284"/>
                </a:lnTo>
                <a:lnTo>
                  <a:pt x="152390" y="125046"/>
                </a:lnTo>
                <a:lnTo>
                  <a:pt x="153036" y="124796"/>
                </a:lnTo>
                <a:lnTo>
                  <a:pt x="153675" y="124534"/>
                </a:lnTo>
                <a:lnTo>
                  <a:pt x="154305" y="124261"/>
                </a:lnTo>
                <a:lnTo>
                  <a:pt x="154929" y="123977"/>
                </a:lnTo>
                <a:lnTo>
                  <a:pt x="155545" y="123682"/>
                </a:lnTo>
                <a:lnTo>
                  <a:pt x="156156" y="123375"/>
                </a:lnTo>
                <a:lnTo>
                  <a:pt x="156760" y="123058"/>
                </a:lnTo>
                <a:lnTo>
                  <a:pt x="157358" y="122730"/>
                </a:lnTo>
                <a:lnTo>
                  <a:pt x="157949" y="122391"/>
                </a:lnTo>
                <a:lnTo>
                  <a:pt x="158534" y="122040"/>
                </a:lnTo>
                <a:lnTo>
                  <a:pt x="159113" y="121679"/>
                </a:lnTo>
                <a:lnTo>
                  <a:pt x="159685" y="121307"/>
                </a:lnTo>
                <a:lnTo>
                  <a:pt x="160251" y="120924"/>
                </a:lnTo>
                <a:lnTo>
                  <a:pt x="160811" y="120530"/>
                </a:lnTo>
                <a:lnTo>
                  <a:pt x="161364" y="120125"/>
                </a:lnTo>
                <a:lnTo>
                  <a:pt x="161911" y="119709"/>
                </a:lnTo>
                <a:lnTo>
                  <a:pt x="162451" y="119281"/>
                </a:lnTo>
                <a:lnTo>
                  <a:pt x="162985" y="118843"/>
                </a:lnTo>
                <a:lnTo>
                  <a:pt x="163513" y="118394"/>
                </a:lnTo>
                <a:lnTo>
                  <a:pt x="164035" y="117934"/>
                </a:lnTo>
                <a:lnTo>
                  <a:pt x="164550" y="117463"/>
                </a:lnTo>
                <a:lnTo>
                  <a:pt x="165058" y="116981"/>
                </a:lnTo>
                <a:lnTo>
                  <a:pt x="165561" y="116488"/>
                </a:lnTo>
                <a:lnTo>
                  <a:pt x="166056" y="115984"/>
                </a:lnTo>
                <a:lnTo>
                  <a:pt x="166546" y="115469"/>
                </a:lnTo>
                <a:lnTo>
                  <a:pt x="167029" y="114944"/>
                </a:lnTo>
                <a:lnTo>
                  <a:pt x="167506" y="114407"/>
                </a:lnTo>
                <a:lnTo>
                  <a:pt x="168239" y="125957"/>
                </a:lnTo>
                <a:lnTo>
                  <a:pt x="190974" y="125957"/>
                </a:lnTo>
                <a:lnTo>
                  <a:pt x="190974" y="65184"/>
                </a:lnTo>
                <a:lnTo>
                  <a:pt x="190969" y="64432"/>
                </a:lnTo>
                <a:lnTo>
                  <a:pt x="190954" y="63690"/>
                </a:lnTo>
                <a:lnTo>
                  <a:pt x="190930" y="62958"/>
                </a:lnTo>
                <a:lnTo>
                  <a:pt x="190895" y="62237"/>
                </a:lnTo>
                <a:lnTo>
                  <a:pt x="190851" y="61527"/>
                </a:lnTo>
                <a:lnTo>
                  <a:pt x="190796" y="60827"/>
                </a:lnTo>
                <a:lnTo>
                  <a:pt x="190732" y="60137"/>
                </a:lnTo>
                <a:lnTo>
                  <a:pt x="190658" y="59458"/>
                </a:lnTo>
                <a:lnTo>
                  <a:pt x="190574" y="58789"/>
                </a:lnTo>
                <a:lnTo>
                  <a:pt x="190481" y="58131"/>
                </a:lnTo>
                <a:lnTo>
                  <a:pt x="190377" y="57483"/>
                </a:lnTo>
                <a:lnTo>
                  <a:pt x="190264" y="56846"/>
                </a:lnTo>
                <a:lnTo>
                  <a:pt x="190140" y="56219"/>
                </a:lnTo>
                <a:lnTo>
                  <a:pt x="190007" y="55603"/>
                </a:lnTo>
                <a:lnTo>
                  <a:pt x="189864" y="54997"/>
                </a:lnTo>
                <a:lnTo>
                  <a:pt x="189711" y="54402"/>
                </a:lnTo>
                <a:lnTo>
                  <a:pt x="189548" y="53817"/>
                </a:lnTo>
                <a:lnTo>
                  <a:pt x="189376" y="53242"/>
                </a:lnTo>
                <a:lnTo>
                  <a:pt x="189193" y="52678"/>
                </a:lnTo>
                <a:lnTo>
                  <a:pt x="189001" y="52125"/>
                </a:lnTo>
                <a:lnTo>
                  <a:pt x="188798" y="51582"/>
                </a:lnTo>
                <a:lnTo>
                  <a:pt x="188586" y="51049"/>
                </a:lnTo>
                <a:lnTo>
                  <a:pt x="188364" y="50527"/>
                </a:lnTo>
                <a:lnTo>
                  <a:pt x="188132" y="50016"/>
                </a:lnTo>
                <a:lnTo>
                  <a:pt x="187891" y="49514"/>
                </a:lnTo>
                <a:lnTo>
                  <a:pt x="187642" y="49020"/>
                </a:lnTo>
                <a:lnTo>
                  <a:pt x="187385" y="48536"/>
                </a:lnTo>
                <a:lnTo>
                  <a:pt x="187120" y="48060"/>
                </a:lnTo>
                <a:lnTo>
                  <a:pt x="186847" y="47594"/>
                </a:lnTo>
                <a:lnTo>
                  <a:pt x="186565" y="47136"/>
                </a:lnTo>
                <a:lnTo>
                  <a:pt x="186276" y="46687"/>
                </a:lnTo>
                <a:lnTo>
                  <a:pt x="185978" y="46247"/>
                </a:lnTo>
                <a:lnTo>
                  <a:pt x="185672" y="45816"/>
                </a:lnTo>
                <a:lnTo>
                  <a:pt x="185358" y="45393"/>
                </a:lnTo>
                <a:lnTo>
                  <a:pt x="185036" y="44980"/>
                </a:lnTo>
                <a:lnTo>
                  <a:pt x="184706" y="44575"/>
                </a:lnTo>
                <a:lnTo>
                  <a:pt x="184368" y="44180"/>
                </a:lnTo>
                <a:lnTo>
                  <a:pt x="184021" y="43793"/>
                </a:lnTo>
                <a:lnTo>
                  <a:pt x="183667" y="43415"/>
                </a:lnTo>
                <a:lnTo>
                  <a:pt x="183304" y="43046"/>
                </a:lnTo>
                <a:lnTo>
                  <a:pt x="182933" y="42686"/>
                </a:lnTo>
                <a:lnTo>
                  <a:pt x="182555" y="42335"/>
                </a:lnTo>
                <a:lnTo>
                  <a:pt x="182168" y="41992"/>
                </a:lnTo>
                <a:lnTo>
                  <a:pt x="181772" y="41659"/>
                </a:lnTo>
                <a:lnTo>
                  <a:pt x="181369" y="41334"/>
                </a:lnTo>
                <a:lnTo>
                  <a:pt x="180958" y="41018"/>
                </a:lnTo>
                <a:lnTo>
                  <a:pt x="180538" y="40711"/>
                </a:lnTo>
                <a:lnTo>
                  <a:pt x="180111" y="40413"/>
                </a:lnTo>
                <a:lnTo>
                  <a:pt x="179676" y="40123"/>
                </a:lnTo>
                <a:lnTo>
                  <a:pt x="179235" y="39840"/>
                </a:lnTo>
                <a:lnTo>
                  <a:pt x="178787" y="39564"/>
                </a:lnTo>
                <a:lnTo>
                  <a:pt x="178332" y="39296"/>
                </a:lnTo>
                <a:lnTo>
                  <a:pt x="177871" y="39034"/>
                </a:lnTo>
                <a:lnTo>
                  <a:pt x="177404" y="38780"/>
                </a:lnTo>
                <a:lnTo>
                  <a:pt x="176930" y="38534"/>
                </a:lnTo>
                <a:lnTo>
                  <a:pt x="176449" y="38294"/>
                </a:lnTo>
                <a:lnTo>
                  <a:pt x="175962" y="38062"/>
                </a:lnTo>
                <a:lnTo>
                  <a:pt x="175468" y="37837"/>
                </a:lnTo>
                <a:lnTo>
                  <a:pt x="174968" y="37619"/>
                </a:lnTo>
                <a:lnTo>
                  <a:pt x="174462" y="37409"/>
                </a:lnTo>
                <a:lnTo>
                  <a:pt x="173948" y="37205"/>
                </a:lnTo>
                <a:lnTo>
                  <a:pt x="173429" y="37009"/>
                </a:lnTo>
                <a:lnTo>
                  <a:pt x="172903" y="36821"/>
                </a:lnTo>
                <a:lnTo>
                  <a:pt x="172370" y="36639"/>
                </a:lnTo>
                <a:lnTo>
                  <a:pt x="171830" y="36465"/>
                </a:lnTo>
                <a:lnTo>
                  <a:pt x="171285" y="36298"/>
                </a:lnTo>
                <a:lnTo>
                  <a:pt x="170732" y="36138"/>
                </a:lnTo>
                <a:lnTo>
                  <a:pt x="170173" y="35986"/>
                </a:lnTo>
                <a:lnTo>
                  <a:pt x="169608" y="35841"/>
                </a:lnTo>
                <a:lnTo>
                  <a:pt x="169036" y="35703"/>
                </a:lnTo>
                <a:lnTo>
                  <a:pt x="168458" y="35572"/>
                </a:lnTo>
                <a:lnTo>
                  <a:pt x="167873" y="35448"/>
                </a:lnTo>
                <a:lnTo>
                  <a:pt x="167282" y="35331"/>
                </a:lnTo>
                <a:lnTo>
                  <a:pt x="166686" y="35219"/>
                </a:lnTo>
                <a:lnTo>
                  <a:pt x="166085" y="35111"/>
                </a:lnTo>
                <a:lnTo>
                  <a:pt x="165479" y="35009"/>
                </a:lnTo>
                <a:lnTo>
                  <a:pt x="164868" y="34912"/>
                </a:lnTo>
                <a:lnTo>
                  <a:pt x="164252" y="34819"/>
                </a:lnTo>
                <a:lnTo>
                  <a:pt x="163630" y="34732"/>
                </a:lnTo>
                <a:lnTo>
                  <a:pt x="163004" y="34649"/>
                </a:lnTo>
                <a:lnTo>
                  <a:pt x="162372" y="34572"/>
                </a:lnTo>
                <a:lnTo>
                  <a:pt x="161736" y="34500"/>
                </a:lnTo>
                <a:lnTo>
                  <a:pt x="161094" y="34432"/>
                </a:lnTo>
                <a:lnTo>
                  <a:pt x="160447" y="34370"/>
                </a:lnTo>
                <a:lnTo>
                  <a:pt x="159795" y="34312"/>
                </a:lnTo>
                <a:lnTo>
                  <a:pt x="159138" y="34260"/>
                </a:lnTo>
                <a:lnTo>
                  <a:pt x="158476" y="34213"/>
                </a:lnTo>
                <a:lnTo>
                  <a:pt x="157809" y="34170"/>
                </a:lnTo>
                <a:lnTo>
                  <a:pt x="157137" y="34133"/>
                </a:lnTo>
                <a:lnTo>
                  <a:pt x="156460" y="34100"/>
                </a:lnTo>
                <a:lnTo>
                  <a:pt x="155777" y="34073"/>
                </a:lnTo>
                <a:lnTo>
                  <a:pt x="155090" y="34050"/>
                </a:lnTo>
                <a:lnTo>
                  <a:pt x="154397" y="34033"/>
                </a:lnTo>
                <a:lnTo>
                  <a:pt x="153699" y="34020"/>
                </a:lnTo>
                <a:lnTo>
                  <a:pt x="152996" y="34013"/>
                </a:lnTo>
                <a:lnTo>
                  <a:pt x="152288" y="34010"/>
                </a:lnTo>
                <a:lnTo>
                  <a:pt x="151323" y="34015"/>
                </a:lnTo>
                <a:lnTo>
                  <a:pt x="150368" y="34031"/>
                </a:lnTo>
                <a:lnTo>
                  <a:pt x="149422" y="34057"/>
                </a:lnTo>
                <a:lnTo>
                  <a:pt x="148485" y="34093"/>
                </a:lnTo>
                <a:lnTo>
                  <a:pt x="147559" y="34139"/>
                </a:lnTo>
                <a:lnTo>
                  <a:pt x="146642" y="34196"/>
                </a:lnTo>
                <a:lnTo>
                  <a:pt x="145735" y="34263"/>
                </a:lnTo>
                <a:lnTo>
                  <a:pt x="144838" y="34340"/>
                </a:lnTo>
                <a:lnTo>
                  <a:pt x="143950" y="34428"/>
                </a:lnTo>
                <a:lnTo>
                  <a:pt x="143072" y="34526"/>
                </a:lnTo>
                <a:lnTo>
                  <a:pt x="142204" y="34634"/>
                </a:lnTo>
                <a:lnTo>
                  <a:pt x="141345" y="34753"/>
                </a:lnTo>
                <a:lnTo>
                  <a:pt x="140496" y="34882"/>
                </a:lnTo>
                <a:lnTo>
                  <a:pt x="139657" y="35021"/>
                </a:lnTo>
                <a:lnTo>
                  <a:pt x="138828" y="35171"/>
                </a:lnTo>
                <a:lnTo>
                  <a:pt x="138008" y="35331"/>
                </a:lnTo>
                <a:lnTo>
                  <a:pt x="137198" y="35501"/>
                </a:lnTo>
                <a:lnTo>
                  <a:pt x="136398" y="35681"/>
                </a:lnTo>
                <a:lnTo>
                  <a:pt x="135607" y="35872"/>
                </a:lnTo>
                <a:lnTo>
                  <a:pt x="134826" y="36073"/>
                </a:lnTo>
                <a:lnTo>
                  <a:pt x="134055" y="36285"/>
                </a:lnTo>
                <a:lnTo>
                  <a:pt x="133294" y="36507"/>
                </a:lnTo>
                <a:lnTo>
                  <a:pt x="132542" y="36739"/>
                </a:lnTo>
                <a:lnTo>
                  <a:pt x="131800" y="36981"/>
                </a:lnTo>
                <a:lnTo>
                  <a:pt x="131069" y="37235"/>
                </a:lnTo>
                <a:lnTo>
                  <a:pt x="130352" y="37503"/>
                </a:lnTo>
                <a:lnTo>
                  <a:pt x="129648" y="37783"/>
                </a:lnTo>
                <a:lnTo>
                  <a:pt x="128958" y="38077"/>
                </a:lnTo>
                <a:lnTo>
                  <a:pt x="128281" y="38384"/>
                </a:lnTo>
                <a:lnTo>
                  <a:pt x="127617" y="38705"/>
                </a:lnTo>
                <a:lnTo>
                  <a:pt x="126967" y="39038"/>
                </a:lnTo>
                <a:lnTo>
                  <a:pt x="126330" y="39385"/>
                </a:lnTo>
                <a:lnTo>
                  <a:pt x="125706" y="39745"/>
                </a:lnTo>
                <a:lnTo>
                  <a:pt x="125096" y="40118"/>
                </a:lnTo>
                <a:lnTo>
                  <a:pt x="124499" y="40505"/>
                </a:lnTo>
                <a:lnTo>
                  <a:pt x="123916" y="40904"/>
                </a:lnTo>
                <a:lnTo>
                  <a:pt x="123346" y="41317"/>
                </a:lnTo>
                <a:lnTo>
                  <a:pt x="122789" y="41743"/>
                </a:lnTo>
                <a:lnTo>
                  <a:pt x="122246" y="42183"/>
                </a:lnTo>
                <a:lnTo>
                  <a:pt x="121716" y="42635"/>
                </a:lnTo>
                <a:lnTo>
                  <a:pt x="121199" y="43101"/>
                </a:lnTo>
                <a:lnTo>
                  <a:pt x="120696" y="43580"/>
                </a:lnTo>
                <a:lnTo>
                  <a:pt x="120206" y="44073"/>
                </a:lnTo>
                <a:lnTo>
                  <a:pt x="119730" y="44578"/>
                </a:lnTo>
                <a:lnTo>
                  <a:pt x="119267" y="45097"/>
                </a:lnTo>
                <a:lnTo>
                  <a:pt x="118817" y="45629"/>
                </a:lnTo>
                <a:lnTo>
                  <a:pt x="118380" y="46174"/>
                </a:lnTo>
                <a:lnTo>
                  <a:pt x="117957" y="46733"/>
                </a:lnTo>
                <a:lnTo>
                  <a:pt x="117550" y="47306"/>
                </a:lnTo>
                <a:lnTo>
                  <a:pt x="117159" y="47896"/>
                </a:lnTo>
                <a:lnTo>
                  <a:pt x="116786" y="48503"/>
                </a:lnTo>
                <a:lnTo>
                  <a:pt x="116431" y="49126"/>
                </a:lnTo>
                <a:lnTo>
                  <a:pt x="116092" y="49766"/>
                </a:lnTo>
                <a:lnTo>
                  <a:pt x="115772" y="50423"/>
                </a:lnTo>
                <a:lnTo>
                  <a:pt x="115468" y="51097"/>
                </a:lnTo>
                <a:lnTo>
                  <a:pt x="115182" y="51788"/>
                </a:lnTo>
                <a:lnTo>
                  <a:pt x="114913" y="52495"/>
                </a:lnTo>
                <a:lnTo>
                  <a:pt x="114661" y="53219"/>
                </a:lnTo>
                <a:lnTo>
                  <a:pt x="114427" y="53960"/>
                </a:lnTo>
                <a:lnTo>
                  <a:pt x="114210" y="54717"/>
                </a:lnTo>
                <a:lnTo>
                  <a:pt x="114011" y="55492"/>
                </a:lnTo>
                <a:lnTo>
                  <a:pt x="113829" y="56283"/>
                </a:lnTo>
                <a:lnTo>
                  <a:pt x="113664" y="57091"/>
                </a:lnTo>
                <a:lnTo>
                  <a:pt x="113516" y="57915"/>
                </a:lnTo>
                <a:lnTo>
                  <a:pt x="113386" y="58757"/>
                </a:lnTo>
                <a:lnTo>
                  <a:pt x="113273" y="59615"/>
                </a:lnTo>
                <a:lnTo>
                  <a:pt x="113178" y="60490"/>
                </a:lnTo>
                <a:lnTo>
                  <a:pt x="113100" y="61381"/>
                </a:lnTo>
                <a:lnTo>
                  <a:pt x="113039" y="62290"/>
                </a:lnTo>
                <a:lnTo>
                  <a:pt x="112996" y="63215"/>
                </a:lnTo>
                <a:lnTo>
                  <a:pt x="112970" y="64157"/>
                </a:lnTo>
                <a:lnTo>
                  <a:pt x="112961" y="65116"/>
                </a:lnTo>
                <a:lnTo>
                  <a:pt x="135696" y="65116"/>
                </a:lnTo>
                <a:lnTo>
                  <a:pt x="135704" y="64464"/>
                </a:lnTo>
                <a:lnTo>
                  <a:pt x="135728" y="63828"/>
                </a:lnTo>
                <a:lnTo>
                  <a:pt x="135769" y="63207"/>
                </a:lnTo>
                <a:lnTo>
                  <a:pt x="135826" y="62601"/>
                </a:lnTo>
                <a:lnTo>
                  <a:pt x="135899" y="62010"/>
                </a:lnTo>
                <a:lnTo>
                  <a:pt x="135988" y="61435"/>
                </a:lnTo>
                <a:lnTo>
                  <a:pt x="136094" y="60874"/>
                </a:lnTo>
                <a:lnTo>
                  <a:pt x="136215" y="60329"/>
                </a:lnTo>
                <a:lnTo>
                  <a:pt x="136353" y="59800"/>
                </a:lnTo>
                <a:lnTo>
                  <a:pt x="136508" y="59285"/>
                </a:lnTo>
                <a:lnTo>
                  <a:pt x="136678" y="58785"/>
                </a:lnTo>
                <a:lnTo>
                  <a:pt x="136865" y="58301"/>
                </a:lnTo>
                <a:lnTo>
                  <a:pt x="137068" y="57832"/>
                </a:lnTo>
                <a:lnTo>
                  <a:pt x="137287" y="57378"/>
                </a:lnTo>
                <a:lnTo>
                  <a:pt x="137522" y="56940"/>
                </a:lnTo>
                <a:lnTo>
                  <a:pt x="137774" y="56516"/>
                </a:lnTo>
                <a:lnTo>
                  <a:pt x="138042" y="56108"/>
                </a:lnTo>
                <a:lnTo>
                  <a:pt x="138326" y="55715"/>
                </a:lnTo>
                <a:lnTo>
                  <a:pt x="138626" y="55337"/>
                </a:lnTo>
                <a:lnTo>
                  <a:pt x="138943" y="54975"/>
                </a:lnTo>
                <a:lnTo>
                  <a:pt x="139275" y="54628"/>
                </a:lnTo>
                <a:lnTo>
                  <a:pt x="139624" y="54295"/>
                </a:lnTo>
                <a:lnTo>
                  <a:pt x="139990" y="53979"/>
                </a:lnTo>
                <a:lnTo>
                  <a:pt x="140371" y="53677"/>
                </a:lnTo>
                <a:lnTo>
                  <a:pt x="140765" y="53389"/>
                </a:lnTo>
                <a:lnTo>
                  <a:pt x="141168" y="53113"/>
                </a:lnTo>
                <a:lnTo>
                  <a:pt x="141580" y="52849"/>
                </a:lnTo>
                <a:lnTo>
                  <a:pt x="142001" y="52598"/>
                </a:lnTo>
                <a:lnTo>
                  <a:pt x="142431" y="52358"/>
                </a:lnTo>
                <a:lnTo>
                  <a:pt x="142869" y="52131"/>
                </a:lnTo>
                <a:lnTo>
                  <a:pt x="143317" y="51917"/>
                </a:lnTo>
                <a:lnTo>
                  <a:pt x="143773" y="51714"/>
                </a:lnTo>
                <a:lnTo>
                  <a:pt x="144239" y="51524"/>
                </a:lnTo>
                <a:lnTo>
                  <a:pt x="144713" y="51347"/>
                </a:lnTo>
                <a:lnTo>
                  <a:pt x="145196" y="51181"/>
                </a:lnTo>
                <a:lnTo>
                  <a:pt x="145688" y="51028"/>
                </a:lnTo>
                <a:lnTo>
                  <a:pt x="146189" y="50887"/>
                </a:lnTo>
                <a:lnTo>
                  <a:pt x="146699" y="50758"/>
                </a:lnTo>
                <a:lnTo>
                  <a:pt x="147218" y="50641"/>
                </a:lnTo>
                <a:lnTo>
                  <a:pt x="147746" y="50537"/>
                </a:lnTo>
                <a:lnTo>
                  <a:pt x="148282" y="50445"/>
                </a:lnTo>
                <a:lnTo>
                  <a:pt x="148828" y="50365"/>
                </a:lnTo>
                <a:lnTo>
                  <a:pt x="149382" y="50298"/>
                </a:lnTo>
                <a:lnTo>
                  <a:pt x="149946" y="50243"/>
                </a:lnTo>
                <a:lnTo>
                  <a:pt x="150518" y="50200"/>
                </a:lnTo>
                <a:lnTo>
                  <a:pt x="151099" y="50169"/>
                </a:lnTo>
                <a:lnTo>
                  <a:pt x="151689" y="50151"/>
                </a:lnTo>
                <a:lnTo>
                  <a:pt x="152288" y="50145"/>
                </a:lnTo>
                <a:lnTo>
                  <a:pt x="152834" y="50150"/>
                </a:lnTo>
                <a:lnTo>
                  <a:pt x="153372" y="50168"/>
                </a:lnTo>
                <a:lnTo>
                  <a:pt x="153901" y="50196"/>
                </a:lnTo>
                <a:lnTo>
                  <a:pt x="154421" y="50237"/>
                </a:lnTo>
                <a:lnTo>
                  <a:pt x="154933" y="50288"/>
                </a:lnTo>
                <a:lnTo>
                  <a:pt x="155437" y="50352"/>
                </a:lnTo>
                <a:lnTo>
                  <a:pt x="155932" y="50426"/>
                </a:lnTo>
                <a:lnTo>
                  <a:pt x="156419" y="50513"/>
                </a:lnTo>
                <a:lnTo>
                  <a:pt x="156897" y="50610"/>
                </a:lnTo>
                <a:lnTo>
                  <a:pt x="157367" y="50720"/>
                </a:lnTo>
                <a:lnTo>
                  <a:pt x="157829" y="50840"/>
                </a:lnTo>
                <a:lnTo>
                  <a:pt x="158282" y="50972"/>
                </a:lnTo>
                <a:lnTo>
                  <a:pt x="158726" y="51116"/>
                </a:lnTo>
                <a:lnTo>
                  <a:pt x="159162" y="51271"/>
                </a:lnTo>
                <a:lnTo>
                  <a:pt x="159590" y="51438"/>
                </a:lnTo>
                <a:lnTo>
                  <a:pt x="160009" y="51616"/>
                </a:lnTo>
                <a:lnTo>
                  <a:pt x="160420" y="51806"/>
                </a:lnTo>
                <a:lnTo>
                  <a:pt x="160823" y="52007"/>
                </a:lnTo>
                <a:lnTo>
                  <a:pt x="161217" y="52220"/>
                </a:lnTo>
                <a:lnTo>
                  <a:pt x="161602" y="52444"/>
                </a:lnTo>
                <a:lnTo>
                  <a:pt x="161979" y="52680"/>
                </a:lnTo>
                <a:lnTo>
                  <a:pt x="162348" y="52927"/>
                </a:lnTo>
                <a:lnTo>
                  <a:pt x="162708" y="53186"/>
                </a:lnTo>
                <a:lnTo>
                  <a:pt x="163060" y="53456"/>
                </a:lnTo>
                <a:lnTo>
                  <a:pt x="163400" y="53742"/>
                </a:lnTo>
                <a:lnTo>
                  <a:pt x="163726" y="54048"/>
                </a:lnTo>
                <a:lnTo>
                  <a:pt x="164038" y="54373"/>
                </a:lnTo>
                <a:lnTo>
                  <a:pt x="164334" y="54718"/>
                </a:lnTo>
                <a:lnTo>
                  <a:pt x="164617" y="55083"/>
                </a:lnTo>
                <a:lnTo>
                  <a:pt x="164885" y="55467"/>
                </a:lnTo>
                <a:lnTo>
                  <a:pt x="165138" y="55871"/>
                </a:lnTo>
                <a:lnTo>
                  <a:pt x="165377" y="56295"/>
                </a:lnTo>
                <a:lnTo>
                  <a:pt x="165602" y="56738"/>
                </a:lnTo>
                <a:lnTo>
                  <a:pt x="165812" y="57202"/>
                </a:lnTo>
                <a:lnTo>
                  <a:pt x="166007" y="57685"/>
                </a:lnTo>
                <a:lnTo>
                  <a:pt x="166188" y="58187"/>
                </a:lnTo>
                <a:lnTo>
                  <a:pt x="166355" y="58710"/>
                </a:lnTo>
                <a:lnTo>
                  <a:pt x="166507" y="59252"/>
                </a:lnTo>
                <a:lnTo>
                  <a:pt x="166644" y="59814"/>
                </a:lnTo>
                <a:lnTo>
                  <a:pt x="166768" y="60395"/>
                </a:lnTo>
                <a:lnTo>
                  <a:pt x="166876" y="60997"/>
                </a:lnTo>
                <a:lnTo>
                  <a:pt x="166970" y="61618"/>
                </a:lnTo>
                <a:lnTo>
                  <a:pt x="167050" y="62258"/>
                </a:lnTo>
                <a:lnTo>
                  <a:pt x="167115" y="62919"/>
                </a:lnTo>
                <a:lnTo>
                  <a:pt x="167166" y="63599"/>
                </a:lnTo>
                <a:lnTo>
                  <a:pt x="167202" y="64299"/>
                </a:lnTo>
                <a:lnTo>
                  <a:pt x="167224" y="65018"/>
                </a:lnTo>
                <a:lnTo>
                  <a:pt x="167231" y="65757"/>
                </a:lnTo>
                <a:lnTo>
                  <a:pt x="167231" y="70676"/>
                </a:lnTo>
                <a:lnTo>
                  <a:pt x="165764" y="70710"/>
                </a:lnTo>
                <a:lnTo>
                  <a:pt x="164312" y="70751"/>
                </a:lnTo>
                <a:lnTo>
                  <a:pt x="162876" y="70798"/>
                </a:lnTo>
                <a:lnTo>
                  <a:pt x="161454" y="70852"/>
                </a:lnTo>
                <a:lnTo>
                  <a:pt x="160048" y="70913"/>
                </a:lnTo>
                <a:lnTo>
                  <a:pt x="158657" y="70980"/>
                </a:lnTo>
                <a:lnTo>
                  <a:pt x="157281" y="71053"/>
                </a:lnTo>
                <a:lnTo>
                  <a:pt x="155920" y="71134"/>
                </a:lnTo>
                <a:lnTo>
                  <a:pt x="154574" y="71220"/>
                </a:lnTo>
                <a:lnTo>
                  <a:pt x="153243" y="71314"/>
                </a:lnTo>
                <a:lnTo>
                  <a:pt x="151927" y="71414"/>
                </a:lnTo>
                <a:lnTo>
                  <a:pt x="150627" y="71521"/>
                </a:lnTo>
                <a:lnTo>
                  <a:pt x="149342" y="71634"/>
                </a:lnTo>
                <a:lnTo>
                  <a:pt x="148071" y="71754"/>
                </a:lnTo>
                <a:lnTo>
                  <a:pt x="146816" y="71880"/>
                </a:lnTo>
                <a:lnTo>
                  <a:pt x="145576" y="72013"/>
                </a:lnTo>
                <a:lnTo>
                  <a:pt x="144351" y="72153"/>
                </a:lnTo>
                <a:lnTo>
                  <a:pt x="143141" y="72299"/>
                </a:lnTo>
                <a:lnTo>
                  <a:pt x="141947" y="72452"/>
                </a:lnTo>
                <a:lnTo>
                  <a:pt x="140767" y="72611"/>
                </a:lnTo>
                <a:lnTo>
                  <a:pt x="139603" y="72777"/>
                </a:lnTo>
                <a:lnTo>
                  <a:pt x="138453" y="72950"/>
                </a:lnTo>
                <a:lnTo>
                  <a:pt x="137319" y="73129"/>
                </a:lnTo>
                <a:lnTo>
                  <a:pt x="136200" y="73315"/>
                </a:lnTo>
                <a:lnTo>
                  <a:pt x="135099" y="73511"/>
                </a:lnTo>
                <a:lnTo>
                  <a:pt x="134018" y="73721"/>
                </a:lnTo>
                <a:lnTo>
                  <a:pt x="132958" y="73946"/>
                </a:lnTo>
                <a:lnTo>
                  <a:pt x="131918" y="74184"/>
                </a:lnTo>
                <a:lnTo>
                  <a:pt x="130899" y="74437"/>
                </a:lnTo>
                <a:lnTo>
                  <a:pt x="129900" y="74704"/>
                </a:lnTo>
                <a:lnTo>
                  <a:pt x="128922" y="74985"/>
                </a:lnTo>
                <a:lnTo>
                  <a:pt x="127965" y="75280"/>
                </a:lnTo>
                <a:lnTo>
                  <a:pt x="127028" y="75589"/>
                </a:lnTo>
                <a:lnTo>
                  <a:pt x="126111" y="75913"/>
                </a:lnTo>
                <a:lnTo>
                  <a:pt x="125215" y="76250"/>
                </a:lnTo>
                <a:lnTo>
                  <a:pt x="124340" y="76602"/>
                </a:lnTo>
                <a:lnTo>
                  <a:pt x="123485" y="76968"/>
                </a:lnTo>
                <a:lnTo>
                  <a:pt x="122651" y="77348"/>
                </a:lnTo>
                <a:lnTo>
                  <a:pt x="121837" y="77742"/>
                </a:lnTo>
                <a:lnTo>
                  <a:pt x="121044" y="78150"/>
                </a:lnTo>
                <a:lnTo>
                  <a:pt x="120271" y="78573"/>
                </a:lnTo>
                <a:lnTo>
                  <a:pt x="119519" y="79009"/>
                </a:lnTo>
                <a:lnTo>
                  <a:pt x="118787" y="79460"/>
                </a:lnTo>
                <a:lnTo>
                  <a:pt x="118076" y="79925"/>
                </a:lnTo>
                <a:lnTo>
                  <a:pt x="117385" y="80404"/>
                </a:lnTo>
                <a:lnTo>
                  <a:pt x="116715" y="80897"/>
                </a:lnTo>
                <a:lnTo>
                  <a:pt x="116065" y="81405"/>
                </a:lnTo>
                <a:lnTo>
                  <a:pt x="115436" y="81926"/>
                </a:lnTo>
                <a:lnTo>
                  <a:pt x="114830" y="82465"/>
                </a:lnTo>
                <a:lnTo>
                  <a:pt x="114250" y="83025"/>
                </a:lnTo>
                <a:lnTo>
                  <a:pt x="113696" y="83607"/>
                </a:lnTo>
                <a:lnTo>
                  <a:pt x="113167" y="84210"/>
                </a:lnTo>
                <a:lnTo>
                  <a:pt x="112665" y="84835"/>
                </a:lnTo>
                <a:lnTo>
                  <a:pt x="112188" y="85481"/>
                </a:lnTo>
                <a:lnTo>
                  <a:pt x="111737" y="86148"/>
                </a:lnTo>
                <a:lnTo>
                  <a:pt x="111311" y="86837"/>
                </a:lnTo>
                <a:lnTo>
                  <a:pt x="110911" y="87547"/>
                </a:lnTo>
                <a:lnTo>
                  <a:pt x="110538" y="88278"/>
                </a:lnTo>
                <a:lnTo>
                  <a:pt x="110190" y="89031"/>
                </a:lnTo>
                <a:lnTo>
                  <a:pt x="109867" y="89805"/>
                </a:lnTo>
                <a:lnTo>
                  <a:pt x="109571" y="90600"/>
                </a:lnTo>
                <a:lnTo>
                  <a:pt x="109300" y="91417"/>
                </a:lnTo>
                <a:lnTo>
                  <a:pt x="109055" y="92256"/>
                </a:lnTo>
                <a:lnTo>
                  <a:pt x="108836" y="93115"/>
                </a:lnTo>
                <a:lnTo>
                  <a:pt x="108643" y="93996"/>
                </a:lnTo>
                <a:lnTo>
                  <a:pt x="108475" y="94899"/>
                </a:lnTo>
                <a:lnTo>
                  <a:pt x="108333" y="95822"/>
                </a:lnTo>
                <a:lnTo>
                  <a:pt x="108217" y="96767"/>
                </a:lnTo>
                <a:lnTo>
                  <a:pt x="108127" y="97734"/>
                </a:lnTo>
                <a:lnTo>
                  <a:pt x="108062" y="98722"/>
                </a:lnTo>
                <a:lnTo>
                  <a:pt x="108024" y="99731"/>
                </a:lnTo>
                <a:lnTo>
                  <a:pt x="108011" y="100762"/>
                </a:lnTo>
                <a:lnTo>
                  <a:pt x="108018" y="101505"/>
                </a:lnTo>
                <a:lnTo>
                  <a:pt x="108039" y="102237"/>
                </a:lnTo>
                <a:lnTo>
                  <a:pt x="108075" y="102959"/>
                </a:lnTo>
                <a:lnTo>
                  <a:pt x="108124" y="103671"/>
                </a:lnTo>
                <a:lnTo>
                  <a:pt x="108188" y="104372"/>
                </a:lnTo>
                <a:lnTo>
                  <a:pt x="108266" y="105063"/>
                </a:lnTo>
                <a:lnTo>
                  <a:pt x="108358" y="105743"/>
                </a:lnTo>
                <a:lnTo>
                  <a:pt x="108464" y="106413"/>
                </a:lnTo>
                <a:lnTo>
                  <a:pt x="108585" y="107073"/>
                </a:lnTo>
                <a:lnTo>
                  <a:pt x="108719" y="107722"/>
                </a:lnTo>
                <a:lnTo>
                  <a:pt x="108868" y="108360"/>
                </a:lnTo>
                <a:lnTo>
                  <a:pt x="109031" y="108989"/>
                </a:lnTo>
                <a:lnTo>
                  <a:pt x="109208" y="109606"/>
                </a:lnTo>
                <a:lnTo>
                  <a:pt x="109399" y="110214"/>
                </a:lnTo>
                <a:lnTo>
                  <a:pt x="109604" y="110811"/>
                </a:lnTo>
                <a:lnTo>
                  <a:pt x="109824" y="111397"/>
                </a:lnTo>
                <a:lnTo>
                  <a:pt x="110058" y="111973"/>
                </a:lnTo>
                <a:lnTo>
                  <a:pt x="110306" y="112539"/>
                </a:lnTo>
                <a:lnTo>
                  <a:pt x="110568" y="113094"/>
                </a:lnTo>
                <a:lnTo>
                  <a:pt x="110844" y="113638"/>
                </a:lnTo>
                <a:lnTo>
                  <a:pt x="111134" y="114173"/>
                </a:lnTo>
                <a:lnTo>
                  <a:pt x="111439" y="114697"/>
                </a:lnTo>
                <a:lnTo>
                  <a:pt x="111757" y="115210"/>
                </a:lnTo>
                <a:lnTo>
                  <a:pt x="112090" y="115713"/>
                </a:lnTo>
                <a:lnTo>
                  <a:pt x="112435" y="116205"/>
                </a:lnTo>
                <a:lnTo>
                  <a:pt x="112788" y="116687"/>
                </a:lnTo>
                <a:lnTo>
                  <a:pt x="113150" y="117158"/>
                </a:lnTo>
                <a:lnTo>
                  <a:pt x="113520" y="117619"/>
                </a:lnTo>
                <a:lnTo>
                  <a:pt x="113899" y="118070"/>
                </a:lnTo>
                <a:lnTo>
                  <a:pt x="114288" y="118510"/>
                </a:lnTo>
                <a:lnTo>
                  <a:pt x="114684" y="118940"/>
                </a:lnTo>
                <a:lnTo>
                  <a:pt x="115090" y="119359"/>
                </a:lnTo>
                <a:lnTo>
                  <a:pt x="115504" y="119768"/>
                </a:lnTo>
                <a:lnTo>
                  <a:pt x="115927" y="120166"/>
                </a:lnTo>
                <a:lnTo>
                  <a:pt x="116359" y="120554"/>
                </a:lnTo>
                <a:lnTo>
                  <a:pt x="116800" y="120931"/>
                </a:lnTo>
                <a:lnTo>
                  <a:pt x="117249" y="121298"/>
                </a:lnTo>
                <a:lnTo>
                  <a:pt x="117707" y="121655"/>
                </a:lnTo>
                <a:lnTo>
                  <a:pt x="118174" y="122001"/>
                </a:lnTo>
                <a:lnTo>
                  <a:pt x="118650" y="122336"/>
                </a:lnTo>
                <a:lnTo>
                  <a:pt x="119134" y="122661"/>
                </a:lnTo>
                <a:lnTo>
                  <a:pt x="119627" y="122976"/>
                </a:lnTo>
                <a:lnTo>
                  <a:pt x="120129" y="123280"/>
                </a:lnTo>
                <a:lnTo>
                  <a:pt x="120640" y="123574"/>
                </a:lnTo>
                <a:lnTo>
                  <a:pt x="121159" y="123858"/>
                </a:lnTo>
                <a:lnTo>
                  <a:pt x="121688" y="124131"/>
                </a:lnTo>
                <a:lnTo>
                  <a:pt x="122224" y="124393"/>
                </a:lnTo>
                <a:lnTo>
                  <a:pt x="122770" y="124645"/>
                </a:lnTo>
                <a:lnTo>
                  <a:pt x="123322" y="124887"/>
                </a:lnTo>
                <a:lnTo>
                  <a:pt x="123877" y="125118"/>
                </a:lnTo>
                <a:lnTo>
                  <a:pt x="124436" y="125339"/>
                </a:lnTo>
                <a:lnTo>
                  <a:pt x="124998" y="125550"/>
                </a:lnTo>
                <a:lnTo>
                  <a:pt x="125564" y="125751"/>
                </a:lnTo>
                <a:lnTo>
                  <a:pt x="126133" y="125941"/>
                </a:lnTo>
                <a:lnTo>
                  <a:pt x="126706" y="126121"/>
                </a:lnTo>
                <a:lnTo>
                  <a:pt x="127282" y="126291"/>
                </a:lnTo>
                <a:lnTo>
                  <a:pt x="127862" y="126450"/>
                </a:lnTo>
                <a:lnTo>
                  <a:pt x="128445" y="126599"/>
                </a:lnTo>
                <a:lnTo>
                  <a:pt x="129032" y="126738"/>
                </a:lnTo>
                <a:lnTo>
                  <a:pt x="129623" y="126867"/>
                </a:lnTo>
                <a:lnTo>
                  <a:pt x="130216" y="126985"/>
                </a:lnTo>
                <a:lnTo>
                  <a:pt x="130814" y="127093"/>
                </a:lnTo>
                <a:lnTo>
                  <a:pt x="131414" y="127191"/>
                </a:lnTo>
                <a:lnTo>
                  <a:pt x="132019" y="127278"/>
                </a:lnTo>
                <a:lnTo>
                  <a:pt x="132627" y="127355"/>
                </a:lnTo>
                <a:lnTo>
                  <a:pt x="133238" y="127422"/>
                </a:lnTo>
                <a:lnTo>
                  <a:pt x="133853" y="127479"/>
                </a:lnTo>
                <a:lnTo>
                  <a:pt x="134471" y="127525"/>
                </a:lnTo>
                <a:lnTo>
                  <a:pt x="135093" y="127561"/>
                </a:lnTo>
                <a:lnTo>
                  <a:pt x="135718" y="127587"/>
                </a:lnTo>
                <a:lnTo>
                  <a:pt x="136347" y="127602"/>
                </a:lnTo>
                <a:lnTo>
                  <a:pt x="136979" y="127607"/>
                </a:lnTo>
                <a:lnTo>
                  <a:pt x="137793" y="127602"/>
                </a:lnTo>
                <a:lnTo>
                  <a:pt x="138598" y="127584"/>
                </a:lnTo>
                <a:lnTo>
                  <a:pt x="139396" y="127555"/>
                </a:lnTo>
                <a:lnTo>
                  <a:pt x="140185" y="127514"/>
                </a:lnTo>
                <a:close/>
                <a:moveTo>
                  <a:pt x="143148" y="110845"/>
                </a:moveTo>
                <a:lnTo>
                  <a:pt x="142714" y="110801"/>
                </a:lnTo>
                <a:lnTo>
                  <a:pt x="142288" y="110748"/>
                </a:lnTo>
                <a:lnTo>
                  <a:pt x="141868" y="110684"/>
                </a:lnTo>
                <a:lnTo>
                  <a:pt x="141456" y="110611"/>
                </a:lnTo>
                <a:lnTo>
                  <a:pt x="141051" y="110528"/>
                </a:lnTo>
                <a:lnTo>
                  <a:pt x="140653" y="110436"/>
                </a:lnTo>
                <a:lnTo>
                  <a:pt x="140262" y="110333"/>
                </a:lnTo>
                <a:lnTo>
                  <a:pt x="139878" y="110221"/>
                </a:lnTo>
                <a:lnTo>
                  <a:pt x="139502" y="110099"/>
                </a:lnTo>
                <a:lnTo>
                  <a:pt x="139133" y="109968"/>
                </a:lnTo>
                <a:lnTo>
                  <a:pt x="138770" y="109826"/>
                </a:lnTo>
                <a:lnTo>
                  <a:pt x="138415" y="109675"/>
                </a:lnTo>
                <a:lnTo>
                  <a:pt x="138068" y="109514"/>
                </a:lnTo>
                <a:lnTo>
                  <a:pt x="137727" y="109344"/>
                </a:lnTo>
                <a:lnTo>
                  <a:pt x="137393" y="109164"/>
                </a:lnTo>
                <a:lnTo>
                  <a:pt x="137067" y="108973"/>
                </a:lnTo>
                <a:lnTo>
                  <a:pt x="136748" y="108774"/>
                </a:lnTo>
                <a:lnTo>
                  <a:pt x="136436" y="108564"/>
                </a:lnTo>
                <a:lnTo>
                  <a:pt x="136131" y="108345"/>
                </a:lnTo>
                <a:lnTo>
                  <a:pt x="135833" y="108116"/>
                </a:lnTo>
                <a:lnTo>
                  <a:pt x="135545" y="107876"/>
                </a:lnTo>
                <a:lnTo>
                  <a:pt x="135270" y="107627"/>
                </a:lnTo>
                <a:lnTo>
                  <a:pt x="135006" y="107367"/>
                </a:lnTo>
                <a:lnTo>
                  <a:pt x="134755" y="107097"/>
                </a:lnTo>
                <a:lnTo>
                  <a:pt x="134516" y="106816"/>
                </a:lnTo>
                <a:lnTo>
                  <a:pt x="134289" y="106525"/>
                </a:lnTo>
                <a:lnTo>
                  <a:pt x="134075" y="106223"/>
                </a:lnTo>
                <a:lnTo>
                  <a:pt x="133873" y="105911"/>
                </a:lnTo>
                <a:lnTo>
                  <a:pt x="133683" y="105589"/>
                </a:lnTo>
                <a:lnTo>
                  <a:pt x="133505" y="105256"/>
                </a:lnTo>
                <a:lnTo>
                  <a:pt x="133340" y="104913"/>
                </a:lnTo>
                <a:lnTo>
                  <a:pt x="133186" y="104559"/>
                </a:lnTo>
                <a:lnTo>
                  <a:pt x="133045" y="104195"/>
                </a:lnTo>
                <a:lnTo>
                  <a:pt x="132917" y="103821"/>
                </a:lnTo>
                <a:lnTo>
                  <a:pt x="132800" y="103436"/>
                </a:lnTo>
                <a:lnTo>
                  <a:pt x="132696" y="103041"/>
                </a:lnTo>
                <a:lnTo>
                  <a:pt x="132604" y="102635"/>
                </a:lnTo>
                <a:lnTo>
                  <a:pt x="132525" y="102219"/>
                </a:lnTo>
                <a:lnTo>
                  <a:pt x="132457" y="101792"/>
                </a:lnTo>
                <a:lnTo>
                  <a:pt x="132402" y="101356"/>
                </a:lnTo>
                <a:lnTo>
                  <a:pt x="132359" y="100908"/>
                </a:lnTo>
                <a:lnTo>
                  <a:pt x="132329" y="100451"/>
                </a:lnTo>
                <a:lnTo>
                  <a:pt x="132310" y="99983"/>
                </a:lnTo>
                <a:lnTo>
                  <a:pt x="132304" y="99504"/>
                </a:lnTo>
                <a:lnTo>
                  <a:pt x="132317" y="98841"/>
                </a:lnTo>
                <a:lnTo>
                  <a:pt x="132357" y="98193"/>
                </a:lnTo>
                <a:lnTo>
                  <a:pt x="132424" y="97561"/>
                </a:lnTo>
                <a:lnTo>
                  <a:pt x="132518" y="96944"/>
                </a:lnTo>
                <a:lnTo>
                  <a:pt x="132638" y="96343"/>
                </a:lnTo>
                <a:lnTo>
                  <a:pt x="132785" y="95757"/>
                </a:lnTo>
                <a:lnTo>
                  <a:pt x="132959" y="95187"/>
                </a:lnTo>
                <a:lnTo>
                  <a:pt x="133160" y="94632"/>
                </a:lnTo>
                <a:lnTo>
                  <a:pt x="133387" y="94092"/>
                </a:lnTo>
                <a:lnTo>
                  <a:pt x="133641" y="93568"/>
                </a:lnTo>
                <a:lnTo>
                  <a:pt x="133922" y="93059"/>
                </a:lnTo>
                <a:lnTo>
                  <a:pt x="134229" y="92566"/>
                </a:lnTo>
                <a:lnTo>
                  <a:pt x="134563" y="92088"/>
                </a:lnTo>
                <a:lnTo>
                  <a:pt x="134924" y="91625"/>
                </a:lnTo>
                <a:lnTo>
                  <a:pt x="135312" y="91179"/>
                </a:lnTo>
                <a:lnTo>
                  <a:pt x="135726" y="90747"/>
                </a:lnTo>
                <a:lnTo>
                  <a:pt x="136168" y="90331"/>
                </a:lnTo>
                <a:lnTo>
                  <a:pt x="136635" y="89930"/>
                </a:lnTo>
                <a:lnTo>
                  <a:pt x="137130" y="89545"/>
                </a:lnTo>
                <a:lnTo>
                  <a:pt x="137652" y="89175"/>
                </a:lnTo>
                <a:lnTo>
                  <a:pt x="138200" y="88821"/>
                </a:lnTo>
                <a:lnTo>
                  <a:pt x="138775" y="88482"/>
                </a:lnTo>
                <a:lnTo>
                  <a:pt x="139376" y="88158"/>
                </a:lnTo>
                <a:lnTo>
                  <a:pt x="140004" y="87850"/>
                </a:lnTo>
                <a:lnTo>
                  <a:pt x="140666" y="87556"/>
                </a:lnTo>
                <a:lnTo>
                  <a:pt x="141368" y="87274"/>
                </a:lnTo>
                <a:lnTo>
                  <a:pt x="142110" y="87004"/>
                </a:lnTo>
                <a:lnTo>
                  <a:pt x="142892" y="86747"/>
                </a:lnTo>
                <a:lnTo>
                  <a:pt x="143714" y="86501"/>
                </a:lnTo>
                <a:lnTo>
                  <a:pt x="144577" y="86268"/>
                </a:lnTo>
                <a:lnTo>
                  <a:pt x="145479" y="86047"/>
                </a:lnTo>
                <a:lnTo>
                  <a:pt x="146421" y="85838"/>
                </a:lnTo>
                <a:lnTo>
                  <a:pt x="147404" y="85641"/>
                </a:lnTo>
                <a:lnTo>
                  <a:pt x="148427" y="85456"/>
                </a:lnTo>
                <a:lnTo>
                  <a:pt x="149490" y="85284"/>
                </a:lnTo>
                <a:lnTo>
                  <a:pt x="150593" y="85124"/>
                </a:lnTo>
                <a:lnTo>
                  <a:pt x="151736" y="84976"/>
                </a:lnTo>
                <a:lnTo>
                  <a:pt x="152919" y="84840"/>
                </a:lnTo>
                <a:lnTo>
                  <a:pt x="154142" y="84716"/>
                </a:lnTo>
                <a:lnTo>
                  <a:pt x="155405" y="84605"/>
                </a:lnTo>
                <a:lnTo>
                  <a:pt x="156709" y="84506"/>
                </a:lnTo>
                <a:lnTo>
                  <a:pt x="158052" y="84419"/>
                </a:lnTo>
                <a:lnTo>
                  <a:pt x="159436" y="84344"/>
                </a:lnTo>
                <a:lnTo>
                  <a:pt x="160860" y="84281"/>
                </a:lnTo>
                <a:lnTo>
                  <a:pt x="162324" y="84230"/>
                </a:lnTo>
                <a:lnTo>
                  <a:pt x="163828" y="84192"/>
                </a:lnTo>
                <a:lnTo>
                  <a:pt x="165372" y="84166"/>
                </a:lnTo>
                <a:lnTo>
                  <a:pt x="166956" y="84152"/>
                </a:lnTo>
                <a:lnTo>
                  <a:pt x="166956" y="98943"/>
                </a:lnTo>
                <a:lnTo>
                  <a:pt x="166662" y="99331"/>
                </a:lnTo>
                <a:lnTo>
                  <a:pt x="166359" y="99715"/>
                </a:lnTo>
                <a:lnTo>
                  <a:pt x="166049" y="100096"/>
                </a:lnTo>
                <a:lnTo>
                  <a:pt x="165730" y="100474"/>
                </a:lnTo>
                <a:lnTo>
                  <a:pt x="165403" y="100847"/>
                </a:lnTo>
                <a:lnTo>
                  <a:pt x="165068" y="101218"/>
                </a:lnTo>
                <a:lnTo>
                  <a:pt x="164725" y="101584"/>
                </a:lnTo>
                <a:lnTo>
                  <a:pt x="164374" y="101948"/>
                </a:lnTo>
                <a:lnTo>
                  <a:pt x="164015" y="102307"/>
                </a:lnTo>
                <a:lnTo>
                  <a:pt x="163647" y="102663"/>
                </a:lnTo>
                <a:lnTo>
                  <a:pt x="163272" y="103016"/>
                </a:lnTo>
                <a:lnTo>
                  <a:pt x="162888" y="103364"/>
                </a:lnTo>
                <a:lnTo>
                  <a:pt x="162496" y="103710"/>
                </a:lnTo>
                <a:lnTo>
                  <a:pt x="162096" y="104052"/>
                </a:lnTo>
                <a:lnTo>
                  <a:pt x="161688" y="104390"/>
                </a:lnTo>
                <a:lnTo>
                  <a:pt x="161272" y="104724"/>
                </a:lnTo>
                <a:lnTo>
                  <a:pt x="160848" y="105055"/>
                </a:lnTo>
                <a:lnTo>
                  <a:pt x="160416" y="105383"/>
                </a:lnTo>
                <a:lnTo>
                  <a:pt x="159975" y="105707"/>
                </a:lnTo>
                <a:lnTo>
                  <a:pt x="159527" y="106027"/>
                </a:lnTo>
                <a:lnTo>
                  <a:pt x="159070" y="106344"/>
                </a:lnTo>
                <a:lnTo>
                  <a:pt x="158605" y="106658"/>
                </a:lnTo>
                <a:lnTo>
                  <a:pt x="158132" y="106967"/>
                </a:lnTo>
                <a:lnTo>
                  <a:pt x="157651" y="107273"/>
                </a:lnTo>
                <a:lnTo>
                  <a:pt x="157164" y="107571"/>
                </a:lnTo>
                <a:lnTo>
                  <a:pt x="156674" y="107856"/>
                </a:lnTo>
                <a:lnTo>
                  <a:pt x="156180" y="108129"/>
                </a:lnTo>
                <a:lnTo>
                  <a:pt x="155682" y="108389"/>
                </a:lnTo>
                <a:lnTo>
                  <a:pt x="155180" y="108636"/>
                </a:lnTo>
                <a:lnTo>
                  <a:pt x="154675" y="108870"/>
                </a:lnTo>
                <a:lnTo>
                  <a:pt x="154166" y="109092"/>
                </a:lnTo>
                <a:lnTo>
                  <a:pt x="153653" y="109301"/>
                </a:lnTo>
                <a:lnTo>
                  <a:pt x="153137" y="109497"/>
                </a:lnTo>
                <a:lnTo>
                  <a:pt x="152617" y="109681"/>
                </a:lnTo>
                <a:lnTo>
                  <a:pt x="152094" y="109852"/>
                </a:lnTo>
                <a:lnTo>
                  <a:pt x="151567" y="110011"/>
                </a:lnTo>
                <a:lnTo>
                  <a:pt x="151036" y="110156"/>
                </a:lnTo>
                <a:lnTo>
                  <a:pt x="150501" y="110289"/>
                </a:lnTo>
                <a:lnTo>
                  <a:pt x="149963" y="110410"/>
                </a:lnTo>
                <a:lnTo>
                  <a:pt x="149421" y="110518"/>
                </a:lnTo>
                <a:lnTo>
                  <a:pt x="148876" y="110613"/>
                </a:lnTo>
                <a:lnTo>
                  <a:pt x="148327" y="110695"/>
                </a:lnTo>
                <a:lnTo>
                  <a:pt x="147774" y="110765"/>
                </a:lnTo>
                <a:lnTo>
                  <a:pt x="147217" y="110822"/>
                </a:lnTo>
                <a:lnTo>
                  <a:pt x="146657" y="110866"/>
                </a:lnTo>
                <a:lnTo>
                  <a:pt x="146093" y="110898"/>
                </a:lnTo>
                <a:lnTo>
                  <a:pt x="145526" y="110917"/>
                </a:lnTo>
                <a:lnTo>
                  <a:pt x="144955" y="110923"/>
                </a:lnTo>
                <a:lnTo>
                  <a:pt x="144492" y="110918"/>
                </a:lnTo>
                <a:lnTo>
                  <a:pt x="144037" y="110904"/>
                </a:lnTo>
                <a:lnTo>
                  <a:pt x="143589" y="110879"/>
                </a:lnTo>
                <a:lnTo>
                  <a:pt x="143148" y="110845"/>
                </a:lnTo>
                <a:close/>
                <a:moveTo>
                  <a:pt x="323934" y="127564"/>
                </a:moveTo>
                <a:lnTo>
                  <a:pt x="324553" y="127539"/>
                </a:lnTo>
                <a:lnTo>
                  <a:pt x="325170" y="127509"/>
                </a:lnTo>
                <a:lnTo>
                  <a:pt x="325785" y="127473"/>
                </a:lnTo>
                <a:lnTo>
                  <a:pt x="326398" y="127432"/>
                </a:lnTo>
                <a:lnTo>
                  <a:pt x="327010" y="127386"/>
                </a:lnTo>
                <a:lnTo>
                  <a:pt x="327619" y="127334"/>
                </a:lnTo>
                <a:lnTo>
                  <a:pt x="328227" y="127276"/>
                </a:lnTo>
                <a:lnTo>
                  <a:pt x="328834" y="127213"/>
                </a:lnTo>
                <a:lnTo>
                  <a:pt x="329438" y="127145"/>
                </a:lnTo>
                <a:lnTo>
                  <a:pt x="330041" y="127071"/>
                </a:lnTo>
                <a:lnTo>
                  <a:pt x="330642" y="126992"/>
                </a:lnTo>
                <a:lnTo>
                  <a:pt x="331241" y="126907"/>
                </a:lnTo>
                <a:lnTo>
                  <a:pt x="331839" y="126817"/>
                </a:lnTo>
                <a:lnTo>
                  <a:pt x="332435" y="126721"/>
                </a:lnTo>
                <a:lnTo>
                  <a:pt x="333029" y="126620"/>
                </a:lnTo>
                <a:lnTo>
                  <a:pt x="333621" y="126513"/>
                </a:lnTo>
                <a:lnTo>
                  <a:pt x="334212" y="126401"/>
                </a:lnTo>
                <a:lnTo>
                  <a:pt x="334800" y="126283"/>
                </a:lnTo>
                <a:lnTo>
                  <a:pt x="335387" y="126160"/>
                </a:lnTo>
                <a:lnTo>
                  <a:pt x="335973" y="126032"/>
                </a:lnTo>
                <a:lnTo>
                  <a:pt x="336554" y="125897"/>
                </a:lnTo>
                <a:lnTo>
                  <a:pt x="337131" y="125756"/>
                </a:lnTo>
                <a:lnTo>
                  <a:pt x="337702" y="125608"/>
                </a:lnTo>
                <a:lnTo>
                  <a:pt x="338267" y="125454"/>
                </a:lnTo>
                <a:lnTo>
                  <a:pt x="338827" y="125293"/>
                </a:lnTo>
                <a:lnTo>
                  <a:pt x="339382" y="125125"/>
                </a:lnTo>
                <a:lnTo>
                  <a:pt x="339931" y="124951"/>
                </a:lnTo>
                <a:lnTo>
                  <a:pt x="340475" y="124770"/>
                </a:lnTo>
                <a:lnTo>
                  <a:pt x="341013" y="124583"/>
                </a:lnTo>
                <a:lnTo>
                  <a:pt x="341546" y="124389"/>
                </a:lnTo>
                <a:lnTo>
                  <a:pt x="342074" y="124188"/>
                </a:lnTo>
                <a:lnTo>
                  <a:pt x="342596" y="123981"/>
                </a:lnTo>
                <a:lnTo>
                  <a:pt x="343113" y="123768"/>
                </a:lnTo>
                <a:lnTo>
                  <a:pt x="343624" y="123547"/>
                </a:lnTo>
                <a:lnTo>
                  <a:pt x="344130" y="123320"/>
                </a:lnTo>
                <a:lnTo>
                  <a:pt x="344631" y="123087"/>
                </a:lnTo>
                <a:lnTo>
                  <a:pt x="345126" y="122847"/>
                </a:lnTo>
                <a:lnTo>
                  <a:pt x="345615" y="122600"/>
                </a:lnTo>
                <a:lnTo>
                  <a:pt x="346100" y="122347"/>
                </a:lnTo>
                <a:lnTo>
                  <a:pt x="346579" y="122087"/>
                </a:lnTo>
                <a:lnTo>
                  <a:pt x="347052" y="121820"/>
                </a:lnTo>
                <a:lnTo>
                  <a:pt x="347520" y="121547"/>
                </a:lnTo>
                <a:lnTo>
                  <a:pt x="347983" y="121267"/>
                </a:lnTo>
                <a:lnTo>
                  <a:pt x="348440" y="120981"/>
                </a:lnTo>
                <a:lnTo>
                  <a:pt x="348891" y="120688"/>
                </a:lnTo>
                <a:lnTo>
                  <a:pt x="349334" y="120387"/>
                </a:lnTo>
                <a:lnTo>
                  <a:pt x="349769" y="120078"/>
                </a:lnTo>
                <a:lnTo>
                  <a:pt x="350197" y="119762"/>
                </a:lnTo>
                <a:lnTo>
                  <a:pt x="350617" y="119439"/>
                </a:lnTo>
                <a:lnTo>
                  <a:pt x="351030" y="119108"/>
                </a:lnTo>
                <a:lnTo>
                  <a:pt x="351435" y="118769"/>
                </a:lnTo>
                <a:lnTo>
                  <a:pt x="351832" y="118423"/>
                </a:lnTo>
                <a:lnTo>
                  <a:pt x="352222" y="118069"/>
                </a:lnTo>
                <a:lnTo>
                  <a:pt x="352604" y="117707"/>
                </a:lnTo>
                <a:lnTo>
                  <a:pt x="352978" y="117338"/>
                </a:lnTo>
                <a:lnTo>
                  <a:pt x="353345" y="116962"/>
                </a:lnTo>
                <a:lnTo>
                  <a:pt x="353704" y="116578"/>
                </a:lnTo>
                <a:lnTo>
                  <a:pt x="354055" y="116186"/>
                </a:lnTo>
                <a:lnTo>
                  <a:pt x="354399" y="115787"/>
                </a:lnTo>
                <a:lnTo>
                  <a:pt x="354735" y="115380"/>
                </a:lnTo>
                <a:lnTo>
                  <a:pt x="355063" y="114966"/>
                </a:lnTo>
                <a:lnTo>
                  <a:pt x="355384" y="114544"/>
                </a:lnTo>
                <a:lnTo>
                  <a:pt x="355697" y="114115"/>
                </a:lnTo>
                <a:lnTo>
                  <a:pt x="356003" y="113678"/>
                </a:lnTo>
                <a:lnTo>
                  <a:pt x="356301" y="113233"/>
                </a:lnTo>
                <a:lnTo>
                  <a:pt x="356591" y="112781"/>
                </a:lnTo>
                <a:lnTo>
                  <a:pt x="356874" y="112321"/>
                </a:lnTo>
                <a:lnTo>
                  <a:pt x="357149" y="111854"/>
                </a:lnTo>
                <a:lnTo>
                  <a:pt x="357414" y="111379"/>
                </a:lnTo>
                <a:lnTo>
                  <a:pt x="357669" y="110895"/>
                </a:lnTo>
                <a:lnTo>
                  <a:pt x="357912" y="110402"/>
                </a:lnTo>
                <a:lnTo>
                  <a:pt x="358143" y="109901"/>
                </a:lnTo>
                <a:lnTo>
                  <a:pt x="358364" y="109390"/>
                </a:lnTo>
                <a:lnTo>
                  <a:pt x="358573" y="108872"/>
                </a:lnTo>
                <a:lnTo>
                  <a:pt x="358770" y="108344"/>
                </a:lnTo>
                <a:lnTo>
                  <a:pt x="358957" y="107808"/>
                </a:lnTo>
                <a:lnTo>
                  <a:pt x="359132" y="107263"/>
                </a:lnTo>
                <a:lnTo>
                  <a:pt x="359296" y="106709"/>
                </a:lnTo>
                <a:lnTo>
                  <a:pt x="359448" y="106147"/>
                </a:lnTo>
                <a:lnTo>
                  <a:pt x="359590" y="105576"/>
                </a:lnTo>
                <a:lnTo>
                  <a:pt x="359720" y="104996"/>
                </a:lnTo>
                <a:lnTo>
                  <a:pt x="359838" y="104408"/>
                </a:lnTo>
                <a:lnTo>
                  <a:pt x="359946" y="103811"/>
                </a:lnTo>
                <a:lnTo>
                  <a:pt x="360042" y="103205"/>
                </a:lnTo>
                <a:lnTo>
                  <a:pt x="360126" y="102591"/>
                </a:lnTo>
                <a:lnTo>
                  <a:pt x="360200" y="101968"/>
                </a:lnTo>
                <a:lnTo>
                  <a:pt x="360262" y="101336"/>
                </a:lnTo>
                <a:lnTo>
                  <a:pt x="360313" y="100695"/>
                </a:lnTo>
                <a:lnTo>
                  <a:pt x="360352" y="100046"/>
                </a:lnTo>
                <a:lnTo>
                  <a:pt x="360381" y="99388"/>
                </a:lnTo>
                <a:lnTo>
                  <a:pt x="360398" y="98721"/>
                </a:lnTo>
                <a:lnTo>
                  <a:pt x="360403" y="98046"/>
                </a:lnTo>
                <a:lnTo>
                  <a:pt x="360396" y="97326"/>
                </a:lnTo>
                <a:lnTo>
                  <a:pt x="360375" y="96617"/>
                </a:lnTo>
                <a:lnTo>
                  <a:pt x="360340" y="95919"/>
                </a:lnTo>
                <a:lnTo>
                  <a:pt x="360291" y="95232"/>
                </a:lnTo>
                <a:lnTo>
                  <a:pt x="360228" y="94557"/>
                </a:lnTo>
                <a:lnTo>
                  <a:pt x="360151" y="93893"/>
                </a:lnTo>
                <a:lnTo>
                  <a:pt x="360060" y="93240"/>
                </a:lnTo>
                <a:lnTo>
                  <a:pt x="359955" y="92599"/>
                </a:lnTo>
                <a:lnTo>
                  <a:pt x="359836" y="91969"/>
                </a:lnTo>
                <a:lnTo>
                  <a:pt x="359703" y="91350"/>
                </a:lnTo>
                <a:lnTo>
                  <a:pt x="359556" y="90742"/>
                </a:lnTo>
                <a:lnTo>
                  <a:pt x="359395" y="90146"/>
                </a:lnTo>
                <a:lnTo>
                  <a:pt x="359220" y="89561"/>
                </a:lnTo>
                <a:lnTo>
                  <a:pt x="359031" y="88987"/>
                </a:lnTo>
                <a:lnTo>
                  <a:pt x="358828" y="88424"/>
                </a:lnTo>
                <a:lnTo>
                  <a:pt x="358611" y="87873"/>
                </a:lnTo>
                <a:lnTo>
                  <a:pt x="358379" y="87333"/>
                </a:lnTo>
                <a:lnTo>
                  <a:pt x="358134" y="86804"/>
                </a:lnTo>
                <a:lnTo>
                  <a:pt x="357875" y="86287"/>
                </a:lnTo>
                <a:lnTo>
                  <a:pt x="357602" y="85781"/>
                </a:lnTo>
                <a:lnTo>
                  <a:pt x="357315" y="85286"/>
                </a:lnTo>
                <a:lnTo>
                  <a:pt x="357014" y="84802"/>
                </a:lnTo>
                <a:lnTo>
                  <a:pt x="356699" y="84330"/>
                </a:lnTo>
                <a:lnTo>
                  <a:pt x="356370" y="83868"/>
                </a:lnTo>
                <a:lnTo>
                  <a:pt x="356029" y="83417"/>
                </a:lnTo>
                <a:lnTo>
                  <a:pt x="355678" y="82972"/>
                </a:lnTo>
                <a:lnTo>
                  <a:pt x="355317" y="82536"/>
                </a:lnTo>
                <a:lnTo>
                  <a:pt x="354946" y="82107"/>
                </a:lnTo>
                <a:lnTo>
                  <a:pt x="354566" y="81686"/>
                </a:lnTo>
                <a:lnTo>
                  <a:pt x="354175" y="81273"/>
                </a:lnTo>
                <a:lnTo>
                  <a:pt x="353775" y="80868"/>
                </a:lnTo>
                <a:lnTo>
                  <a:pt x="353365" y="80470"/>
                </a:lnTo>
                <a:lnTo>
                  <a:pt x="352945" y="80080"/>
                </a:lnTo>
                <a:lnTo>
                  <a:pt x="352515" y="79697"/>
                </a:lnTo>
                <a:lnTo>
                  <a:pt x="352075" y="79323"/>
                </a:lnTo>
                <a:lnTo>
                  <a:pt x="351626" y="78956"/>
                </a:lnTo>
                <a:lnTo>
                  <a:pt x="351166" y="78597"/>
                </a:lnTo>
                <a:lnTo>
                  <a:pt x="350697" y="78246"/>
                </a:lnTo>
                <a:lnTo>
                  <a:pt x="350218" y="77902"/>
                </a:lnTo>
                <a:lnTo>
                  <a:pt x="349729" y="77566"/>
                </a:lnTo>
                <a:lnTo>
                  <a:pt x="349230" y="77238"/>
                </a:lnTo>
                <a:lnTo>
                  <a:pt x="348721" y="76917"/>
                </a:lnTo>
                <a:lnTo>
                  <a:pt x="348202" y="76605"/>
                </a:lnTo>
                <a:lnTo>
                  <a:pt x="347674" y="76299"/>
                </a:lnTo>
                <a:lnTo>
                  <a:pt x="347135" y="76002"/>
                </a:lnTo>
                <a:lnTo>
                  <a:pt x="346587" y="75713"/>
                </a:lnTo>
                <a:lnTo>
                  <a:pt x="346029" y="75431"/>
                </a:lnTo>
                <a:lnTo>
                  <a:pt x="345461" y="75157"/>
                </a:lnTo>
                <a:lnTo>
                  <a:pt x="344885" y="74889"/>
                </a:lnTo>
                <a:lnTo>
                  <a:pt x="344302" y="74625"/>
                </a:lnTo>
                <a:lnTo>
                  <a:pt x="343713" y="74365"/>
                </a:lnTo>
                <a:lnTo>
                  <a:pt x="343118" y="74109"/>
                </a:lnTo>
                <a:lnTo>
                  <a:pt x="342516" y="73858"/>
                </a:lnTo>
                <a:lnTo>
                  <a:pt x="341908" y="73610"/>
                </a:lnTo>
                <a:lnTo>
                  <a:pt x="341294" y="73367"/>
                </a:lnTo>
                <a:lnTo>
                  <a:pt x="340673" y="73128"/>
                </a:lnTo>
                <a:lnTo>
                  <a:pt x="340046" y="72894"/>
                </a:lnTo>
                <a:lnTo>
                  <a:pt x="339413" y="72663"/>
                </a:lnTo>
                <a:lnTo>
                  <a:pt x="338773" y="72437"/>
                </a:lnTo>
                <a:lnTo>
                  <a:pt x="338127" y="72215"/>
                </a:lnTo>
                <a:lnTo>
                  <a:pt x="337474" y="71997"/>
                </a:lnTo>
                <a:lnTo>
                  <a:pt x="336816" y="71783"/>
                </a:lnTo>
                <a:lnTo>
                  <a:pt x="336150" y="71573"/>
                </a:lnTo>
                <a:lnTo>
                  <a:pt x="335479" y="71368"/>
                </a:lnTo>
                <a:lnTo>
                  <a:pt x="334801" y="71166"/>
                </a:lnTo>
                <a:lnTo>
                  <a:pt x="334116" y="70969"/>
                </a:lnTo>
                <a:lnTo>
                  <a:pt x="333426" y="70776"/>
                </a:lnTo>
                <a:lnTo>
                  <a:pt x="332729" y="70587"/>
                </a:lnTo>
                <a:lnTo>
                  <a:pt x="332025" y="70403"/>
                </a:lnTo>
                <a:lnTo>
                  <a:pt x="331315" y="70222"/>
                </a:lnTo>
                <a:lnTo>
                  <a:pt x="330599" y="70046"/>
                </a:lnTo>
                <a:lnTo>
                  <a:pt x="329877" y="69874"/>
                </a:lnTo>
                <a:lnTo>
                  <a:pt x="329195" y="69720"/>
                </a:lnTo>
                <a:lnTo>
                  <a:pt x="328524" y="69567"/>
                </a:lnTo>
                <a:lnTo>
                  <a:pt x="327864" y="69414"/>
                </a:lnTo>
                <a:lnTo>
                  <a:pt x="327215" y="69263"/>
                </a:lnTo>
                <a:lnTo>
                  <a:pt x="326578" y="69112"/>
                </a:lnTo>
                <a:lnTo>
                  <a:pt x="325952" y="68962"/>
                </a:lnTo>
                <a:lnTo>
                  <a:pt x="325337" y="68813"/>
                </a:lnTo>
                <a:lnTo>
                  <a:pt x="324733" y="68664"/>
                </a:lnTo>
                <a:lnTo>
                  <a:pt x="324140" y="68517"/>
                </a:lnTo>
                <a:lnTo>
                  <a:pt x="323558" y="68370"/>
                </a:lnTo>
                <a:lnTo>
                  <a:pt x="322988" y="68224"/>
                </a:lnTo>
                <a:lnTo>
                  <a:pt x="322428" y="68079"/>
                </a:lnTo>
                <a:lnTo>
                  <a:pt x="321880" y="67934"/>
                </a:lnTo>
                <a:lnTo>
                  <a:pt x="321343" y="67791"/>
                </a:lnTo>
                <a:lnTo>
                  <a:pt x="320817" y="67648"/>
                </a:lnTo>
                <a:lnTo>
                  <a:pt x="320302" y="67506"/>
                </a:lnTo>
                <a:lnTo>
                  <a:pt x="319798" y="67365"/>
                </a:lnTo>
                <a:lnTo>
                  <a:pt x="319306" y="67224"/>
                </a:lnTo>
                <a:lnTo>
                  <a:pt x="318824" y="67085"/>
                </a:lnTo>
                <a:lnTo>
                  <a:pt x="318354" y="66946"/>
                </a:lnTo>
                <a:lnTo>
                  <a:pt x="317895" y="66808"/>
                </a:lnTo>
                <a:lnTo>
                  <a:pt x="317447" y="66671"/>
                </a:lnTo>
                <a:lnTo>
                  <a:pt x="317010" y="66535"/>
                </a:lnTo>
                <a:lnTo>
                  <a:pt x="316584" y="66399"/>
                </a:lnTo>
                <a:lnTo>
                  <a:pt x="316169" y="66264"/>
                </a:lnTo>
                <a:lnTo>
                  <a:pt x="315763" y="66127"/>
                </a:lnTo>
                <a:lnTo>
                  <a:pt x="315367" y="65989"/>
                </a:lnTo>
                <a:lnTo>
                  <a:pt x="314980" y="65851"/>
                </a:lnTo>
                <a:lnTo>
                  <a:pt x="314603" y="65711"/>
                </a:lnTo>
                <a:lnTo>
                  <a:pt x="314235" y="65571"/>
                </a:lnTo>
                <a:lnTo>
                  <a:pt x="313877" y="65430"/>
                </a:lnTo>
                <a:lnTo>
                  <a:pt x="313528" y="65287"/>
                </a:lnTo>
                <a:lnTo>
                  <a:pt x="313189" y="65144"/>
                </a:lnTo>
                <a:lnTo>
                  <a:pt x="312860" y="65000"/>
                </a:lnTo>
                <a:lnTo>
                  <a:pt x="312540" y="64854"/>
                </a:lnTo>
                <a:lnTo>
                  <a:pt x="312230" y="64708"/>
                </a:lnTo>
                <a:lnTo>
                  <a:pt x="311929" y="64561"/>
                </a:lnTo>
                <a:lnTo>
                  <a:pt x="311638" y="64413"/>
                </a:lnTo>
                <a:lnTo>
                  <a:pt x="311356" y="64264"/>
                </a:lnTo>
                <a:lnTo>
                  <a:pt x="311084" y="64114"/>
                </a:lnTo>
                <a:lnTo>
                  <a:pt x="310821" y="63963"/>
                </a:lnTo>
                <a:lnTo>
                  <a:pt x="310568" y="63811"/>
                </a:lnTo>
                <a:lnTo>
                  <a:pt x="310325" y="63658"/>
                </a:lnTo>
                <a:lnTo>
                  <a:pt x="310091" y="63504"/>
                </a:lnTo>
                <a:lnTo>
                  <a:pt x="309866" y="63349"/>
                </a:lnTo>
                <a:lnTo>
                  <a:pt x="309651" y="63193"/>
                </a:lnTo>
                <a:lnTo>
                  <a:pt x="309446" y="63036"/>
                </a:lnTo>
                <a:lnTo>
                  <a:pt x="309250" y="62878"/>
                </a:lnTo>
                <a:lnTo>
                  <a:pt x="309063" y="62719"/>
                </a:lnTo>
                <a:lnTo>
                  <a:pt x="308884" y="62557"/>
                </a:lnTo>
                <a:lnTo>
                  <a:pt x="308713" y="62393"/>
                </a:lnTo>
                <a:lnTo>
                  <a:pt x="308550" y="62228"/>
                </a:lnTo>
                <a:lnTo>
                  <a:pt x="308395" y="62060"/>
                </a:lnTo>
                <a:lnTo>
                  <a:pt x="308248" y="61890"/>
                </a:lnTo>
                <a:lnTo>
                  <a:pt x="308108" y="61718"/>
                </a:lnTo>
                <a:lnTo>
                  <a:pt x="307977" y="61544"/>
                </a:lnTo>
                <a:lnTo>
                  <a:pt x="307854" y="61368"/>
                </a:lnTo>
                <a:lnTo>
                  <a:pt x="307738" y="61189"/>
                </a:lnTo>
                <a:lnTo>
                  <a:pt x="307631" y="61009"/>
                </a:lnTo>
                <a:lnTo>
                  <a:pt x="307531" y="60826"/>
                </a:lnTo>
                <a:lnTo>
                  <a:pt x="307440" y="60642"/>
                </a:lnTo>
                <a:lnTo>
                  <a:pt x="307356" y="60455"/>
                </a:lnTo>
                <a:lnTo>
                  <a:pt x="307281" y="60267"/>
                </a:lnTo>
                <a:lnTo>
                  <a:pt x="307213" y="60076"/>
                </a:lnTo>
                <a:lnTo>
                  <a:pt x="307153" y="59883"/>
                </a:lnTo>
                <a:lnTo>
                  <a:pt x="307102" y="59688"/>
                </a:lnTo>
                <a:lnTo>
                  <a:pt x="307058" y="59491"/>
                </a:lnTo>
                <a:lnTo>
                  <a:pt x="307022" y="59292"/>
                </a:lnTo>
                <a:lnTo>
                  <a:pt x="306994" y="59091"/>
                </a:lnTo>
                <a:lnTo>
                  <a:pt x="306974" y="58888"/>
                </a:lnTo>
                <a:lnTo>
                  <a:pt x="306962" y="58683"/>
                </a:lnTo>
                <a:lnTo>
                  <a:pt x="306959" y="58475"/>
                </a:lnTo>
                <a:lnTo>
                  <a:pt x="306965" y="58116"/>
                </a:lnTo>
                <a:lnTo>
                  <a:pt x="306984" y="57766"/>
                </a:lnTo>
                <a:lnTo>
                  <a:pt x="307015" y="57424"/>
                </a:lnTo>
                <a:lnTo>
                  <a:pt x="307059" y="57091"/>
                </a:lnTo>
                <a:lnTo>
                  <a:pt x="307116" y="56767"/>
                </a:lnTo>
                <a:lnTo>
                  <a:pt x="307185" y="56451"/>
                </a:lnTo>
                <a:lnTo>
                  <a:pt x="307267" y="56143"/>
                </a:lnTo>
                <a:lnTo>
                  <a:pt x="307361" y="55844"/>
                </a:lnTo>
                <a:lnTo>
                  <a:pt x="307468" y="55554"/>
                </a:lnTo>
                <a:lnTo>
                  <a:pt x="307587" y="55272"/>
                </a:lnTo>
                <a:lnTo>
                  <a:pt x="307719" y="54999"/>
                </a:lnTo>
                <a:lnTo>
                  <a:pt x="307864" y="54734"/>
                </a:lnTo>
                <a:lnTo>
                  <a:pt x="308021" y="54478"/>
                </a:lnTo>
                <a:lnTo>
                  <a:pt x="308191" y="54230"/>
                </a:lnTo>
                <a:lnTo>
                  <a:pt x="308373" y="53991"/>
                </a:lnTo>
                <a:lnTo>
                  <a:pt x="308568" y="53761"/>
                </a:lnTo>
                <a:lnTo>
                  <a:pt x="308775" y="53539"/>
                </a:lnTo>
                <a:lnTo>
                  <a:pt x="308995" y="53325"/>
                </a:lnTo>
                <a:lnTo>
                  <a:pt x="309228" y="53120"/>
                </a:lnTo>
                <a:lnTo>
                  <a:pt x="309473" y="52924"/>
                </a:lnTo>
                <a:lnTo>
                  <a:pt x="309731" y="52736"/>
                </a:lnTo>
                <a:lnTo>
                  <a:pt x="310001" y="52557"/>
                </a:lnTo>
                <a:lnTo>
                  <a:pt x="310284" y="52386"/>
                </a:lnTo>
                <a:lnTo>
                  <a:pt x="310580" y="52224"/>
                </a:lnTo>
                <a:lnTo>
                  <a:pt x="310886" y="52070"/>
                </a:lnTo>
                <a:lnTo>
                  <a:pt x="311202" y="51921"/>
                </a:lnTo>
                <a:lnTo>
                  <a:pt x="311527" y="51780"/>
                </a:lnTo>
                <a:lnTo>
                  <a:pt x="311862" y="51645"/>
                </a:lnTo>
                <a:lnTo>
                  <a:pt x="312206" y="51516"/>
                </a:lnTo>
                <a:lnTo>
                  <a:pt x="312559" y="51395"/>
                </a:lnTo>
                <a:lnTo>
                  <a:pt x="312922" y="51279"/>
                </a:lnTo>
                <a:lnTo>
                  <a:pt x="313294" y="51171"/>
                </a:lnTo>
                <a:lnTo>
                  <a:pt x="313676" y="51069"/>
                </a:lnTo>
                <a:lnTo>
                  <a:pt x="314067" y="50973"/>
                </a:lnTo>
                <a:lnTo>
                  <a:pt x="314467" y="50884"/>
                </a:lnTo>
                <a:lnTo>
                  <a:pt x="314877" y="50802"/>
                </a:lnTo>
                <a:lnTo>
                  <a:pt x="315296" y="50726"/>
                </a:lnTo>
                <a:lnTo>
                  <a:pt x="315724" y="50657"/>
                </a:lnTo>
                <a:lnTo>
                  <a:pt x="316162" y="50595"/>
                </a:lnTo>
                <a:lnTo>
                  <a:pt x="316610" y="50539"/>
                </a:lnTo>
                <a:lnTo>
                  <a:pt x="317066" y="50489"/>
                </a:lnTo>
                <a:lnTo>
                  <a:pt x="317532" y="50446"/>
                </a:lnTo>
                <a:lnTo>
                  <a:pt x="318008" y="50410"/>
                </a:lnTo>
                <a:lnTo>
                  <a:pt x="318493" y="50381"/>
                </a:lnTo>
                <a:lnTo>
                  <a:pt x="318987" y="50358"/>
                </a:lnTo>
                <a:lnTo>
                  <a:pt x="319491" y="50341"/>
                </a:lnTo>
                <a:lnTo>
                  <a:pt x="320004" y="50331"/>
                </a:lnTo>
                <a:lnTo>
                  <a:pt x="320526" y="50328"/>
                </a:lnTo>
                <a:lnTo>
                  <a:pt x="321012" y="50333"/>
                </a:lnTo>
                <a:lnTo>
                  <a:pt x="321493" y="50347"/>
                </a:lnTo>
                <a:lnTo>
                  <a:pt x="321969" y="50371"/>
                </a:lnTo>
                <a:lnTo>
                  <a:pt x="322440" y="50404"/>
                </a:lnTo>
                <a:lnTo>
                  <a:pt x="322905" y="50446"/>
                </a:lnTo>
                <a:lnTo>
                  <a:pt x="323365" y="50498"/>
                </a:lnTo>
                <a:lnTo>
                  <a:pt x="323820" y="50560"/>
                </a:lnTo>
                <a:lnTo>
                  <a:pt x="324269" y="50631"/>
                </a:lnTo>
                <a:lnTo>
                  <a:pt x="324714" y="50711"/>
                </a:lnTo>
                <a:lnTo>
                  <a:pt x="325153" y="50801"/>
                </a:lnTo>
                <a:lnTo>
                  <a:pt x="325586" y="50901"/>
                </a:lnTo>
                <a:lnTo>
                  <a:pt x="326015" y="51010"/>
                </a:lnTo>
                <a:lnTo>
                  <a:pt x="326438" y="51128"/>
                </a:lnTo>
                <a:lnTo>
                  <a:pt x="326856" y="51256"/>
                </a:lnTo>
                <a:lnTo>
                  <a:pt x="327269" y="51393"/>
                </a:lnTo>
                <a:lnTo>
                  <a:pt x="327676" y="51540"/>
                </a:lnTo>
                <a:lnTo>
                  <a:pt x="328079" y="51696"/>
                </a:lnTo>
                <a:lnTo>
                  <a:pt x="328476" y="51862"/>
                </a:lnTo>
                <a:lnTo>
                  <a:pt x="328867" y="52037"/>
                </a:lnTo>
                <a:lnTo>
                  <a:pt x="329254" y="52222"/>
                </a:lnTo>
                <a:lnTo>
                  <a:pt x="329635" y="52416"/>
                </a:lnTo>
                <a:lnTo>
                  <a:pt x="330011" y="52620"/>
                </a:lnTo>
                <a:lnTo>
                  <a:pt x="330382" y="52833"/>
                </a:lnTo>
                <a:lnTo>
                  <a:pt x="330747" y="53055"/>
                </a:lnTo>
                <a:lnTo>
                  <a:pt x="331103" y="53290"/>
                </a:lnTo>
                <a:lnTo>
                  <a:pt x="331443" y="53539"/>
                </a:lnTo>
                <a:lnTo>
                  <a:pt x="331768" y="53804"/>
                </a:lnTo>
                <a:lnTo>
                  <a:pt x="332078" y="54083"/>
                </a:lnTo>
                <a:lnTo>
                  <a:pt x="332373" y="54378"/>
                </a:lnTo>
                <a:lnTo>
                  <a:pt x="332652" y="54688"/>
                </a:lnTo>
                <a:lnTo>
                  <a:pt x="332917" y="55012"/>
                </a:lnTo>
                <a:lnTo>
                  <a:pt x="333167" y="55352"/>
                </a:lnTo>
                <a:lnTo>
                  <a:pt x="333401" y="55707"/>
                </a:lnTo>
                <a:lnTo>
                  <a:pt x="333620" y="56076"/>
                </a:lnTo>
                <a:lnTo>
                  <a:pt x="333824" y="56461"/>
                </a:lnTo>
                <a:lnTo>
                  <a:pt x="334013" y="56861"/>
                </a:lnTo>
                <a:lnTo>
                  <a:pt x="334187" y="57276"/>
                </a:lnTo>
                <a:lnTo>
                  <a:pt x="334346" y="57706"/>
                </a:lnTo>
                <a:lnTo>
                  <a:pt x="334489" y="58150"/>
                </a:lnTo>
                <a:lnTo>
                  <a:pt x="334618" y="58610"/>
                </a:lnTo>
                <a:lnTo>
                  <a:pt x="334731" y="59085"/>
                </a:lnTo>
                <a:lnTo>
                  <a:pt x="334830" y="59575"/>
                </a:lnTo>
                <a:lnTo>
                  <a:pt x="334913" y="60080"/>
                </a:lnTo>
                <a:lnTo>
                  <a:pt x="334981" y="60600"/>
                </a:lnTo>
                <a:lnTo>
                  <a:pt x="335034" y="61135"/>
                </a:lnTo>
                <a:lnTo>
                  <a:pt x="335072" y="61685"/>
                </a:lnTo>
                <a:lnTo>
                  <a:pt x="335094" y="62250"/>
                </a:lnTo>
                <a:lnTo>
                  <a:pt x="335102" y="62830"/>
                </a:lnTo>
                <a:lnTo>
                  <a:pt x="357653" y="62830"/>
                </a:lnTo>
                <a:lnTo>
                  <a:pt x="357648" y="62140"/>
                </a:lnTo>
                <a:lnTo>
                  <a:pt x="357631" y="61459"/>
                </a:lnTo>
                <a:lnTo>
                  <a:pt x="357603" y="60788"/>
                </a:lnTo>
                <a:lnTo>
                  <a:pt x="357564" y="60127"/>
                </a:lnTo>
                <a:lnTo>
                  <a:pt x="357514" y="59476"/>
                </a:lnTo>
                <a:lnTo>
                  <a:pt x="357453" y="58834"/>
                </a:lnTo>
                <a:lnTo>
                  <a:pt x="357380" y="58201"/>
                </a:lnTo>
                <a:lnTo>
                  <a:pt x="357297" y="57579"/>
                </a:lnTo>
                <a:lnTo>
                  <a:pt x="357202" y="56966"/>
                </a:lnTo>
                <a:lnTo>
                  <a:pt x="357096" y="56363"/>
                </a:lnTo>
                <a:lnTo>
                  <a:pt x="356979" y="55769"/>
                </a:lnTo>
                <a:lnTo>
                  <a:pt x="356851" y="55185"/>
                </a:lnTo>
                <a:lnTo>
                  <a:pt x="356712" y="54611"/>
                </a:lnTo>
                <a:lnTo>
                  <a:pt x="356561" y="54046"/>
                </a:lnTo>
                <a:lnTo>
                  <a:pt x="356400" y="53491"/>
                </a:lnTo>
                <a:lnTo>
                  <a:pt x="356227" y="52946"/>
                </a:lnTo>
                <a:lnTo>
                  <a:pt x="356043" y="52410"/>
                </a:lnTo>
                <a:lnTo>
                  <a:pt x="355848" y="51884"/>
                </a:lnTo>
                <a:lnTo>
                  <a:pt x="355642" y="51367"/>
                </a:lnTo>
                <a:lnTo>
                  <a:pt x="355425" y="50861"/>
                </a:lnTo>
                <a:lnTo>
                  <a:pt x="355197" y="50363"/>
                </a:lnTo>
                <a:lnTo>
                  <a:pt x="354957" y="49876"/>
                </a:lnTo>
                <a:lnTo>
                  <a:pt x="354706" y="49398"/>
                </a:lnTo>
                <a:lnTo>
                  <a:pt x="354445" y="48930"/>
                </a:lnTo>
                <a:lnTo>
                  <a:pt x="354174" y="48470"/>
                </a:lnTo>
                <a:lnTo>
                  <a:pt x="353895" y="48019"/>
                </a:lnTo>
                <a:lnTo>
                  <a:pt x="353610" y="47575"/>
                </a:lnTo>
                <a:lnTo>
                  <a:pt x="353317" y="47140"/>
                </a:lnTo>
                <a:lnTo>
                  <a:pt x="353016" y="46712"/>
                </a:lnTo>
                <a:lnTo>
                  <a:pt x="352709" y="46292"/>
                </a:lnTo>
                <a:lnTo>
                  <a:pt x="352394" y="45880"/>
                </a:lnTo>
                <a:lnTo>
                  <a:pt x="352071" y="45475"/>
                </a:lnTo>
                <a:lnTo>
                  <a:pt x="351742" y="45079"/>
                </a:lnTo>
                <a:lnTo>
                  <a:pt x="351405" y="44691"/>
                </a:lnTo>
                <a:lnTo>
                  <a:pt x="351061" y="44310"/>
                </a:lnTo>
                <a:lnTo>
                  <a:pt x="350709" y="43937"/>
                </a:lnTo>
                <a:lnTo>
                  <a:pt x="350350" y="43573"/>
                </a:lnTo>
                <a:lnTo>
                  <a:pt x="349984" y="43216"/>
                </a:lnTo>
                <a:lnTo>
                  <a:pt x="349610" y="42867"/>
                </a:lnTo>
                <a:lnTo>
                  <a:pt x="349229" y="42526"/>
                </a:lnTo>
                <a:lnTo>
                  <a:pt x="348841" y="42192"/>
                </a:lnTo>
                <a:lnTo>
                  <a:pt x="348446" y="41867"/>
                </a:lnTo>
                <a:lnTo>
                  <a:pt x="348043" y="41550"/>
                </a:lnTo>
                <a:lnTo>
                  <a:pt x="347633" y="41240"/>
                </a:lnTo>
                <a:lnTo>
                  <a:pt x="347215" y="40938"/>
                </a:lnTo>
                <a:lnTo>
                  <a:pt x="346791" y="40645"/>
                </a:lnTo>
                <a:lnTo>
                  <a:pt x="346359" y="40359"/>
                </a:lnTo>
                <a:lnTo>
                  <a:pt x="345919" y="40081"/>
                </a:lnTo>
                <a:lnTo>
                  <a:pt x="345474" y="39810"/>
                </a:lnTo>
                <a:lnTo>
                  <a:pt x="345024" y="39545"/>
                </a:lnTo>
                <a:lnTo>
                  <a:pt x="344570" y="39288"/>
                </a:lnTo>
                <a:lnTo>
                  <a:pt x="344111" y="39036"/>
                </a:lnTo>
                <a:lnTo>
                  <a:pt x="343648" y="38792"/>
                </a:lnTo>
                <a:lnTo>
                  <a:pt x="343180" y="38554"/>
                </a:lnTo>
                <a:lnTo>
                  <a:pt x="342708" y="38322"/>
                </a:lnTo>
                <a:lnTo>
                  <a:pt x="342232" y="38098"/>
                </a:lnTo>
                <a:lnTo>
                  <a:pt x="341751" y="37880"/>
                </a:lnTo>
                <a:lnTo>
                  <a:pt x="341265" y="37668"/>
                </a:lnTo>
                <a:lnTo>
                  <a:pt x="340776" y="37463"/>
                </a:lnTo>
                <a:lnTo>
                  <a:pt x="340281" y="37265"/>
                </a:lnTo>
                <a:lnTo>
                  <a:pt x="339782" y="37073"/>
                </a:lnTo>
                <a:lnTo>
                  <a:pt x="339279" y="36888"/>
                </a:lnTo>
                <a:lnTo>
                  <a:pt x="338772" y="36709"/>
                </a:lnTo>
                <a:lnTo>
                  <a:pt x="338259" y="36537"/>
                </a:lnTo>
                <a:lnTo>
                  <a:pt x="337743" y="36372"/>
                </a:lnTo>
                <a:lnTo>
                  <a:pt x="337222" y="36213"/>
                </a:lnTo>
                <a:lnTo>
                  <a:pt x="336696" y="36061"/>
                </a:lnTo>
                <a:lnTo>
                  <a:pt x="336166" y="35916"/>
                </a:lnTo>
                <a:lnTo>
                  <a:pt x="335632" y="35777"/>
                </a:lnTo>
                <a:lnTo>
                  <a:pt x="335093" y="35644"/>
                </a:lnTo>
                <a:lnTo>
                  <a:pt x="334550" y="35519"/>
                </a:lnTo>
                <a:lnTo>
                  <a:pt x="334002" y="35400"/>
                </a:lnTo>
                <a:lnTo>
                  <a:pt x="333451" y="35286"/>
                </a:lnTo>
                <a:lnTo>
                  <a:pt x="332900" y="35178"/>
                </a:lnTo>
                <a:lnTo>
                  <a:pt x="332347" y="35074"/>
                </a:lnTo>
                <a:lnTo>
                  <a:pt x="331794" y="34975"/>
                </a:lnTo>
                <a:lnTo>
                  <a:pt x="331240" y="34881"/>
                </a:lnTo>
                <a:lnTo>
                  <a:pt x="330684" y="34792"/>
                </a:lnTo>
                <a:lnTo>
                  <a:pt x="330128" y="34707"/>
                </a:lnTo>
                <a:lnTo>
                  <a:pt x="329571" y="34628"/>
                </a:lnTo>
                <a:lnTo>
                  <a:pt x="329013" y="34553"/>
                </a:lnTo>
                <a:lnTo>
                  <a:pt x="328454" y="34483"/>
                </a:lnTo>
                <a:lnTo>
                  <a:pt x="327894" y="34418"/>
                </a:lnTo>
                <a:lnTo>
                  <a:pt x="327333" y="34358"/>
                </a:lnTo>
                <a:lnTo>
                  <a:pt x="326771" y="34302"/>
                </a:lnTo>
                <a:lnTo>
                  <a:pt x="326208" y="34252"/>
                </a:lnTo>
                <a:lnTo>
                  <a:pt x="325644" y="34206"/>
                </a:lnTo>
                <a:lnTo>
                  <a:pt x="325079" y="34165"/>
                </a:lnTo>
                <a:lnTo>
                  <a:pt x="324513" y="34128"/>
                </a:lnTo>
                <a:lnTo>
                  <a:pt x="323946" y="34097"/>
                </a:lnTo>
                <a:lnTo>
                  <a:pt x="323379" y="34071"/>
                </a:lnTo>
                <a:lnTo>
                  <a:pt x="322810" y="34049"/>
                </a:lnTo>
                <a:lnTo>
                  <a:pt x="322241" y="34032"/>
                </a:lnTo>
                <a:lnTo>
                  <a:pt x="321670" y="34020"/>
                </a:lnTo>
                <a:lnTo>
                  <a:pt x="321098" y="34013"/>
                </a:lnTo>
                <a:lnTo>
                  <a:pt x="320526" y="34010"/>
                </a:lnTo>
                <a:lnTo>
                  <a:pt x="319938" y="34013"/>
                </a:lnTo>
                <a:lnTo>
                  <a:pt x="319352" y="34020"/>
                </a:lnTo>
                <a:lnTo>
                  <a:pt x="318766" y="34032"/>
                </a:lnTo>
                <a:lnTo>
                  <a:pt x="318182" y="34049"/>
                </a:lnTo>
                <a:lnTo>
                  <a:pt x="317599" y="34071"/>
                </a:lnTo>
                <a:lnTo>
                  <a:pt x="317017" y="34097"/>
                </a:lnTo>
                <a:lnTo>
                  <a:pt x="316436" y="34129"/>
                </a:lnTo>
                <a:lnTo>
                  <a:pt x="315856" y="34165"/>
                </a:lnTo>
                <a:lnTo>
                  <a:pt x="315277" y="34206"/>
                </a:lnTo>
                <a:lnTo>
                  <a:pt x="314699" y="34252"/>
                </a:lnTo>
                <a:lnTo>
                  <a:pt x="314123" y="34303"/>
                </a:lnTo>
                <a:lnTo>
                  <a:pt x="313547" y="34358"/>
                </a:lnTo>
                <a:lnTo>
                  <a:pt x="312973" y="34419"/>
                </a:lnTo>
                <a:lnTo>
                  <a:pt x="312400" y="34484"/>
                </a:lnTo>
                <a:lnTo>
                  <a:pt x="311828" y="34554"/>
                </a:lnTo>
                <a:lnTo>
                  <a:pt x="311257" y="34629"/>
                </a:lnTo>
                <a:lnTo>
                  <a:pt x="310687" y="34709"/>
                </a:lnTo>
                <a:lnTo>
                  <a:pt x="310118" y="34793"/>
                </a:lnTo>
                <a:lnTo>
                  <a:pt x="309551" y="34883"/>
                </a:lnTo>
                <a:lnTo>
                  <a:pt x="308984" y="34977"/>
                </a:lnTo>
                <a:lnTo>
                  <a:pt x="308419" y="35076"/>
                </a:lnTo>
                <a:lnTo>
                  <a:pt x="307855" y="35180"/>
                </a:lnTo>
                <a:lnTo>
                  <a:pt x="307291" y="35289"/>
                </a:lnTo>
                <a:lnTo>
                  <a:pt x="306729" y="35403"/>
                </a:lnTo>
                <a:lnTo>
                  <a:pt x="306170" y="35521"/>
                </a:lnTo>
                <a:lnTo>
                  <a:pt x="305616" y="35645"/>
                </a:lnTo>
                <a:lnTo>
                  <a:pt x="305066" y="35775"/>
                </a:lnTo>
                <a:lnTo>
                  <a:pt x="304522" y="35911"/>
                </a:lnTo>
                <a:lnTo>
                  <a:pt x="303982" y="36052"/>
                </a:lnTo>
                <a:lnTo>
                  <a:pt x="303446" y="36199"/>
                </a:lnTo>
                <a:lnTo>
                  <a:pt x="302916" y="36351"/>
                </a:lnTo>
                <a:lnTo>
                  <a:pt x="302390" y="36509"/>
                </a:lnTo>
                <a:lnTo>
                  <a:pt x="301869" y="36673"/>
                </a:lnTo>
                <a:lnTo>
                  <a:pt x="301353" y="36842"/>
                </a:lnTo>
                <a:lnTo>
                  <a:pt x="300842" y="37017"/>
                </a:lnTo>
                <a:lnTo>
                  <a:pt x="300335" y="37197"/>
                </a:lnTo>
                <a:lnTo>
                  <a:pt x="299833" y="37383"/>
                </a:lnTo>
                <a:lnTo>
                  <a:pt x="299336" y="37575"/>
                </a:lnTo>
                <a:lnTo>
                  <a:pt x="298844" y="37773"/>
                </a:lnTo>
                <a:lnTo>
                  <a:pt x="298357" y="37976"/>
                </a:lnTo>
                <a:lnTo>
                  <a:pt x="297874" y="38184"/>
                </a:lnTo>
                <a:lnTo>
                  <a:pt x="297396" y="38399"/>
                </a:lnTo>
                <a:lnTo>
                  <a:pt x="296923" y="38619"/>
                </a:lnTo>
                <a:lnTo>
                  <a:pt x="296454" y="38844"/>
                </a:lnTo>
                <a:lnTo>
                  <a:pt x="295991" y="39075"/>
                </a:lnTo>
                <a:lnTo>
                  <a:pt x="295532" y="39312"/>
                </a:lnTo>
                <a:lnTo>
                  <a:pt x="295078" y="39555"/>
                </a:lnTo>
                <a:lnTo>
                  <a:pt x="294629" y="39803"/>
                </a:lnTo>
                <a:lnTo>
                  <a:pt x="294185" y="40057"/>
                </a:lnTo>
                <a:lnTo>
                  <a:pt x="293750" y="40318"/>
                </a:lnTo>
                <a:lnTo>
                  <a:pt x="293322" y="40585"/>
                </a:lnTo>
                <a:lnTo>
                  <a:pt x="292901" y="40859"/>
                </a:lnTo>
                <a:lnTo>
                  <a:pt x="292488" y="41140"/>
                </a:lnTo>
                <a:lnTo>
                  <a:pt x="292082" y="41427"/>
                </a:lnTo>
                <a:lnTo>
                  <a:pt x="291684" y="41721"/>
                </a:lnTo>
                <a:lnTo>
                  <a:pt x="291293" y="42021"/>
                </a:lnTo>
                <a:lnTo>
                  <a:pt x="290909" y="42328"/>
                </a:lnTo>
                <a:lnTo>
                  <a:pt x="290534" y="42642"/>
                </a:lnTo>
                <a:lnTo>
                  <a:pt x="290165" y="42962"/>
                </a:lnTo>
                <a:lnTo>
                  <a:pt x="289804" y="43289"/>
                </a:lnTo>
                <a:lnTo>
                  <a:pt x="289451" y="43623"/>
                </a:lnTo>
                <a:lnTo>
                  <a:pt x="289105" y="43963"/>
                </a:lnTo>
                <a:lnTo>
                  <a:pt x="288767" y="44309"/>
                </a:lnTo>
                <a:lnTo>
                  <a:pt x="288436" y="44663"/>
                </a:lnTo>
                <a:lnTo>
                  <a:pt x="288112" y="45023"/>
                </a:lnTo>
                <a:lnTo>
                  <a:pt x="287796" y="45389"/>
                </a:lnTo>
                <a:lnTo>
                  <a:pt x="287488" y="45762"/>
                </a:lnTo>
                <a:lnTo>
                  <a:pt x="287187" y="46142"/>
                </a:lnTo>
                <a:lnTo>
                  <a:pt x="286893" y="46528"/>
                </a:lnTo>
                <a:lnTo>
                  <a:pt x="286607" y="46921"/>
                </a:lnTo>
                <a:lnTo>
                  <a:pt x="286328" y="47321"/>
                </a:lnTo>
                <a:lnTo>
                  <a:pt x="286057" y="47727"/>
                </a:lnTo>
                <a:lnTo>
                  <a:pt x="285796" y="48140"/>
                </a:lnTo>
                <a:lnTo>
                  <a:pt x="285545" y="48560"/>
                </a:lnTo>
                <a:lnTo>
                  <a:pt x="285305" y="48988"/>
                </a:lnTo>
                <a:lnTo>
                  <a:pt x="285077" y="49423"/>
                </a:lnTo>
                <a:lnTo>
                  <a:pt x="284860" y="49865"/>
                </a:lnTo>
                <a:lnTo>
                  <a:pt x="284654" y="50315"/>
                </a:lnTo>
                <a:lnTo>
                  <a:pt x="284459" y="50773"/>
                </a:lnTo>
                <a:lnTo>
                  <a:pt x="284275" y="51237"/>
                </a:lnTo>
                <a:lnTo>
                  <a:pt x="284102" y="51709"/>
                </a:lnTo>
                <a:lnTo>
                  <a:pt x="283941" y="52189"/>
                </a:lnTo>
                <a:lnTo>
                  <a:pt x="283790" y="52676"/>
                </a:lnTo>
                <a:lnTo>
                  <a:pt x="283651" y="53170"/>
                </a:lnTo>
                <a:lnTo>
                  <a:pt x="283523" y="53672"/>
                </a:lnTo>
                <a:lnTo>
                  <a:pt x="283406" y="54181"/>
                </a:lnTo>
                <a:lnTo>
                  <a:pt x="283300" y="54698"/>
                </a:lnTo>
                <a:lnTo>
                  <a:pt x="283205" y="55222"/>
                </a:lnTo>
                <a:lnTo>
                  <a:pt x="283122" y="55754"/>
                </a:lnTo>
                <a:lnTo>
                  <a:pt x="283049" y="56292"/>
                </a:lnTo>
                <a:lnTo>
                  <a:pt x="282988" y="56839"/>
                </a:lnTo>
                <a:lnTo>
                  <a:pt x="282938" y="57392"/>
                </a:lnTo>
                <a:lnTo>
                  <a:pt x="282899" y="57954"/>
                </a:lnTo>
                <a:lnTo>
                  <a:pt x="282871" y="58522"/>
                </a:lnTo>
                <a:lnTo>
                  <a:pt x="282854" y="59098"/>
                </a:lnTo>
                <a:lnTo>
                  <a:pt x="282849" y="59681"/>
                </a:lnTo>
                <a:lnTo>
                  <a:pt x="282856" y="60424"/>
                </a:lnTo>
                <a:lnTo>
                  <a:pt x="282878" y="61155"/>
                </a:lnTo>
                <a:lnTo>
                  <a:pt x="282915" y="61874"/>
                </a:lnTo>
                <a:lnTo>
                  <a:pt x="282966" y="62581"/>
                </a:lnTo>
                <a:lnTo>
                  <a:pt x="283032" y="63276"/>
                </a:lnTo>
                <a:lnTo>
                  <a:pt x="283112" y="63959"/>
                </a:lnTo>
                <a:lnTo>
                  <a:pt x="283208" y="64630"/>
                </a:lnTo>
                <a:lnTo>
                  <a:pt x="283317" y="65288"/>
                </a:lnTo>
                <a:lnTo>
                  <a:pt x="283442" y="65935"/>
                </a:lnTo>
                <a:lnTo>
                  <a:pt x="283581" y="66569"/>
                </a:lnTo>
                <a:lnTo>
                  <a:pt x="283735" y="67192"/>
                </a:lnTo>
                <a:lnTo>
                  <a:pt x="283903" y="67802"/>
                </a:lnTo>
                <a:lnTo>
                  <a:pt x="284086" y="68400"/>
                </a:lnTo>
                <a:lnTo>
                  <a:pt x="284284" y="68987"/>
                </a:lnTo>
                <a:lnTo>
                  <a:pt x="284496" y="69561"/>
                </a:lnTo>
                <a:lnTo>
                  <a:pt x="284723" y="70123"/>
                </a:lnTo>
                <a:lnTo>
                  <a:pt x="284965" y="70673"/>
                </a:lnTo>
                <a:lnTo>
                  <a:pt x="285221" y="71211"/>
                </a:lnTo>
                <a:lnTo>
                  <a:pt x="285492" y="71737"/>
                </a:lnTo>
                <a:lnTo>
                  <a:pt x="285777" y="72251"/>
                </a:lnTo>
                <a:lnTo>
                  <a:pt x="286077" y="72753"/>
                </a:lnTo>
                <a:lnTo>
                  <a:pt x="286392" y="73242"/>
                </a:lnTo>
                <a:lnTo>
                  <a:pt x="286722" y="73720"/>
                </a:lnTo>
                <a:lnTo>
                  <a:pt x="287066" y="74186"/>
                </a:lnTo>
                <a:lnTo>
                  <a:pt x="287423" y="74641"/>
                </a:lnTo>
                <a:lnTo>
                  <a:pt x="287791" y="75089"/>
                </a:lnTo>
                <a:lnTo>
                  <a:pt x="288171" y="75529"/>
                </a:lnTo>
                <a:lnTo>
                  <a:pt x="288562" y="75961"/>
                </a:lnTo>
                <a:lnTo>
                  <a:pt x="288964" y="76386"/>
                </a:lnTo>
                <a:lnTo>
                  <a:pt x="289378" y="76802"/>
                </a:lnTo>
                <a:lnTo>
                  <a:pt x="289802" y="77212"/>
                </a:lnTo>
                <a:lnTo>
                  <a:pt x="290239" y="77613"/>
                </a:lnTo>
                <a:lnTo>
                  <a:pt x="290686" y="78007"/>
                </a:lnTo>
                <a:lnTo>
                  <a:pt x="291145" y="78393"/>
                </a:lnTo>
                <a:lnTo>
                  <a:pt x="291615" y="78771"/>
                </a:lnTo>
                <a:lnTo>
                  <a:pt x="292096" y="79142"/>
                </a:lnTo>
                <a:lnTo>
                  <a:pt x="292589" y="79504"/>
                </a:lnTo>
                <a:lnTo>
                  <a:pt x="293093" y="79859"/>
                </a:lnTo>
                <a:lnTo>
                  <a:pt x="293608" y="80207"/>
                </a:lnTo>
                <a:lnTo>
                  <a:pt x="294135" y="80547"/>
                </a:lnTo>
                <a:lnTo>
                  <a:pt x="294672" y="80879"/>
                </a:lnTo>
                <a:lnTo>
                  <a:pt x="295222" y="81203"/>
                </a:lnTo>
                <a:lnTo>
                  <a:pt x="295782" y="81519"/>
                </a:lnTo>
                <a:lnTo>
                  <a:pt x="296354" y="81828"/>
                </a:lnTo>
                <a:lnTo>
                  <a:pt x="296937" y="82129"/>
                </a:lnTo>
                <a:lnTo>
                  <a:pt x="297531" y="82422"/>
                </a:lnTo>
                <a:lnTo>
                  <a:pt x="298137" y="82708"/>
                </a:lnTo>
                <a:lnTo>
                  <a:pt x="298754" y="82986"/>
                </a:lnTo>
                <a:lnTo>
                  <a:pt x="299380" y="83258"/>
                </a:lnTo>
                <a:lnTo>
                  <a:pt x="300013" y="83527"/>
                </a:lnTo>
                <a:lnTo>
                  <a:pt x="300654" y="83793"/>
                </a:lnTo>
                <a:lnTo>
                  <a:pt x="301302" y="84055"/>
                </a:lnTo>
                <a:lnTo>
                  <a:pt x="301956" y="84314"/>
                </a:lnTo>
                <a:lnTo>
                  <a:pt x="302618" y="84570"/>
                </a:lnTo>
                <a:lnTo>
                  <a:pt x="303288" y="84822"/>
                </a:lnTo>
                <a:lnTo>
                  <a:pt x="303964" y="85071"/>
                </a:lnTo>
                <a:lnTo>
                  <a:pt x="304647" y="85316"/>
                </a:lnTo>
                <a:lnTo>
                  <a:pt x="305338" y="85558"/>
                </a:lnTo>
                <a:lnTo>
                  <a:pt x="306036" y="85797"/>
                </a:lnTo>
                <a:lnTo>
                  <a:pt x="306741" y="86032"/>
                </a:lnTo>
                <a:lnTo>
                  <a:pt x="307453" y="86264"/>
                </a:lnTo>
                <a:lnTo>
                  <a:pt x="308172" y="86492"/>
                </a:lnTo>
                <a:lnTo>
                  <a:pt x="308899" y="86718"/>
                </a:lnTo>
                <a:lnTo>
                  <a:pt x="309632" y="86939"/>
                </a:lnTo>
                <a:lnTo>
                  <a:pt x="310373" y="87158"/>
                </a:lnTo>
                <a:lnTo>
                  <a:pt x="311121" y="87373"/>
                </a:lnTo>
                <a:lnTo>
                  <a:pt x="311876" y="87585"/>
                </a:lnTo>
                <a:lnTo>
                  <a:pt x="312638" y="87793"/>
                </a:lnTo>
                <a:lnTo>
                  <a:pt x="313408" y="87998"/>
                </a:lnTo>
                <a:lnTo>
                  <a:pt x="314184" y="88199"/>
                </a:lnTo>
                <a:lnTo>
                  <a:pt x="314968" y="88398"/>
                </a:lnTo>
                <a:lnTo>
                  <a:pt x="315759" y="88592"/>
                </a:lnTo>
                <a:lnTo>
                  <a:pt x="316694" y="88808"/>
                </a:lnTo>
                <a:lnTo>
                  <a:pt x="317606" y="89024"/>
                </a:lnTo>
                <a:lnTo>
                  <a:pt x="318494" y="89240"/>
                </a:lnTo>
                <a:lnTo>
                  <a:pt x="319358" y="89455"/>
                </a:lnTo>
                <a:lnTo>
                  <a:pt x="320199" y="89670"/>
                </a:lnTo>
                <a:lnTo>
                  <a:pt x="321016" y="89884"/>
                </a:lnTo>
                <a:lnTo>
                  <a:pt x="321809" y="90099"/>
                </a:lnTo>
                <a:lnTo>
                  <a:pt x="322578" y="90312"/>
                </a:lnTo>
                <a:lnTo>
                  <a:pt x="323324" y="90526"/>
                </a:lnTo>
                <a:lnTo>
                  <a:pt x="324046" y="90739"/>
                </a:lnTo>
                <a:lnTo>
                  <a:pt x="324744" y="90952"/>
                </a:lnTo>
                <a:lnTo>
                  <a:pt x="325419" y="91165"/>
                </a:lnTo>
                <a:lnTo>
                  <a:pt x="326070" y="91377"/>
                </a:lnTo>
                <a:lnTo>
                  <a:pt x="326697" y="91589"/>
                </a:lnTo>
                <a:lnTo>
                  <a:pt x="327300" y="91801"/>
                </a:lnTo>
                <a:lnTo>
                  <a:pt x="327880" y="92012"/>
                </a:lnTo>
                <a:lnTo>
                  <a:pt x="328436" y="92223"/>
                </a:lnTo>
                <a:lnTo>
                  <a:pt x="328968" y="92434"/>
                </a:lnTo>
                <a:lnTo>
                  <a:pt x="329477" y="92644"/>
                </a:lnTo>
                <a:lnTo>
                  <a:pt x="329962" y="92854"/>
                </a:lnTo>
                <a:lnTo>
                  <a:pt x="330423" y="93064"/>
                </a:lnTo>
                <a:lnTo>
                  <a:pt x="330860" y="93274"/>
                </a:lnTo>
                <a:lnTo>
                  <a:pt x="331274" y="93483"/>
                </a:lnTo>
                <a:lnTo>
                  <a:pt x="331664" y="93692"/>
                </a:lnTo>
                <a:lnTo>
                  <a:pt x="332034" y="93905"/>
                </a:lnTo>
                <a:lnTo>
                  <a:pt x="332389" y="94126"/>
                </a:lnTo>
                <a:lnTo>
                  <a:pt x="332728" y="94357"/>
                </a:lnTo>
                <a:lnTo>
                  <a:pt x="333051" y="94597"/>
                </a:lnTo>
                <a:lnTo>
                  <a:pt x="333358" y="94846"/>
                </a:lnTo>
                <a:lnTo>
                  <a:pt x="333649" y="95104"/>
                </a:lnTo>
                <a:lnTo>
                  <a:pt x="333925" y="95371"/>
                </a:lnTo>
                <a:lnTo>
                  <a:pt x="334185" y="95647"/>
                </a:lnTo>
                <a:lnTo>
                  <a:pt x="334429" y="95932"/>
                </a:lnTo>
                <a:lnTo>
                  <a:pt x="334658" y="96226"/>
                </a:lnTo>
                <a:lnTo>
                  <a:pt x="334870" y="96529"/>
                </a:lnTo>
                <a:lnTo>
                  <a:pt x="335067" y="96841"/>
                </a:lnTo>
                <a:lnTo>
                  <a:pt x="335249" y="97162"/>
                </a:lnTo>
                <a:lnTo>
                  <a:pt x="335414" y="97493"/>
                </a:lnTo>
                <a:lnTo>
                  <a:pt x="335564" y="97832"/>
                </a:lnTo>
                <a:lnTo>
                  <a:pt x="335698" y="98180"/>
                </a:lnTo>
                <a:lnTo>
                  <a:pt x="335816" y="98537"/>
                </a:lnTo>
                <a:lnTo>
                  <a:pt x="335918" y="98903"/>
                </a:lnTo>
                <a:lnTo>
                  <a:pt x="336005" y="99278"/>
                </a:lnTo>
                <a:lnTo>
                  <a:pt x="336076" y="99662"/>
                </a:lnTo>
                <a:lnTo>
                  <a:pt x="336131" y="100055"/>
                </a:lnTo>
                <a:lnTo>
                  <a:pt x="336170" y="100458"/>
                </a:lnTo>
                <a:lnTo>
                  <a:pt x="336194" y="100869"/>
                </a:lnTo>
                <a:lnTo>
                  <a:pt x="336202" y="101289"/>
                </a:lnTo>
                <a:lnTo>
                  <a:pt x="336195" y="101739"/>
                </a:lnTo>
                <a:lnTo>
                  <a:pt x="336175" y="102179"/>
                </a:lnTo>
                <a:lnTo>
                  <a:pt x="336142" y="102607"/>
                </a:lnTo>
                <a:lnTo>
                  <a:pt x="336095" y="103025"/>
                </a:lnTo>
                <a:lnTo>
                  <a:pt x="336035" y="103432"/>
                </a:lnTo>
                <a:lnTo>
                  <a:pt x="335961" y="103827"/>
                </a:lnTo>
                <a:lnTo>
                  <a:pt x="335874" y="104212"/>
                </a:lnTo>
                <a:lnTo>
                  <a:pt x="335774" y="104586"/>
                </a:lnTo>
                <a:lnTo>
                  <a:pt x="335660" y="104948"/>
                </a:lnTo>
                <a:lnTo>
                  <a:pt x="335533" y="105300"/>
                </a:lnTo>
                <a:lnTo>
                  <a:pt x="335393" y="105641"/>
                </a:lnTo>
                <a:lnTo>
                  <a:pt x="335239" y="105971"/>
                </a:lnTo>
                <a:lnTo>
                  <a:pt x="335072" y="106289"/>
                </a:lnTo>
                <a:lnTo>
                  <a:pt x="334892" y="106597"/>
                </a:lnTo>
                <a:lnTo>
                  <a:pt x="334698" y="106894"/>
                </a:lnTo>
                <a:lnTo>
                  <a:pt x="334491" y="107180"/>
                </a:lnTo>
                <a:lnTo>
                  <a:pt x="334270" y="107455"/>
                </a:lnTo>
                <a:lnTo>
                  <a:pt x="334036" y="107719"/>
                </a:lnTo>
                <a:lnTo>
                  <a:pt x="333789" y="107972"/>
                </a:lnTo>
                <a:lnTo>
                  <a:pt x="333528" y="108214"/>
                </a:lnTo>
                <a:lnTo>
                  <a:pt x="333254" y="108445"/>
                </a:lnTo>
                <a:lnTo>
                  <a:pt x="332967" y="108665"/>
                </a:lnTo>
                <a:lnTo>
                  <a:pt x="332666" y="108874"/>
                </a:lnTo>
                <a:lnTo>
                  <a:pt x="332352" y="109072"/>
                </a:lnTo>
                <a:lnTo>
                  <a:pt x="332025" y="109261"/>
                </a:lnTo>
                <a:lnTo>
                  <a:pt x="331688" y="109441"/>
                </a:lnTo>
                <a:lnTo>
                  <a:pt x="331340" y="109614"/>
                </a:lnTo>
                <a:lnTo>
                  <a:pt x="330982" y="109778"/>
                </a:lnTo>
                <a:lnTo>
                  <a:pt x="330612" y="109934"/>
                </a:lnTo>
                <a:lnTo>
                  <a:pt x="330232" y="110083"/>
                </a:lnTo>
                <a:lnTo>
                  <a:pt x="329841" y="110223"/>
                </a:lnTo>
                <a:lnTo>
                  <a:pt x="329439" y="110355"/>
                </a:lnTo>
                <a:lnTo>
                  <a:pt x="329026" y="110479"/>
                </a:lnTo>
                <a:lnTo>
                  <a:pt x="328602" y="110596"/>
                </a:lnTo>
                <a:lnTo>
                  <a:pt x="328168" y="110704"/>
                </a:lnTo>
                <a:lnTo>
                  <a:pt x="327722" y="110804"/>
                </a:lnTo>
                <a:lnTo>
                  <a:pt x="327266" y="110896"/>
                </a:lnTo>
                <a:lnTo>
                  <a:pt x="326799" y="110981"/>
                </a:lnTo>
                <a:lnTo>
                  <a:pt x="326321" y="111057"/>
                </a:lnTo>
                <a:lnTo>
                  <a:pt x="325833" y="111125"/>
                </a:lnTo>
                <a:lnTo>
                  <a:pt x="325333" y="111185"/>
                </a:lnTo>
                <a:lnTo>
                  <a:pt x="324823" y="111237"/>
                </a:lnTo>
                <a:lnTo>
                  <a:pt x="324302" y="111281"/>
                </a:lnTo>
                <a:lnTo>
                  <a:pt x="323770" y="111317"/>
                </a:lnTo>
                <a:lnTo>
                  <a:pt x="323227" y="111345"/>
                </a:lnTo>
                <a:lnTo>
                  <a:pt x="322674" y="111365"/>
                </a:lnTo>
                <a:lnTo>
                  <a:pt x="322110" y="111377"/>
                </a:lnTo>
                <a:lnTo>
                  <a:pt x="321534" y="111381"/>
                </a:lnTo>
                <a:lnTo>
                  <a:pt x="320949" y="111376"/>
                </a:lnTo>
                <a:lnTo>
                  <a:pt x="320370" y="111361"/>
                </a:lnTo>
                <a:lnTo>
                  <a:pt x="319798" y="111334"/>
                </a:lnTo>
                <a:lnTo>
                  <a:pt x="319231" y="111298"/>
                </a:lnTo>
                <a:lnTo>
                  <a:pt x="318671" y="111251"/>
                </a:lnTo>
                <a:lnTo>
                  <a:pt x="318117" y="111194"/>
                </a:lnTo>
                <a:lnTo>
                  <a:pt x="317569" y="111126"/>
                </a:lnTo>
                <a:lnTo>
                  <a:pt x="317027" y="111048"/>
                </a:lnTo>
                <a:lnTo>
                  <a:pt x="316492" y="110959"/>
                </a:lnTo>
                <a:lnTo>
                  <a:pt x="315962" y="110860"/>
                </a:lnTo>
                <a:lnTo>
                  <a:pt x="315439" y="110750"/>
                </a:lnTo>
                <a:lnTo>
                  <a:pt x="314923" y="110630"/>
                </a:lnTo>
                <a:lnTo>
                  <a:pt x="314412" y="110500"/>
                </a:lnTo>
                <a:lnTo>
                  <a:pt x="313907" y="110359"/>
                </a:lnTo>
                <a:lnTo>
                  <a:pt x="313409" y="110208"/>
                </a:lnTo>
                <a:lnTo>
                  <a:pt x="312917" y="110046"/>
                </a:lnTo>
                <a:lnTo>
                  <a:pt x="312431" y="109874"/>
                </a:lnTo>
                <a:lnTo>
                  <a:pt x="311952" y="109691"/>
                </a:lnTo>
                <a:lnTo>
                  <a:pt x="311478" y="109498"/>
                </a:lnTo>
                <a:lnTo>
                  <a:pt x="311011" y="109295"/>
                </a:lnTo>
                <a:lnTo>
                  <a:pt x="310550" y="109081"/>
                </a:lnTo>
                <a:lnTo>
                  <a:pt x="310095" y="108856"/>
                </a:lnTo>
                <a:lnTo>
                  <a:pt x="309647" y="108622"/>
                </a:lnTo>
                <a:lnTo>
                  <a:pt x="309204" y="108376"/>
                </a:lnTo>
                <a:lnTo>
                  <a:pt x="308774" y="108118"/>
                </a:lnTo>
                <a:lnTo>
                  <a:pt x="308363" y="107843"/>
                </a:lnTo>
                <a:lnTo>
                  <a:pt x="307969" y="107552"/>
                </a:lnTo>
                <a:lnTo>
                  <a:pt x="307594" y="107244"/>
                </a:lnTo>
                <a:lnTo>
                  <a:pt x="307237" y="106921"/>
                </a:lnTo>
                <a:lnTo>
                  <a:pt x="306898" y="106580"/>
                </a:lnTo>
                <a:lnTo>
                  <a:pt x="306578" y="106224"/>
                </a:lnTo>
                <a:lnTo>
                  <a:pt x="306276" y="105852"/>
                </a:lnTo>
                <a:lnTo>
                  <a:pt x="305992" y="105463"/>
                </a:lnTo>
                <a:lnTo>
                  <a:pt x="305727" y="105057"/>
                </a:lnTo>
                <a:lnTo>
                  <a:pt x="305480" y="104636"/>
                </a:lnTo>
                <a:lnTo>
                  <a:pt x="305251" y="104198"/>
                </a:lnTo>
                <a:lnTo>
                  <a:pt x="305041" y="103744"/>
                </a:lnTo>
                <a:lnTo>
                  <a:pt x="304848" y="103274"/>
                </a:lnTo>
                <a:lnTo>
                  <a:pt x="304675" y="102787"/>
                </a:lnTo>
                <a:lnTo>
                  <a:pt x="304519" y="102284"/>
                </a:lnTo>
                <a:lnTo>
                  <a:pt x="304382" y="101765"/>
                </a:lnTo>
                <a:lnTo>
                  <a:pt x="304263" y="101229"/>
                </a:lnTo>
                <a:lnTo>
                  <a:pt x="304162" y="100677"/>
                </a:lnTo>
                <a:lnTo>
                  <a:pt x="304080" y="100109"/>
                </a:lnTo>
                <a:lnTo>
                  <a:pt x="304016" y="99525"/>
                </a:lnTo>
                <a:lnTo>
                  <a:pt x="303970" y="98924"/>
                </a:lnTo>
                <a:lnTo>
                  <a:pt x="303942" y="98307"/>
                </a:lnTo>
                <a:lnTo>
                  <a:pt x="303933" y="97674"/>
                </a:lnTo>
                <a:lnTo>
                  <a:pt x="281382" y="97674"/>
                </a:lnTo>
                <a:lnTo>
                  <a:pt x="281388" y="98395"/>
                </a:lnTo>
                <a:lnTo>
                  <a:pt x="281406" y="99106"/>
                </a:lnTo>
                <a:lnTo>
                  <a:pt x="281435" y="99807"/>
                </a:lnTo>
                <a:lnTo>
                  <a:pt x="281476" y="100498"/>
                </a:lnTo>
                <a:lnTo>
                  <a:pt x="281529" y="101179"/>
                </a:lnTo>
                <a:lnTo>
                  <a:pt x="281594" y="101850"/>
                </a:lnTo>
                <a:lnTo>
                  <a:pt x="281671" y="102511"/>
                </a:lnTo>
                <a:lnTo>
                  <a:pt x="281759" y="103162"/>
                </a:lnTo>
                <a:lnTo>
                  <a:pt x="281859" y="103803"/>
                </a:lnTo>
                <a:lnTo>
                  <a:pt x="281971" y="104435"/>
                </a:lnTo>
                <a:lnTo>
                  <a:pt x="282095" y="105056"/>
                </a:lnTo>
                <a:lnTo>
                  <a:pt x="282230" y="105667"/>
                </a:lnTo>
                <a:lnTo>
                  <a:pt x="282377" y="106268"/>
                </a:lnTo>
                <a:lnTo>
                  <a:pt x="282536" y="106860"/>
                </a:lnTo>
                <a:lnTo>
                  <a:pt x="282707" y="107441"/>
                </a:lnTo>
                <a:lnTo>
                  <a:pt x="282890" y="108012"/>
                </a:lnTo>
                <a:lnTo>
                  <a:pt x="283084" y="108574"/>
                </a:lnTo>
                <a:lnTo>
                  <a:pt x="283290" y="109125"/>
                </a:lnTo>
                <a:lnTo>
                  <a:pt x="283508" y="109666"/>
                </a:lnTo>
                <a:lnTo>
                  <a:pt x="283737" y="110198"/>
                </a:lnTo>
                <a:lnTo>
                  <a:pt x="283979" y="110719"/>
                </a:lnTo>
                <a:lnTo>
                  <a:pt x="284232" y="111231"/>
                </a:lnTo>
                <a:lnTo>
                  <a:pt x="284497" y="111732"/>
                </a:lnTo>
                <a:lnTo>
                  <a:pt x="284774" y="112224"/>
                </a:lnTo>
                <a:lnTo>
                  <a:pt x="285061" y="112706"/>
                </a:lnTo>
                <a:lnTo>
                  <a:pt x="285356" y="113180"/>
                </a:lnTo>
                <a:lnTo>
                  <a:pt x="285659" y="113645"/>
                </a:lnTo>
                <a:lnTo>
                  <a:pt x="285971" y="114102"/>
                </a:lnTo>
                <a:lnTo>
                  <a:pt x="286291" y="114550"/>
                </a:lnTo>
                <a:lnTo>
                  <a:pt x="286619" y="114989"/>
                </a:lnTo>
                <a:lnTo>
                  <a:pt x="286955" y="115421"/>
                </a:lnTo>
                <a:lnTo>
                  <a:pt x="287300" y="115843"/>
                </a:lnTo>
                <a:lnTo>
                  <a:pt x="287653" y="116257"/>
                </a:lnTo>
                <a:lnTo>
                  <a:pt x="288014" y="116663"/>
                </a:lnTo>
                <a:lnTo>
                  <a:pt x="288384" y="117060"/>
                </a:lnTo>
                <a:lnTo>
                  <a:pt x="288762" y="117448"/>
                </a:lnTo>
                <a:lnTo>
                  <a:pt x="289148" y="117828"/>
                </a:lnTo>
                <a:lnTo>
                  <a:pt x="289542" y="118200"/>
                </a:lnTo>
                <a:lnTo>
                  <a:pt x="289945" y="118563"/>
                </a:lnTo>
                <a:lnTo>
                  <a:pt x="290356" y="118917"/>
                </a:lnTo>
                <a:lnTo>
                  <a:pt x="290775" y="119263"/>
                </a:lnTo>
                <a:lnTo>
                  <a:pt x="291202" y="119600"/>
                </a:lnTo>
                <a:lnTo>
                  <a:pt x="291638" y="119929"/>
                </a:lnTo>
                <a:lnTo>
                  <a:pt x="292082" y="120249"/>
                </a:lnTo>
                <a:lnTo>
                  <a:pt x="292535" y="120561"/>
                </a:lnTo>
                <a:lnTo>
                  <a:pt x="292995" y="120864"/>
                </a:lnTo>
                <a:lnTo>
                  <a:pt x="293464" y="121159"/>
                </a:lnTo>
                <a:lnTo>
                  <a:pt x="293941" y="121445"/>
                </a:lnTo>
                <a:lnTo>
                  <a:pt x="294425" y="121724"/>
                </a:lnTo>
                <a:lnTo>
                  <a:pt x="294913" y="121995"/>
                </a:lnTo>
                <a:lnTo>
                  <a:pt x="295406" y="122260"/>
                </a:lnTo>
                <a:lnTo>
                  <a:pt x="295904" y="122518"/>
                </a:lnTo>
                <a:lnTo>
                  <a:pt x="296407" y="122768"/>
                </a:lnTo>
                <a:lnTo>
                  <a:pt x="296915" y="123012"/>
                </a:lnTo>
                <a:lnTo>
                  <a:pt x="297427" y="123249"/>
                </a:lnTo>
                <a:lnTo>
                  <a:pt x="297944" y="123479"/>
                </a:lnTo>
                <a:lnTo>
                  <a:pt x="298466" y="123702"/>
                </a:lnTo>
                <a:lnTo>
                  <a:pt x="298993" y="123919"/>
                </a:lnTo>
                <a:lnTo>
                  <a:pt x="299524" y="124128"/>
                </a:lnTo>
                <a:lnTo>
                  <a:pt x="300060" y="124330"/>
                </a:lnTo>
                <a:lnTo>
                  <a:pt x="300601" y="124526"/>
                </a:lnTo>
                <a:lnTo>
                  <a:pt x="301147" y="124714"/>
                </a:lnTo>
                <a:lnTo>
                  <a:pt x="301697" y="124896"/>
                </a:lnTo>
                <a:lnTo>
                  <a:pt x="302253" y="125070"/>
                </a:lnTo>
                <a:lnTo>
                  <a:pt x="302813" y="125238"/>
                </a:lnTo>
                <a:lnTo>
                  <a:pt x="303378" y="125399"/>
                </a:lnTo>
                <a:lnTo>
                  <a:pt x="303947" y="125553"/>
                </a:lnTo>
                <a:lnTo>
                  <a:pt x="304522" y="125699"/>
                </a:lnTo>
                <a:lnTo>
                  <a:pt x="305101" y="125839"/>
                </a:lnTo>
                <a:lnTo>
                  <a:pt x="305685" y="125973"/>
                </a:lnTo>
                <a:lnTo>
                  <a:pt x="306273" y="126099"/>
                </a:lnTo>
                <a:lnTo>
                  <a:pt x="306867" y="126218"/>
                </a:lnTo>
                <a:lnTo>
                  <a:pt x="307463" y="126331"/>
                </a:lnTo>
                <a:lnTo>
                  <a:pt x="308060" y="126440"/>
                </a:lnTo>
                <a:lnTo>
                  <a:pt x="308659" y="126544"/>
                </a:lnTo>
                <a:lnTo>
                  <a:pt x="309258" y="126643"/>
                </a:lnTo>
                <a:lnTo>
                  <a:pt x="309858" y="126737"/>
                </a:lnTo>
                <a:lnTo>
                  <a:pt x="310459" y="126826"/>
                </a:lnTo>
                <a:lnTo>
                  <a:pt x="311061" y="126910"/>
                </a:lnTo>
                <a:lnTo>
                  <a:pt x="311664" y="126990"/>
                </a:lnTo>
                <a:lnTo>
                  <a:pt x="312268" y="127065"/>
                </a:lnTo>
                <a:lnTo>
                  <a:pt x="312873" y="127135"/>
                </a:lnTo>
                <a:lnTo>
                  <a:pt x="313479" y="127200"/>
                </a:lnTo>
                <a:lnTo>
                  <a:pt x="314086" y="127260"/>
                </a:lnTo>
                <a:lnTo>
                  <a:pt x="314694" y="127316"/>
                </a:lnTo>
                <a:lnTo>
                  <a:pt x="315303" y="127366"/>
                </a:lnTo>
                <a:lnTo>
                  <a:pt x="315912" y="127412"/>
                </a:lnTo>
                <a:lnTo>
                  <a:pt x="316523" y="127453"/>
                </a:lnTo>
                <a:lnTo>
                  <a:pt x="317135" y="127489"/>
                </a:lnTo>
                <a:lnTo>
                  <a:pt x="317747" y="127521"/>
                </a:lnTo>
                <a:lnTo>
                  <a:pt x="318361" y="127547"/>
                </a:lnTo>
                <a:lnTo>
                  <a:pt x="318975" y="127569"/>
                </a:lnTo>
                <a:lnTo>
                  <a:pt x="319591" y="127586"/>
                </a:lnTo>
                <a:lnTo>
                  <a:pt x="320207" y="127598"/>
                </a:lnTo>
                <a:lnTo>
                  <a:pt x="320824" y="127605"/>
                </a:lnTo>
                <a:lnTo>
                  <a:pt x="321443" y="127607"/>
                </a:lnTo>
                <a:lnTo>
                  <a:pt x="322068" y="127605"/>
                </a:lnTo>
                <a:lnTo>
                  <a:pt x="322692" y="127596"/>
                </a:lnTo>
                <a:lnTo>
                  <a:pt x="323314" y="127583"/>
                </a:lnTo>
                <a:lnTo>
                  <a:pt x="323934" y="127564"/>
                </a:lnTo>
                <a:close/>
                <a:moveTo>
                  <a:pt x="605906" y="44107"/>
                </a:moveTo>
                <a:lnTo>
                  <a:pt x="606300" y="43864"/>
                </a:lnTo>
                <a:lnTo>
                  <a:pt x="606705" y="43636"/>
                </a:lnTo>
                <a:lnTo>
                  <a:pt x="607120" y="43421"/>
                </a:lnTo>
                <a:lnTo>
                  <a:pt x="607546" y="43220"/>
                </a:lnTo>
                <a:lnTo>
                  <a:pt x="607982" y="43034"/>
                </a:lnTo>
                <a:lnTo>
                  <a:pt x="608428" y="42860"/>
                </a:lnTo>
                <a:lnTo>
                  <a:pt x="608884" y="42701"/>
                </a:lnTo>
                <a:lnTo>
                  <a:pt x="609351" y="42556"/>
                </a:lnTo>
                <a:lnTo>
                  <a:pt x="609829" y="42424"/>
                </a:lnTo>
                <a:lnTo>
                  <a:pt x="610316" y="42307"/>
                </a:lnTo>
                <a:lnTo>
                  <a:pt x="610811" y="42198"/>
                </a:lnTo>
                <a:lnTo>
                  <a:pt x="611310" y="42094"/>
                </a:lnTo>
                <a:lnTo>
                  <a:pt x="611814" y="41995"/>
                </a:lnTo>
                <a:lnTo>
                  <a:pt x="612321" y="41900"/>
                </a:lnTo>
                <a:lnTo>
                  <a:pt x="612834" y="41810"/>
                </a:lnTo>
                <a:lnTo>
                  <a:pt x="613350" y="41725"/>
                </a:lnTo>
                <a:lnTo>
                  <a:pt x="613871" y="41644"/>
                </a:lnTo>
                <a:lnTo>
                  <a:pt x="614396" y="41568"/>
                </a:lnTo>
                <a:lnTo>
                  <a:pt x="614925" y="41497"/>
                </a:lnTo>
                <a:lnTo>
                  <a:pt x="615458" y="41430"/>
                </a:lnTo>
                <a:lnTo>
                  <a:pt x="615996" y="41367"/>
                </a:lnTo>
                <a:lnTo>
                  <a:pt x="616538" y="41310"/>
                </a:lnTo>
                <a:lnTo>
                  <a:pt x="617085" y="41257"/>
                </a:lnTo>
                <a:lnTo>
                  <a:pt x="617636" y="41208"/>
                </a:lnTo>
                <a:lnTo>
                  <a:pt x="618191" y="41164"/>
                </a:lnTo>
                <a:lnTo>
                  <a:pt x="618750" y="41125"/>
                </a:lnTo>
                <a:lnTo>
                  <a:pt x="619314" y="41090"/>
                </a:lnTo>
                <a:lnTo>
                  <a:pt x="619882" y="41060"/>
                </a:lnTo>
                <a:lnTo>
                  <a:pt x="620454" y="41035"/>
                </a:lnTo>
                <a:lnTo>
                  <a:pt x="621030" y="41014"/>
                </a:lnTo>
                <a:lnTo>
                  <a:pt x="621611" y="40998"/>
                </a:lnTo>
                <a:lnTo>
                  <a:pt x="622196" y="40987"/>
                </a:lnTo>
                <a:lnTo>
                  <a:pt x="622786" y="40980"/>
                </a:lnTo>
                <a:lnTo>
                  <a:pt x="623379" y="40977"/>
                </a:lnTo>
                <a:lnTo>
                  <a:pt x="623379" y="23285"/>
                </a:lnTo>
                <a:lnTo>
                  <a:pt x="622506" y="23298"/>
                </a:lnTo>
                <a:lnTo>
                  <a:pt x="621644" y="23324"/>
                </a:lnTo>
                <a:lnTo>
                  <a:pt x="620792" y="23361"/>
                </a:lnTo>
                <a:lnTo>
                  <a:pt x="619951" y="23409"/>
                </a:lnTo>
                <a:lnTo>
                  <a:pt x="619120" y="23470"/>
                </a:lnTo>
                <a:lnTo>
                  <a:pt x="618300" y="23543"/>
                </a:lnTo>
                <a:lnTo>
                  <a:pt x="617491" y="23627"/>
                </a:lnTo>
                <a:lnTo>
                  <a:pt x="616692" y="23723"/>
                </a:lnTo>
                <a:lnTo>
                  <a:pt x="615905" y="23830"/>
                </a:lnTo>
                <a:lnTo>
                  <a:pt x="615127" y="23950"/>
                </a:lnTo>
                <a:lnTo>
                  <a:pt x="614361" y="24081"/>
                </a:lnTo>
                <a:lnTo>
                  <a:pt x="613605" y="24224"/>
                </a:lnTo>
                <a:lnTo>
                  <a:pt x="612860" y="24379"/>
                </a:lnTo>
                <a:lnTo>
                  <a:pt x="612125" y="24546"/>
                </a:lnTo>
                <a:lnTo>
                  <a:pt x="611401" y="24724"/>
                </a:lnTo>
                <a:lnTo>
                  <a:pt x="610688" y="24914"/>
                </a:lnTo>
                <a:lnTo>
                  <a:pt x="609985" y="25116"/>
                </a:lnTo>
                <a:lnTo>
                  <a:pt x="609293" y="25330"/>
                </a:lnTo>
                <a:lnTo>
                  <a:pt x="608612" y="25556"/>
                </a:lnTo>
                <a:lnTo>
                  <a:pt x="607942" y="25793"/>
                </a:lnTo>
                <a:lnTo>
                  <a:pt x="607282" y="26042"/>
                </a:lnTo>
                <a:lnTo>
                  <a:pt x="606632" y="26303"/>
                </a:lnTo>
                <a:lnTo>
                  <a:pt x="605994" y="26575"/>
                </a:lnTo>
                <a:lnTo>
                  <a:pt x="605366" y="26860"/>
                </a:lnTo>
                <a:lnTo>
                  <a:pt x="604750" y="27161"/>
                </a:lnTo>
                <a:lnTo>
                  <a:pt x="604148" y="27482"/>
                </a:lnTo>
                <a:lnTo>
                  <a:pt x="603559" y="27825"/>
                </a:lnTo>
                <a:lnTo>
                  <a:pt x="602984" y="28189"/>
                </a:lnTo>
                <a:lnTo>
                  <a:pt x="602422" y="28574"/>
                </a:lnTo>
                <a:lnTo>
                  <a:pt x="601874" y="28980"/>
                </a:lnTo>
                <a:lnTo>
                  <a:pt x="601339" y="29407"/>
                </a:lnTo>
                <a:lnTo>
                  <a:pt x="600818" y="29855"/>
                </a:lnTo>
                <a:lnTo>
                  <a:pt x="600310" y="30323"/>
                </a:lnTo>
                <a:lnTo>
                  <a:pt x="599816" y="30813"/>
                </a:lnTo>
                <a:lnTo>
                  <a:pt x="599336" y="31324"/>
                </a:lnTo>
                <a:lnTo>
                  <a:pt x="598869" y="31856"/>
                </a:lnTo>
                <a:lnTo>
                  <a:pt x="598415" y="32409"/>
                </a:lnTo>
                <a:lnTo>
                  <a:pt x="597975" y="32983"/>
                </a:lnTo>
                <a:lnTo>
                  <a:pt x="597549" y="33578"/>
                </a:lnTo>
                <a:lnTo>
                  <a:pt x="597136" y="34194"/>
                </a:lnTo>
                <a:lnTo>
                  <a:pt x="596736" y="34831"/>
                </a:lnTo>
                <a:lnTo>
                  <a:pt x="596350" y="35489"/>
                </a:lnTo>
                <a:lnTo>
                  <a:pt x="595978" y="36167"/>
                </a:lnTo>
                <a:lnTo>
                  <a:pt x="595619" y="36867"/>
                </a:lnTo>
                <a:lnTo>
                  <a:pt x="595274" y="37588"/>
                </a:lnTo>
                <a:lnTo>
                  <a:pt x="594942" y="38330"/>
                </a:lnTo>
                <a:lnTo>
                  <a:pt x="594909" y="38410"/>
                </a:lnTo>
                <a:lnTo>
                  <a:pt x="594657" y="38310"/>
                </a:lnTo>
                <a:lnTo>
                  <a:pt x="593890" y="38025"/>
                </a:lnTo>
                <a:lnTo>
                  <a:pt x="593108" y="37754"/>
                </a:lnTo>
                <a:lnTo>
                  <a:pt x="592310" y="37498"/>
                </a:lnTo>
                <a:lnTo>
                  <a:pt x="591498" y="37257"/>
                </a:lnTo>
                <a:lnTo>
                  <a:pt x="590670" y="37030"/>
                </a:lnTo>
                <a:lnTo>
                  <a:pt x="589828" y="36818"/>
                </a:lnTo>
                <a:lnTo>
                  <a:pt x="588970" y="36621"/>
                </a:lnTo>
                <a:lnTo>
                  <a:pt x="588097" y="36438"/>
                </a:lnTo>
                <a:lnTo>
                  <a:pt x="587209" y="36270"/>
                </a:lnTo>
                <a:lnTo>
                  <a:pt x="586306" y="36116"/>
                </a:lnTo>
                <a:lnTo>
                  <a:pt x="585388" y="35978"/>
                </a:lnTo>
                <a:lnTo>
                  <a:pt x="584454" y="35853"/>
                </a:lnTo>
                <a:lnTo>
                  <a:pt x="583506" y="35744"/>
                </a:lnTo>
                <a:lnTo>
                  <a:pt x="582542" y="35649"/>
                </a:lnTo>
                <a:lnTo>
                  <a:pt x="581564" y="35568"/>
                </a:lnTo>
                <a:lnTo>
                  <a:pt x="580570" y="35502"/>
                </a:lnTo>
                <a:lnTo>
                  <a:pt x="579561" y="35451"/>
                </a:lnTo>
                <a:lnTo>
                  <a:pt x="578537" y="35415"/>
                </a:lnTo>
                <a:lnTo>
                  <a:pt x="577498" y="35393"/>
                </a:lnTo>
                <a:lnTo>
                  <a:pt x="576443" y="35385"/>
                </a:lnTo>
                <a:lnTo>
                  <a:pt x="575419" y="35393"/>
                </a:lnTo>
                <a:lnTo>
                  <a:pt x="574407" y="35415"/>
                </a:lnTo>
                <a:lnTo>
                  <a:pt x="573408" y="35451"/>
                </a:lnTo>
                <a:lnTo>
                  <a:pt x="572423" y="35502"/>
                </a:lnTo>
                <a:lnTo>
                  <a:pt x="571450" y="35568"/>
                </a:lnTo>
                <a:lnTo>
                  <a:pt x="570490" y="35649"/>
                </a:lnTo>
                <a:lnTo>
                  <a:pt x="569544" y="35744"/>
                </a:lnTo>
                <a:lnTo>
                  <a:pt x="568610" y="35853"/>
                </a:lnTo>
                <a:lnTo>
                  <a:pt x="567690" y="35978"/>
                </a:lnTo>
                <a:lnTo>
                  <a:pt x="566783" y="36116"/>
                </a:lnTo>
                <a:lnTo>
                  <a:pt x="565888" y="36270"/>
                </a:lnTo>
                <a:lnTo>
                  <a:pt x="565007" y="36438"/>
                </a:lnTo>
                <a:lnTo>
                  <a:pt x="564139" y="36621"/>
                </a:lnTo>
                <a:lnTo>
                  <a:pt x="563284" y="36818"/>
                </a:lnTo>
                <a:lnTo>
                  <a:pt x="562442" y="37030"/>
                </a:lnTo>
                <a:lnTo>
                  <a:pt x="561613" y="37257"/>
                </a:lnTo>
                <a:lnTo>
                  <a:pt x="560797" y="37498"/>
                </a:lnTo>
                <a:lnTo>
                  <a:pt x="559994" y="37754"/>
                </a:lnTo>
                <a:lnTo>
                  <a:pt x="559204" y="38025"/>
                </a:lnTo>
                <a:lnTo>
                  <a:pt x="558427" y="38310"/>
                </a:lnTo>
                <a:lnTo>
                  <a:pt x="557663" y="38610"/>
                </a:lnTo>
                <a:lnTo>
                  <a:pt x="556913" y="38924"/>
                </a:lnTo>
                <a:lnTo>
                  <a:pt x="556175" y="39253"/>
                </a:lnTo>
                <a:lnTo>
                  <a:pt x="555450" y="39597"/>
                </a:lnTo>
                <a:lnTo>
                  <a:pt x="554740" y="39952"/>
                </a:lnTo>
                <a:lnTo>
                  <a:pt x="554043" y="40318"/>
                </a:lnTo>
                <a:lnTo>
                  <a:pt x="553361" y="40693"/>
                </a:lnTo>
                <a:lnTo>
                  <a:pt x="552694" y="41078"/>
                </a:lnTo>
                <a:lnTo>
                  <a:pt x="552041" y="41472"/>
                </a:lnTo>
                <a:lnTo>
                  <a:pt x="551403" y="41877"/>
                </a:lnTo>
                <a:lnTo>
                  <a:pt x="550779" y="42290"/>
                </a:lnTo>
                <a:lnTo>
                  <a:pt x="550169" y="42714"/>
                </a:lnTo>
                <a:lnTo>
                  <a:pt x="549574" y="43147"/>
                </a:lnTo>
                <a:lnTo>
                  <a:pt x="548994" y="43590"/>
                </a:lnTo>
                <a:lnTo>
                  <a:pt x="548428" y="44043"/>
                </a:lnTo>
                <a:lnTo>
                  <a:pt x="547876" y="44505"/>
                </a:lnTo>
                <a:lnTo>
                  <a:pt x="547339" y="44977"/>
                </a:lnTo>
                <a:lnTo>
                  <a:pt x="546816" y="45459"/>
                </a:lnTo>
                <a:lnTo>
                  <a:pt x="546308" y="45950"/>
                </a:lnTo>
                <a:lnTo>
                  <a:pt x="545815" y="46452"/>
                </a:lnTo>
                <a:lnTo>
                  <a:pt x="545336" y="46962"/>
                </a:lnTo>
                <a:lnTo>
                  <a:pt x="544871" y="47483"/>
                </a:lnTo>
                <a:lnTo>
                  <a:pt x="544421" y="48013"/>
                </a:lnTo>
                <a:lnTo>
                  <a:pt x="543985" y="48553"/>
                </a:lnTo>
                <a:lnTo>
                  <a:pt x="543564" y="49102"/>
                </a:lnTo>
                <a:lnTo>
                  <a:pt x="543157" y="49662"/>
                </a:lnTo>
                <a:lnTo>
                  <a:pt x="542765" y="50231"/>
                </a:lnTo>
                <a:lnTo>
                  <a:pt x="542387" y="50809"/>
                </a:lnTo>
                <a:lnTo>
                  <a:pt x="542024" y="51396"/>
                </a:lnTo>
                <a:lnTo>
                  <a:pt x="541677" y="51988"/>
                </a:lnTo>
                <a:lnTo>
                  <a:pt x="541345" y="52586"/>
                </a:lnTo>
                <a:lnTo>
                  <a:pt x="541029" y="53190"/>
                </a:lnTo>
                <a:lnTo>
                  <a:pt x="540728" y="53800"/>
                </a:lnTo>
                <a:lnTo>
                  <a:pt x="540442" y="54416"/>
                </a:lnTo>
                <a:lnTo>
                  <a:pt x="540172" y="55038"/>
                </a:lnTo>
                <a:lnTo>
                  <a:pt x="539917" y="55665"/>
                </a:lnTo>
                <a:lnTo>
                  <a:pt x="539678" y="56299"/>
                </a:lnTo>
                <a:lnTo>
                  <a:pt x="539454" y="56938"/>
                </a:lnTo>
                <a:lnTo>
                  <a:pt x="539246" y="57583"/>
                </a:lnTo>
                <a:lnTo>
                  <a:pt x="539053" y="58235"/>
                </a:lnTo>
                <a:lnTo>
                  <a:pt x="538875" y="58892"/>
                </a:lnTo>
                <a:lnTo>
                  <a:pt x="538713" y="59555"/>
                </a:lnTo>
                <a:lnTo>
                  <a:pt x="538566" y="60223"/>
                </a:lnTo>
                <a:lnTo>
                  <a:pt x="538435" y="60898"/>
                </a:lnTo>
                <a:lnTo>
                  <a:pt x="538319" y="61579"/>
                </a:lnTo>
                <a:lnTo>
                  <a:pt x="538219" y="62265"/>
                </a:lnTo>
                <a:lnTo>
                  <a:pt x="538134" y="62958"/>
                </a:lnTo>
                <a:lnTo>
                  <a:pt x="538065" y="63656"/>
                </a:lnTo>
                <a:lnTo>
                  <a:pt x="538011" y="64360"/>
                </a:lnTo>
                <a:lnTo>
                  <a:pt x="537972" y="65070"/>
                </a:lnTo>
                <a:lnTo>
                  <a:pt x="537949" y="65786"/>
                </a:lnTo>
                <a:lnTo>
                  <a:pt x="537941" y="66508"/>
                </a:lnTo>
                <a:lnTo>
                  <a:pt x="537949" y="67185"/>
                </a:lnTo>
                <a:lnTo>
                  <a:pt x="537972" y="67858"/>
                </a:lnTo>
                <a:lnTo>
                  <a:pt x="538010" y="68528"/>
                </a:lnTo>
                <a:lnTo>
                  <a:pt x="538063" y="69193"/>
                </a:lnTo>
                <a:lnTo>
                  <a:pt x="538132" y="69855"/>
                </a:lnTo>
                <a:lnTo>
                  <a:pt x="538216" y="70513"/>
                </a:lnTo>
                <a:lnTo>
                  <a:pt x="538315" y="71167"/>
                </a:lnTo>
                <a:lnTo>
                  <a:pt x="538430" y="71817"/>
                </a:lnTo>
                <a:lnTo>
                  <a:pt x="538560" y="72464"/>
                </a:lnTo>
                <a:lnTo>
                  <a:pt x="538705" y="73106"/>
                </a:lnTo>
                <a:lnTo>
                  <a:pt x="538865" y="73745"/>
                </a:lnTo>
                <a:lnTo>
                  <a:pt x="539041" y="74380"/>
                </a:lnTo>
                <a:lnTo>
                  <a:pt x="539232" y="75012"/>
                </a:lnTo>
                <a:lnTo>
                  <a:pt x="539438" y="75639"/>
                </a:lnTo>
                <a:lnTo>
                  <a:pt x="539660" y="76262"/>
                </a:lnTo>
                <a:lnTo>
                  <a:pt x="539897" y="76882"/>
                </a:lnTo>
                <a:lnTo>
                  <a:pt x="540149" y="77498"/>
                </a:lnTo>
                <a:lnTo>
                  <a:pt x="540416" y="78110"/>
                </a:lnTo>
                <a:lnTo>
                  <a:pt x="540699" y="78719"/>
                </a:lnTo>
                <a:lnTo>
                  <a:pt x="540997" y="79323"/>
                </a:lnTo>
                <a:lnTo>
                  <a:pt x="541310" y="79924"/>
                </a:lnTo>
                <a:lnTo>
                  <a:pt x="541639" y="80520"/>
                </a:lnTo>
                <a:lnTo>
                  <a:pt x="541982" y="81113"/>
                </a:lnTo>
                <a:lnTo>
                  <a:pt x="542341" y="81703"/>
                </a:lnTo>
                <a:lnTo>
                  <a:pt x="542715" y="82285"/>
                </a:lnTo>
                <a:lnTo>
                  <a:pt x="543103" y="82858"/>
                </a:lnTo>
                <a:lnTo>
                  <a:pt x="543506" y="83422"/>
                </a:lnTo>
                <a:lnTo>
                  <a:pt x="543923" y="83976"/>
                </a:lnTo>
                <a:lnTo>
                  <a:pt x="544354" y="84520"/>
                </a:lnTo>
                <a:lnTo>
                  <a:pt x="544799" y="85055"/>
                </a:lnTo>
                <a:lnTo>
                  <a:pt x="545259" y="85580"/>
                </a:lnTo>
                <a:lnTo>
                  <a:pt x="545733" y="86096"/>
                </a:lnTo>
                <a:lnTo>
                  <a:pt x="546222" y="86602"/>
                </a:lnTo>
                <a:lnTo>
                  <a:pt x="546724" y="87099"/>
                </a:lnTo>
                <a:lnTo>
                  <a:pt x="547242" y="87586"/>
                </a:lnTo>
                <a:lnTo>
                  <a:pt x="547773" y="88064"/>
                </a:lnTo>
                <a:lnTo>
                  <a:pt x="548319" y="88532"/>
                </a:lnTo>
                <a:lnTo>
                  <a:pt x="548879" y="88991"/>
                </a:lnTo>
                <a:lnTo>
                  <a:pt x="549453" y="89440"/>
                </a:lnTo>
                <a:lnTo>
                  <a:pt x="550042" y="89879"/>
                </a:lnTo>
                <a:lnTo>
                  <a:pt x="550645" y="90309"/>
                </a:lnTo>
                <a:lnTo>
                  <a:pt x="551262" y="90730"/>
                </a:lnTo>
                <a:lnTo>
                  <a:pt x="551829" y="91099"/>
                </a:lnTo>
                <a:lnTo>
                  <a:pt x="551591" y="91194"/>
                </a:lnTo>
                <a:lnTo>
                  <a:pt x="550956" y="91457"/>
                </a:lnTo>
                <a:lnTo>
                  <a:pt x="550336" y="91723"/>
                </a:lnTo>
                <a:lnTo>
                  <a:pt x="549731" y="91993"/>
                </a:lnTo>
                <a:lnTo>
                  <a:pt x="549142" y="92266"/>
                </a:lnTo>
                <a:lnTo>
                  <a:pt x="548567" y="92542"/>
                </a:lnTo>
                <a:lnTo>
                  <a:pt x="548008" y="92821"/>
                </a:lnTo>
                <a:lnTo>
                  <a:pt x="547464" y="93104"/>
                </a:lnTo>
                <a:lnTo>
                  <a:pt x="546934" y="93391"/>
                </a:lnTo>
                <a:lnTo>
                  <a:pt x="546420" y="93680"/>
                </a:lnTo>
                <a:lnTo>
                  <a:pt x="545922" y="93973"/>
                </a:lnTo>
                <a:lnTo>
                  <a:pt x="545438" y="94269"/>
                </a:lnTo>
                <a:lnTo>
                  <a:pt x="544969" y="94569"/>
                </a:lnTo>
                <a:lnTo>
                  <a:pt x="544516" y="94872"/>
                </a:lnTo>
                <a:lnTo>
                  <a:pt x="544077" y="95178"/>
                </a:lnTo>
                <a:lnTo>
                  <a:pt x="543654" y="95488"/>
                </a:lnTo>
                <a:lnTo>
                  <a:pt x="543246" y="95801"/>
                </a:lnTo>
                <a:lnTo>
                  <a:pt x="542853" y="96117"/>
                </a:lnTo>
                <a:lnTo>
                  <a:pt x="542475" y="96437"/>
                </a:lnTo>
                <a:lnTo>
                  <a:pt x="542112" y="96760"/>
                </a:lnTo>
                <a:lnTo>
                  <a:pt x="541764" y="97087"/>
                </a:lnTo>
                <a:lnTo>
                  <a:pt x="541431" y="97421"/>
                </a:lnTo>
                <a:lnTo>
                  <a:pt x="541113" y="97760"/>
                </a:lnTo>
                <a:lnTo>
                  <a:pt x="540810" y="98106"/>
                </a:lnTo>
                <a:lnTo>
                  <a:pt x="540521" y="98457"/>
                </a:lnTo>
                <a:lnTo>
                  <a:pt x="540247" y="98814"/>
                </a:lnTo>
                <a:lnTo>
                  <a:pt x="539988" y="99177"/>
                </a:lnTo>
                <a:lnTo>
                  <a:pt x="539744" y="99546"/>
                </a:lnTo>
                <a:lnTo>
                  <a:pt x="539515" y="99920"/>
                </a:lnTo>
                <a:lnTo>
                  <a:pt x="539300" y="100301"/>
                </a:lnTo>
                <a:lnTo>
                  <a:pt x="539100" y="100687"/>
                </a:lnTo>
                <a:lnTo>
                  <a:pt x="538915" y="101080"/>
                </a:lnTo>
                <a:lnTo>
                  <a:pt x="538745" y="101478"/>
                </a:lnTo>
                <a:lnTo>
                  <a:pt x="538590" y="101882"/>
                </a:lnTo>
                <a:lnTo>
                  <a:pt x="538449" y="102292"/>
                </a:lnTo>
                <a:lnTo>
                  <a:pt x="538323" y="102708"/>
                </a:lnTo>
                <a:lnTo>
                  <a:pt x="538212" y="103130"/>
                </a:lnTo>
                <a:lnTo>
                  <a:pt x="538116" y="103558"/>
                </a:lnTo>
                <a:lnTo>
                  <a:pt x="538034" y="103991"/>
                </a:lnTo>
                <a:lnTo>
                  <a:pt x="537968" y="104431"/>
                </a:lnTo>
                <a:lnTo>
                  <a:pt x="537916" y="104876"/>
                </a:lnTo>
                <a:lnTo>
                  <a:pt x="537879" y="105328"/>
                </a:lnTo>
                <a:lnTo>
                  <a:pt x="537857" y="105785"/>
                </a:lnTo>
                <a:lnTo>
                  <a:pt x="537849" y="106248"/>
                </a:lnTo>
                <a:lnTo>
                  <a:pt x="537854" y="106546"/>
                </a:lnTo>
                <a:lnTo>
                  <a:pt x="537869" y="106844"/>
                </a:lnTo>
                <a:lnTo>
                  <a:pt x="537892" y="107143"/>
                </a:lnTo>
                <a:lnTo>
                  <a:pt x="537926" y="107442"/>
                </a:lnTo>
                <a:lnTo>
                  <a:pt x="537969" y="107741"/>
                </a:lnTo>
                <a:lnTo>
                  <a:pt x="538021" y="108041"/>
                </a:lnTo>
                <a:lnTo>
                  <a:pt x="538083" y="108341"/>
                </a:lnTo>
                <a:lnTo>
                  <a:pt x="538155" y="108641"/>
                </a:lnTo>
                <a:lnTo>
                  <a:pt x="538236" y="108942"/>
                </a:lnTo>
                <a:lnTo>
                  <a:pt x="538327" y="109243"/>
                </a:lnTo>
                <a:lnTo>
                  <a:pt x="538427" y="109544"/>
                </a:lnTo>
                <a:lnTo>
                  <a:pt x="538537" y="109846"/>
                </a:lnTo>
                <a:lnTo>
                  <a:pt x="538656" y="110148"/>
                </a:lnTo>
                <a:lnTo>
                  <a:pt x="538785" y="110450"/>
                </a:lnTo>
                <a:lnTo>
                  <a:pt x="538924" y="110753"/>
                </a:lnTo>
                <a:lnTo>
                  <a:pt x="539072" y="111055"/>
                </a:lnTo>
                <a:lnTo>
                  <a:pt x="539229" y="111359"/>
                </a:lnTo>
                <a:lnTo>
                  <a:pt x="539396" y="111662"/>
                </a:lnTo>
                <a:lnTo>
                  <a:pt x="539573" y="111966"/>
                </a:lnTo>
                <a:lnTo>
                  <a:pt x="539759" y="112270"/>
                </a:lnTo>
                <a:lnTo>
                  <a:pt x="539955" y="112575"/>
                </a:lnTo>
                <a:lnTo>
                  <a:pt x="540160" y="112879"/>
                </a:lnTo>
                <a:lnTo>
                  <a:pt x="540375" y="113184"/>
                </a:lnTo>
                <a:lnTo>
                  <a:pt x="540600" y="113490"/>
                </a:lnTo>
                <a:lnTo>
                  <a:pt x="540834" y="113794"/>
                </a:lnTo>
                <a:lnTo>
                  <a:pt x="541080" y="114095"/>
                </a:lnTo>
                <a:lnTo>
                  <a:pt x="541337" y="114393"/>
                </a:lnTo>
                <a:lnTo>
                  <a:pt x="541605" y="114688"/>
                </a:lnTo>
                <a:lnTo>
                  <a:pt x="541885" y="114980"/>
                </a:lnTo>
                <a:lnTo>
                  <a:pt x="542175" y="115269"/>
                </a:lnTo>
                <a:lnTo>
                  <a:pt x="542477" y="115555"/>
                </a:lnTo>
                <a:lnTo>
                  <a:pt x="542790" y="115838"/>
                </a:lnTo>
                <a:lnTo>
                  <a:pt x="543113" y="116118"/>
                </a:lnTo>
                <a:lnTo>
                  <a:pt x="543448" y="116394"/>
                </a:lnTo>
                <a:lnTo>
                  <a:pt x="543795" y="116668"/>
                </a:lnTo>
                <a:lnTo>
                  <a:pt x="544152" y="116939"/>
                </a:lnTo>
                <a:lnTo>
                  <a:pt x="544520" y="117207"/>
                </a:lnTo>
                <a:lnTo>
                  <a:pt x="544900" y="117472"/>
                </a:lnTo>
                <a:lnTo>
                  <a:pt x="545291" y="117733"/>
                </a:lnTo>
                <a:lnTo>
                  <a:pt x="545692" y="117992"/>
                </a:lnTo>
                <a:lnTo>
                  <a:pt x="546105" y="118248"/>
                </a:lnTo>
                <a:lnTo>
                  <a:pt x="546530" y="118500"/>
                </a:lnTo>
                <a:lnTo>
                  <a:pt x="546965" y="118750"/>
                </a:lnTo>
                <a:lnTo>
                  <a:pt x="547411" y="118997"/>
                </a:lnTo>
                <a:lnTo>
                  <a:pt x="547869" y="119240"/>
                </a:lnTo>
                <a:lnTo>
                  <a:pt x="548338" y="119481"/>
                </a:lnTo>
                <a:lnTo>
                  <a:pt x="548569" y="119595"/>
                </a:lnTo>
                <a:lnTo>
                  <a:pt x="548226" y="119737"/>
                </a:lnTo>
                <a:lnTo>
                  <a:pt x="547373" y="120114"/>
                </a:lnTo>
                <a:lnTo>
                  <a:pt x="546550" y="120502"/>
                </a:lnTo>
                <a:lnTo>
                  <a:pt x="545756" y="120903"/>
                </a:lnTo>
                <a:lnTo>
                  <a:pt x="544992" y="121315"/>
                </a:lnTo>
                <a:lnTo>
                  <a:pt x="544256" y="121739"/>
                </a:lnTo>
                <a:lnTo>
                  <a:pt x="543550" y="122176"/>
                </a:lnTo>
                <a:lnTo>
                  <a:pt x="542874" y="122624"/>
                </a:lnTo>
                <a:lnTo>
                  <a:pt x="542226" y="123084"/>
                </a:lnTo>
                <a:lnTo>
                  <a:pt x="541608" y="123557"/>
                </a:lnTo>
                <a:lnTo>
                  <a:pt x="541017" y="124038"/>
                </a:lnTo>
                <a:lnTo>
                  <a:pt x="540451" y="124526"/>
                </a:lnTo>
                <a:lnTo>
                  <a:pt x="539911" y="125021"/>
                </a:lnTo>
                <a:lnTo>
                  <a:pt x="539395" y="125522"/>
                </a:lnTo>
                <a:lnTo>
                  <a:pt x="538905" y="126029"/>
                </a:lnTo>
                <a:lnTo>
                  <a:pt x="538440" y="126543"/>
                </a:lnTo>
                <a:lnTo>
                  <a:pt x="538000" y="127064"/>
                </a:lnTo>
                <a:lnTo>
                  <a:pt x="537585" y="127591"/>
                </a:lnTo>
                <a:lnTo>
                  <a:pt x="537195" y="128125"/>
                </a:lnTo>
                <a:lnTo>
                  <a:pt x="536830" y="128666"/>
                </a:lnTo>
                <a:lnTo>
                  <a:pt x="536491" y="129213"/>
                </a:lnTo>
                <a:lnTo>
                  <a:pt x="536176" y="129766"/>
                </a:lnTo>
                <a:lnTo>
                  <a:pt x="535887" y="130326"/>
                </a:lnTo>
                <a:lnTo>
                  <a:pt x="535623" y="130892"/>
                </a:lnTo>
                <a:lnTo>
                  <a:pt x="535384" y="131466"/>
                </a:lnTo>
                <a:lnTo>
                  <a:pt x="535171" y="132045"/>
                </a:lnTo>
                <a:lnTo>
                  <a:pt x="534982" y="132631"/>
                </a:lnTo>
                <a:lnTo>
                  <a:pt x="534819" y="133224"/>
                </a:lnTo>
                <a:lnTo>
                  <a:pt x="534680" y="133823"/>
                </a:lnTo>
                <a:lnTo>
                  <a:pt x="534567" y="134429"/>
                </a:lnTo>
                <a:lnTo>
                  <a:pt x="534479" y="135041"/>
                </a:lnTo>
                <a:lnTo>
                  <a:pt x="534416" y="135660"/>
                </a:lnTo>
                <a:lnTo>
                  <a:pt x="534378" y="136286"/>
                </a:lnTo>
                <a:lnTo>
                  <a:pt x="534366" y="136918"/>
                </a:lnTo>
                <a:lnTo>
                  <a:pt x="534373" y="137437"/>
                </a:lnTo>
                <a:lnTo>
                  <a:pt x="534395" y="137953"/>
                </a:lnTo>
                <a:lnTo>
                  <a:pt x="534430" y="138465"/>
                </a:lnTo>
                <a:lnTo>
                  <a:pt x="534481" y="138975"/>
                </a:lnTo>
                <a:lnTo>
                  <a:pt x="534545" y="139482"/>
                </a:lnTo>
                <a:lnTo>
                  <a:pt x="534624" y="139986"/>
                </a:lnTo>
                <a:lnTo>
                  <a:pt x="534717" y="140486"/>
                </a:lnTo>
                <a:lnTo>
                  <a:pt x="534824" y="140984"/>
                </a:lnTo>
                <a:lnTo>
                  <a:pt x="534946" y="141479"/>
                </a:lnTo>
                <a:lnTo>
                  <a:pt x="535082" y="141970"/>
                </a:lnTo>
                <a:lnTo>
                  <a:pt x="535233" y="142459"/>
                </a:lnTo>
                <a:lnTo>
                  <a:pt x="535397" y="142945"/>
                </a:lnTo>
                <a:lnTo>
                  <a:pt x="535576" y="143427"/>
                </a:lnTo>
                <a:lnTo>
                  <a:pt x="535770" y="143907"/>
                </a:lnTo>
                <a:lnTo>
                  <a:pt x="535977" y="144383"/>
                </a:lnTo>
                <a:lnTo>
                  <a:pt x="536199" y="144856"/>
                </a:lnTo>
                <a:lnTo>
                  <a:pt x="536436" y="145327"/>
                </a:lnTo>
                <a:lnTo>
                  <a:pt x="536686" y="145794"/>
                </a:lnTo>
                <a:lnTo>
                  <a:pt x="536951" y="146258"/>
                </a:lnTo>
                <a:lnTo>
                  <a:pt x="537231" y="146720"/>
                </a:lnTo>
                <a:lnTo>
                  <a:pt x="537524" y="147178"/>
                </a:lnTo>
                <a:lnTo>
                  <a:pt x="537832" y="147633"/>
                </a:lnTo>
                <a:lnTo>
                  <a:pt x="538155" y="148085"/>
                </a:lnTo>
                <a:lnTo>
                  <a:pt x="538491" y="148534"/>
                </a:lnTo>
                <a:lnTo>
                  <a:pt x="538844" y="148978"/>
                </a:lnTo>
                <a:lnTo>
                  <a:pt x="539216" y="149415"/>
                </a:lnTo>
                <a:lnTo>
                  <a:pt x="539606" y="149845"/>
                </a:lnTo>
                <a:lnTo>
                  <a:pt x="540014" y="150267"/>
                </a:lnTo>
                <a:lnTo>
                  <a:pt x="540441" y="150683"/>
                </a:lnTo>
                <a:lnTo>
                  <a:pt x="540886" y="151091"/>
                </a:lnTo>
                <a:lnTo>
                  <a:pt x="541350" y="151492"/>
                </a:lnTo>
                <a:lnTo>
                  <a:pt x="541832" y="151886"/>
                </a:lnTo>
                <a:lnTo>
                  <a:pt x="542333" y="152272"/>
                </a:lnTo>
                <a:lnTo>
                  <a:pt x="542852" y="152652"/>
                </a:lnTo>
                <a:lnTo>
                  <a:pt x="543390" y="153024"/>
                </a:lnTo>
                <a:lnTo>
                  <a:pt x="543946" y="153389"/>
                </a:lnTo>
                <a:lnTo>
                  <a:pt x="544520" y="153747"/>
                </a:lnTo>
                <a:lnTo>
                  <a:pt x="545113" y="154098"/>
                </a:lnTo>
                <a:lnTo>
                  <a:pt x="545725" y="154442"/>
                </a:lnTo>
                <a:lnTo>
                  <a:pt x="546355" y="154778"/>
                </a:lnTo>
                <a:lnTo>
                  <a:pt x="547003" y="155108"/>
                </a:lnTo>
                <a:lnTo>
                  <a:pt x="547670" y="155430"/>
                </a:lnTo>
                <a:lnTo>
                  <a:pt x="548355" y="155745"/>
                </a:lnTo>
                <a:lnTo>
                  <a:pt x="549059" y="156052"/>
                </a:lnTo>
                <a:lnTo>
                  <a:pt x="549781" y="156353"/>
                </a:lnTo>
                <a:lnTo>
                  <a:pt x="550522" y="156646"/>
                </a:lnTo>
                <a:lnTo>
                  <a:pt x="551281" y="156933"/>
                </a:lnTo>
                <a:lnTo>
                  <a:pt x="552059" y="157212"/>
                </a:lnTo>
                <a:lnTo>
                  <a:pt x="552857" y="157481"/>
                </a:lnTo>
                <a:lnTo>
                  <a:pt x="553678" y="157740"/>
                </a:lnTo>
                <a:lnTo>
                  <a:pt x="554522" y="157987"/>
                </a:lnTo>
                <a:lnTo>
                  <a:pt x="555389" y="158222"/>
                </a:lnTo>
                <a:lnTo>
                  <a:pt x="556279" y="158446"/>
                </a:lnTo>
                <a:lnTo>
                  <a:pt x="557192" y="158658"/>
                </a:lnTo>
                <a:lnTo>
                  <a:pt x="558128" y="158859"/>
                </a:lnTo>
                <a:lnTo>
                  <a:pt x="559087" y="159048"/>
                </a:lnTo>
                <a:lnTo>
                  <a:pt x="560068" y="159226"/>
                </a:lnTo>
                <a:lnTo>
                  <a:pt x="561073" y="159393"/>
                </a:lnTo>
                <a:lnTo>
                  <a:pt x="562101" y="159548"/>
                </a:lnTo>
                <a:lnTo>
                  <a:pt x="563151" y="159691"/>
                </a:lnTo>
                <a:lnTo>
                  <a:pt x="564224" y="159823"/>
                </a:lnTo>
                <a:lnTo>
                  <a:pt x="565320" y="159944"/>
                </a:lnTo>
                <a:lnTo>
                  <a:pt x="566440" y="160053"/>
                </a:lnTo>
                <a:lnTo>
                  <a:pt x="567582" y="160150"/>
                </a:lnTo>
                <a:lnTo>
                  <a:pt x="568747" y="160236"/>
                </a:lnTo>
                <a:lnTo>
                  <a:pt x="569935" y="160311"/>
                </a:lnTo>
                <a:lnTo>
                  <a:pt x="571145" y="160374"/>
                </a:lnTo>
                <a:lnTo>
                  <a:pt x="572379" y="160426"/>
                </a:lnTo>
                <a:lnTo>
                  <a:pt x="573636" y="160466"/>
                </a:lnTo>
                <a:lnTo>
                  <a:pt x="574915" y="160495"/>
                </a:lnTo>
                <a:lnTo>
                  <a:pt x="576218" y="160512"/>
                </a:lnTo>
                <a:lnTo>
                  <a:pt x="577543" y="160518"/>
                </a:lnTo>
                <a:lnTo>
                  <a:pt x="579389" y="160504"/>
                </a:lnTo>
                <a:lnTo>
                  <a:pt x="581198" y="160463"/>
                </a:lnTo>
                <a:lnTo>
                  <a:pt x="582969" y="160394"/>
                </a:lnTo>
                <a:lnTo>
                  <a:pt x="584704" y="160298"/>
                </a:lnTo>
                <a:lnTo>
                  <a:pt x="586402" y="160175"/>
                </a:lnTo>
                <a:lnTo>
                  <a:pt x="588063" y="160024"/>
                </a:lnTo>
                <a:lnTo>
                  <a:pt x="589687" y="159846"/>
                </a:lnTo>
                <a:lnTo>
                  <a:pt x="591274" y="159640"/>
                </a:lnTo>
                <a:lnTo>
                  <a:pt x="592824" y="159407"/>
                </a:lnTo>
                <a:lnTo>
                  <a:pt x="594337" y="159146"/>
                </a:lnTo>
                <a:lnTo>
                  <a:pt x="595814" y="158858"/>
                </a:lnTo>
                <a:lnTo>
                  <a:pt x="597253" y="158543"/>
                </a:lnTo>
                <a:lnTo>
                  <a:pt x="598655" y="158200"/>
                </a:lnTo>
                <a:lnTo>
                  <a:pt x="600021" y="157830"/>
                </a:lnTo>
                <a:lnTo>
                  <a:pt x="601349" y="157432"/>
                </a:lnTo>
                <a:lnTo>
                  <a:pt x="602641" y="157007"/>
                </a:lnTo>
                <a:lnTo>
                  <a:pt x="603896" y="156555"/>
                </a:lnTo>
                <a:lnTo>
                  <a:pt x="605114" y="156075"/>
                </a:lnTo>
                <a:lnTo>
                  <a:pt x="606295" y="155568"/>
                </a:lnTo>
                <a:lnTo>
                  <a:pt x="607439" y="155033"/>
                </a:lnTo>
                <a:lnTo>
                  <a:pt x="608546" y="154471"/>
                </a:lnTo>
                <a:lnTo>
                  <a:pt x="609616" y="153881"/>
                </a:lnTo>
                <a:lnTo>
                  <a:pt x="610649" y="153264"/>
                </a:lnTo>
                <a:lnTo>
                  <a:pt x="611645" y="152619"/>
                </a:lnTo>
                <a:lnTo>
                  <a:pt x="612603" y="151953"/>
                </a:lnTo>
                <a:lnTo>
                  <a:pt x="613520" y="151269"/>
                </a:lnTo>
                <a:lnTo>
                  <a:pt x="614396" y="150568"/>
                </a:lnTo>
                <a:lnTo>
                  <a:pt x="615231" y="149850"/>
                </a:lnTo>
                <a:lnTo>
                  <a:pt x="616025" y="149114"/>
                </a:lnTo>
                <a:lnTo>
                  <a:pt x="616779" y="148362"/>
                </a:lnTo>
                <a:lnTo>
                  <a:pt x="617492" y="147592"/>
                </a:lnTo>
                <a:lnTo>
                  <a:pt x="618164" y="146805"/>
                </a:lnTo>
                <a:lnTo>
                  <a:pt x="618796" y="146000"/>
                </a:lnTo>
                <a:lnTo>
                  <a:pt x="619387" y="145179"/>
                </a:lnTo>
                <a:lnTo>
                  <a:pt x="619937" y="144340"/>
                </a:lnTo>
                <a:lnTo>
                  <a:pt x="620446" y="143484"/>
                </a:lnTo>
                <a:lnTo>
                  <a:pt x="620914" y="142611"/>
                </a:lnTo>
                <a:lnTo>
                  <a:pt x="621342" y="141720"/>
                </a:lnTo>
                <a:lnTo>
                  <a:pt x="621729" y="140812"/>
                </a:lnTo>
                <a:lnTo>
                  <a:pt x="622076" y="139887"/>
                </a:lnTo>
                <a:lnTo>
                  <a:pt x="622381" y="138945"/>
                </a:lnTo>
                <a:lnTo>
                  <a:pt x="622646" y="137986"/>
                </a:lnTo>
                <a:lnTo>
                  <a:pt x="622870" y="137009"/>
                </a:lnTo>
                <a:lnTo>
                  <a:pt x="623053" y="136015"/>
                </a:lnTo>
                <a:lnTo>
                  <a:pt x="623196" y="135004"/>
                </a:lnTo>
                <a:lnTo>
                  <a:pt x="623298" y="133976"/>
                </a:lnTo>
                <a:lnTo>
                  <a:pt x="623359" y="132930"/>
                </a:lnTo>
                <a:lnTo>
                  <a:pt x="623379" y="131867"/>
                </a:lnTo>
                <a:lnTo>
                  <a:pt x="623362" y="130822"/>
                </a:lnTo>
                <a:lnTo>
                  <a:pt x="623308" y="129800"/>
                </a:lnTo>
                <a:lnTo>
                  <a:pt x="623220" y="128801"/>
                </a:lnTo>
                <a:lnTo>
                  <a:pt x="623095" y="127824"/>
                </a:lnTo>
                <a:lnTo>
                  <a:pt x="622936" y="126870"/>
                </a:lnTo>
                <a:lnTo>
                  <a:pt x="622741" y="125938"/>
                </a:lnTo>
                <a:lnTo>
                  <a:pt x="622510" y="125029"/>
                </a:lnTo>
                <a:lnTo>
                  <a:pt x="622244" y="124143"/>
                </a:lnTo>
                <a:lnTo>
                  <a:pt x="621942" y="123279"/>
                </a:lnTo>
                <a:lnTo>
                  <a:pt x="621605" y="122438"/>
                </a:lnTo>
                <a:lnTo>
                  <a:pt x="621232" y="121620"/>
                </a:lnTo>
                <a:lnTo>
                  <a:pt x="620824" y="120824"/>
                </a:lnTo>
                <a:lnTo>
                  <a:pt x="620380" y="120051"/>
                </a:lnTo>
                <a:lnTo>
                  <a:pt x="619901" y="119301"/>
                </a:lnTo>
                <a:lnTo>
                  <a:pt x="619387" y="118573"/>
                </a:lnTo>
                <a:lnTo>
                  <a:pt x="618837" y="117868"/>
                </a:lnTo>
                <a:lnTo>
                  <a:pt x="618251" y="117186"/>
                </a:lnTo>
                <a:lnTo>
                  <a:pt x="617630" y="116526"/>
                </a:lnTo>
                <a:lnTo>
                  <a:pt x="616973" y="115889"/>
                </a:lnTo>
                <a:lnTo>
                  <a:pt x="616281" y="115274"/>
                </a:lnTo>
                <a:lnTo>
                  <a:pt x="615554" y="114683"/>
                </a:lnTo>
                <a:lnTo>
                  <a:pt x="614791" y="114113"/>
                </a:lnTo>
                <a:lnTo>
                  <a:pt x="613992" y="113567"/>
                </a:lnTo>
                <a:lnTo>
                  <a:pt x="613158" y="113043"/>
                </a:lnTo>
                <a:lnTo>
                  <a:pt x="612285" y="112541"/>
                </a:lnTo>
                <a:lnTo>
                  <a:pt x="611371" y="112060"/>
                </a:lnTo>
                <a:lnTo>
                  <a:pt x="610414" y="111601"/>
                </a:lnTo>
                <a:lnTo>
                  <a:pt x="609416" y="111163"/>
                </a:lnTo>
                <a:lnTo>
                  <a:pt x="608376" y="110746"/>
                </a:lnTo>
                <a:lnTo>
                  <a:pt x="607294" y="110351"/>
                </a:lnTo>
                <a:lnTo>
                  <a:pt x="606170" y="109977"/>
                </a:lnTo>
                <a:lnTo>
                  <a:pt x="605004" y="109624"/>
                </a:lnTo>
                <a:lnTo>
                  <a:pt x="603797" y="109293"/>
                </a:lnTo>
                <a:lnTo>
                  <a:pt x="602547" y="108983"/>
                </a:lnTo>
                <a:lnTo>
                  <a:pt x="601256" y="108695"/>
                </a:lnTo>
                <a:lnTo>
                  <a:pt x="599923" y="108428"/>
                </a:lnTo>
                <a:lnTo>
                  <a:pt x="598548" y="108182"/>
                </a:lnTo>
                <a:lnTo>
                  <a:pt x="597131" y="107958"/>
                </a:lnTo>
                <a:lnTo>
                  <a:pt x="595672" y="107755"/>
                </a:lnTo>
                <a:lnTo>
                  <a:pt x="594172" y="107573"/>
                </a:lnTo>
                <a:lnTo>
                  <a:pt x="592629" y="107413"/>
                </a:lnTo>
                <a:lnTo>
                  <a:pt x="591045" y="107274"/>
                </a:lnTo>
                <a:lnTo>
                  <a:pt x="589419" y="107157"/>
                </a:lnTo>
                <a:lnTo>
                  <a:pt x="587751" y="107060"/>
                </a:lnTo>
                <a:lnTo>
                  <a:pt x="586041" y="106986"/>
                </a:lnTo>
                <a:lnTo>
                  <a:pt x="584289" y="106932"/>
                </a:lnTo>
                <a:lnTo>
                  <a:pt x="582496" y="106900"/>
                </a:lnTo>
                <a:lnTo>
                  <a:pt x="580660" y="106890"/>
                </a:lnTo>
                <a:lnTo>
                  <a:pt x="578460" y="106890"/>
                </a:lnTo>
                <a:lnTo>
                  <a:pt x="577748" y="106888"/>
                </a:lnTo>
                <a:lnTo>
                  <a:pt x="577050" y="106885"/>
                </a:lnTo>
                <a:lnTo>
                  <a:pt x="576364" y="106880"/>
                </a:lnTo>
                <a:lnTo>
                  <a:pt x="575691" y="106873"/>
                </a:lnTo>
                <a:lnTo>
                  <a:pt x="575031" y="106864"/>
                </a:lnTo>
                <a:lnTo>
                  <a:pt x="574384" y="106852"/>
                </a:lnTo>
                <a:lnTo>
                  <a:pt x="573749" y="106839"/>
                </a:lnTo>
                <a:lnTo>
                  <a:pt x="573128" y="106823"/>
                </a:lnTo>
                <a:lnTo>
                  <a:pt x="572519" y="106806"/>
                </a:lnTo>
                <a:lnTo>
                  <a:pt x="571924" y="106786"/>
                </a:lnTo>
                <a:lnTo>
                  <a:pt x="571341" y="106764"/>
                </a:lnTo>
                <a:lnTo>
                  <a:pt x="570771" y="106741"/>
                </a:lnTo>
                <a:lnTo>
                  <a:pt x="570214" y="106715"/>
                </a:lnTo>
                <a:lnTo>
                  <a:pt x="569670" y="106687"/>
                </a:lnTo>
                <a:lnTo>
                  <a:pt x="569139" y="106657"/>
                </a:lnTo>
                <a:lnTo>
                  <a:pt x="568621" y="106625"/>
                </a:lnTo>
                <a:lnTo>
                  <a:pt x="568115" y="106591"/>
                </a:lnTo>
                <a:lnTo>
                  <a:pt x="567623" y="106554"/>
                </a:lnTo>
                <a:lnTo>
                  <a:pt x="567143" y="106516"/>
                </a:lnTo>
                <a:lnTo>
                  <a:pt x="566676" y="106476"/>
                </a:lnTo>
                <a:lnTo>
                  <a:pt x="566223" y="106433"/>
                </a:lnTo>
                <a:lnTo>
                  <a:pt x="565782" y="106389"/>
                </a:lnTo>
                <a:lnTo>
                  <a:pt x="565354" y="106342"/>
                </a:lnTo>
                <a:lnTo>
                  <a:pt x="564939" y="106294"/>
                </a:lnTo>
                <a:lnTo>
                  <a:pt x="564535" y="106243"/>
                </a:lnTo>
                <a:lnTo>
                  <a:pt x="564141" y="106190"/>
                </a:lnTo>
                <a:lnTo>
                  <a:pt x="563758" y="106135"/>
                </a:lnTo>
                <a:lnTo>
                  <a:pt x="563385" y="106078"/>
                </a:lnTo>
                <a:lnTo>
                  <a:pt x="563022" y="106020"/>
                </a:lnTo>
                <a:lnTo>
                  <a:pt x="562670" y="105958"/>
                </a:lnTo>
                <a:lnTo>
                  <a:pt x="562327" y="105895"/>
                </a:lnTo>
                <a:lnTo>
                  <a:pt x="561995" y="105830"/>
                </a:lnTo>
                <a:lnTo>
                  <a:pt x="561673" y="105763"/>
                </a:lnTo>
                <a:lnTo>
                  <a:pt x="561361" y="105694"/>
                </a:lnTo>
                <a:lnTo>
                  <a:pt x="561059" y="105622"/>
                </a:lnTo>
                <a:lnTo>
                  <a:pt x="560767" y="105549"/>
                </a:lnTo>
                <a:lnTo>
                  <a:pt x="560486" y="105473"/>
                </a:lnTo>
                <a:lnTo>
                  <a:pt x="560215" y="105396"/>
                </a:lnTo>
                <a:lnTo>
                  <a:pt x="559954" y="105316"/>
                </a:lnTo>
                <a:lnTo>
                  <a:pt x="559703" y="105234"/>
                </a:lnTo>
                <a:lnTo>
                  <a:pt x="559462" y="105151"/>
                </a:lnTo>
                <a:lnTo>
                  <a:pt x="559232" y="105065"/>
                </a:lnTo>
                <a:lnTo>
                  <a:pt x="559012" y="104977"/>
                </a:lnTo>
                <a:lnTo>
                  <a:pt x="558802" y="104887"/>
                </a:lnTo>
                <a:lnTo>
                  <a:pt x="558602" y="104795"/>
                </a:lnTo>
                <a:lnTo>
                  <a:pt x="558412" y="104701"/>
                </a:lnTo>
                <a:lnTo>
                  <a:pt x="558232" y="104604"/>
                </a:lnTo>
                <a:lnTo>
                  <a:pt x="558063" y="104506"/>
                </a:lnTo>
                <a:lnTo>
                  <a:pt x="557902" y="104406"/>
                </a:lnTo>
                <a:lnTo>
                  <a:pt x="557748" y="104304"/>
                </a:lnTo>
                <a:lnTo>
                  <a:pt x="557601" y="104200"/>
                </a:lnTo>
                <a:lnTo>
                  <a:pt x="557461" y="104094"/>
                </a:lnTo>
                <a:lnTo>
                  <a:pt x="557327" y="103986"/>
                </a:lnTo>
                <a:lnTo>
                  <a:pt x="557201" y="103876"/>
                </a:lnTo>
                <a:lnTo>
                  <a:pt x="557081" y="103764"/>
                </a:lnTo>
                <a:lnTo>
                  <a:pt x="556968" y="103650"/>
                </a:lnTo>
                <a:lnTo>
                  <a:pt x="556862" y="103535"/>
                </a:lnTo>
                <a:lnTo>
                  <a:pt x="556763" y="103417"/>
                </a:lnTo>
                <a:lnTo>
                  <a:pt x="556670" y="103298"/>
                </a:lnTo>
                <a:lnTo>
                  <a:pt x="556585" y="103177"/>
                </a:lnTo>
                <a:lnTo>
                  <a:pt x="556506" y="103054"/>
                </a:lnTo>
                <a:lnTo>
                  <a:pt x="556434" y="102929"/>
                </a:lnTo>
                <a:lnTo>
                  <a:pt x="556369" y="102802"/>
                </a:lnTo>
                <a:lnTo>
                  <a:pt x="556311" y="102673"/>
                </a:lnTo>
                <a:lnTo>
                  <a:pt x="556260" y="102542"/>
                </a:lnTo>
                <a:lnTo>
                  <a:pt x="556215" y="102409"/>
                </a:lnTo>
                <a:lnTo>
                  <a:pt x="556178" y="102274"/>
                </a:lnTo>
                <a:lnTo>
                  <a:pt x="556147" y="102138"/>
                </a:lnTo>
                <a:lnTo>
                  <a:pt x="556123" y="101999"/>
                </a:lnTo>
                <a:lnTo>
                  <a:pt x="556106" y="101859"/>
                </a:lnTo>
                <a:lnTo>
                  <a:pt x="556096" y="101717"/>
                </a:lnTo>
                <a:lnTo>
                  <a:pt x="556092" y="101573"/>
                </a:lnTo>
                <a:lnTo>
                  <a:pt x="556098" y="101368"/>
                </a:lnTo>
                <a:lnTo>
                  <a:pt x="556115" y="101165"/>
                </a:lnTo>
                <a:lnTo>
                  <a:pt x="556144" y="100966"/>
                </a:lnTo>
                <a:lnTo>
                  <a:pt x="556184" y="100769"/>
                </a:lnTo>
                <a:lnTo>
                  <a:pt x="556235" y="100575"/>
                </a:lnTo>
                <a:lnTo>
                  <a:pt x="556298" y="100384"/>
                </a:lnTo>
                <a:lnTo>
                  <a:pt x="556373" y="100195"/>
                </a:lnTo>
                <a:lnTo>
                  <a:pt x="556459" y="100009"/>
                </a:lnTo>
                <a:lnTo>
                  <a:pt x="556556" y="99826"/>
                </a:lnTo>
                <a:lnTo>
                  <a:pt x="556665" y="99645"/>
                </a:lnTo>
                <a:lnTo>
                  <a:pt x="556785" y="99467"/>
                </a:lnTo>
                <a:lnTo>
                  <a:pt x="556917" y="99292"/>
                </a:lnTo>
                <a:lnTo>
                  <a:pt x="557060" y="99120"/>
                </a:lnTo>
                <a:lnTo>
                  <a:pt x="557215" y="98950"/>
                </a:lnTo>
                <a:lnTo>
                  <a:pt x="557381" y="98783"/>
                </a:lnTo>
                <a:lnTo>
                  <a:pt x="557559" y="98619"/>
                </a:lnTo>
                <a:lnTo>
                  <a:pt x="557748" y="98457"/>
                </a:lnTo>
                <a:lnTo>
                  <a:pt x="557949" y="98298"/>
                </a:lnTo>
                <a:lnTo>
                  <a:pt x="558161" y="98142"/>
                </a:lnTo>
                <a:lnTo>
                  <a:pt x="558384" y="97988"/>
                </a:lnTo>
                <a:lnTo>
                  <a:pt x="558619" y="97838"/>
                </a:lnTo>
                <a:lnTo>
                  <a:pt x="558865" y="97690"/>
                </a:lnTo>
                <a:lnTo>
                  <a:pt x="559123" y="97544"/>
                </a:lnTo>
                <a:lnTo>
                  <a:pt x="559392" y="97401"/>
                </a:lnTo>
                <a:lnTo>
                  <a:pt x="559670" y="97261"/>
                </a:lnTo>
                <a:lnTo>
                  <a:pt x="559954" y="97122"/>
                </a:lnTo>
                <a:lnTo>
                  <a:pt x="560243" y="96985"/>
                </a:lnTo>
                <a:lnTo>
                  <a:pt x="560538" y="96850"/>
                </a:lnTo>
                <a:lnTo>
                  <a:pt x="560839" y="96717"/>
                </a:lnTo>
                <a:lnTo>
                  <a:pt x="561146" y="96585"/>
                </a:lnTo>
                <a:lnTo>
                  <a:pt x="561458" y="96455"/>
                </a:lnTo>
                <a:lnTo>
                  <a:pt x="561776" y="96327"/>
                </a:lnTo>
                <a:lnTo>
                  <a:pt x="562100" y="96200"/>
                </a:lnTo>
                <a:lnTo>
                  <a:pt x="562429" y="96076"/>
                </a:lnTo>
                <a:lnTo>
                  <a:pt x="562764" y="95953"/>
                </a:lnTo>
                <a:lnTo>
                  <a:pt x="562960" y="95883"/>
                </a:lnTo>
                <a:lnTo>
                  <a:pt x="562992" y="95891"/>
                </a:lnTo>
                <a:lnTo>
                  <a:pt x="563833" y="96093"/>
                </a:lnTo>
                <a:lnTo>
                  <a:pt x="564686" y="96280"/>
                </a:lnTo>
                <a:lnTo>
                  <a:pt x="565552" y="96452"/>
                </a:lnTo>
                <a:lnTo>
                  <a:pt x="566430" y="96609"/>
                </a:lnTo>
                <a:lnTo>
                  <a:pt x="567321" y="96751"/>
                </a:lnTo>
                <a:lnTo>
                  <a:pt x="568223" y="96878"/>
                </a:lnTo>
                <a:lnTo>
                  <a:pt x="569139" y="96990"/>
                </a:lnTo>
                <a:lnTo>
                  <a:pt x="570066" y="97087"/>
                </a:lnTo>
                <a:lnTo>
                  <a:pt x="571007" y="97169"/>
                </a:lnTo>
                <a:lnTo>
                  <a:pt x="571959" y="97236"/>
                </a:lnTo>
                <a:lnTo>
                  <a:pt x="572924" y="97288"/>
                </a:lnTo>
                <a:lnTo>
                  <a:pt x="573901" y="97326"/>
                </a:lnTo>
                <a:lnTo>
                  <a:pt x="574891" y="97348"/>
                </a:lnTo>
                <a:lnTo>
                  <a:pt x="575893" y="97356"/>
                </a:lnTo>
                <a:lnTo>
                  <a:pt x="576963" y="97348"/>
                </a:lnTo>
                <a:lnTo>
                  <a:pt x="578017" y="97326"/>
                </a:lnTo>
                <a:lnTo>
                  <a:pt x="579055" y="97290"/>
                </a:lnTo>
                <a:lnTo>
                  <a:pt x="580078" y="97239"/>
                </a:lnTo>
                <a:lnTo>
                  <a:pt x="581086" y="97173"/>
                </a:lnTo>
                <a:lnTo>
                  <a:pt x="582078" y="97092"/>
                </a:lnTo>
                <a:lnTo>
                  <a:pt x="583055" y="96997"/>
                </a:lnTo>
                <a:lnTo>
                  <a:pt x="584016" y="96888"/>
                </a:lnTo>
                <a:lnTo>
                  <a:pt x="584962" y="96763"/>
                </a:lnTo>
                <a:lnTo>
                  <a:pt x="585893" y="96625"/>
                </a:lnTo>
                <a:lnTo>
                  <a:pt x="586808" y="96471"/>
                </a:lnTo>
                <a:lnTo>
                  <a:pt x="587708" y="96303"/>
                </a:lnTo>
                <a:lnTo>
                  <a:pt x="588592" y="96120"/>
                </a:lnTo>
                <a:lnTo>
                  <a:pt x="589460" y="95923"/>
                </a:lnTo>
                <a:lnTo>
                  <a:pt x="590314" y="95711"/>
                </a:lnTo>
                <a:lnTo>
                  <a:pt x="591152" y="95484"/>
                </a:lnTo>
                <a:lnTo>
                  <a:pt x="591974" y="95243"/>
                </a:lnTo>
                <a:lnTo>
                  <a:pt x="592781" y="94987"/>
                </a:lnTo>
                <a:lnTo>
                  <a:pt x="593573" y="94716"/>
                </a:lnTo>
                <a:lnTo>
                  <a:pt x="594349" y="94431"/>
                </a:lnTo>
                <a:lnTo>
                  <a:pt x="595109" y="94131"/>
                </a:lnTo>
                <a:lnTo>
                  <a:pt x="595855" y="93817"/>
                </a:lnTo>
                <a:lnTo>
                  <a:pt x="596584" y="93488"/>
                </a:lnTo>
                <a:lnTo>
                  <a:pt x="597299" y="93144"/>
                </a:lnTo>
                <a:lnTo>
                  <a:pt x="597998" y="92789"/>
                </a:lnTo>
                <a:lnTo>
                  <a:pt x="598683" y="92423"/>
                </a:lnTo>
                <a:lnTo>
                  <a:pt x="599353" y="92047"/>
                </a:lnTo>
                <a:lnTo>
                  <a:pt x="600008" y="91662"/>
                </a:lnTo>
                <a:lnTo>
                  <a:pt x="600649" y="91267"/>
                </a:lnTo>
                <a:lnTo>
                  <a:pt x="601275" y="90862"/>
                </a:lnTo>
                <a:lnTo>
                  <a:pt x="601886" y="90447"/>
                </a:lnTo>
                <a:lnTo>
                  <a:pt x="602483" y="90022"/>
                </a:lnTo>
                <a:lnTo>
                  <a:pt x="603065" y="89587"/>
                </a:lnTo>
                <a:lnTo>
                  <a:pt x="603633" y="89143"/>
                </a:lnTo>
                <a:lnTo>
                  <a:pt x="604186" y="88688"/>
                </a:lnTo>
                <a:lnTo>
                  <a:pt x="604724" y="88224"/>
                </a:lnTo>
                <a:lnTo>
                  <a:pt x="605248" y="87750"/>
                </a:lnTo>
                <a:lnTo>
                  <a:pt x="605757" y="87266"/>
                </a:lnTo>
                <a:lnTo>
                  <a:pt x="606251" y="86773"/>
                </a:lnTo>
                <a:lnTo>
                  <a:pt x="606731" y="86269"/>
                </a:lnTo>
                <a:lnTo>
                  <a:pt x="607196" y="85756"/>
                </a:lnTo>
                <a:lnTo>
                  <a:pt x="607646" y="85232"/>
                </a:lnTo>
                <a:lnTo>
                  <a:pt x="608082" y="84699"/>
                </a:lnTo>
                <a:lnTo>
                  <a:pt x="608503" y="84156"/>
                </a:lnTo>
                <a:lnTo>
                  <a:pt x="608910" y="83603"/>
                </a:lnTo>
                <a:lnTo>
                  <a:pt x="609301" y="83041"/>
                </a:lnTo>
                <a:lnTo>
                  <a:pt x="609679" y="82468"/>
                </a:lnTo>
                <a:lnTo>
                  <a:pt x="610041" y="81886"/>
                </a:lnTo>
                <a:lnTo>
                  <a:pt x="610389" y="81296"/>
                </a:lnTo>
                <a:lnTo>
                  <a:pt x="610722" y="80703"/>
                </a:lnTo>
                <a:lnTo>
                  <a:pt x="611040" y="80104"/>
                </a:lnTo>
                <a:lnTo>
                  <a:pt x="611344" y="79501"/>
                </a:lnTo>
                <a:lnTo>
                  <a:pt x="611632" y="78894"/>
                </a:lnTo>
                <a:lnTo>
                  <a:pt x="611906" y="78282"/>
                </a:lnTo>
                <a:lnTo>
                  <a:pt x="612165" y="77666"/>
                </a:lnTo>
                <a:lnTo>
                  <a:pt x="612409" y="77045"/>
                </a:lnTo>
                <a:lnTo>
                  <a:pt x="612639" y="76420"/>
                </a:lnTo>
                <a:lnTo>
                  <a:pt x="612853" y="75790"/>
                </a:lnTo>
                <a:lnTo>
                  <a:pt x="613053" y="75156"/>
                </a:lnTo>
                <a:lnTo>
                  <a:pt x="613238" y="74518"/>
                </a:lnTo>
                <a:lnTo>
                  <a:pt x="613408" y="73875"/>
                </a:lnTo>
                <a:lnTo>
                  <a:pt x="613564" y="73227"/>
                </a:lnTo>
                <a:lnTo>
                  <a:pt x="613704" y="72576"/>
                </a:lnTo>
                <a:lnTo>
                  <a:pt x="613830" y="71919"/>
                </a:lnTo>
                <a:lnTo>
                  <a:pt x="613941" y="71258"/>
                </a:lnTo>
                <a:lnTo>
                  <a:pt x="614037" y="70593"/>
                </a:lnTo>
                <a:lnTo>
                  <a:pt x="614119" y="69923"/>
                </a:lnTo>
                <a:lnTo>
                  <a:pt x="614185" y="69249"/>
                </a:lnTo>
                <a:lnTo>
                  <a:pt x="614237" y="68571"/>
                </a:lnTo>
                <a:lnTo>
                  <a:pt x="614274" y="67888"/>
                </a:lnTo>
                <a:lnTo>
                  <a:pt x="614296" y="67200"/>
                </a:lnTo>
                <a:lnTo>
                  <a:pt x="614304" y="66508"/>
                </a:lnTo>
                <a:lnTo>
                  <a:pt x="614297" y="65786"/>
                </a:lnTo>
                <a:lnTo>
                  <a:pt x="614275" y="65070"/>
                </a:lnTo>
                <a:lnTo>
                  <a:pt x="614239" y="64360"/>
                </a:lnTo>
                <a:lnTo>
                  <a:pt x="614188" y="63656"/>
                </a:lnTo>
                <a:lnTo>
                  <a:pt x="614123" y="62958"/>
                </a:lnTo>
                <a:lnTo>
                  <a:pt x="614043" y="62265"/>
                </a:lnTo>
                <a:lnTo>
                  <a:pt x="613949" y="61579"/>
                </a:lnTo>
                <a:lnTo>
                  <a:pt x="613840" y="60898"/>
                </a:lnTo>
                <a:lnTo>
                  <a:pt x="613717" y="60223"/>
                </a:lnTo>
                <a:lnTo>
                  <a:pt x="613580" y="59555"/>
                </a:lnTo>
                <a:lnTo>
                  <a:pt x="613428" y="58892"/>
                </a:lnTo>
                <a:lnTo>
                  <a:pt x="613261" y="58235"/>
                </a:lnTo>
                <a:lnTo>
                  <a:pt x="613080" y="57583"/>
                </a:lnTo>
                <a:lnTo>
                  <a:pt x="612885" y="56938"/>
                </a:lnTo>
                <a:lnTo>
                  <a:pt x="612675" y="56299"/>
                </a:lnTo>
                <a:lnTo>
                  <a:pt x="612450" y="55665"/>
                </a:lnTo>
                <a:lnTo>
                  <a:pt x="612211" y="55038"/>
                </a:lnTo>
                <a:lnTo>
                  <a:pt x="611958" y="54416"/>
                </a:lnTo>
                <a:lnTo>
                  <a:pt x="611690" y="53800"/>
                </a:lnTo>
                <a:lnTo>
                  <a:pt x="611407" y="53190"/>
                </a:lnTo>
                <a:lnTo>
                  <a:pt x="611110" y="52586"/>
                </a:lnTo>
                <a:lnTo>
                  <a:pt x="610799" y="51988"/>
                </a:lnTo>
                <a:lnTo>
                  <a:pt x="610473" y="51396"/>
                </a:lnTo>
                <a:lnTo>
                  <a:pt x="610133" y="50809"/>
                </a:lnTo>
                <a:lnTo>
                  <a:pt x="609778" y="50231"/>
                </a:lnTo>
                <a:lnTo>
                  <a:pt x="609408" y="49662"/>
                </a:lnTo>
                <a:lnTo>
                  <a:pt x="609024" y="49102"/>
                </a:lnTo>
                <a:lnTo>
                  <a:pt x="608625" y="48553"/>
                </a:lnTo>
                <a:lnTo>
                  <a:pt x="608212" y="48013"/>
                </a:lnTo>
                <a:lnTo>
                  <a:pt x="607784" y="47483"/>
                </a:lnTo>
                <a:lnTo>
                  <a:pt x="607341" y="46962"/>
                </a:lnTo>
                <a:lnTo>
                  <a:pt x="606884" y="46452"/>
                </a:lnTo>
                <a:lnTo>
                  <a:pt x="606411" y="45950"/>
                </a:lnTo>
                <a:lnTo>
                  <a:pt x="605925" y="45459"/>
                </a:lnTo>
                <a:lnTo>
                  <a:pt x="605423" y="44977"/>
                </a:lnTo>
                <a:lnTo>
                  <a:pt x="605093" y="44675"/>
                </a:lnTo>
                <a:lnTo>
                  <a:pt x="605148" y="44633"/>
                </a:lnTo>
                <a:lnTo>
                  <a:pt x="605522" y="44363"/>
                </a:lnTo>
                <a:lnTo>
                  <a:pt x="605906" y="44107"/>
                </a:lnTo>
                <a:close/>
                <a:moveTo>
                  <a:pt x="573944" y="82666"/>
                </a:moveTo>
                <a:lnTo>
                  <a:pt x="573468" y="82601"/>
                </a:lnTo>
                <a:lnTo>
                  <a:pt x="572997" y="82523"/>
                </a:lnTo>
                <a:lnTo>
                  <a:pt x="572530" y="82430"/>
                </a:lnTo>
                <a:lnTo>
                  <a:pt x="572069" y="82323"/>
                </a:lnTo>
                <a:lnTo>
                  <a:pt x="571611" y="82201"/>
                </a:lnTo>
                <a:lnTo>
                  <a:pt x="571159" y="82066"/>
                </a:lnTo>
                <a:lnTo>
                  <a:pt x="570710" y="81916"/>
                </a:lnTo>
                <a:lnTo>
                  <a:pt x="570267" y="81751"/>
                </a:lnTo>
                <a:lnTo>
                  <a:pt x="569828" y="81573"/>
                </a:lnTo>
                <a:lnTo>
                  <a:pt x="569394" y="81380"/>
                </a:lnTo>
                <a:lnTo>
                  <a:pt x="568964" y="81173"/>
                </a:lnTo>
                <a:lnTo>
                  <a:pt x="568539" y="80951"/>
                </a:lnTo>
                <a:lnTo>
                  <a:pt x="568119" y="80716"/>
                </a:lnTo>
                <a:lnTo>
                  <a:pt x="567703" y="80466"/>
                </a:lnTo>
                <a:lnTo>
                  <a:pt x="567292" y="80202"/>
                </a:lnTo>
                <a:lnTo>
                  <a:pt x="566885" y="79923"/>
                </a:lnTo>
                <a:lnTo>
                  <a:pt x="566483" y="79630"/>
                </a:lnTo>
                <a:lnTo>
                  <a:pt x="566086" y="79323"/>
                </a:lnTo>
                <a:lnTo>
                  <a:pt x="565693" y="79002"/>
                </a:lnTo>
                <a:lnTo>
                  <a:pt x="565305" y="78666"/>
                </a:lnTo>
                <a:lnTo>
                  <a:pt x="564927" y="78316"/>
                </a:lnTo>
                <a:lnTo>
                  <a:pt x="564566" y="77953"/>
                </a:lnTo>
                <a:lnTo>
                  <a:pt x="564220" y="77576"/>
                </a:lnTo>
                <a:lnTo>
                  <a:pt x="563891" y="77186"/>
                </a:lnTo>
                <a:lnTo>
                  <a:pt x="563577" y="76781"/>
                </a:lnTo>
                <a:lnTo>
                  <a:pt x="563280" y="76363"/>
                </a:lnTo>
                <a:lnTo>
                  <a:pt x="562999" y="75932"/>
                </a:lnTo>
                <a:lnTo>
                  <a:pt x="562733" y="75487"/>
                </a:lnTo>
                <a:lnTo>
                  <a:pt x="562484" y="75028"/>
                </a:lnTo>
                <a:lnTo>
                  <a:pt x="562251" y="74555"/>
                </a:lnTo>
                <a:lnTo>
                  <a:pt x="562034" y="74069"/>
                </a:lnTo>
                <a:lnTo>
                  <a:pt x="561833" y="73570"/>
                </a:lnTo>
                <a:lnTo>
                  <a:pt x="561648" y="73056"/>
                </a:lnTo>
                <a:lnTo>
                  <a:pt x="561479" y="72529"/>
                </a:lnTo>
                <a:lnTo>
                  <a:pt x="561327" y="71988"/>
                </a:lnTo>
                <a:lnTo>
                  <a:pt x="561190" y="71434"/>
                </a:lnTo>
                <a:lnTo>
                  <a:pt x="561070" y="70866"/>
                </a:lnTo>
                <a:lnTo>
                  <a:pt x="560965" y="70284"/>
                </a:lnTo>
                <a:lnTo>
                  <a:pt x="560877" y="69689"/>
                </a:lnTo>
                <a:lnTo>
                  <a:pt x="560804" y="69080"/>
                </a:lnTo>
                <a:lnTo>
                  <a:pt x="560748" y="68458"/>
                </a:lnTo>
                <a:lnTo>
                  <a:pt x="560708" y="67821"/>
                </a:lnTo>
                <a:lnTo>
                  <a:pt x="560684" y="67172"/>
                </a:lnTo>
                <a:lnTo>
                  <a:pt x="560676" y="66508"/>
                </a:lnTo>
                <a:lnTo>
                  <a:pt x="560684" y="65837"/>
                </a:lnTo>
                <a:lnTo>
                  <a:pt x="560707" y="65179"/>
                </a:lnTo>
                <a:lnTo>
                  <a:pt x="560746" y="64535"/>
                </a:lnTo>
                <a:lnTo>
                  <a:pt x="560801" y="63904"/>
                </a:lnTo>
                <a:lnTo>
                  <a:pt x="560871" y="63287"/>
                </a:lnTo>
                <a:lnTo>
                  <a:pt x="560957" y="62683"/>
                </a:lnTo>
                <a:lnTo>
                  <a:pt x="561058" y="62093"/>
                </a:lnTo>
                <a:lnTo>
                  <a:pt x="561175" y="61516"/>
                </a:lnTo>
                <a:lnTo>
                  <a:pt x="561307" y="60952"/>
                </a:lnTo>
                <a:lnTo>
                  <a:pt x="561456" y="60403"/>
                </a:lnTo>
                <a:lnTo>
                  <a:pt x="561619" y="59866"/>
                </a:lnTo>
                <a:lnTo>
                  <a:pt x="561799" y="59343"/>
                </a:lnTo>
                <a:lnTo>
                  <a:pt x="561994" y="58834"/>
                </a:lnTo>
                <a:lnTo>
                  <a:pt x="562204" y="58338"/>
                </a:lnTo>
                <a:lnTo>
                  <a:pt x="562430" y="57856"/>
                </a:lnTo>
                <a:lnTo>
                  <a:pt x="562672" y="57387"/>
                </a:lnTo>
                <a:lnTo>
                  <a:pt x="562930" y="56931"/>
                </a:lnTo>
                <a:lnTo>
                  <a:pt x="563202" y="56489"/>
                </a:lnTo>
                <a:lnTo>
                  <a:pt x="563491" y="56061"/>
                </a:lnTo>
                <a:lnTo>
                  <a:pt x="563795" y="55646"/>
                </a:lnTo>
                <a:lnTo>
                  <a:pt x="564115" y="55244"/>
                </a:lnTo>
                <a:lnTo>
                  <a:pt x="564450" y="54856"/>
                </a:lnTo>
                <a:lnTo>
                  <a:pt x="564801" y="54482"/>
                </a:lnTo>
                <a:lnTo>
                  <a:pt x="565168" y="54121"/>
                </a:lnTo>
                <a:lnTo>
                  <a:pt x="565546" y="53774"/>
                </a:lnTo>
                <a:lnTo>
                  <a:pt x="565933" y="53442"/>
                </a:lnTo>
                <a:lnTo>
                  <a:pt x="566328" y="53124"/>
                </a:lnTo>
                <a:lnTo>
                  <a:pt x="566731" y="52822"/>
                </a:lnTo>
                <a:lnTo>
                  <a:pt x="567143" y="52534"/>
                </a:lnTo>
                <a:lnTo>
                  <a:pt x="567563" y="52261"/>
                </a:lnTo>
                <a:lnTo>
                  <a:pt x="567991" y="52003"/>
                </a:lnTo>
                <a:lnTo>
                  <a:pt x="568427" y="51759"/>
                </a:lnTo>
                <a:lnTo>
                  <a:pt x="568872" y="51530"/>
                </a:lnTo>
                <a:lnTo>
                  <a:pt x="569325" y="51316"/>
                </a:lnTo>
                <a:lnTo>
                  <a:pt x="569786" y="51117"/>
                </a:lnTo>
                <a:lnTo>
                  <a:pt x="570255" y="50932"/>
                </a:lnTo>
                <a:lnTo>
                  <a:pt x="570733" y="50763"/>
                </a:lnTo>
                <a:lnTo>
                  <a:pt x="571219" y="50608"/>
                </a:lnTo>
                <a:lnTo>
                  <a:pt x="571714" y="50467"/>
                </a:lnTo>
                <a:lnTo>
                  <a:pt x="572216" y="50342"/>
                </a:lnTo>
                <a:lnTo>
                  <a:pt x="572727" y="50231"/>
                </a:lnTo>
                <a:lnTo>
                  <a:pt x="573246" y="50135"/>
                </a:lnTo>
                <a:lnTo>
                  <a:pt x="573774" y="50054"/>
                </a:lnTo>
                <a:lnTo>
                  <a:pt x="574309" y="49988"/>
                </a:lnTo>
                <a:lnTo>
                  <a:pt x="574853" y="49936"/>
                </a:lnTo>
                <a:lnTo>
                  <a:pt x="575406" y="49899"/>
                </a:lnTo>
                <a:lnTo>
                  <a:pt x="575966" y="49877"/>
                </a:lnTo>
                <a:lnTo>
                  <a:pt x="576535" y="49870"/>
                </a:lnTo>
                <a:lnTo>
                  <a:pt x="577096" y="49877"/>
                </a:lnTo>
                <a:lnTo>
                  <a:pt x="577648" y="49898"/>
                </a:lnTo>
                <a:lnTo>
                  <a:pt x="578191" y="49934"/>
                </a:lnTo>
                <a:lnTo>
                  <a:pt x="578725" y="49984"/>
                </a:lnTo>
                <a:lnTo>
                  <a:pt x="579250" y="50048"/>
                </a:lnTo>
                <a:lnTo>
                  <a:pt x="579766" y="50127"/>
                </a:lnTo>
                <a:lnTo>
                  <a:pt x="580274" y="50220"/>
                </a:lnTo>
                <a:lnTo>
                  <a:pt x="580772" y="50327"/>
                </a:lnTo>
                <a:lnTo>
                  <a:pt x="581262" y="50448"/>
                </a:lnTo>
                <a:lnTo>
                  <a:pt x="581742" y="50584"/>
                </a:lnTo>
                <a:lnTo>
                  <a:pt x="582214" y="50734"/>
                </a:lnTo>
                <a:lnTo>
                  <a:pt x="582677" y="50898"/>
                </a:lnTo>
                <a:lnTo>
                  <a:pt x="583131" y="51077"/>
                </a:lnTo>
                <a:lnTo>
                  <a:pt x="583576" y="51269"/>
                </a:lnTo>
                <a:lnTo>
                  <a:pt x="584012" y="51476"/>
                </a:lnTo>
                <a:lnTo>
                  <a:pt x="584439" y="51698"/>
                </a:lnTo>
                <a:lnTo>
                  <a:pt x="584857" y="51934"/>
                </a:lnTo>
                <a:lnTo>
                  <a:pt x="585267" y="52184"/>
                </a:lnTo>
                <a:lnTo>
                  <a:pt x="585667" y="52448"/>
                </a:lnTo>
                <a:lnTo>
                  <a:pt x="586059" y="52726"/>
                </a:lnTo>
                <a:lnTo>
                  <a:pt x="586441" y="53019"/>
                </a:lnTo>
                <a:lnTo>
                  <a:pt x="586815" y="53326"/>
                </a:lnTo>
                <a:lnTo>
                  <a:pt x="587180" y="53648"/>
                </a:lnTo>
                <a:lnTo>
                  <a:pt x="587536" y="53983"/>
                </a:lnTo>
                <a:lnTo>
                  <a:pt x="587880" y="54334"/>
                </a:lnTo>
                <a:lnTo>
                  <a:pt x="588209" y="54699"/>
                </a:lnTo>
                <a:lnTo>
                  <a:pt x="588524" y="55079"/>
                </a:lnTo>
                <a:lnTo>
                  <a:pt x="588824" y="55474"/>
                </a:lnTo>
                <a:lnTo>
                  <a:pt x="589110" y="55884"/>
                </a:lnTo>
                <a:lnTo>
                  <a:pt x="589381" y="56309"/>
                </a:lnTo>
                <a:lnTo>
                  <a:pt x="589637" y="56749"/>
                </a:lnTo>
                <a:lnTo>
                  <a:pt x="589878" y="57203"/>
                </a:lnTo>
                <a:lnTo>
                  <a:pt x="590105" y="57673"/>
                </a:lnTo>
                <a:lnTo>
                  <a:pt x="590318" y="58158"/>
                </a:lnTo>
                <a:lnTo>
                  <a:pt x="590515" y="58657"/>
                </a:lnTo>
                <a:lnTo>
                  <a:pt x="590698" y="59171"/>
                </a:lnTo>
                <a:lnTo>
                  <a:pt x="590867" y="59701"/>
                </a:lnTo>
                <a:lnTo>
                  <a:pt x="591020" y="60245"/>
                </a:lnTo>
                <a:lnTo>
                  <a:pt x="591160" y="60804"/>
                </a:lnTo>
                <a:lnTo>
                  <a:pt x="591284" y="61378"/>
                </a:lnTo>
                <a:lnTo>
                  <a:pt x="591394" y="61967"/>
                </a:lnTo>
                <a:lnTo>
                  <a:pt x="591489" y="62571"/>
                </a:lnTo>
                <a:lnTo>
                  <a:pt x="591570" y="63190"/>
                </a:lnTo>
                <a:lnTo>
                  <a:pt x="591635" y="63824"/>
                </a:lnTo>
                <a:lnTo>
                  <a:pt x="591687" y="64472"/>
                </a:lnTo>
                <a:lnTo>
                  <a:pt x="591723" y="65136"/>
                </a:lnTo>
                <a:lnTo>
                  <a:pt x="591745" y="65815"/>
                </a:lnTo>
                <a:lnTo>
                  <a:pt x="591753" y="66508"/>
                </a:lnTo>
                <a:lnTo>
                  <a:pt x="591745" y="67164"/>
                </a:lnTo>
                <a:lnTo>
                  <a:pt x="591721" y="67807"/>
                </a:lnTo>
                <a:lnTo>
                  <a:pt x="591682" y="68437"/>
                </a:lnTo>
                <a:lnTo>
                  <a:pt x="591627" y="69053"/>
                </a:lnTo>
                <a:lnTo>
                  <a:pt x="591556" y="69657"/>
                </a:lnTo>
                <a:lnTo>
                  <a:pt x="591469" y="70247"/>
                </a:lnTo>
                <a:lnTo>
                  <a:pt x="591367" y="70824"/>
                </a:lnTo>
                <a:lnTo>
                  <a:pt x="591248" y="71388"/>
                </a:lnTo>
                <a:lnTo>
                  <a:pt x="591114" y="71939"/>
                </a:lnTo>
                <a:lnTo>
                  <a:pt x="590965" y="72477"/>
                </a:lnTo>
                <a:lnTo>
                  <a:pt x="590799" y="73001"/>
                </a:lnTo>
                <a:lnTo>
                  <a:pt x="590618" y="73512"/>
                </a:lnTo>
                <a:lnTo>
                  <a:pt x="590421" y="74010"/>
                </a:lnTo>
                <a:lnTo>
                  <a:pt x="590208" y="74495"/>
                </a:lnTo>
                <a:lnTo>
                  <a:pt x="589980" y="74967"/>
                </a:lnTo>
                <a:lnTo>
                  <a:pt x="589736" y="75426"/>
                </a:lnTo>
                <a:lnTo>
                  <a:pt x="589476" y="75871"/>
                </a:lnTo>
                <a:lnTo>
                  <a:pt x="589200" y="76303"/>
                </a:lnTo>
                <a:lnTo>
                  <a:pt x="588909" y="76722"/>
                </a:lnTo>
                <a:lnTo>
                  <a:pt x="588601" y="77128"/>
                </a:lnTo>
                <a:lnTo>
                  <a:pt x="588278" y="77521"/>
                </a:lnTo>
                <a:lnTo>
                  <a:pt x="587940" y="77901"/>
                </a:lnTo>
                <a:lnTo>
                  <a:pt x="587585" y="78267"/>
                </a:lnTo>
                <a:lnTo>
                  <a:pt x="587215" y="78620"/>
                </a:lnTo>
                <a:lnTo>
                  <a:pt x="586833" y="78960"/>
                </a:lnTo>
                <a:lnTo>
                  <a:pt x="586443" y="79285"/>
                </a:lnTo>
                <a:lnTo>
                  <a:pt x="586045" y="79595"/>
                </a:lnTo>
                <a:lnTo>
                  <a:pt x="585640" y="79891"/>
                </a:lnTo>
                <a:lnTo>
                  <a:pt x="585227" y="80173"/>
                </a:lnTo>
                <a:lnTo>
                  <a:pt x="584806" y="80440"/>
                </a:lnTo>
                <a:lnTo>
                  <a:pt x="584377" y="80693"/>
                </a:lnTo>
                <a:lnTo>
                  <a:pt x="583940" y="80931"/>
                </a:lnTo>
                <a:lnTo>
                  <a:pt x="583496" y="81155"/>
                </a:lnTo>
                <a:lnTo>
                  <a:pt x="583043" y="81364"/>
                </a:lnTo>
                <a:lnTo>
                  <a:pt x="582583" y="81559"/>
                </a:lnTo>
                <a:lnTo>
                  <a:pt x="582116" y="81740"/>
                </a:lnTo>
                <a:lnTo>
                  <a:pt x="581640" y="81906"/>
                </a:lnTo>
                <a:lnTo>
                  <a:pt x="581156" y="82058"/>
                </a:lnTo>
                <a:lnTo>
                  <a:pt x="580665" y="82195"/>
                </a:lnTo>
                <a:lnTo>
                  <a:pt x="580166" y="82318"/>
                </a:lnTo>
                <a:lnTo>
                  <a:pt x="579659" y="82426"/>
                </a:lnTo>
                <a:lnTo>
                  <a:pt x="579145" y="82520"/>
                </a:lnTo>
                <a:lnTo>
                  <a:pt x="578622" y="82599"/>
                </a:lnTo>
                <a:lnTo>
                  <a:pt x="578092" y="82664"/>
                </a:lnTo>
                <a:lnTo>
                  <a:pt x="577554" y="82715"/>
                </a:lnTo>
                <a:lnTo>
                  <a:pt x="577008" y="82751"/>
                </a:lnTo>
                <a:lnTo>
                  <a:pt x="576455" y="82773"/>
                </a:lnTo>
                <a:lnTo>
                  <a:pt x="575893" y="82780"/>
                </a:lnTo>
                <a:lnTo>
                  <a:pt x="575399" y="82773"/>
                </a:lnTo>
                <a:lnTo>
                  <a:pt x="574909" y="82751"/>
                </a:lnTo>
                <a:lnTo>
                  <a:pt x="574424" y="82716"/>
                </a:lnTo>
                <a:lnTo>
                  <a:pt x="573944" y="82666"/>
                </a:lnTo>
                <a:close/>
                <a:moveTo>
                  <a:pt x="573767" y="145208"/>
                </a:moveTo>
                <a:lnTo>
                  <a:pt x="572966" y="145156"/>
                </a:lnTo>
                <a:lnTo>
                  <a:pt x="572186" y="145093"/>
                </a:lnTo>
                <a:lnTo>
                  <a:pt x="571427" y="145018"/>
                </a:lnTo>
                <a:lnTo>
                  <a:pt x="570688" y="144932"/>
                </a:lnTo>
                <a:lnTo>
                  <a:pt x="569970" y="144834"/>
                </a:lnTo>
                <a:lnTo>
                  <a:pt x="569273" y="144725"/>
                </a:lnTo>
                <a:lnTo>
                  <a:pt x="568597" y="144604"/>
                </a:lnTo>
                <a:lnTo>
                  <a:pt x="567941" y="144471"/>
                </a:lnTo>
                <a:lnTo>
                  <a:pt x="567306" y="144328"/>
                </a:lnTo>
                <a:lnTo>
                  <a:pt x="566691" y="144172"/>
                </a:lnTo>
                <a:lnTo>
                  <a:pt x="566097" y="144005"/>
                </a:lnTo>
                <a:lnTo>
                  <a:pt x="565524" y="143827"/>
                </a:lnTo>
                <a:lnTo>
                  <a:pt x="564972" y="143637"/>
                </a:lnTo>
                <a:lnTo>
                  <a:pt x="564440" y="143436"/>
                </a:lnTo>
                <a:lnTo>
                  <a:pt x="563929" y="143223"/>
                </a:lnTo>
                <a:lnTo>
                  <a:pt x="563439" y="142998"/>
                </a:lnTo>
                <a:lnTo>
                  <a:pt x="562969" y="142762"/>
                </a:lnTo>
                <a:lnTo>
                  <a:pt x="562520" y="142515"/>
                </a:lnTo>
                <a:lnTo>
                  <a:pt x="562092" y="142256"/>
                </a:lnTo>
                <a:lnTo>
                  <a:pt x="561684" y="141986"/>
                </a:lnTo>
                <a:lnTo>
                  <a:pt x="561295" y="141708"/>
                </a:lnTo>
                <a:lnTo>
                  <a:pt x="560923" y="141429"/>
                </a:lnTo>
                <a:lnTo>
                  <a:pt x="560567" y="141148"/>
                </a:lnTo>
                <a:lnTo>
                  <a:pt x="560228" y="140865"/>
                </a:lnTo>
                <a:lnTo>
                  <a:pt x="559905" y="140580"/>
                </a:lnTo>
                <a:lnTo>
                  <a:pt x="559599" y="140294"/>
                </a:lnTo>
                <a:lnTo>
                  <a:pt x="559309" y="140005"/>
                </a:lnTo>
                <a:lnTo>
                  <a:pt x="559036" y="139714"/>
                </a:lnTo>
                <a:lnTo>
                  <a:pt x="558779" y="139422"/>
                </a:lnTo>
                <a:lnTo>
                  <a:pt x="558539" y="139127"/>
                </a:lnTo>
                <a:lnTo>
                  <a:pt x="558316" y="138830"/>
                </a:lnTo>
                <a:lnTo>
                  <a:pt x="558109" y="138532"/>
                </a:lnTo>
                <a:lnTo>
                  <a:pt x="557919" y="138232"/>
                </a:lnTo>
                <a:lnTo>
                  <a:pt x="557745" y="137930"/>
                </a:lnTo>
                <a:lnTo>
                  <a:pt x="557588" y="137625"/>
                </a:lnTo>
                <a:lnTo>
                  <a:pt x="557447" y="137319"/>
                </a:lnTo>
                <a:lnTo>
                  <a:pt x="557323" y="137011"/>
                </a:lnTo>
                <a:lnTo>
                  <a:pt x="557215" y="136701"/>
                </a:lnTo>
                <a:lnTo>
                  <a:pt x="557124" y="136389"/>
                </a:lnTo>
                <a:lnTo>
                  <a:pt x="557050" y="136075"/>
                </a:lnTo>
                <a:lnTo>
                  <a:pt x="556992" y="135760"/>
                </a:lnTo>
                <a:lnTo>
                  <a:pt x="556950" y="135442"/>
                </a:lnTo>
                <a:lnTo>
                  <a:pt x="556925" y="135122"/>
                </a:lnTo>
                <a:lnTo>
                  <a:pt x="556917" y="134801"/>
                </a:lnTo>
                <a:lnTo>
                  <a:pt x="556921" y="134526"/>
                </a:lnTo>
                <a:lnTo>
                  <a:pt x="556933" y="134254"/>
                </a:lnTo>
                <a:lnTo>
                  <a:pt x="556952" y="133984"/>
                </a:lnTo>
                <a:lnTo>
                  <a:pt x="556980" y="133718"/>
                </a:lnTo>
                <a:lnTo>
                  <a:pt x="557015" y="133454"/>
                </a:lnTo>
                <a:lnTo>
                  <a:pt x="557058" y="133192"/>
                </a:lnTo>
                <a:lnTo>
                  <a:pt x="557108" y="132934"/>
                </a:lnTo>
                <a:lnTo>
                  <a:pt x="557167" y="132678"/>
                </a:lnTo>
                <a:lnTo>
                  <a:pt x="557233" y="132425"/>
                </a:lnTo>
                <a:lnTo>
                  <a:pt x="557307" y="132174"/>
                </a:lnTo>
                <a:lnTo>
                  <a:pt x="557389" y="131927"/>
                </a:lnTo>
                <a:lnTo>
                  <a:pt x="557479" y="131682"/>
                </a:lnTo>
                <a:lnTo>
                  <a:pt x="557576" y="131440"/>
                </a:lnTo>
                <a:lnTo>
                  <a:pt x="557681" y="131200"/>
                </a:lnTo>
                <a:lnTo>
                  <a:pt x="557795" y="130963"/>
                </a:lnTo>
                <a:lnTo>
                  <a:pt x="557915" y="130729"/>
                </a:lnTo>
                <a:lnTo>
                  <a:pt x="558044" y="130498"/>
                </a:lnTo>
                <a:lnTo>
                  <a:pt x="558181" y="130269"/>
                </a:lnTo>
                <a:lnTo>
                  <a:pt x="558325" y="130043"/>
                </a:lnTo>
                <a:lnTo>
                  <a:pt x="558477" y="129820"/>
                </a:lnTo>
                <a:lnTo>
                  <a:pt x="558637" y="129599"/>
                </a:lnTo>
                <a:lnTo>
                  <a:pt x="558804" y="129381"/>
                </a:lnTo>
                <a:lnTo>
                  <a:pt x="558980" y="129166"/>
                </a:lnTo>
                <a:lnTo>
                  <a:pt x="559163" y="128954"/>
                </a:lnTo>
                <a:lnTo>
                  <a:pt x="559353" y="128745"/>
                </a:lnTo>
                <a:lnTo>
                  <a:pt x="559547" y="128540"/>
                </a:lnTo>
                <a:lnTo>
                  <a:pt x="559745" y="128339"/>
                </a:lnTo>
                <a:lnTo>
                  <a:pt x="559949" y="128142"/>
                </a:lnTo>
                <a:lnTo>
                  <a:pt x="560157" y="127949"/>
                </a:lnTo>
                <a:lnTo>
                  <a:pt x="560369" y="127760"/>
                </a:lnTo>
                <a:lnTo>
                  <a:pt x="560586" y="127575"/>
                </a:lnTo>
                <a:lnTo>
                  <a:pt x="560808" y="127393"/>
                </a:lnTo>
                <a:lnTo>
                  <a:pt x="561035" y="127216"/>
                </a:lnTo>
                <a:lnTo>
                  <a:pt x="561266" y="127043"/>
                </a:lnTo>
                <a:lnTo>
                  <a:pt x="561501" y="126874"/>
                </a:lnTo>
                <a:lnTo>
                  <a:pt x="561741" y="126709"/>
                </a:lnTo>
                <a:lnTo>
                  <a:pt x="561986" y="126548"/>
                </a:lnTo>
                <a:lnTo>
                  <a:pt x="562236" y="126391"/>
                </a:lnTo>
                <a:lnTo>
                  <a:pt x="562490" y="126238"/>
                </a:lnTo>
                <a:lnTo>
                  <a:pt x="562749" y="126089"/>
                </a:lnTo>
                <a:lnTo>
                  <a:pt x="563012" y="125944"/>
                </a:lnTo>
                <a:lnTo>
                  <a:pt x="563280" y="125803"/>
                </a:lnTo>
                <a:lnTo>
                  <a:pt x="563552" y="125666"/>
                </a:lnTo>
                <a:lnTo>
                  <a:pt x="563830" y="125533"/>
                </a:lnTo>
                <a:lnTo>
                  <a:pt x="564111" y="125404"/>
                </a:lnTo>
                <a:lnTo>
                  <a:pt x="564398" y="125279"/>
                </a:lnTo>
                <a:lnTo>
                  <a:pt x="564689" y="125158"/>
                </a:lnTo>
                <a:lnTo>
                  <a:pt x="564984" y="125041"/>
                </a:lnTo>
                <a:lnTo>
                  <a:pt x="581302" y="125041"/>
                </a:lnTo>
                <a:lnTo>
                  <a:pt x="581855" y="125042"/>
                </a:lnTo>
                <a:lnTo>
                  <a:pt x="582399" y="125048"/>
                </a:lnTo>
                <a:lnTo>
                  <a:pt x="582933" y="125058"/>
                </a:lnTo>
                <a:lnTo>
                  <a:pt x="583459" y="125071"/>
                </a:lnTo>
                <a:lnTo>
                  <a:pt x="583975" y="125088"/>
                </a:lnTo>
                <a:lnTo>
                  <a:pt x="584482" y="125109"/>
                </a:lnTo>
                <a:lnTo>
                  <a:pt x="584980" y="125134"/>
                </a:lnTo>
                <a:lnTo>
                  <a:pt x="585468" y="125163"/>
                </a:lnTo>
                <a:lnTo>
                  <a:pt x="585947" y="125196"/>
                </a:lnTo>
                <a:lnTo>
                  <a:pt x="586417" y="125232"/>
                </a:lnTo>
                <a:lnTo>
                  <a:pt x="586878" y="125272"/>
                </a:lnTo>
                <a:lnTo>
                  <a:pt x="587329" y="125316"/>
                </a:lnTo>
                <a:lnTo>
                  <a:pt x="587772" y="125364"/>
                </a:lnTo>
                <a:lnTo>
                  <a:pt x="588205" y="125416"/>
                </a:lnTo>
                <a:lnTo>
                  <a:pt x="588629" y="125471"/>
                </a:lnTo>
                <a:lnTo>
                  <a:pt x="589043" y="125531"/>
                </a:lnTo>
                <a:lnTo>
                  <a:pt x="589449" y="125594"/>
                </a:lnTo>
                <a:lnTo>
                  <a:pt x="589845" y="125661"/>
                </a:lnTo>
                <a:lnTo>
                  <a:pt x="590232" y="125732"/>
                </a:lnTo>
                <a:lnTo>
                  <a:pt x="590609" y="125806"/>
                </a:lnTo>
                <a:lnTo>
                  <a:pt x="590978" y="125885"/>
                </a:lnTo>
                <a:lnTo>
                  <a:pt x="591337" y="125967"/>
                </a:lnTo>
                <a:lnTo>
                  <a:pt x="591687" y="126053"/>
                </a:lnTo>
                <a:lnTo>
                  <a:pt x="592028" y="126143"/>
                </a:lnTo>
                <a:lnTo>
                  <a:pt x="592360" y="126237"/>
                </a:lnTo>
                <a:lnTo>
                  <a:pt x="592684" y="126334"/>
                </a:lnTo>
                <a:lnTo>
                  <a:pt x="593000" y="126434"/>
                </a:lnTo>
                <a:lnTo>
                  <a:pt x="593308" y="126538"/>
                </a:lnTo>
                <a:lnTo>
                  <a:pt x="593609" y="126644"/>
                </a:lnTo>
                <a:lnTo>
                  <a:pt x="593901" y="126754"/>
                </a:lnTo>
                <a:lnTo>
                  <a:pt x="594186" y="126867"/>
                </a:lnTo>
                <a:lnTo>
                  <a:pt x="594462" y="126983"/>
                </a:lnTo>
                <a:lnTo>
                  <a:pt x="594730" y="127102"/>
                </a:lnTo>
                <a:lnTo>
                  <a:pt x="594991" y="127225"/>
                </a:lnTo>
                <a:lnTo>
                  <a:pt x="595244" y="127350"/>
                </a:lnTo>
                <a:lnTo>
                  <a:pt x="595488" y="127479"/>
                </a:lnTo>
                <a:lnTo>
                  <a:pt x="595725" y="127611"/>
                </a:lnTo>
                <a:lnTo>
                  <a:pt x="595954" y="127746"/>
                </a:lnTo>
                <a:lnTo>
                  <a:pt x="596174" y="127885"/>
                </a:lnTo>
                <a:lnTo>
                  <a:pt x="596387" y="128027"/>
                </a:lnTo>
                <a:lnTo>
                  <a:pt x="596592" y="128171"/>
                </a:lnTo>
                <a:lnTo>
                  <a:pt x="596789" y="128319"/>
                </a:lnTo>
                <a:lnTo>
                  <a:pt x="596978" y="128471"/>
                </a:lnTo>
                <a:lnTo>
                  <a:pt x="597159" y="128625"/>
                </a:lnTo>
                <a:lnTo>
                  <a:pt x="597332" y="128783"/>
                </a:lnTo>
                <a:lnTo>
                  <a:pt x="597497" y="128943"/>
                </a:lnTo>
                <a:lnTo>
                  <a:pt x="597654" y="129107"/>
                </a:lnTo>
                <a:lnTo>
                  <a:pt x="597803" y="129275"/>
                </a:lnTo>
                <a:lnTo>
                  <a:pt x="597945" y="129445"/>
                </a:lnTo>
                <a:lnTo>
                  <a:pt x="598081" y="129619"/>
                </a:lnTo>
                <a:lnTo>
                  <a:pt x="598211" y="129796"/>
                </a:lnTo>
                <a:lnTo>
                  <a:pt x="598335" y="129976"/>
                </a:lnTo>
                <a:lnTo>
                  <a:pt x="598453" y="130160"/>
                </a:lnTo>
                <a:lnTo>
                  <a:pt x="598565" y="130346"/>
                </a:lnTo>
                <a:lnTo>
                  <a:pt x="598671" y="130536"/>
                </a:lnTo>
                <a:lnTo>
                  <a:pt x="598771" y="130729"/>
                </a:lnTo>
                <a:lnTo>
                  <a:pt x="598864" y="130925"/>
                </a:lnTo>
                <a:lnTo>
                  <a:pt x="598952" y="131125"/>
                </a:lnTo>
                <a:lnTo>
                  <a:pt x="599034" y="131327"/>
                </a:lnTo>
                <a:lnTo>
                  <a:pt x="599109" y="131533"/>
                </a:lnTo>
                <a:lnTo>
                  <a:pt x="599179" y="131742"/>
                </a:lnTo>
                <a:lnTo>
                  <a:pt x="599242" y="131954"/>
                </a:lnTo>
                <a:lnTo>
                  <a:pt x="599300" y="132169"/>
                </a:lnTo>
                <a:lnTo>
                  <a:pt x="599351" y="132388"/>
                </a:lnTo>
                <a:lnTo>
                  <a:pt x="599397" y="132609"/>
                </a:lnTo>
                <a:lnTo>
                  <a:pt x="599436" y="132834"/>
                </a:lnTo>
                <a:lnTo>
                  <a:pt x="599469" y="133062"/>
                </a:lnTo>
                <a:lnTo>
                  <a:pt x="599496" y="133294"/>
                </a:lnTo>
                <a:lnTo>
                  <a:pt x="599517" y="133528"/>
                </a:lnTo>
                <a:lnTo>
                  <a:pt x="599533" y="133766"/>
                </a:lnTo>
                <a:lnTo>
                  <a:pt x="599542" y="134007"/>
                </a:lnTo>
                <a:lnTo>
                  <a:pt x="599545" y="134251"/>
                </a:lnTo>
                <a:lnTo>
                  <a:pt x="599536" y="134632"/>
                </a:lnTo>
                <a:lnTo>
                  <a:pt x="599510" y="135008"/>
                </a:lnTo>
                <a:lnTo>
                  <a:pt x="599466" y="135380"/>
                </a:lnTo>
                <a:lnTo>
                  <a:pt x="599405" y="135747"/>
                </a:lnTo>
                <a:lnTo>
                  <a:pt x="599326" y="136109"/>
                </a:lnTo>
                <a:lnTo>
                  <a:pt x="599230" y="136466"/>
                </a:lnTo>
                <a:lnTo>
                  <a:pt x="599116" y="136819"/>
                </a:lnTo>
                <a:lnTo>
                  <a:pt x="598984" y="137166"/>
                </a:lnTo>
                <a:lnTo>
                  <a:pt x="598836" y="137509"/>
                </a:lnTo>
                <a:lnTo>
                  <a:pt x="598669" y="137847"/>
                </a:lnTo>
                <a:lnTo>
                  <a:pt x="598486" y="138181"/>
                </a:lnTo>
                <a:lnTo>
                  <a:pt x="598284" y="138509"/>
                </a:lnTo>
                <a:lnTo>
                  <a:pt x="598065" y="138833"/>
                </a:lnTo>
                <a:lnTo>
                  <a:pt x="597829" y="139152"/>
                </a:lnTo>
                <a:lnTo>
                  <a:pt x="597575" y="139466"/>
                </a:lnTo>
                <a:lnTo>
                  <a:pt x="597304" y="139775"/>
                </a:lnTo>
                <a:lnTo>
                  <a:pt x="597015" y="140080"/>
                </a:lnTo>
                <a:lnTo>
                  <a:pt x="596709" y="140380"/>
                </a:lnTo>
                <a:lnTo>
                  <a:pt x="596385" y="140674"/>
                </a:lnTo>
                <a:lnTo>
                  <a:pt x="596043" y="140965"/>
                </a:lnTo>
                <a:lnTo>
                  <a:pt x="595684" y="141250"/>
                </a:lnTo>
                <a:lnTo>
                  <a:pt x="595308" y="141530"/>
                </a:lnTo>
                <a:lnTo>
                  <a:pt x="594914" y="141806"/>
                </a:lnTo>
                <a:lnTo>
                  <a:pt x="594503" y="142077"/>
                </a:lnTo>
                <a:lnTo>
                  <a:pt x="594070" y="142340"/>
                </a:lnTo>
                <a:lnTo>
                  <a:pt x="593612" y="142592"/>
                </a:lnTo>
                <a:lnTo>
                  <a:pt x="593129" y="142833"/>
                </a:lnTo>
                <a:lnTo>
                  <a:pt x="592621" y="143062"/>
                </a:lnTo>
                <a:lnTo>
                  <a:pt x="592088" y="143280"/>
                </a:lnTo>
                <a:lnTo>
                  <a:pt x="591529" y="143487"/>
                </a:lnTo>
                <a:lnTo>
                  <a:pt x="590946" y="143683"/>
                </a:lnTo>
                <a:lnTo>
                  <a:pt x="590337" y="143868"/>
                </a:lnTo>
                <a:lnTo>
                  <a:pt x="589703" y="144041"/>
                </a:lnTo>
                <a:lnTo>
                  <a:pt x="589044" y="144203"/>
                </a:lnTo>
                <a:lnTo>
                  <a:pt x="588360" y="144354"/>
                </a:lnTo>
                <a:lnTo>
                  <a:pt x="587650" y="144494"/>
                </a:lnTo>
                <a:lnTo>
                  <a:pt x="586916" y="144623"/>
                </a:lnTo>
                <a:lnTo>
                  <a:pt x="586156" y="144741"/>
                </a:lnTo>
                <a:lnTo>
                  <a:pt x="585371" y="144847"/>
                </a:lnTo>
                <a:lnTo>
                  <a:pt x="584561" y="144942"/>
                </a:lnTo>
                <a:lnTo>
                  <a:pt x="583726" y="145026"/>
                </a:lnTo>
                <a:lnTo>
                  <a:pt x="582866" y="145099"/>
                </a:lnTo>
                <a:lnTo>
                  <a:pt x="581981" y="145160"/>
                </a:lnTo>
                <a:lnTo>
                  <a:pt x="581070" y="145211"/>
                </a:lnTo>
                <a:lnTo>
                  <a:pt x="580135" y="145250"/>
                </a:lnTo>
                <a:lnTo>
                  <a:pt x="579174" y="145278"/>
                </a:lnTo>
                <a:lnTo>
                  <a:pt x="578188" y="145294"/>
                </a:lnTo>
                <a:lnTo>
                  <a:pt x="577177" y="145300"/>
                </a:lnTo>
                <a:lnTo>
                  <a:pt x="576293" y="145294"/>
                </a:lnTo>
                <a:lnTo>
                  <a:pt x="575430" y="145277"/>
                </a:lnTo>
                <a:lnTo>
                  <a:pt x="574588" y="145248"/>
                </a:lnTo>
                <a:lnTo>
                  <a:pt x="573767" y="145208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Functions">
            <a:extLst xmlns:a="http://schemas.openxmlformats.org/drawingml/2006/main">
              <a:ext uri="{FF2B5EF4-FFF2-40B4-BE49-F238E27FC236}">
                <a16:creationId xmlns:a16="http://schemas.microsoft.com/office/drawing/2014/main" id="{3772E6CB-BCDF-4257-B405-001D75E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479" y="1526681"/>
            <a:ext cx="826358" cy="127228"/>
          </a:xfrm>
          <a:custGeom xmlns:a="http://schemas.openxmlformats.org/drawingml/2006/main">
            <a:pathLst>
              <a:path w="826358" h="127228">
                <a:moveTo>
                  <a:pt x="0" y="125582"/>
                </a:moveTo>
                <a:lnTo>
                  <a:pt x="0" y="2559"/>
                </a:lnTo>
                <a:lnTo>
                  <a:pt x="80431" y="2559"/>
                </a:lnTo>
                <a:lnTo>
                  <a:pt x="80431" y="23855"/>
                </a:lnTo>
                <a:lnTo>
                  <a:pt x="25683" y="23855"/>
                </a:lnTo>
                <a:lnTo>
                  <a:pt x="25683" y="52555"/>
                </a:lnTo>
                <a:lnTo>
                  <a:pt x="74764" y="52555"/>
                </a:lnTo>
                <a:lnTo>
                  <a:pt x="74764" y="72937"/>
                </a:lnTo>
                <a:lnTo>
                  <a:pt x="25683" y="72937"/>
                </a:lnTo>
                <a:lnTo>
                  <a:pt x="25683" y="125582"/>
                </a:lnTo>
                <a:lnTo>
                  <a:pt x="0" y="125582"/>
                </a:lnTo>
                <a:close/>
                <a:moveTo>
                  <a:pt x="126293" y="127228"/>
                </a:moveTo>
                <a:cubicBezTo>
                  <a:pt x="117275" y="127228"/>
                  <a:pt x="110298" y="124392"/>
                  <a:pt x="105362" y="118722"/>
                </a:cubicBezTo>
                <a:cubicBezTo>
                  <a:pt x="100427" y="113049"/>
                  <a:pt x="97959" y="104976"/>
                  <a:pt x="97959" y="94501"/>
                </a:cubicBezTo>
                <a:lnTo>
                  <a:pt x="97959" y="35280"/>
                </a:lnTo>
                <a:lnTo>
                  <a:pt x="122180" y="35280"/>
                </a:lnTo>
                <a:lnTo>
                  <a:pt x="122180" y="91790"/>
                </a:lnTo>
                <a:cubicBezTo>
                  <a:pt x="122180" y="94904"/>
                  <a:pt x="122622" y="97659"/>
                  <a:pt x="123505" y="100056"/>
                </a:cubicBezTo>
                <a:cubicBezTo>
                  <a:pt x="124389" y="102454"/>
                  <a:pt x="125851" y="104306"/>
                  <a:pt x="127892" y="105615"/>
                </a:cubicBezTo>
                <a:cubicBezTo>
                  <a:pt x="129934" y="106923"/>
                  <a:pt x="132630" y="107577"/>
                  <a:pt x="135981" y="107577"/>
                </a:cubicBezTo>
                <a:cubicBezTo>
                  <a:pt x="140856" y="107577"/>
                  <a:pt x="145014" y="106471"/>
                  <a:pt x="148457" y="104261"/>
                </a:cubicBezTo>
                <a:cubicBezTo>
                  <a:pt x="151900" y="102050"/>
                  <a:pt x="154901" y="99357"/>
                  <a:pt x="157460" y="96180"/>
                </a:cubicBezTo>
                <a:lnTo>
                  <a:pt x="157460" y="35280"/>
                </a:lnTo>
                <a:lnTo>
                  <a:pt x="181681" y="35280"/>
                </a:lnTo>
                <a:lnTo>
                  <a:pt x="181681" y="125582"/>
                </a:lnTo>
                <a:lnTo>
                  <a:pt x="158283" y="125582"/>
                </a:lnTo>
                <a:lnTo>
                  <a:pt x="157917" y="112604"/>
                </a:lnTo>
                <a:cubicBezTo>
                  <a:pt x="154931" y="116382"/>
                  <a:pt x="150849" y="119763"/>
                  <a:pt x="145669" y="122749"/>
                </a:cubicBezTo>
                <a:cubicBezTo>
                  <a:pt x="140490" y="125735"/>
                  <a:pt x="134031" y="127228"/>
                  <a:pt x="126293" y="127228"/>
                </a:cubicBezTo>
                <a:close/>
                <a:moveTo>
                  <a:pt x="207724" y="125582"/>
                </a:moveTo>
                <a:lnTo>
                  <a:pt x="207724" y="35280"/>
                </a:lnTo>
                <a:lnTo>
                  <a:pt x="231031" y="35280"/>
                </a:lnTo>
                <a:lnTo>
                  <a:pt x="231488" y="48533"/>
                </a:lnTo>
                <a:cubicBezTo>
                  <a:pt x="234473" y="44694"/>
                  <a:pt x="238404" y="41297"/>
                  <a:pt x="243278" y="38342"/>
                </a:cubicBezTo>
                <a:cubicBezTo>
                  <a:pt x="248153" y="35387"/>
                  <a:pt x="254490" y="33909"/>
                  <a:pt x="262289" y="33909"/>
                </a:cubicBezTo>
                <a:cubicBezTo>
                  <a:pt x="271368" y="33909"/>
                  <a:pt x="278406" y="36702"/>
                  <a:pt x="283402" y="42289"/>
                </a:cubicBezTo>
                <a:cubicBezTo>
                  <a:pt x="288399" y="47876"/>
                  <a:pt x="290897" y="56040"/>
                  <a:pt x="290897" y="66781"/>
                </a:cubicBezTo>
                <a:lnTo>
                  <a:pt x="290897" y="125582"/>
                </a:lnTo>
                <a:lnTo>
                  <a:pt x="266859" y="125582"/>
                </a:lnTo>
                <a:lnTo>
                  <a:pt x="266859" y="69735"/>
                </a:lnTo>
                <a:cubicBezTo>
                  <a:pt x="266859" y="66450"/>
                  <a:pt x="266402" y="63569"/>
                  <a:pt x="265488" y="61092"/>
                </a:cubicBezTo>
                <a:cubicBezTo>
                  <a:pt x="264574" y="58614"/>
                  <a:pt x="263127" y="56694"/>
                  <a:pt x="261147" y="55331"/>
                </a:cubicBezTo>
                <a:cubicBezTo>
                  <a:pt x="259166" y="53967"/>
                  <a:pt x="256561" y="53286"/>
                  <a:pt x="253332" y="53286"/>
                </a:cubicBezTo>
                <a:cubicBezTo>
                  <a:pt x="248518" y="53286"/>
                  <a:pt x="244390" y="54432"/>
                  <a:pt x="240947" y="56725"/>
                </a:cubicBezTo>
                <a:cubicBezTo>
                  <a:pt x="237505" y="59017"/>
                  <a:pt x="234504" y="61805"/>
                  <a:pt x="231945" y="65088"/>
                </a:cubicBezTo>
                <a:lnTo>
                  <a:pt x="231945" y="125582"/>
                </a:lnTo>
                <a:lnTo>
                  <a:pt x="207724" y="125582"/>
                </a:lnTo>
                <a:close/>
                <a:moveTo>
                  <a:pt x="356511" y="127228"/>
                </a:moveTo>
                <a:cubicBezTo>
                  <a:pt x="348225" y="127228"/>
                  <a:pt x="340699" y="125619"/>
                  <a:pt x="333936" y="122401"/>
                </a:cubicBezTo>
                <a:cubicBezTo>
                  <a:pt x="327172" y="119181"/>
                  <a:pt x="321810" y="114166"/>
                  <a:pt x="317850" y="107357"/>
                </a:cubicBezTo>
                <a:cubicBezTo>
                  <a:pt x="313889" y="100548"/>
                  <a:pt x="311909" y="91757"/>
                  <a:pt x="311909" y="80985"/>
                </a:cubicBezTo>
                <a:cubicBezTo>
                  <a:pt x="311909" y="70215"/>
                  <a:pt x="313798" y="61364"/>
                  <a:pt x="317575" y="54431"/>
                </a:cubicBezTo>
                <a:cubicBezTo>
                  <a:pt x="321353" y="47498"/>
                  <a:pt x="326609" y="42344"/>
                  <a:pt x="333342" y="38970"/>
                </a:cubicBezTo>
                <a:cubicBezTo>
                  <a:pt x="340075" y="35596"/>
                  <a:pt x="347798" y="33909"/>
                  <a:pt x="356511" y="33909"/>
                </a:cubicBezTo>
                <a:cubicBezTo>
                  <a:pt x="364067" y="33909"/>
                  <a:pt x="370892" y="35179"/>
                  <a:pt x="376985" y="37719"/>
                </a:cubicBezTo>
                <a:cubicBezTo>
                  <a:pt x="383078" y="40258"/>
                  <a:pt x="387922" y="44050"/>
                  <a:pt x="391517" y="49096"/>
                </a:cubicBezTo>
                <a:cubicBezTo>
                  <a:pt x="395112" y="54142"/>
                  <a:pt x="396940" y="60504"/>
                  <a:pt x="397001" y="68184"/>
                </a:cubicBezTo>
                <a:lnTo>
                  <a:pt x="373512" y="68184"/>
                </a:lnTo>
                <a:cubicBezTo>
                  <a:pt x="373390" y="63446"/>
                  <a:pt x="371866" y="59672"/>
                  <a:pt x="368942" y="56862"/>
                </a:cubicBezTo>
                <a:cubicBezTo>
                  <a:pt x="366017" y="54051"/>
                  <a:pt x="361904" y="52646"/>
                  <a:pt x="356603" y="52646"/>
                </a:cubicBezTo>
                <a:cubicBezTo>
                  <a:pt x="349596" y="52646"/>
                  <a:pt x="344523" y="55117"/>
                  <a:pt x="341385" y="60061"/>
                </a:cubicBezTo>
                <a:cubicBezTo>
                  <a:pt x="338247" y="65004"/>
                  <a:pt x="336678" y="71981"/>
                  <a:pt x="336678" y="80991"/>
                </a:cubicBezTo>
                <a:cubicBezTo>
                  <a:pt x="336678" y="86810"/>
                  <a:pt x="337363" y="91769"/>
                  <a:pt x="338734" y="95869"/>
                </a:cubicBezTo>
                <a:cubicBezTo>
                  <a:pt x="340105" y="99967"/>
                  <a:pt x="342268" y="103095"/>
                  <a:pt x="345224" y="105255"/>
                </a:cubicBezTo>
                <a:cubicBezTo>
                  <a:pt x="348179" y="107412"/>
                  <a:pt x="351972" y="108491"/>
                  <a:pt x="356603" y="108491"/>
                </a:cubicBezTo>
                <a:cubicBezTo>
                  <a:pt x="362026" y="108491"/>
                  <a:pt x="366306" y="106958"/>
                  <a:pt x="369444" y="103892"/>
                </a:cubicBezTo>
                <a:cubicBezTo>
                  <a:pt x="372582" y="100825"/>
                  <a:pt x="374212" y="96477"/>
                  <a:pt x="374334" y="90851"/>
                </a:cubicBezTo>
                <a:lnTo>
                  <a:pt x="397824" y="90851"/>
                </a:lnTo>
                <a:cubicBezTo>
                  <a:pt x="397641" y="98728"/>
                  <a:pt x="395767" y="105365"/>
                  <a:pt x="392203" y="110761"/>
                </a:cubicBezTo>
                <a:cubicBezTo>
                  <a:pt x="388638" y="116156"/>
                  <a:pt x="383779" y="120249"/>
                  <a:pt x="377625" y="123040"/>
                </a:cubicBezTo>
                <a:cubicBezTo>
                  <a:pt x="371470" y="125832"/>
                  <a:pt x="364433" y="127228"/>
                  <a:pt x="356511" y="127228"/>
                </a:cubicBezTo>
                <a:close/>
                <a:moveTo>
                  <a:pt x="457732" y="125582"/>
                </a:moveTo>
                <a:cubicBezTo>
                  <a:pt x="448714" y="125582"/>
                  <a:pt x="441722" y="124485"/>
                  <a:pt x="436756" y="122289"/>
                </a:cubicBezTo>
                <a:cubicBezTo>
                  <a:pt x="431790" y="120092"/>
                  <a:pt x="428332" y="116688"/>
                  <a:pt x="426382" y="112078"/>
                </a:cubicBezTo>
                <a:cubicBezTo>
                  <a:pt x="424432" y="107468"/>
                  <a:pt x="423457" y="101450"/>
                  <a:pt x="423457" y="94024"/>
                </a:cubicBezTo>
                <a:lnTo>
                  <a:pt x="423457" y="53925"/>
                </a:lnTo>
                <a:lnTo>
                  <a:pt x="408650" y="53925"/>
                </a:lnTo>
                <a:lnTo>
                  <a:pt x="408650" y="35280"/>
                </a:lnTo>
                <a:lnTo>
                  <a:pt x="423457" y="35280"/>
                </a:lnTo>
                <a:lnTo>
                  <a:pt x="423457" y="14258"/>
                </a:lnTo>
                <a:lnTo>
                  <a:pt x="447678" y="14258"/>
                </a:lnTo>
                <a:lnTo>
                  <a:pt x="447678" y="35280"/>
                </a:lnTo>
                <a:lnTo>
                  <a:pt x="467146" y="35280"/>
                </a:lnTo>
                <a:lnTo>
                  <a:pt x="467146" y="53925"/>
                </a:lnTo>
                <a:lnTo>
                  <a:pt x="447678" y="53925"/>
                </a:lnTo>
                <a:lnTo>
                  <a:pt x="447678" y="92753"/>
                </a:lnTo>
                <a:cubicBezTo>
                  <a:pt x="447678" y="97544"/>
                  <a:pt x="448333" y="101090"/>
                  <a:pt x="449643" y="103392"/>
                </a:cubicBezTo>
                <a:cubicBezTo>
                  <a:pt x="450953" y="105695"/>
                  <a:pt x="453924" y="106846"/>
                  <a:pt x="458554" y="106846"/>
                </a:cubicBezTo>
                <a:lnTo>
                  <a:pt x="467146" y="106846"/>
                </a:lnTo>
                <a:lnTo>
                  <a:pt x="467146" y="125582"/>
                </a:lnTo>
                <a:lnTo>
                  <a:pt x="457732" y="125582"/>
                </a:lnTo>
                <a:close/>
                <a:moveTo>
                  <a:pt x="486443" y="125582"/>
                </a:moveTo>
                <a:lnTo>
                  <a:pt x="486443" y="35280"/>
                </a:lnTo>
                <a:lnTo>
                  <a:pt x="510663" y="35280"/>
                </a:lnTo>
                <a:lnTo>
                  <a:pt x="510663" y="125582"/>
                </a:lnTo>
                <a:lnTo>
                  <a:pt x="486443" y="125582"/>
                </a:lnTo>
                <a:moveTo>
                  <a:pt x="498599" y="23581"/>
                </a:moveTo>
                <a:cubicBezTo>
                  <a:pt x="494151" y="23581"/>
                  <a:pt x="490754" y="22454"/>
                  <a:pt x="488408" y="20199"/>
                </a:cubicBezTo>
                <a:cubicBezTo>
                  <a:pt x="486062" y="17945"/>
                  <a:pt x="484889" y="15142"/>
                  <a:pt x="484889" y="11790"/>
                </a:cubicBezTo>
                <a:cubicBezTo>
                  <a:pt x="484889" y="8378"/>
                  <a:pt x="486062" y="5560"/>
                  <a:pt x="488408" y="3336"/>
                </a:cubicBezTo>
                <a:cubicBezTo>
                  <a:pt x="490754" y="1112"/>
                  <a:pt x="494151" y="0"/>
                  <a:pt x="498599" y="0"/>
                </a:cubicBezTo>
                <a:cubicBezTo>
                  <a:pt x="503047" y="0"/>
                  <a:pt x="506444" y="1112"/>
                  <a:pt x="508790" y="3336"/>
                </a:cubicBezTo>
                <a:cubicBezTo>
                  <a:pt x="511136" y="5560"/>
                  <a:pt x="512309" y="8378"/>
                  <a:pt x="512309" y="11790"/>
                </a:cubicBezTo>
                <a:cubicBezTo>
                  <a:pt x="512309" y="15142"/>
                  <a:pt x="511136" y="17945"/>
                  <a:pt x="508790" y="20199"/>
                </a:cubicBezTo>
                <a:cubicBezTo>
                  <a:pt x="506444" y="22454"/>
                  <a:pt x="503047" y="23581"/>
                  <a:pt x="498599" y="23581"/>
                </a:cubicBezTo>
                <a:close/>
                <a:moveTo>
                  <a:pt x="577099" y="127228"/>
                </a:moveTo>
                <a:cubicBezTo>
                  <a:pt x="568080" y="127228"/>
                  <a:pt x="560174" y="125409"/>
                  <a:pt x="553380" y="121772"/>
                </a:cubicBezTo>
                <a:cubicBezTo>
                  <a:pt x="546586" y="118133"/>
                  <a:pt x="541331" y="112862"/>
                  <a:pt x="537614" y="105957"/>
                </a:cubicBezTo>
                <a:cubicBezTo>
                  <a:pt x="533897" y="99051"/>
                  <a:pt x="532039" y="90696"/>
                  <a:pt x="532039" y="80891"/>
                </a:cubicBezTo>
                <a:cubicBezTo>
                  <a:pt x="532039" y="70904"/>
                  <a:pt x="533897" y="62411"/>
                  <a:pt x="537614" y="55414"/>
                </a:cubicBezTo>
                <a:cubicBezTo>
                  <a:pt x="541331" y="48414"/>
                  <a:pt x="546586" y="43080"/>
                  <a:pt x="553380" y="39413"/>
                </a:cubicBezTo>
                <a:cubicBezTo>
                  <a:pt x="560174" y="35744"/>
                  <a:pt x="568080" y="33909"/>
                  <a:pt x="577099" y="33909"/>
                </a:cubicBezTo>
                <a:cubicBezTo>
                  <a:pt x="586238" y="33909"/>
                  <a:pt x="594205" y="35744"/>
                  <a:pt x="600999" y="39413"/>
                </a:cubicBezTo>
                <a:cubicBezTo>
                  <a:pt x="607793" y="43080"/>
                  <a:pt x="613079" y="48414"/>
                  <a:pt x="616857" y="55414"/>
                </a:cubicBezTo>
                <a:cubicBezTo>
                  <a:pt x="620635" y="62411"/>
                  <a:pt x="622524" y="70904"/>
                  <a:pt x="622524" y="80891"/>
                </a:cubicBezTo>
                <a:cubicBezTo>
                  <a:pt x="622524" y="90696"/>
                  <a:pt x="620635" y="99051"/>
                  <a:pt x="616857" y="105957"/>
                </a:cubicBezTo>
                <a:cubicBezTo>
                  <a:pt x="613079" y="112862"/>
                  <a:pt x="607793" y="118133"/>
                  <a:pt x="600999" y="121772"/>
                </a:cubicBezTo>
                <a:cubicBezTo>
                  <a:pt x="594205" y="125409"/>
                  <a:pt x="586238" y="127228"/>
                  <a:pt x="577099" y="127228"/>
                </a:cubicBezTo>
                <a:moveTo>
                  <a:pt x="577099" y="108765"/>
                </a:moveTo>
                <a:cubicBezTo>
                  <a:pt x="582400" y="108765"/>
                  <a:pt x="586558" y="107506"/>
                  <a:pt x="589574" y="104989"/>
                </a:cubicBezTo>
                <a:cubicBezTo>
                  <a:pt x="592591" y="102472"/>
                  <a:pt x="594723" y="99100"/>
                  <a:pt x="595972" y="94875"/>
                </a:cubicBezTo>
                <a:cubicBezTo>
                  <a:pt x="597222" y="90650"/>
                  <a:pt x="597846" y="85989"/>
                  <a:pt x="597846" y="80894"/>
                </a:cubicBezTo>
                <a:cubicBezTo>
                  <a:pt x="597846" y="75673"/>
                  <a:pt x="597222" y="70918"/>
                  <a:pt x="595972" y="66630"/>
                </a:cubicBezTo>
                <a:cubicBezTo>
                  <a:pt x="594723" y="62342"/>
                  <a:pt x="592591" y="58924"/>
                  <a:pt x="589574" y="56376"/>
                </a:cubicBezTo>
                <a:cubicBezTo>
                  <a:pt x="586558" y="53828"/>
                  <a:pt x="582400" y="52555"/>
                  <a:pt x="577099" y="52555"/>
                </a:cubicBezTo>
                <a:cubicBezTo>
                  <a:pt x="571919" y="52555"/>
                  <a:pt x="567852" y="53828"/>
                  <a:pt x="564897" y="56376"/>
                </a:cubicBezTo>
                <a:cubicBezTo>
                  <a:pt x="561941" y="58924"/>
                  <a:pt x="559855" y="62342"/>
                  <a:pt x="558636" y="66630"/>
                </a:cubicBezTo>
                <a:cubicBezTo>
                  <a:pt x="557417" y="70918"/>
                  <a:pt x="556808" y="75673"/>
                  <a:pt x="556808" y="80894"/>
                </a:cubicBezTo>
                <a:cubicBezTo>
                  <a:pt x="556808" y="85989"/>
                  <a:pt x="557417" y="90650"/>
                  <a:pt x="558636" y="94875"/>
                </a:cubicBezTo>
                <a:cubicBezTo>
                  <a:pt x="559855" y="99100"/>
                  <a:pt x="561941" y="102472"/>
                  <a:pt x="564897" y="104989"/>
                </a:cubicBezTo>
                <a:cubicBezTo>
                  <a:pt x="567852" y="107506"/>
                  <a:pt x="571919" y="108765"/>
                  <a:pt x="577099" y="108765"/>
                </a:cubicBezTo>
                <a:close/>
                <a:moveTo>
                  <a:pt x="642930" y="125582"/>
                </a:moveTo>
                <a:lnTo>
                  <a:pt x="642930" y="35280"/>
                </a:lnTo>
                <a:lnTo>
                  <a:pt x="666236" y="35280"/>
                </a:lnTo>
                <a:lnTo>
                  <a:pt x="666693" y="48533"/>
                </a:lnTo>
                <a:cubicBezTo>
                  <a:pt x="669679" y="44694"/>
                  <a:pt x="673609" y="41297"/>
                  <a:pt x="678484" y="38342"/>
                </a:cubicBezTo>
                <a:cubicBezTo>
                  <a:pt x="683359" y="35387"/>
                  <a:pt x="689696" y="33909"/>
                  <a:pt x="697495" y="33909"/>
                </a:cubicBezTo>
                <a:cubicBezTo>
                  <a:pt x="706574" y="33909"/>
                  <a:pt x="713612" y="36702"/>
                  <a:pt x="718608" y="42289"/>
                </a:cubicBezTo>
                <a:cubicBezTo>
                  <a:pt x="723605" y="47876"/>
                  <a:pt x="726103" y="56040"/>
                  <a:pt x="726103" y="66781"/>
                </a:cubicBezTo>
                <a:lnTo>
                  <a:pt x="726103" y="125582"/>
                </a:lnTo>
                <a:lnTo>
                  <a:pt x="702065" y="125582"/>
                </a:lnTo>
                <a:lnTo>
                  <a:pt x="702065" y="69735"/>
                </a:lnTo>
                <a:cubicBezTo>
                  <a:pt x="702065" y="66450"/>
                  <a:pt x="701608" y="63569"/>
                  <a:pt x="700694" y="61092"/>
                </a:cubicBezTo>
                <a:cubicBezTo>
                  <a:pt x="699780" y="58614"/>
                  <a:pt x="698333" y="56694"/>
                  <a:pt x="696352" y="55331"/>
                </a:cubicBezTo>
                <a:cubicBezTo>
                  <a:pt x="694372" y="53967"/>
                  <a:pt x="691767" y="53286"/>
                  <a:pt x="688538" y="53286"/>
                </a:cubicBezTo>
                <a:cubicBezTo>
                  <a:pt x="683724" y="53286"/>
                  <a:pt x="679596" y="54432"/>
                  <a:pt x="676153" y="56725"/>
                </a:cubicBezTo>
                <a:cubicBezTo>
                  <a:pt x="672711" y="59017"/>
                  <a:pt x="669710" y="61805"/>
                  <a:pt x="667150" y="65088"/>
                </a:cubicBezTo>
                <a:lnTo>
                  <a:pt x="667150" y="125582"/>
                </a:lnTo>
                <a:lnTo>
                  <a:pt x="642930" y="125582"/>
                </a:lnTo>
                <a:close/>
                <a:moveTo>
                  <a:pt x="787513" y="127228"/>
                </a:moveTo>
                <a:cubicBezTo>
                  <a:pt x="782578" y="127228"/>
                  <a:pt x="777734" y="126766"/>
                  <a:pt x="772981" y="125842"/>
                </a:cubicBezTo>
                <a:cubicBezTo>
                  <a:pt x="768228" y="124919"/>
                  <a:pt x="763932" y="123333"/>
                  <a:pt x="760094" y="121084"/>
                </a:cubicBezTo>
                <a:cubicBezTo>
                  <a:pt x="756255" y="118835"/>
                  <a:pt x="753208" y="115770"/>
                  <a:pt x="750954" y="111890"/>
                </a:cubicBezTo>
                <a:cubicBezTo>
                  <a:pt x="748699" y="108009"/>
                  <a:pt x="747572" y="103173"/>
                  <a:pt x="747572" y="97383"/>
                </a:cubicBezTo>
                <a:lnTo>
                  <a:pt x="770056" y="97383"/>
                </a:lnTo>
                <a:cubicBezTo>
                  <a:pt x="770056" y="102499"/>
                  <a:pt x="771808" y="106056"/>
                  <a:pt x="775312" y="108054"/>
                </a:cubicBezTo>
                <a:cubicBezTo>
                  <a:pt x="778815" y="110051"/>
                  <a:pt x="782913" y="111050"/>
                  <a:pt x="787605" y="111050"/>
                </a:cubicBezTo>
                <a:cubicBezTo>
                  <a:pt x="792236" y="111050"/>
                  <a:pt x="795831" y="110283"/>
                  <a:pt x="798390" y="108748"/>
                </a:cubicBezTo>
                <a:cubicBezTo>
                  <a:pt x="800949" y="107211"/>
                  <a:pt x="802229" y="104624"/>
                  <a:pt x="802229" y="100987"/>
                </a:cubicBezTo>
                <a:cubicBezTo>
                  <a:pt x="802229" y="97600"/>
                  <a:pt x="800721" y="95075"/>
                  <a:pt x="797704" y="93413"/>
                </a:cubicBezTo>
                <a:cubicBezTo>
                  <a:pt x="794688" y="91749"/>
                  <a:pt x="789402" y="90054"/>
                  <a:pt x="781847" y="88329"/>
                </a:cubicBezTo>
                <a:cubicBezTo>
                  <a:pt x="775510" y="86788"/>
                  <a:pt x="769858" y="84925"/>
                  <a:pt x="764892" y="82739"/>
                </a:cubicBezTo>
                <a:cubicBezTo>
                  <a:pt x="759926" y="80553"/>
                  <a:pt x="756042" y="77628"/>
                  <a:pt x="753239" y="73965"/>
                </a:cubicBezTo>
                <a:cubicBezTo>
                  <a:pt x="750436" y="70299"/>
                  <a:pt x="749034" y="65479"/>
                  <a:pt x="749034" y="59504"/>
                </a:cubicBezTo>
                <a:cubicBezTo>
                  <a:pt x="749034" y="54821"/>
                  <a:pt x="750101" y="50848"/>
                  <a:pt x="752233" y="47585"/>
                </a:cubicBezTo>
                <a:cubicBezTo>
                  <a:pt x="754366" y="44319"/>
                  <a:pt x="757215" y="41686"/>
                  <a:pt x="760779" y="39684"/>
                </a:cubicBezTo>
                <a:cubicBezTo>
                  <a:pt x="764344" y="37683"/>
                  <a:pt x="768365" y="36221"/>
                  <a:pt x="772844" y="35297"/>
                </a:cubicBezTo>
                <a:cubicBezTo>
                  <a:pt x="777322" y="34372"/>
                  <a:pt x="781908" y="33909"/>
                  <a:pt x="786599" y="33909"/>
                </a:cubicBezTo>
                <a:cubicBezTo>
                  <a:pt x="791169" y="33909"/>
                  <a:pt x="795648" y="34371"/>
                  <a:pt x="800035" y="35294"/>
                </a:cubicBezTo>
                <a:cubicBezTo>
                  <a:pt x="804422" y="36218"/>
                  <a:pt x="808383" y="37774"/>
                  <a:pt x="811917" y="39961"/>
                </a:cubicBezTo>
                <a:cubicBezTo>
                  <a:pt x="815451" y="42147"/>
                  <a:pt x="818285" y="45088"/>
                  <a:pt x="820417" y="48784"/>
                </a:cubicBezTo>
                <a:cubicBezTo>
                  <a:pt x="822550" y="52480"/>
                  <a:pt x="823616" y="57100"/>
                  <a:pt x="823616" y="62643"/>
                </a:cubicBezTo>
                <a:lnTo>
                  <a:pt x="801132" y="62643"/>
                </a:lnTo>
                <a:cubicBezTo>
                  <a:pt x="801132" y="57957"/>
                  <a:pt x="799685" y="54708"/>
                  <a:pt x="796790" y="52897"/>
                </a:cubicBezTo>
                <a:cubicBezTo>
                  <a:pt x="793896" y="51085"/>
                  <a:pt x="790499" y="50178"/>
                  <a:pt x="786599" y="50178"/>
                </a:cubicBezTo>
                <a:cubicBezTo>
                  <a:pt x="782395" y="50178"/>
                  <a:pt x="779090" y="50808"/>
                  <a:pt x="776683" y="52069"/>
                </a:cubicBezTo>
                <a:cubicBezTo>
                  <a:pt x="774276" y="53328"/>
                  <a:pt x="773072" y="55405"/>
                  <a:pt x="773072" y="58301"/>
                </a:cubicBezTo>
                <a:cubicBezTo>
                  <a:pt x="773072" y="59964"/>
                  <a:pt x="773834" y="61427"/>
                  <a:pt x="775357" y="62691"/>
                </a:cubicBezTo>
                <a:cubicBezTo>
                  <a:pt x="776881" y="63954"/>
                  <a:pt x="779318" y="65124"/>
                  <a:pt x="782669" y="66202"/>
                </a:cubicBezTo>
                <a:cubicBezTo>
                  <a:pt x="786021" y="67279"/>
                  <a:pt x="790438" y="68434"/>
                  <a:pt x="795922" y="69666"/>
                </a:cubicBezTo>
                <a:cubicBezTo>
                  <a:pt x="801711" y="71022"/>
                  <a:pt x="806890" y="72778"/>
                  <a:pt x="811460" y="74933"/>
                </a:cubicBezTo>
                <a:cubicBezTo>
                  <a:pt x="816030" y="77089"/>
                  <a:pt x="819656" y="79984"/>
                  <a:pt x="822337" y="83619"/>
                </a:cubicBezTo>
                <a:cubicBezTo>
                  <a:pt x="825018" y="87252"/>
                  <a:pt x="826358" y="91964"/>
                  <a:pt x="826358" y="97754"/>
                </a:cubicBezTo>
                <a:cubicBezTo>
                  <a:pt x="826358" y="103175"/>
                  <a:pt x="825277" y="107764"/>
                  <a:pt x="823113" y="111521"/>
                </a:cubicBezTo>
                <a:cubicBezTo>
                  <a:pt x="820950" y="115278"/>
                  <a:pt x="818056" y="118311"/>
                  <a:pt x="814431" y="120621"/>
                </a:cubicBezTo>
                <a:cubicBezTo>
                  <a:pt x="810805" y="122931"/>
                  <a:pt x="806662" y="124609"/>
                  <a:pt x="802000" y="125657"/>
                </a:cubicBezTo>
                <a:cubicBezTo>
                  <a:pt x="797339" y="126704"/>
                  <a:pt x="792510" y="127228"/>
                  <a:pt x="787513" y="127228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DDB82-C125-46FC-A719-17E26A95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122" y="525195"/>
            <a:ext cx="1710977" cy="2066024"/>
          </a:xfrm>
          <a:custGeom xmlns:a="http://schemas.openxmlformats.org/drawingml/2006/main">
            <a:pathLst>
              <a:path w="1710977" h="2066024">
                <a:moveTo>
                  <a:pt x="0" y="118271"/>
                </a:moveTo>
                <a:cubicBezTo>
                  <a:pt x="0" y="52850"/>
                  <a:pt x="53082" y="0"/>
                  <a:pt x="118271" y="0"/>
                </a:cubicBezTo>
                <a:lnTo>
                  <a:pt x="1592706" y="0"/>
                </a:lnTo>
                <a:cubicBezTo>
                  <a:pt x="1658127" y="0"/>
                  <a:pt x="1710977" y="52850"/>
                  <a:pt x="1710977" y="118271"/>
                </a:cubicBezTo>
                <a:lnTo>
                  <a:pt x="1710977" y="1947985"/>
                </a:lnTo>
                <a:cubicBezTo>
                  <a:pt x="1710977" y="2013174"/>
                  <a:pt x="1658127" y="2066024"/>
                  <a:pt x="1592706" y="2066024"/>
                </a:cubicBezTo>
                <a:lnTo>
                  <a:pt x="118271" y="2066024"/>
                </a:lnTo>
                <a:cubicBezTo>
                  <a:pt x="53082" y="2066024"/>
                  <a:pt x="0" y="2013174"/>
                  <a:pt x="0" y="1947985"/>
                </a:cubicBezTo>
                <a:lnTo>
                  <a:pt x="0" y="118271"/>
                </a:lnTo>
                <a:close/>
              </a:path>
            </a:pathLst>
          </a:custGeom>
          <a:solidFill xmlns:a="http://schemas.openxmlformats.org/drawingml/2006/main">
            <a:srgbClr val="DCEAF7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F8ACE-EFA4-4479-AE06-F04E40B5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122" y="525195"/>
            <a:ext cx="1710977" cy="2066024"/>
          </a:xfrm>
          <a:custGeom xmlns:a="http://schemas.openxmlformats.org/drawingml/2006/main">
            <a:pathLst>
              <a:path w="1710977" h="2066024" fill="none">
                <a:moveTo>
                  <a:pt x="0" y="118271"/>
                </a:moveTo>
                <a:cubicBezTo>
                  <a:pt x="0" y="52850"/>
                  <a:pt x="53082" y="0"/>
                  <a:pt x="118271" y="0"/>
                </a:cubicBezTo>
                <a:lnTo>
                  <a:pt x="1592706" y="0"/>
                </a:lnTo>
                <a:cubicBezTo>
                  <a:pt x="1658127" y="0"/>
                  <a:pt x="1710977" y="52850"/>
                  <a:pt x="1710977" y="118271"/>
                </a:cubicBezTo>
                <a:lnTo>
                  <a:pt x="1710977" y="1947985"/>
                </a:lnTo>
                <a:cubicBezTo>
                  <a:pt x="1710977" y="2013174"/>
                  <a:pt x="1658127" y="2066024"/>
                  <a:pt x="1592706" y="2066024"/>
                </a:cubicBezTo>
                <a:lnTo>
                  <a:pt x="118271" y="2066024"/>
                </a:lnTo>
                <a:cubicBezTo>
                  <a:pt x="53082" y="2066024"/>
                  <a:pt x="0" y="2013174"/>
                  <a:pt x="0" y="1947985"/>
                </a:cubicBezTo>
                <a:lnTo>
                  <a:pt x="0" y="1182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215F9A"/>
            </a:solidFill>
            <a:miter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b89d12e2049ed"/>
          <a:stretch xmlns:a="http://schemas.openxmlformats.org/drawingml/2006/main"/>
        </p:blipFill>
        <p:spPr>
          <a:xfrm xmlns:a="http://schemas.openxmlformats.org/drawingml/2006/main">
            <a:off x="9821635" y="762273"/>
            <a:ext cx="1210115" cy="1210115"/>
          </a:xfrm>
          <a:prstGeom xmlns:a="http://schemas.openxmlformats.org/drawingml/2006/main" prst="rect">
            <a:avLst/>
          </a:prstGeom>
        </p:spPr>
      </p:pic>
      <p:sp>
        <p:nvSpPr>
          <p:cNvPr id="76" name="Text Code">
            <a:extLst xmlns:a="http://schemas.openxmlformats.org/drawingml/2006/main">
              <a:ext uri="{FF2B5EF4-FFF2-40B4-BE49-F238E27FC236}">
                <a16:creationId xmlns:a16="http://schemas.microsoft.com/office/drawing/2014/main" id="{79D4C7CA-158F-42AF-B22B-E08AD95D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4016" y="2116872"/>
            <a:ext cx="487883" cy="141396"/>
          </a:xfrm>
          <a:custGeom xmlns:a="http://schemas.openxmlformats.org/drawingml/2006/main">
            <a:pathLst>
              <a:path w="487883" h="141396">
                <a:moveTo>
                  <a:pt x="67117" y="141396"/>
                </a:moveTo>
                <a:cubicBezTo>
                  <a:pt x="53202" y="141396"/>
                  <a:pt x="41232" y="138480"/>
                  <a:pt x="31205" y="132648"/>
                </a:cubicBezTo>
                <a:cubicBezTo>
                  <a:pt x="21179" y="126816"/>
                  <a:pt x="13471" y="118631"/>
                  <a:pt x="8083" y="108093"/>
                </a:cubicBezTo>
                <a:cubicBezTo>
                  <a:pt x="2694" y="97555"/>
                  <a:pt x="0" y="85124"/>
                  <a:pt x="0" y="70800"/>
                </a:cubicBezTo>
                <a:cubicBezTo>
                  <a:pt x="0" y="56476"/>
                  <a:pt x="2694" y="44011"/>
                  <a:pt x="8083" y="33405"/>
                </a:cubicBezTo>
                <a:cubicBezTo>
                  <a:pt x="13471" y="22799"/>
                  <a:pt x="21179" y="14580"/>
                  <a:pt x="31205" y="8748"/>
                </a:cubicBezTo>
                <a:cubicBezTo>
                  <a:pt x="41232" y="2916"/>
                  <a:pt x="53202" y="0"/>
                  <a:pt x="67117" y="0"/>
                </a:cubicBezTo>
                <a:cubicBezTo>
                  <a:pt x="77894" y="0"/>
                  <a:pt x="87818" y="1859"/>
                  <a:pt x="96890" y="5576"/>
                </a:cubicBezTo>
                <a:cubicBezTo>
                  <a:pt x="105962" y="9293"/>
                  <a:pt x="113328" y="14784"/>
                  <a:pt x="118989" y="22048"/>
                </a:cubicBezTo>
                <a:cubicBezTo>
                  <a:pt x="124651" y="29313"/>
                  <a:pt x="127754" y="38265"/>
                  <a:pt x="128300" y="48905"/>
                </a:cubicBezTo>
                <a:lnTo>
                  <a:pt x="98834" y="48905"/>
                </a:lnTo>
                <a:cubicBezTo>
                  <a:pt x="98084" y="43312"/>
                  <a:pt x="96259" y="38674"/>
                  <a:pt x="93360" y="34991"/>
                </a:cubicBezTo>
                <a:cubicBezTo>
                  <a:pt x="90461" y="31308"/>
                  <a:pt x="86761" y="28545"/>
                  <a:pt x="82259" y="26704"/>
                </a:cubicBezTo>
                <a:cubicBezTo>
                  <a:pt x="77757" y="24862"/>
                  <a:pt x="72710" y="23941"/>
                  <a:pt x="67117" y="23941"/>
                </a:cubicBezTo>
                <a:cubicBezTo>
                  <a:pt x="58113" y="23941"/>
                  <a:pt x="50866" y="26124"/>
                  <a:pt x="45376" y="30489"/>
                </a:cubicBezTo>
                <a:cubicBezTo>
                  <a:pt x="39885" y="34854"/>
                  <a:pt x="35895" y="40567"/>
                  <a:pt x="33405" y="47626"/>
                </a:cubicBezTo>
                <a:cubicBezTo>
                  <a:pt x="30915" y="54686"/>
                  <a:pt x="29671" y="62411"/>
                  <a:pt x="29671" y="70800"/>
                </a:cubicBezTo>
                <a:cubicBezTo>
                  <a:pt x="29671" y="79122"/>
                  <a:pt x="30915" y="86829"/>
                  <a:pt x="33405" y="93923"/>
                </a:cubicBezTo>
                <a:cubicBezTo>
                  <a:pt x="35895" y="101016"/>
                  <a:pt x="39885" y="106712"/>
                  <a:pt x="45376" y="111009"/>
                </a:cubicBezTo>
                <a:cubicBezTo>
                  <a:pt x="50866" y="115306"/>
                  <a:pt x="58113" y="117455"/>
                  <a:pt x="67117" y="117455"/>
                </a:cubicBezTo>
                <a:cubicBezTo>
                  <a:pt x="76598" y="117455"/>
                  <a:pt x="84084" y="115016"/>
                  <a:pt x="89575" y="110139"/>
                </a:cubicBezTo>
                <a:cubicBezTo>
                  <a:pt x="95065" y="105262"/>
                  <a:pt x="98220" y="98322"/>
                  <a:pt x="99038" y="89319"/>
                </a:cubicBezTo>
                <a:lnTo>
                  <a:pt x="128504" y="89319"/>
                </a:lnTo>
                <a:cubicBezTo>
                  <a:pt x="127686" y="100573"/>
                  <a:pt x="124719" y="110071"/>
                  <a:pt x="119603" y="117813"/>
                </a:cubicBezTo>
                <a:cubicBezTo>
                  <a:pt x="114488" y="125554"/>
                  <a:pt x="107496" y="131420"/>
                  <a:pt x="98629" y="135411"/>
                </a:cubicBezTo>
                <a:cubicBezTo>
                  <a:pt x="89762" y="139401"/>
                  <a:pt x="79258" y="141396"/>
                  <a:pt x="67117" y="141396"/>
                </a:cubicBezTo>
                <a:close/>
                <a:moveTo>
                  <a:pt x="197866" y="141396"/>
                </a:moveTo>
                <a:cubicBezTo>
                  <a:pt x="187771" y="141396"/>
                  <a:pt x="178921" y="139360"/>
                  <a:pt x="171316" y="135289"/>
                </a:cubicBezTo>
                <a:cubicBezTo>
                  <a:pt x="163711" y="131216"/>
                  <a:pt x="157828" y="125315"/>
                  <a:pt x="153667" y="117586"/>
                </a:cubicBezTo>
                <a:cubicBezTo>
                  <a:pt x="149506" y="109855"/>
                  <a:pt x="147426" y="100502"/>
                  <a:pt x="147426" y="89527"/>
                </a:cubicBezTo>
                <a:cubicBezTo>
                  <a:pt x="147426" y="78347"/>
                  <a:pt x="149506" y="68840"/>
                  <a:pt x="153667" y="61007"/>
                </a:cubicBezTo>
                <a:cubicBezTo>
                  <a:pt x="157828" y="53172"/>
                  <a:pt x="163711" y="47201"/>
                  <a:pt x="171316" y="43096"/>
                </a:cubicBezTo>
                <a:cubicBezTo>
                  <a:pt x="178921" y="38989"/>
                  <a:pt x="187771" y="36935"/>
                  <a:pt x="197866" y="36935"/>
                </a:cubicBezTo>
                <a:cubicBezTo>
                  <a:pt x="208097" y="36935"/>
                  <a:pt x="217016" y="38989"/>
                  <a:pt x="224621" y="43096"/>
                </a:cubicBezTo>
                <a:cubicBezTo>
                  <a:pt x="232226" y="47201"/>
                  <a:pt x="238143" y="53172"/>
                  <a:pt x="242372" y="61007"/>
                </a:cubicBezTo>
                <a:cubicBezTo>
                  <a:pt x="246601" y="68840"/>
                  <a:pt x="248715" y="78347"/>
                  <a:pt x="248715" y="89527"/>
                </a:cubicBezTo>
                <a:cubicBezTo>
                  <a:pt x="248715" y="100502"/>
                  <a:pt x="246601" y="109855"/>
                  <a:pt x="242372" y="117586"/>
                </a:cubicBezTo>
                <a:cubicBezTo>
                  <a:pt x="238143" y="125315"/>
                  <a:pt x="232226" y="131216"/>
                  <a:pt x="224621" y="135289"/>
                </a:cubicBezTo>
                <a:cubicBezTo>
                  <a:pt x="217016" y="139360"/>
                  <a:pt x="208097" y="141396"/>
                  <a:pt x="197866" y="141396"/>
                </a:cubicBezTo>
                <a:moveTo>
                  <a:pt x="197866" y="120729"/>
                </a:moveTo>
                <a:cubicBezTo>
                  <a:pt x="203800" y="120729"/>
                  <a:pt x="208455" y="119320"/>
                  <a:pt x="211832" y="116502"/>
                </a:cubicBezTo>
                <a:cubicBezTo>
                  <a:pt x="215208" y="113684"/>
                  <a:pt x="217595" y="109910"/>
                  <a:pt x="218994" y="105180"/>
                </a:cubicBezTo>
                <a:cubicBezTo>
                  <a:pt x="220392" y="100451"/>
                  <a:pt x="221091" y="95234"/>
                  <a:pt x="221091" y="89530"/>
                </a:cubicBezTo>
                <a:cubicBezTo>
                  <a:pt x="221091" y="83685"/>
                  <a:pt x="220392" y="78363"/>
                  <a:pt x="218994" y="73563"/>
                </a:cubicBezTo>
                <a:cubicBezTo>
                  <a:pt x="217595" y="68762"/>
                  <a:pt x="215208" y="64936"/>
                  <a:pt x="211832" y="62084"/>
                </a:cubicBezTo>
                <a:cubicBezTo>
                  <a:pt x="208455" y="59233"/>
                  <a:pt x="203800" y="57807"/>
                  <a:pt x="197866" y="57807"/>
                </a:cubicBezTo>
                <a:cubicBezTo>
                  <a:pt x="192068" y="57807"/>
                  <a:pt x="187515" y="59233"/>
                  <a:pt x="184207" y="62084"/>
                </a:cubicBezTo>
                <a:cubicBezTo>
                  <a:pt x="180899" y="64936"/>
                  <a:pt x="178563" y="68762"/>
                  <a:pt x="177199" y="73563"/>
                </a:cubicBezTo>
                <a:cubicBezTo>
                  <a:pt x="175835" y="78363"/>
                  <a:pt x="175153" y="83685"/>
                  <a:pt x="175153" y="89530"/>
                </a:cubicBezTo>
                <a:cubicBezTo>
                  <a:pt x="175153" y="95234"/>
                  <a:pt x="175835" y="100451"/>
                  <a:pt x="177199" y="105180"/>
                </a:cubicBezTo>
                <a:cubicBezTo>
                  <a:pt x="178563" y="109910"/>
                  <a:pt x="180899" y="113684"/>
                  <a:pt x="184207" y="116502"/>
                </a:cubicBezTo>
                <a:cubicBezTo>
                  <a:pt x="187515" y="119320"/>
                  <a:pt x="192068" y="120729"/>
                  <a:pt x="197866" y="120729"/>
                </a:cubicBezTo>
                <a:close/>
                <a:moveTo>
                  <a:pt x="306983" y="141396"/>
                </a:moveTo>
                <a:cubicBezTo>
                  <a:pt x="299480" y="141396"/>
                  <a:pt x="292744" y="139498"/>
                  <a:pt x="286776" y="135701"/>
                </a:cubicBezTo>
                <a:cubicBezTo>
                  <a:pt x="280808" y="131905"/>
                  <a:pt x="276101" y="126091"/>
                  <a:pt x="272657" y="118257"/>
                </a:cubicBezTo>
                <a:cubicBezTo>
                  <a:pt x="269212" y="110424"/>
                  <a:pt x="267490" y="100468"/>
                  <a:pt x="267490" y="88388"/>
                </a:cubicBezTo>
                <a:cubicBezTo>
                  <a:pt x="267490" y="76725"/>
                  <a:pt x="269349" y="67097"/>
                  <a:pt x="273066" y="59504"/>
                </a:cubicBezTo>
                <a:cubicBezTo>
                  <a:pt x="276784" y="51912"/>
                  <a:pt x="281814" y="46253"/>
                  <a:pt x="288157" y="42527"/>
                </a:cubicBezTo>
                <a:cubicBezTo>
                  <a:pt x="294501" y="38799"/>
                  <a:pt x="301628" y="36935"/>
                  <a:pt x="309541" y="36935"/>
                </a:cubicBezTo>
                <a:cubicBezTo>
                  <a:pt x="316498" y="36935"/>
                  <a:pt x="322466" y="38367"/>
                  <a:pt x="327445" y="41232"/>
                </a:cubicBezTo>
                <a:cubicBezTo>
                  <a:pt x="332425" y="44097"/>
                  <a:pt x="336381" y="47848"/>
                  <a:pt x="339314" y="52486"/>
                </a:cubicBezTo>
                <a:lnTo>
                  <a:pt x="339314" y="1842"/>
                </a:lnTo>
                <a:lnTo>
                  <a:pt x="366426" y="1842"/>
                </a:lnTo>
                <a:lnTo>
                  <a:pt x="366426" y="139554"/>
                </a:lnTo>
                <a:lnTo>
                  <a:pt x="340439" y="139554"/>
                </a:lnTo>
                <a:lnTo>
                  <a:pt x="339314" y="125435"/>
                </a:lnTo>
                <a:cubicBezTo>
                  <a:pt x="335767" y="130346"/>
                  <a:pt x="331367" y="134234"/>
                  <a:pt x="326115" y="137099"/>
                </a:cubicBezTo>
                <a:cubicBezTo>
                  <a:pt x="320863" y="139963"/>
                  <a:pt x="314486" y="141396"/>
                  <a:pt x="306983" y="141396"/>
                </a:cubicBezTo>
                <a:moveTo>
                  <a:pt x="314963" y="120729"/>
                </a:moveTo>
                <a:cubicBezTo>
                  <a:pt x="320693" y="120729"/>
                  <a:pt x="325638" y="119094"/>
                  <a:pt x="329798" y="115824"/>
                </a:cubicBezTo>
                <a:cubicBezTo>
                  <a:pt x="333959" y="112554"/>
                  <a:pt x="337131" y="108729"/>
                  <a:pt x="339314" y="104349"/>
                </a:cubicBezTo>
                <a:lnTo>
                  <a:pt x="339314" y="74611"/>
                </a:lnTo>
                <a:cubicBezTo>
                  <a:pt x="337199" y="70020"/>
                  <a:pt x="334232" y="66020"/>
                  <a:pt x="330412" y="62612"/>
                </a:cubicBezTo>
                <a:cubicBezTo>
                  <a:pt x="326593" y="59204"/>
                  <a:pt x="321886" y="57500"/>
                  <a:pt x="316293" y="57500"/>
                </a:cubicBezTo>
                <a:cubicBezTo>
                  <a:pt x="309609" y="57500"/>
                  <a:pt x="304425" y="60143"/>
                  <a:pt x="300742" y="65429"/>
                </a:cubicBezTo>
                <a:cubicBezTo>
                  <a:pt x="297058" y="70715"/>
                  <a:pt x="295217" y="78367"/>
                  <a:pt x="295217" y="88385"/>
                </a:cubicBezTo>
                <a:cubicBezTo>
                  <a:pt x="295217" y="99375"/>
                  <a:pt x="296973" y="107513"/>
                  <a:pt x="300486" y="112799"/>
                </a:cubicBezTo>
                <a:cubicBezTo>
                  <a:pt x="303999" y="118086"/>
                  <a:pt x="308824" y="120729"/>
                  <a:pt x="314963" y="120729"/>
                </a:cubicBezTo>
                <a:close/>
                <a:moveTo>
                  <a:pt x="441331" y="141396"/>
                </a:moveTo>
                <a:cubicBezTo>
                  <a:pt x="430213" y="141396"/>
                  <a:pt x="420869" y="139308"/>
                  <a:pt x="413298" y="135132"/>
                </a:cubicBezTo>
                <a:cubicBezTo>
                  <a:pt x="405726" y="130957"/>
                  <a:pt x="399997" y="124935"/>
                  <a:pt x="396109" y="117068"/>
                </a:cubicBezTo>
                <a:cubicBezTo>
                  <a:pt x="392221" y="109198"/>
                  <a:pt x="390277" y="99742"/>
                  <a:pt x="390277" y="88699"/>
                </a:cubicBezTo>
                <a:cubicBezTo>
                  <a:pt x="390277" y="78000"/>
                  <a:pt x="392170" y="68787"/>
                  <a:pt x="395956" y="61058"/>
                </a:cubicBezTo>
                <a:cubicBezTo>
                  <a:pt x="399741" y="53327"/>
                  <a:pt x="405300" y="47374"/>
                  <a:pt x="412633" y="43198"/>
                </a:cubicBezTo>
                <a:cubicBezTo>
                  <a:pt x="419965" y="39023"/>
                  <a:pt x="428985" y="36935"/>
                  <a:pt x="439694" y="36935"/>
                </a:cubicBezTo>
                <a:cubicBezTo>
                  <a:pt x="454564" y="36935"/>
                  <a:pt x="466312" y="41330"/>
                  <a:pt x="474941" y="50120"/>
                </a:cubicBezTo>
                <a:cubicBezTo>
                  <a:pt x="483569" y="58911"/>
                  <a:pt x="487883" y="71442"/>
                  <a:pt x="487883" y="87714"/>
                </a:cubicBezTo>
                <a:cubicBezTo>
                  <a:pt x="487883" y="88541"/>
                  <a:pt x="487849" y="89661"/>
                  <a:pt x="487781" y="91074"/>
                </a:cubicBezTo>
                <a:cubicBezTo>
                  <a:pt x="487713" y="92487"/>
                  <a:pt x="487611" y="93573"/>
                  <a:pt x="487474" y="94332"/>
                </a:cubicBezTo>
                <a:lnTo>
                  <a:pt x="417390" y="94332"/>
                </a:lnTo>
                <a:cubicBezTo>
                  <a:pt x="417526" y="99147"/>
                  <a:pt x="418396" y="103648"/>
                  <a:pt x="419999" y="107834"/>
                </a:cubicBezTo>
                <a:cubicBezTo>
                  <a:pt x="421602" y="112020"/>
                  <a:pt x="424143" y="115387"/>
                  <a:pt x="427621" y="117934"/>
                </a:cubicBezTo>
                <a:cubicBezTo>
                  <a:pt x="431100" y="120479"/>
                  <a:pt x="435670" y="121752"/>
                  <a:pt x="441331" y="121752"/>
                </a:cubicBezTo>
                <a:cubicBezTo>
                  <a:pt x="447197" y="121752"/>
                  <a:pt x="451903" y="120435"/>
                  <a:pt x="455450" y="117800"/>
                </a:cubicBezTo>
                <a:cubicBezTo>
                  <a:pt x="458997" y="115165"/>
                  <a:pt x="460805" y="111248"/>
                  <a:pt x="460873" y="106047"/>
                </a:cubicBezTo>
                <a:lnTo>
                  <a:pt x="487576" y="106047"/>
                </a:lnTo>
                <a:cubicBezTo>
                  <a:pt x="487235" y="113925"/>
                  <a:pt x="485104" y="120490"/>
                  <a:pt x="481182" y="125742"/>
                </a:cubicBezTo>
                <a:cubicBezTo>
                  <a:pt x="477260" y="130994"/>
                  <a:pt x="471906" y="134916"/>
                  <a:pt x="465119" y="137508"/>
                </a:cubicBezTo>
                <a:cubicBezTo>
                  <a:pt x="458332" y="140100"/>
                  <a:pt x="450403" y="141396"/>
                  <a:pt x="441331" y="141396"/>
                </a:cubicBezTo>
                <a:moveTo>
                  <a:pt x="417697" y="77144"/>
                </a:moveTo>
                <a:lnTo>
                  <a:pt x="460975" y="77144"/>
                </a:lnTo>
                <a:cubicBezTo>
                  <a:pt x="460771" y="69982"/>
                  <a:pt x="458707" y="64627"/>
                  <a:pt x="454785" y="61081"/>
                </a:cubicBezTo>
                <a:cubicBezTo>
                  <a:pt x="450863" y="57534"/>
                  <a:pt x="445833" y="55760"/>
                  <a:pt x="439694" y="55760"/>
                </a:cubicBezTo>
                <a:cubicBezTo>
                  <a:pt x="433419" y="55760"/>
                  <a:pt x="428286" y="57586"/>
                  <a:pt x="424296" y="61237"/>
                </a:cubicBezTo>
                <a:cubicBezTo>
                  <a:pt x="420306" y="64888"/>
                  <a:pt x="418106" y="70191"/>
                  <a:pt x="417697" y="77144"/>
                </a:cubicBezTo>
                <a:close/>
              </a:path>
            </a:pathLst>
          </a:custGeom>
          <a:solidFill xmlns:a="http://schemas.openxmlformats.org/drawingml/2006/main">
            <a:srgbClr val="0078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Implementation">
            <a:extLst xmlns:a="http://schemas.openxmlformats.org/drawingml/2006/main">
              <a:ext uri="{FF2B5EF4-FFF2-40B4-BE49-F238E27FC236}">
                <a16:creationId xmlns:a16="http://schemas.microsoft.com/office/drawing/2014/main" id="{60A9E313-1F67-40F4-AAB7-7416C92D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298" y="2367291"/>
            <a:ext cx="1508322" cy="177205"/>
          </a:xfrm>
          <a:custGeom xmlns:a="http://schemas.openxmlformats.org/drawingml/2006/main">
            <a:pathLst>
              <a:path w="1508322" h="177205">
                <a:moveTo>
                  <a:pt x="0" y="140577"/>
                </a:moveTo>
                <a:lnTo>
                  <a:pt x="28750" y="140577"/>
                </a:lnTo>
                <a:lnTo>
                  <a:pt x="28750" y="2865"/>
                </a:lnTo>
                <a:lnTo>
                  <a:pt x="0" y="2865"/>
                </a:lnTo>
                <a:lnTo>
                  <a:pt x="0" y="140577"/>
                </a:lnTo>
                <a:close/>
                <a:moveTo>
                  <a:pt x="406972" y="119392"/>
                </a:moveTo>
                <a:lnTo>
                  <a:pt x="406346" y="119373"/>
                </a:lnTo>
                <a:lnTo>
                  <a:pt x="405739" y="119341"/>
                </a:lnTo>
                <a:lnTo>
                  <a:pt x="405152" y="119296"/>
                </a:lnTo>
                <a:lnTo>
                  <a:pt x="404585" y="119239"/>
                </a:lnTo>
                <a:lnTo>
                  <a:pt x="404038" y="119168"/>
                </a:lnTo>
                <a:lnTo>
                  <a:pt x="403511" y="119085"/>
                </a:lnTo>
                <a:lnTo>
                  <a:pt x="403003" y="118989"/>
                </a:lnTo>
                <a:lnTo>
                  <a:pt x="402516" y="118881"/>
                </a:lnTo>
                <a:lnTo>
                  <a:pt x="402048" y="118759"/>
                </a:lnTo>
                <a:lnTo>
                  <a:pt x="401601" y="118625"/>
                </a:lnTo>
                <a:lnTo>
                  <a:pt x="401173" y="118478"/>
                </a:lnTo>
                <a:lnTo>
                  <a:pt x="400765" y="118318"/>
                </a:lnTo>
                <a:lnTo>
                  <a:pt x="400377" y="118145"/>
                </a:lnTo>
                <a:lnTo>
                  <a:pt x="400009" y="117960"/>
                </a:lnTo>
                <a:lnTo>
                  <a:pt x="399661" y="117762"/>
                </a:lnTo>
                <a:lnTo>
                  <a:pt x="399333" y="117551"/>
                </a:lnTo>
                <a:lnTo>
                  <a:pt x="399025" y="117327"/>
                </a:lnTo>
                <a:lnTo>
                  <a:pt x="398736" y="117090"/>
                </a:lnTo>
                <a:lnTo>
                  <a:pt x="398467" y="116841"/>
                </a:lnTo>
                <a:lnTo>
                  <a:pt x="398219" y="116579"/>
                </a:lnTo>
                <a:lnTo>
                  <a:pt x="397990" y="116304"/>
                </a:lnTo>
                <a:lnTo>
                  <a:pt x="397781" y="116016"/>
                </a:lnTo>
                <a:lnTo>
                  <a:pt x="397592" y="115715"/>
                </a:lnTo>
                <a:lnTo>
                  <a:pt x="397417" y="115401"/>
                </a:lnTo>
                <a:lnTo>
                  <a:pt x="397249" y="115072"/>
                </a:lnTo>
                <a:lnTo>
                  <a:pt x="397089" y="114729"/>
                </a:lnTo>
                <a:lnTo>
                  <a:pt x="396936" y="114371"/>
                </a:lnTo>
                <a:lnTo>
                  <a:pt x="396790" y="113999"/>
                </a:lnTo>
                <a:lnTo>
                  <a:pt x="396652" y="113612"/>
                </a:lnTo>
                <a:lnTo>
                  <a:pt x="396522" y="113210"/>
                </a:lnTo>
                <a:lnTo>
                  <a:pt x="396398" y="112794"/>
                </a:lnTo>
                <a:lnTo>
                  <a:pt x="396283" y="112363"/>
                </a:lnTo>
                <a:lnTo>
                  <a:pt x="396175" y="111918"/>
                </a:lnTo>
                <a:lnTo>
                  <a:pt x="396074" y="111458"/>
                </a:lnTo>
                <a:lnTo>
                  <a:pt x="395981" y="110983"/>
                </a:lnTo>
                <a:lnTo>
                  <a:pt x="395895" y="110494"/>
                </a:lnTo>
                <a:lnTo>
                  <a:pt x="395817" y="109991"/>
                </a:lnTo>
                <a:lnTo>
                  <a:pt x="395746" y="109473"/>
                </a:lnTo>
                <a:lnTo>
                  <a:pt x="395682" y="108940"/>
                </a:lnTo>
                <a:lnTo>
                  <a:pt x="395626" y="108393"/>
                </a:lnTo>
                <a:lnTo>
                  <a:pt x="395578" y="107831"/>
                </a:lnTo>
                <a:lnTo>
                  <a:pt x="395537" y="107255"/>
                </a:lnTo>
                <a:lnTo>
                  <a:pt x="395503" y="106664"/>
                </a:lnTo>
                <a:lnTo>
                  <a:pt x="395477" y="106058"/>
                </a:lnTo>
                <a:lnTo>
                  <a:pt x="395458" y="105438"/>
                </a:lnTo>
                <a:lnTo>
                  <a:pt x="395447" y="104803"/>
                </a:lnTo>
                <a:lnTo>
                  <a:pt x="395444" y="104154"/>
                </a:lnTo>
                <a:lnTo>
                  <a:pt x="395444" y="2865"/>
                </a:lnTo>
                <a:lnTo>
                  <a:pt x="368433" y="2865"/>
                </a:lnTo>
                <a:lnTo>
                  <a:pt x="368433" y="105791"/>
                </a:lnTo>
                <a:lnTo>
                  <a:pt x="368439" y="106806"/>
                </a:lnTo>
                <a:lnTo>
                  <a:pt x="368456" y="107805"/>
                </a:lnTo>
                <a:lnTo>
                  <a:pt x="368484" y="108788"/>
                </a:lnTo>
                <a:lnTo>
                  <a:pt x="368524" y="109754"/>
                </a:lnTo>
                <a:lnTo>
                  <a:pt x="368575" y="110705"/>
                </a:lnTo>
                <a:lnTo>
                  <a:pt x="368638" y="111639"/>
                </a:lnTo>
                <a:lnTo>
                  <a:pt x="368712" y="112557"/>
                </a:lnTo>
                <a:lnTo>
                  <a:pt x="368797" y="113459"/>
                </a:lnTo>
                <a:lnTo>
                  <a:pt x="368893" y="114345"/>
                </a:lnTo>
                <a:lnTo>
                  <a:pt x="369001" y="115214"/>
                </a:lnTo>
                <a:lnTo>
                  <a:pt x="369121" y="116068"/>
                </a:lnTo>
                <a:lnTo>
                  <a:pt x="369252" y="116905"/>
                </a:lnTo>
                <a:lnTo>
                  <a:pt x="369394" y="117726"/>
                </a:lnTo>
                <a:lnTo>
                  <a:pt x="369547" y="118531"/>
                </a:lnTo>
                <a:lnTo>
                  <a:pt x="369712" y="119320"/>
                </a:lnTo>
                <a:lnTo>
                  <a:pt x="369888" y="120092"/>
                </a:lnTo>
                <a:lnTo>
                  <a:pt x="370076" y="120849"/>
                </a:lnTo>
                <a:lnTo>
                  <a:pt x="370275" y="121589"/>
                </a:lnTo>
                <a:lnTo>
                  <a:pt x="370485" y="122313"/>
                </a:lnTo>
                <a:lnTo>
                  <a:pt x="370707" y="123021"/>
                </a:lnTo>
                <a:lnTo>
                  <a:pt x="370940" y="123713"/>
                </a:lnTo>
                <a:lnTo>
                  <a:pt x="371184" y="124388"/>
                </a:lnTo>
                <a:lnTo>
                  <a:pt x="371440" y="125048"/>
                </a:lnTo>
                <a:lnTo>
                  <a:pt x="371707" y="125691"/>
                </a:lnTo>
                <a:lnTo>
                  <a:pt x="371989" y="126319"/>
                </a:lnTo>
                <a:lnTo>
                  <a:pt x="372288" y="126934"/>
                </a:lnTo>
                <a:lnTo>
                  <a:pt x="372604" y="127534"/>
                </a:lnTo>
                <a:lnTo>
                  <a:pt x="372938" y="128121"/>
                </a:lnTo>
                <a:lnTo>
                  <a:pt x="373289" y="128694"/>
                </a:lnTo>
                <a:lnTo>
                  <a:pt x="373657" y="129253"/>
                </a:lnTo>
                <a:lnTo>
                  <a:pt x="374043" y="129798"/>
                </a:lnTo>
                <a:lnTo>
                  <a:pt x="374447" y="130329"/>
                </a:lnTo>
                <a:lnTo>
                  <a:pt x="374868" y="130846"/>
                </a:lnTo>
                <a:lnTo>
                  <a:pt x="375306" y="131350"/>
                </a:lnTo>
                <a:lnTo>
                  <a:pt x="375761" y="131840"/>
                </a:lnTo>
                <a:lnTo>
                  <a:pt x="376234" y="132316"/>
                </a:lnTo>
                <a:lnTo>
                  <a:pt x="376725" y="132778"/>
                </a:lnTo>
                <a:lnTo>
                  <a:pt x="377233" y="133226"/>
                </a:lnTo>
                <a:lnTo>
                  <a:pt x="377758" y="133660"/>
                </a:lnTo>
                <a:lnTo>
                  <a:pt x="378301" y="134080"/>
                </a:lnTo>
                <a:lnTo>
                  <a:pt x="378861" y="134487"/>
                </a:lnTo>
                <a:lnTo>
                  <a:pt x="379438" y="134880"/>
                </a:lnTo>
                <a:lnTo>
                  <a:pt x="380033" y="135259"/>
                </a:lnTo>
                <a:lnTo>
                  <a:pt x="380645" y="135624"/>
                </a:lnTo>
                <a:lnTo>
                  <a:pt x="381275" y="135975"/>
                </a:lnTo>
                <a:lnTo>
                  <a:pt x="381922" y="136312"/>
                </a:lnTo>
                <a:lnTo>
                  <a:pt x="382586" y="136636"/>
                </a:lnTo>
                <a:lnTo>
                  <a:pt x="383268" y="136945"/>
                </a:lnTo>
                <a:lnTo>
                  <a:pt x="383971" y="137242"/>
                </a:lnTo>
                <a:lnTo>
                  <a:pt x="384698" y="137525"/>
                </a:lnTo>
                <a:lnTo>
                  <a:pt x="385449" y="137797"/>
                </a:lnTo>
                <a:lnTo>
                  <a:pt x="386224" y="138055"/>
                </a:lnTo>
                <a:lnTo>
                  <a:pt x="387023" y="138301"/>
                </a:lnTo>
                <a:lnTo>
                  <a:pt x="387847" y="138534"/>
                </a:lnTo>
                <a:lnTo>
                  <a:pt x="388695" y="138755"/>
                </a:lnTo>
                <a:lnTo>
                  <a:pt x="389566" y="138963"/>
                </a:lnTo>
                <a:lnTo>
                  <a:pt x="390462" y="139159"/>
                </a:lnTo>
                <a:lnTo>
                  <a:pt x="391382" y="139341"/>
                </a:lnTo>
                <a:lnTo>
                  <a:pt x="392327" y="139512"/>
                </a:lnTo>
                <a:lnTo>
                  <a:pt x="393295" y="139669"/>
                </a:lnTo>
                <a:lnTo>
                  <a:pt x="394288" y="139814"/>
                </a:lnTo>
                <a:lnTo>
                  <a:pt x="395304" y="139947"/>
                </a:lnTo>
                <a:lnTo>
                  <a:pt x="396345" y="140067"/>
                </a:lnTo>
                <a:lnTo>
                  <a:pt x="397410" y="140174"/>
                </a:lnTo>
                <a:lnTo>
                  <a:pt x="398499" y="140268"/>
                </a:lnTo>
                <a:lnTo>
                  <a:pt x="399613" y="140350"/>
                </a:lnTo>
                <a:lnTo>
                  <a:pt x="400750" y="140420"/>
                </a:lnTo>
                <a:lnTo>
                  <a:pt x="401912" y="140476"/>
                </a:lnTo>
                <a:lnTo>
                  <a:pt x="403098" y="140521"/>
                </a:lnTo>
                <a:lnTo>
                  <a:pt x="404308" y="140552"/>
                </a:lnTo>
                <a:lnTo>
                  <a:pt x="405542" y="140571"/>
                </a:lnTo>
                <a:lnTo>
                  <a:pt x="406800" y="140577"/>
                </a:lnTo>
                <a:lnTo>
                  <a:pt x="413860" y="140577"/>
                </a:lnTo>
                <a:lnTo>
                  <a:pt x="413860" y="119399"/>
                </a:lnTo>
                <a:lnTo>
                  <a:pt x="407619" y="119399"/>
                </a:lnTo>
                <a:lnTo>
                  <a:pt x="406972" y="119392"/>
                </a:lnTo>
                <a:close/>
                <a:moveTo>
                  <a:pt x="147219" y="51890"/>
                </a:moveTo>
                <a:lnTo>
                  <a:pt x="146675" y="50966"/>
                </a:lnTo>
                <a:lnTo>
                  <a:pt x="146103" y="50069"/>
                </a:lnTo>
                <a:lnTo>
                  <a:pt x="145504" y="49200"/>
                </a:lnTo>
                <a:lnTo>
                  <a:pt x="144876" y="48360"/>
                </a:lnTo>
                <a:lnTo>
                  <a:pt x="144221" y="47547"/>
                </a:lnTo>
                <a:lnTo>
                  <a:pt x="143539" y="46764"/>
                </a:lnTo>
                <a:lnTo>
                  <a:pt x="142833" y="46015"/>
                </a:lnTo>
                <a:lnTo>
                  <a:pt x="142103" y="45299"/>
                </a:lnTo>
                <a:lnTo>
                  <a:pt x="141349" y="44617"/>
                </a:lnTo>
                <a:lnTo>
                  <a:pt x="140570" y="43967"/>
                </a:lnTo>
                <a:lnTo>
                  <a:pt x="139767" y="43352"/>
                </a:lnTo>
                <a:lnTo>
                  <a:pt x="138939" y="42769"/>
                </a:lnTo>
                <a:lnTo>
                  <a:pt x="138088" y="42220"/>
                </a:lnTo>
                <a:lnTo>
                  <a:pt x="137212" y="41703"/>
                </a:lnTo>
                <a:lnTo>
                  <a:pt x="136311" y="41221"/>
                </a:lnTo>
                <a:lnTo>
                  <a:pt x="135386" y="40771"/>
                </a:lnTo>
                <a:lnTo>
                  <a:pt x="134437" y="40355"/>
                </a:lnTo>
                <a:lnTo>
                  <a:pt x="133464" y="39972"/>
                </a:lnTo>
                <a:lnTo>
                  <a:pt x="132466" y="39623"/>
                </a:lnTo>
                <a:lnTo>
                  <a:pt x="131444" y="39306"/>
                </a:lnTo>
                <a:lnTo>
                  <a:pt x="130397" y="39023"/>
                </a:lnTo>
                <a:lnTo>
                  <a:pt x="129326" y="38774"/>
                </a:lnTo>
                <a:lnTo>
                  <a:pt x="128231" y="38557"/>
                </a:lnTo>
                <a:lnTo>
                  <a:pt x="127112" y="38374"/>
                </a:lnTo>
                <a:lnTo>
                  <a:pt x="125968" y="38224"/>
                </a:lnTo>
                <a:lnTo>
                  <a:pt x="124800" y="38108"/>
                </a:lnTo>
                <a:lnTo>
                  <a:pt x="123607" y="38025"/>
                </a:lnTo>
                <a:lnTo>
                  <a:pt x="122390" y="37975"/>
                </a:lnTo>
                <a:lnTo>
                  <a:pt x="121149" y="37958"/>
                </a:lnTo>
                <a:lnTo>
                  <a:pt x="120099" y="37967"/>
                </a:lnTo>
                <a:lnTo>
                  <a:pt x="119063" y="37992"/>
                </a:lnTo>
                <a:lnTo>
                  <a:pt x="118041" y="38035"/>
                </a:lnTo>
                <a:lnTo>
                  <a:pt x="117033" y="38096"/>
                </a:lnTo>
                <a:lnTo>
                  <a:pt x="116039" y="38173"/>
                </a:lnTo>
                <a:lnTo>
                  <a:pt x="115058" y="38268"/>
                </a:lnTo>
                <a:lnTo>
                  <a:pt x="114092" y="38380"/>
                </a:lnTo>
                <a:lnTo>
                  <a:pt x="113140" y="38509"/>
                </a:lnTo>
                <a:lnTo>
                  <a:pt x="112203" y="38656"/>
                </a:lnTo>
                <a:lnTo>
                  <a:pt x="111279" y="38819"/>
                </a:lnTo>
                <a:lnTo>
                  <a:pt x="110369" y="39000"/>
                </a:lnTo>
                <a:lnTo>
                  <a:pt x="109473" y="39198"/>
                </a:lnTo>
                <a:lnTo>
                  <a:pt x="108591" y="39414"/>
                </a:lnTo>
                <a:lnTo>
                  <a:pt x="107723" y="39646"/>
                </a:lnTo>
                <a:lnTo>
                  <a:pt x="106869" y="39896"/>
                </a:lnTo>
                <a:lnTo>
                  <a:pt x="106030" y="40163"/>
                </a:lnTo>
                <a:lnTo>
                  <a:pt x="105204" y="40448"/>
                </a:lnTo>
                <a:lnTo>
                  <a:pt x="104392" y="40749"/>
                </a:lnTo>
                <a:lnTo>
                  <a:pt x="103595" y="41068"/>
                </a:lnTo>
                <a:lnTo>
                  <a:pt x="102811" y="41404"/>
                </a:lnTo>
                <a:lnTo>
                  <a:pt x="102042" y="41757"/>
                </a:lnTo>
                <a:lnTo>
                  <a:pt x="101286" y="42128"/>
                </a:lnTo>
                <a:lnTo>
                  <a:pt x="100545" y="42515"/>
                </a:lnTo>
                <a:lnTo>
                  <a:pt x="99817" y="42920"/>
                </a:lnTo>
                <a:lnTo>
                  <a:pt x="99103" y="43336"/>
                </a:lnTo>
                <a:lnTo>
                  <a:pt x="98402" y="43757"/>
                </a:lnTo>
                <a:lnTo>
                  <a:pt x="97714" y="44184"/>
                </a:lnTo>
                <a:lnTo>
                  <a:pt x="97039" y="44615"/>
                </a:lnTo>
                <a:lnTo>
                  <a:pt x="96377" y="45052"/>
                </a:lnTo>
                <a:lnTo>
                  <a:pt x="95728" y="45494"/>
                </a:lnTo>
                <a:lnTo>
                  <a:pt x="95092" y="45941"/>
                </a:lnTo>
                <a:lnTo>
                  <a:pt x="94468" y="46393"/>
                </a:lnTo>
                <a:lnTo>
                  <a:pt x="93858" y="46850"/>
                </a:lnTo>
                <a:lnTo>
                  <a:pt x="93261" y="47313"/>
                </a:lnTo>
                <a:lnTo>
                  <a:pt x="92677" y="47780"/>
                </a:lnTo>
                <a:lnTo>
                  <a:pt x="92105" y="48253"/>
                </a:lnTo>
                <a:lnTo>
                  <a:pt x="91547" y="48731"/>
                </a:lnTo>
                <a:lnTo>
                  <a:pt x="91002" y="49214"/>
                </a:lnTo>
                <a:lnTo>
                  <a:pt x="90469" y="49702"/>
                </a:lnTo>
                <a:lnTo>
                  <a:pt x="89950" y="50196"/>
                </a:lnTo>
                <a:lnTo>
                  <a:pt x="89443" y="50694"/>
                </a:lnTo>
                <a:lnTo>
                  <a:pt x="88950" y="51198"/>
                </a:lnTo>
                <a:lnTo>
                  <a:pt x="88469" y="51707"/>
                </a:lnTo>
                <a:lnTo>
                  <a:pt x="88001" y="52221"/>
                </a:lnTo>
                <a:lnTo>
                  <a:pt x="87547" y="52740"/>
                </a:lnTo>
                <a:lnTo>
                  <a:pt x="87105" y="53264"/>
                </a:lnTo>
                <a:lnTo>
                  <a:pt x="86676" y="53793"/>
                </a:lnTo>
                <a:lnTo>
                  <a:pt x="86261" y="54328"/>
                </a:lnTo>
                <a:lnTo>
                  <a:pt x="85749" y="39493"/>
                </a:lnTo>
                <a:lnTo>
                  <a:pt x="59659" y="39493"/>
                </a:lnTo>
                <a:lnTo>
                  <a:pt x="59659" y="140577"/>
                </a:lnTo>
                <a:lnTo>
                  <a:pt x="86772" y="140577"/>
                </a:lnTo>
                <a:lnTo>
                  <a:pt x="86772" y="72859"/>
                </a:lnTo>
                <a:lnTo>
                  <a:pt x="87133" y="72403"/>
                </a:lnTo>
                <a:lnTo>
                  <a:pt x="87498" y="71952"/>
                </a:lnTo>
                <a:lnTo>
                  <a:pt x="87867" y="71507"/>
                </a:lnTo>
                <a:lnTo>
                  <a:pt x="88242" y="71068"/>
                </a:lnTo>
                <a:lnTo>
                  <a:pt x="88620" y="70635"/>
                </a:lnTo>
                <a:lnTo>
                  <a:pt x="89004" y="70207"/>
                </a:lnTo>
                <a:lnTo>
                  <a:pt x="89392" y="69785"/>
                </a:lnTo>
                <a:lnTo>
                  <a:pt x="89785" y="69369"/>
                </a:lnTo>
                <a:lnTo>
                  <a:pt x="90182" y="68959"/>
                </a:lnTo>
                <a:lnTo>
                  <a:pt x="90584" y="68555"/>
                </a:lnTo>
                <a:lnTo>
                  <a:pt x="90991" y="68156"/>
                </a:lnTo>
                <a:lnTo>
                  <a:pt x="91402" y="67763"/>
                </a:lnTo>
                <a:lnTo>
                  <a:pt x="91818" y="67376"/>
                </a:lnTo>
                <a:lnTo>
                  <a:pt x="92238" y="66994"/>
                </a:lnTo>
                <a:lnTo>
                  <a:pt x="92663" y="66619"/>
                </a:lnTo>
                <a:lnTo>
                  <a:pt x="93093" y="66249"/>
                </a:lnTo>
                <a:lnTo>
                  <a:pt x="93527" y="65885"/>
                </a:lnTo>
                <a:lnTo>
                  <a:pt x="93966" y="65526"/>
                </a:lnTo>
                <a:lnTo>
                  <a:pt x="94410" y="65174"/>
                </a:lnTo>
                <a:lnTo>
                  <a:pt x="94858" y="64827"/>
                </a:lnTo>
                <a:lnTo>
                  <a:pt x="95311" y="64486"/>
                </a:lnTo>
                <a:lnTo>
                  <a:pt x="95768" y="64151"/>
                </a:lnTo>
                <a:lnTo>
                  <a:pt x="96230" y="63821"/>
                </a:lnTo>
                <a:lnTo>
                  <a:pt x="96697" y="63498"/>
                </a:lnTo>
                <a:lnTo>
                  <a:pt x="97169" y="63184"/>
                </a:lnTo>
                <a:lnTo>
                  <a:pt x="97650" y="62883"/>
                </a:lnTo>
                <a:lnTo>
                  <a:pt x="98139" y="62595"/>
                </a:lnTo>
                <a:lnTo>
                  <a:pt x="98635" y="62321"/>
                </a:lnTo>
                <a:lnTo>
                  <a:pt x="99139" y="62061"/>
                </a:lnTo>
                <a:lnTo>
                  <a:pt x="99651" y="61814"/>
                </a:lnTo>
                <a:lnTo>
                  <a:pt x="100171" y="61580"/>
                </a:lnTo>
                <a:lnTo>
                  <a:pt x="100698" y="61359"/>
                </a:lnTo>
                <a:lnTo>
                  <a:pt x="101234" y="61152"/>
                </a:lnTo>
                <a:lnTo>
                  <a:pt x="101777" y="60958"/>
                </a:lnTo>
                <a:lnTo>
                  <a:pt x="102328" y="60778"/>
                </a:lnTo>
                <a:lnTo>
                  <a:pt x="102886" y="60611"/>
                </a:lnTo>
                <a:lnTo>
                  <a:pt x="103453" y="60457"/>
                </a:lnTo>
                <a:lnTo>
                  <a:pt x="104028" y="60316"/>
                </a:lnTo>
                <a:lnTo>
                  <a:pt x="104610" y="60190"/>
                </a:lnTo>
                <a:lnTo>
                  <a:pt x="105200" y="60076"/>
                </a:lnTo>
                <a:lnTo>
                  <a:pt x="105798" y="59976"/>
                </a:lnTo>
                <a:lnTo>
                  <a:pt x="106403" y="59889"/>
                </a:lnTo>
                <a:lnTo>
                  <a:pt x="107017" y="59815"/>
                </a:lnTo>
                <a:lnTo>
                  <a:pt x="107638" y="59755"/>
                </a:lnTo>
                <a:lnTo>
                  <a:pt x="108267" y="59708"/>
                </a:lnTo>
                <a:lnTo>
                  <a:pt x="108904" y="59675"/>
                </a:lnTo>
                <a:lnTo>
                  <a:pt x="109549" y="59655"/>
                </a:lnTo>
                <a:lnTo>
                  <a:pt x="110202" y="59648"/>
                </a:lnTo>
                <a:lnTo>
                  <a:pt x="110642" y="59652"/>
                </a:lnTo>
                <a:lnTo>
                  <a:pt x="111075" y="59664"/>
                </a:lnTo>
                <a:lnTo>
                  <a:pt x="111501" y="59684"/>
                </a:lnTo>
                <a:lnTo>
                  <a:pt x="111920" y="59712"/>
                </a:lnTo>
                <a:lnTo>
                  <a:pt x="112332" y="59748"/>
                </a:lnTo>
                <a:lnTo>
                  <a:pt x="112737" y="59791"/>
                </a:lnTo>
                <a:lnTo>
                  <a:pt x="113136" y="59843"/>
                </a:lnTo>
                <a:lnTo>
                  <a:pt x="113527" y="59903"/>
                </a:lnTo>
                <a:lnTo>
                  <a:pt x="113911" y="59970"/>
                </a:lnTo>
                <a:lnTo>
                  <a:pt x="114289" y="60046"/>
                </a:lnTo>
                <a:lnTo>
                  <a:pt x="114660" y="60129"/>
                </a:lnTo>
                <a:lnTo>
                  <a:pt x="115023" y="60220"/>
                </a:lnTo>
                <a:lnTo>
                  <a:pt x="115380" y="60320"/>
                </a:lnTo>
                <a:lnTo>
                  <a:pt x="115730" y="60427"/>
                </a:lnTo>
                <a:lnTo>
                  <a:pt x="116073" y="60542"/>
                </a:lnTo>
                <a:lnTo>
                  <a:pt x="116409" y="60666"/>
                </a:lnTo>
                <a:lnTo>
                  <a:pt x="116738" y="60797"/>
                </a:lnTo>
                <a:lnTo>
                  <a:pt x="117060" y="60936"/>
                </a:lnTo>
                <a:lnTo>
                  <a:pt x="117375" y="61083"/>
                </a:lnTo>
                <a:lnTo>
                  <a:pt x="117683" y="61238"/>
                </a:lnTo>
                <a:lnTo>
                  <a:pt x="117985" y="61401"/>
                </a:lnTo>
                <a:lnTo>
                  <a:pt x="118279" y="61572"/>
                </a:lnTo>
                <a:lnTo>
                  <a:pt x="118567" y="61751"/>
                </a:lnTo>
                <a:lnTo>
                  <a:pt x="118847" y="61937"/>
                </a:lnTo>
                <a:lnTo>
                  <a:pt x="119121" y="62131"/>
                </a:lnTo>
                <a:lnTo>
                  <a:pt x="119389" y="62332"/>
                </a:lnTo>
                <a:lnTo>
                  <a:pt x="119650" y="62539"/>
                </a:lnTo>
                <a:lnTo>
                  <a:pt x="119904" y="62752"/>
                </a:lnTo>
                <a:lnTo>
                  <a:pt x="120153" y="62972"/>
                </a:lnTo>
                <a:lnTo>
                  <a:pt x="120395" y="63199"/>
                </a:lnTo>
                <a:lnTo>
                  <a:pt x="120630" y="63432"/>
                </a:lnTo>
                <a:lnTo>
                  <a:pt x="120859" y="63671"/>
                </a:lnTo>
                <a:lnTo>
                  <a:pt x="121082" y="63917"/>
                </a:lnTo>
                <a:lnTo>
                  <a:pt x="121298" y="64170"/>
                </a:lnTo>
                <a:lnTo>
                  <a:pt x="121508" y="64429"/>
                </a:lnTo>
                <a:lnTo>
                  <a:pt x="121712" y="64694"/>
                </a:lnTo>
                <a:lnTo>
                  <a:pt x="121909" y="64966"/>
                </a:lnTo>
                <a:lnTo>
                  <a:pt x="122100" y="65245"/>
                </a:lnTo>
                <a:lnTo>
                  <a:pt x="122284" y="65530"/>
                </a:lnTo>
                <a:lnTo>
                  <a:pt x="122462" y="65821"/>
                </a:lnTo>
                <a:lnTo>
                  <a:pt x="122634" y="66119"/>
                </a:lnTo>
                <a:lnTo>
                  <a:pt x="122799" y="66423"/>
                </a:lnTo>
                <a:lnTo>
                  <a:pt x="122958" y="66734"/>
                </a:lnTo>
                <a:lnTo>
                  <a:pt x="123110" y="67052"/>
                </a:lnTo>
                <a:lnTo>
                  <a:pt x="123256" y="67376"/>
                </a:lnTo>
                <a:lnTo>
                  <a:pt x="123396" y="67706"/>
                </a:lnTo>
                <a:lnTo>
                  <a:pt x="123529" y="68043"/>
                </a:lnTo>
                <a:lnTo>
                  <a:pt x="123656" y="68386"/>
                </a:lnTo>
                <a:lnTo>
                  <a:pt x="123777" y="68735"/>
                </a:lnTo>
                <a:lnTo>
                  <a:pt x="123893" y="69089"/>
                </a:lnTo>
                <a:lnTo>
                  <a:pt x="124004" y="69447"/>
                </a:lnTo>
                <a:lnTo>
                  <a:pt x="124109" y="69810"/>
                </a:lnTo>
                <a:lnTo>
                  <a:pt x="124210" y="70178"/>
                </a:lnTo>
                <a:lnTo>
                  <a:pt x="124305" y="70551"/>
                </a:lnTo>
                <a:lnTo>
                  <a:pt x="124395" y="70928"/>
                </a:lnTo>
                <a:lnTo>
                  <a:pt x="124480" y="71310"/>
                </a:lnTo>
                <a:lnTo>
                  <a:pt x="124560" y="71697"/>
                </a:lnTo>
                <a:lnTo>
                  <a:pt x="124635" y="72088"/>
                </a:lnTo>
                <a:lnTo>
                  <a:pt x="124704" y="72484"/>
                </a:lnTo>
                <a:lnTo>
                  <a:pt x="124769" y="72885"/>
                </a:lnTo>
                <a:lnTo>
                  <a:pt x="124828" y="73290"/>
                </a:lnTo>
                <a:lnTo>
                  <a:pt x="124882" y="73701"/>
                </a:lnTo>
                <a:lnTo>
                  <a:pt x="124931" y="74115"/>
                </a:lnTo>
                <a:lnTo>
                  <a:pt x="124975" y="74535"/>
                </a:lnTo>
                <a:lnTo>
                  <a:pt x="125013" y="74959"/>
                </a:lnTo>
                <a:lnTo>
                  <a:pt x="125047" y="75388"/>
                </a:lnTo>
                <a:lnTo>
                  <a:pt x="125075" y="75822"/>
                </a:lnTo>
                <a:lnTo>
                  <a:pt x="125098" y="76260"/>
                </a:lnTo>
                <a:lnTo>
                  <a:pt x="125116" y="76704"/>
                </a:lnTo>
                <a:lnTo>
                  <a:pt x="125129" y="77151"/>
                </a:lnTo>
                <a:lnTo>
                  <a:pt x="125137" y="77604"/>
                </a:lnTo>
                <a:lnTo>
                  <a:pt x="125139" y="78061"/>
                </a:lnTo>
                <a:lnTo>
                  <a:pt x="125139" y="140577"/>
                </a:lnTo>
                <a:lnTo>
                  <a:pt x="152252" y="140577"/>
                </a:lnTo>
                <a:lnTo>
                  <a:pt x="152252" y="74755"/>
                </a:lnTo>
                <a:lnTo>
                  <a:pt x="152238" y="73301"/>
                </a:lnTo>
                <a:lnTo>
                  <a:pt x="152196" y="71874"/>
                </a:lnTo>
                <a:lnTo>
                  <a:pt x="152186" y="71665"/>
                </a:lnTo>
                <a:lnTo>
                  <a:pt x="152425" y="71392"/>
                </a:lnTo>
                <a:lnTo>
                  <a:pt x="152806" y="70966"/>
                </a:lnTo>
                <a:lnTo>
                  <a:pt x="153191" y="70546"/>
                </a:lnTo>
                <a:lnTo>
                  <a:pt x="153581" y="70132"/>
                </a:lnTo>
                <a:lnTo>
                  <a:pt x="153974" y="69725"/>
                </a:lnTo>
                <a:lnTo>
                  <a:pt x="154372" y="69323"/>
                </a:lnTo>
                <a:lnTo>
                  <a:pt x="154774" y="68928"/>
                </a:lnTo>
                <a:lnTo>
                  <a:pt x="155180" y="68538"/>
                </a:lnTo>
                <a:lnTo>
                  <a:pt x="155589" y="68154"/>
                </a:lnTo>
                <a:lnTo>
                  <a:pt x="156003" y="67777"/>
                </a:lnTo>
                <a:lnTo>
                  <a:pt x="156421" y="67406"/>
                </a:lnTo>
                <a:lnTo>
                  <a:pt x="156844" y="67040"/>
                </a:lnTo>
                <a:lnTo>
                  <a:pt x="157270" y="66681"/>
                </a:lnTo>
                <a:lnTo>
                  <a:pt x="157700" y="66328"/>
                </a:lnTo>
                <a:lnTo>
                  <a:pt x="158134" y="65980"/>
                </a:lnTo>
                <a:lnTo>
                  <a:pt x="158573" y="65639"/>
                </a:lnTo>
                <a:lnTo>
                  <a:pt x="159015" y="65304"/>
                </a:lnTo>
                <a:lnTo>
                  <a:pt x="159462" y="64975"/>
                </a:lnTo>
                <a:lnTo>
                  <a:pt x="159913" y="64652"/>
                </a:lnTo>
                <a:lnTo>
                  <a:pt x="160368" y="64335"/>
                </a:lnTo>
                <a:lnTo>
                  <a:pt x="160827" y="64024"/>
                </a:lnTo>
                <a:lnTo>
                  <a:pt x="161290" y="63719"/>
                </a:lnTo>
                <a:lnTo>
                  <a:pt x="161757" y="63420"/>
                </a:lnTo>
                <a:lnTo>
                  <a:pt x="162228" y="63127"/>
                </a:lnTo>
                <a:lnTo>
                  <a:pt x="162705" y="62843"/>
                </a:lnTo>
                <a:lnTo>
                  <a:pt x="163189" y="62571"/>
                </a:lnTo>
                <a:lnTo>
                  <a:pt x="163682" y="62311"/>
                </a:lnTo>
                <a:lnTo>
                  <a:pt x="164182" y="62064"/>
                </a:lnTo>
                <a:lnTo>
                  <a:pt x="164689" y="61828"/>
                </a:lnTo>
                <a:lnTo>
                  <a:pt x="165204" y="61605"/>
                </a:lnTo>
                <a:lnTo>
                  <a:pt x="165727" y="61394"/>
                </a:lnTo>
                <a:lnTo>
                  <a:pt x="166258" y="61194"/>
                </a:lnTo>
                <a:lnTo>
                  <a:pt x="166796" y="61007"/>
                </a:lnTo>
                <a:lnTo>
                  <a:pt x="167342" y="60832"/>
                </a:lnTo>
                <a:lnTo>
                  <a:pt x="167895" y="60669"/>
                </a:lnTo>
                <a:lnTo>
                  <a:pt x="168456" y="60518"/>
                </a:lnTo>
                <a:lnTo>
                  <a:pt x="169025" y="60379"/>
                </a:lnTo>
                <a:lnTo>
                  <a:pt x="169601" y="60252"/>
                </a:lnTo>
                <a:lnTo>
                  <a:pt x="170185" y="60137"/>
                </a:lnTo>
                <a:lnTo>
                  <a:pt x="170776" y="60035"/>
                </a:lnTo>
                <a:lnTo>
                  <a:pt x="171376" y="59944"/>
                </a:lnTo>
                <a:lnTo>
                  <a:pt x="171983" y="59866"/>
                </a:lnTo>
                <a:lnTo>
                  <a:pt x="172597" y="59799"/>
                </a:lnTo>
                <a:lnTo>
                  <a:pt x="173219" y="59745"/>
                </a:lnTo>
                <a:lnTo>
                  <a:pt x="173849" y="59703"/>
                </a:lnTo>
                <a:lnTo>
                  <a:pt x="174486" y="59672"/>
                </a:lnTo>
                <a:lnTo>
                  <a:pt x="175131" y="59654"/>
                </a:lnTo>
                <a:lnTo>
                  <a:pt x="175784" y="59648"/>
                </a:lnTo>
                <a:lnTo>
                  <a:pt x="176224" y="59652"/>
                </a:lnTo>
                <a:lnTo>
                  <a:pt x="176657" y="59664"/>
                </a:lnTo>
                <a:lnTo>
                  <a:pt x="177083" y="59684"/>
                </a:lnTo>
                <a:lnTo>
                  <a:pt x="177502" y="59712"/>
                </a:lnTo>
                <a:lnTo>
                  <a:pt x="177914" y="59748"/>
                </a:lnTo>
                <a:lnTo>
                  <a:pt x="178320" y="59791"/>
                </a:lnTo>
                <a:lnTo>
                  <a:pt x="178718" y="59843"/>
                </a:lnTo>
                <a:lnTo>
                  <a:pt x="179109" y="59903"/>
                </a:lnTo>
                <a:lnTo>
                  <a:pt x="179494" y="59970"/>
                </a:lnTo>
                <a:lnTo>
                  <a:pt x="179871" y="60046"/>
                </a:lnTo>
                <a:lnTo>
                  <a:pt x="180242" y="60129"/>
                </a:lnTo>
                <a:lnTo>
                  <a:pt x="180606" y="60220"/>
                </a:lnTo>
                <a:lnTo>
                  <a:pt x="180962" y="60320"/>
                </a:lnTo>
                <a:lnTo>
                  <a:pt x="181312" y="60427"/>
                </a:lnTo>
                <a:lnTo>
                  <a:pt x="181655" y="60542"/>
                </a:lnTo>
                <a:lnTo>
                  <a:pt x="181991" y="60666"/>
                </a:lnTo>
                <a:lnTo>
                  <a:pt x="182320" y="60797"/>
                </a:lnTo>
                <a:lnTo>
                  <a:pt x="182642" y="60936"/>
                </a:lnTo>
                <a:lnTo>
                  <a:pt x="182957" y="61083"/>
                </a:lnTo>
                <a:lnTo>
                  <a:pt x="183266" y="61238"/>
                </a:lnTo>
                <a:lnTo>
                  <a:pt x="183567" y="61401"/>
                </a:lnTo>
                <a:lnTo>
                  <a:pt x="183861" y="61572"/>
                </a:lnTo>
                <a:lnTo>
                  <a:pt x="184149" y="61751"/>
                </a:lnTo>
                <a:lnTo>
                  <a:pt x="184430" y="61937"/>
                </a:lnTo>
                <a:lnTo>
                  <a:pt x="184703" y="62131"/>
                </a:lnTo>
                <a:lnTo>
                  <a:pt x="184971" y="62332"/>
                </a:lnTo>
                <a:lnTo>
                  <a:pt x="185232" y="62539"/>
                </a:lnTo>
                <a:lnTo>
                  <a:pt x="185487" y="62752"/>
                </a:lnTo>
                <a:lnTo>
                  <a:pt x="185735" y="62972"/>
                </a:lnTo>
                <a:lnTo>
                  <a:pt x="185977" y="63199"/>
                </a:lnTo>
                <a:lnTo>
                  <a:pt x="186213" y="63432"/>
                </a:lnTo>
                <a:lnTo>
                  <a:pt x="186442" y="63671"/>
                </a:lnTo>
                <a:lnTo>
                  <a:pt x="186664" y="63917"/>
                </a:lnTo>
                <a:lnTo>
                  <a:pt x="186881" y="64170"/>
                </a:lnTo>
                <a:lnTo>
                  <a:pt x="187091" y="64429"/>
                </a:lnTo>
                <a:lnTo>
                  <a:pt x="187294" y="64694"/>
                </a:lnTo>
                <a:lnTo>
                  <a:pt x="187491" y="64966"/>
                </a:lnTo>
                <a:lnTo>
                  <a:pt x="187682" y="65245"/>
                </a:lnTo>
                <a:lnTo>
                  <a:pt x="187867" y="65530"/>
                </a:lnTo>
                <a:lnTo>
                  <a:pt x="188045" y="65821"/>
                </a:lnTo>
                <a:lnTo>
                  <a:pt x="188216" y="66119"/>
                </a:lnTo>
                <a:lnTo>
                  <a:pt x="188381" y="66423"/>
                </a:lnTo>
                <a:lnTo>
                  <a:pt x="188540" y="66734"/>
                </a:lnTo>
                <a:lnTo>
                  <a:pt x="188693" y="67052"/>
                </a:lnTo>
                <a:lnTo>
                  <a:pt x="188839" y="67376"/>
                </a:lnTo>
                <a:lnTo>
                  <a:pt x="188978" y="67706"/>
                </a:lnTo>
                <a:lnTo>
                  <a:pt x="189111" y="68043"/>
                </a:lnTo>
                <a:lnTo>
                  <a:pt x="189238" y="68386"/>
                </a:lnTo>
                <a:lnTo>
                  <a:pt x="189359" y="68735"/>
                </a:lnTo>
                <a:lnTo>
                  <a:pt x="189475" y="69089"/>
                </a:lnTo>
                <a:lnTo>
                  <a:pt x="189586" y="69447"/>
                </a:lnTo>
                <a:lnTo>
                  <a:pt x="189692" y="69810"/>
                </a:lnTo>
                <a:lnTo>
                  <a:pt x="189792" y="70178"/>
                </a:lnTo>
                <a:lnTo>
                  <a:pt x="189887" y="70551"/>
                </a:lnTo>
                <a:lnTo>
                  <a:pt x="189977" y="70928"/>
                </a:lnTo>
                <a:lnTo>
                  <a:pt x="190062" y="71310"/>
                </a:lnTo>
                <a:lnTo>
                  <a:pt x="190142" y="71697"/>
                </a:lnTo>
                <a:lnTo>
                  <a:pt x="190217" y="72088"/>
                </a:lnTo>
                <a:lnTo>
                  <a:pt x="190286" y="72484"/>
                </a:lnTo>
                <a:lnTo>
                  <a:pt x="190351" y="72885"/>
                </a:lnTo>
                <a:lnTo>
                  <a:pt x="190410" y="73290"/>
                </a:lnTo>
                <a:lnTo>
                  <a:pt x="190464" y="73701"/>
                </a:lnTo>
                <a:lnTo>
                  <a:pt x="190513" y="74115"/>
                </a:lnTo>
                <a:lnTo>
                  <a:pt x="190557" y="74535"/>
                </a:lnTo>
                <a:lnTo>
                  <a:pt x="190596" y="74959"/>
                </a:lnTo>
                <a:lnTo>
                  <a:pt x="190629" y="75388"/>
                </a:lnTo>
                <a:lnTo>
                  <a:pt x="190657" y="75822"/>
                </a:lnTo>
                <a:lnTo>
                  <a:pt x="190681" y="76260"/>
                </a:lnTo>
                <a:lnTo>
                  <a:pt x="190699" y="76704"/>
                </a:lnTo>
                <a:lnTo>
                  <a:pt x="190711" y="77151"/>
                </a:lnTo>
                <a:lnTo>
                  <a:pt x="190719" y="77604"/>
                </a:lnTo>
                <a:lnTo>
                  <a:pt x="190722" y="78061"/>
                </a:lnTo>
                <a:lnTo>
                  <a:pt x="190722" y="140577"/>
                </a:lnTo>
                <a:lnTo>
                  <a:pt x="217835" y="140577"/>
                </a:lnTo>
                <a:lnTo>
                  <a:pt x="217835" y="74755"/>
                </a:lnTo>
                <a:lnTo>
                  <a:pt x="217820" y="73301"/>
                </a:lnTo>
                <a:lnTo>
                  <a:pt x="217778" y="71874"/>
                </a:lnTo>
                <a:lnTo>
                  <a:pt x="217707" y="70476"/>
                </a:lnTo>
                <a:lnTo>
                  <a:pt x="217609" y="69105"/>
                </a:lnTo>
                <a:lnTo>
                  <a:pt x="217482" y="67762"/>
                </a:lnTo>
                <a:lnTo>
                  <a:pt x="217326" y="66447"/>
                </a:lnTo>
                <a:lnTo>
                  <a:pt x="217143" y="65160"/>
                </a:lnTo>
                <a:lnTo>
                  <a:pt x="216931" y="63901"/>
                </a:lnTo>
                <a:lnTo>
                  <a:pt x="216691" y="62670"/>
                </a:lnTo>
                <a:lnTo>
                  <a:pt x="216422" y="61466"/>
                </a:lnTo>
                <a:lnTo>
                  <a:pt x="216126" y="60291"/>
                </a:lnTo>
                <a:lnTo>
                  <a:pt x="215801" y="59143"/>
                </a:lnTo>
                <a:lnTo>
                  <a:pt x="215448" y="58023"/>
                </a:lnTo>
                <a:lnTo>
                  <a:pt x="215067" y="56931"/>
                </a:lnTo>
                <a:lnTo>
                  <a:pt x="214657" y="55867"/>
                </a:lnTo>
                <a:lnTo>
                  <a:pt x="214220" y="54831"/>
                </a:lnTo>
                <a:lnTo>
                  <a:pt x="213754" y="53823"/>
                </a:lnTo>
                <a:lnTo>
                  <a:pt x="213259" y="52843"/>
                </a:lnTo>
                <a:lnTo>
                  <a:pt x="212737" y="51890"/>
                </a:lnTo>
                <a:lnTo>
                  <a:pt x="212186" y="50966"/>
                </a:lnTo>
                <a:lnTo>
                  <a:pt x="211607" y="50069"/>
                </a:lnTo>
                <a:lnTo>
                  <a:pt x="211000" y="49200"/>
                </a:lnTo>
                <a:lnTo>
                  <a:pt x="210364" y="48360"/>
                </a:lnTo>
                <a:lnTo>
                  <a:pt x="209701" y="47547"/>
                </a:lnTo>
                <a:lnTo>
                  <a:pt x="209011" y="46764"/>
                </a:lnTo>
                <a:lnTo>
                  <a:pt x="208298" y="46015"/>
                </a:lnTo>
                <a:lnTo>
                  <a:pt x="207561" y="45299"/>
                </a:lnTo>
                <a:lnTo>
                  <a:pt x="206800" y="44617"/>
                </a:lnTo>
                <a:lnTo>
                  <a:pt x="206016" y="43967"/>
                </a:lnTo>
                <a:lnTo>
                  <a:pt x="205209" y="43352"/>
                </a:lnTo>
                <a:lnTo>
                  <a:pt x="204377" y="42769"/>
                </a:lnTo>
                <a:lnTo>
                  <a:pt x="203522" y="42220"/>
                </a:lnTo>
                <a:lnTo>
                  <a:pt x="202644" y="41703"/>
                </a:lnTo>
                <a:lnTo>
                  <a:pt x="201741" y="41221"/>
                </a:lnTo>
                <a:lnTo>
                  <a:pt x="200815" y="40771"/>
                </a:lnTo>
                <a:lnTo>
                  <a:pt x="199866" y="40355"/>
                </a:lnTo>
                <a:lnTo>
                  <a:pt x="198893" y="39972"/>
                </a:lnTo>
                <a:lnTo>
                  <a:pt x="197896" y="39623"/>
                </a:lnTo>
                <a:lnTo>
                  <a:pt x="196876" y="39306"/>
                </a:lnTo>
                <a:lnTo>
                  <a:pt x="195832" y="39023"/>
                </a:lnTo>
                <a:lnTo>
                  <a:pt x="194764" y="38774"/>
                </a:lnTo>
                <a:lnTo>
                  <a:pt x="193673" y="38557"/>
                </a:lnTo>
                <a:lnTo>
                  <a:pt x="192558" y="38374"/>
                </a:lnTo>
                <a:lnTo>
                  <a:pt x="191419" y="38224"/>
                </a:lnTo>
                <a:lnTo>
                  <a:pt x="190257" y="38108"/>
                </a:lnTo>
                <a:lnTo>
                  <a:pt x="189072" y="38025"/>
                </a:lnTo>
                <a:lnTo>
                  <a:pt x="187862" y="37975"/>
                </a:lnTo>
                <a:lnTo>
                  <a:pt x="186629" y="37958"/>
                </a:lnTo>
                <a:lnTo>
                  <a:pt x="185578" y="37967"/>
                </a:lnTo>
                <a:lnTo>
                  <a:pt x="184538" y="37993"/>
                </a:lnTo>
                <a:lnTo>
                  <a:pt x="183510" y="38038"/>
                </a:lnTo>
                <a:lnTo>
                  <a:pt x="182493" y="38100"/>
                </a:lnTo>
                <a:lnTo>
                  <a:pt x="181487" y="38180"/>
                </a:lnTo>
                <a:lnTo>
                  <a:pt x="180494" y="38278"/>
                </a:lnTo>
                <a:lnTo>
                  <a:pt x="179512" y="38393"/>
                </a:lnTo>
                <a:lnTo>
                  <a:pt x="178541" y="38526"/>
                </a:lnTo>
                <a:lnTo>
                  <a:pt x="177582" y="38677"/>
                </a:lnTo>
                <a:lnTo>
                  <a:pt x="176634" y="38846"/>
                </a:lnTo>
                <a:lnTo>
                  <a:pt x="175698" y="39033"/>
                </a:lnTo>
                <a:lnTo>
                  <a:pt x="174774" y="39237"/>
                </a:lnTo>
                <a:lnTo>
                  <a:pt x="173861" y="39459"/>
                </a:lnTo>
                <a:lnTo>
                  <a:pt x="172960" y="39699"/>
                </a:lnTo>
                <a:lnTo>
                  <a:pt x="172070" y="39956"/>
                </a:lnTo>
                <a:lnTo>
                  <a:pt x="171191" y="40232"/>
                </a:lnTo>
                <a:lnTo>
                  <a:pt x="170325" y="40525"/>
                </a:lnTo>
                <a:lnTo>
                  <a:pt x="169470" y="40835"/>
                </a:lnTo>
                <a:lnTo>
                  <a:pt x="168626" y="41164"/>
                </a:lnTo>
                <a:lnTo>
                  <a:pt x="167794" y="41510"/>
                </a:lnTo>
                <a:lnTo>
                  <a:pt x="166973" y="41875"/>
                </a:lnTo>
                <a:lnTo>
                  <a:pt x="166164" y="42256"/>
                </a:lnTo>
                <a:lnTo>
                  <a:pt x="165367" y="42656"/>
                </a:lnTo>
                <a:lnTo>
                  <a:pt x="164581" y="43074"/>
                </a:lnTo>
                <a:lnTo>
                  <a:pt x="163806" y="43503"/>
                </a:lnTo>
                <a:lnTo>
                  <a:pt x="163041" y="43938"/>
                </a:lnTo>
                <a:lnTo>
                  <a:pt x="162286" y="44380"/>
                </a:lnTo>
                <a:lnTo>
                  <a:pt x="161541" y="44827"/>
                </a:lnTo>
                <a:lnTo>
                  <a:pt x="160807" y="45281"/>
                </a:lnTo>
                <a:lnTo>
                  <a:pt x="160082" y="45740"/>
                </a:lnTo>
                <a:lnTo>
                  <a:pt x="159368" y="46206"/>
                </a:lnTo>
                <a:lnTo>
                  <a:pt x="158664" y="46677"/>
                </a:lnTo>
                <a:lnTo>
                  <a:pt x="157970" y="47155"/>
                </a:lnTo>
                <a:lnTo>
                  <a:pt x="157286" y="47639"/>
                </a:lnTo>
                <a:lnTo>
                  <a:pt x="156612" y="48128"/>
                </a:lnTo>
                <a:lnTo>
                  <a:pt x="155948" y="48624"/>
                </a:lnTo>
                <a:lnTo>
                  <a:pt x="155295" y="49126"/>
                </a:lnTo>
                <a:lnTo>
                  <a:pt x="154651" y="49634"/>
                </a:lnTo>
                <a:lnTo>
                  <a:pt x="154018" y="50147"/>
                </a:lnTo>
                <a:lnTo>
                  <a:pt x="153395" y="50667"/>
                </a:lnTo>
                <a:lnTo>
                  <a:pt x="152782" y="51193"/>
                </a:lnTo>
                <a:lnTo>
                  <a:pt x="152179" y="51725"/>
                </a:lnTo>
                <a:lnTo>
                  <a:pt x="151586" y="52263"/>
                </a:lnTo>
                <a:lnTo>
                  <a:pt x="151003" y="52807"/>
                </a:lnTo>
                <a:lnTo>
                  <a:pt x="150431" y="53358"/>
                </a:lnTo>
                <a:lnTo>
                  <a:pt x="149868" y="53914"/>
                </a:lnTo>
                <a:lnTo>
                  <a:pt x="149316" y="54476"/>
                </a:lnTo>
                <a:lnTo>
                  <a:pt x="148774" y="55044"/>
                </a:lnTo>
                <a:lnTo>
                  <a:pt x="148776" y="55054"/>
                </a:lnTo>
                <a:lnTo>
                  <a:pt x="148683" y="54831"/>
                </a:lnTo>
                <a:lnTo>
                  <a:pt x="148223" y="53823"/>
                </a:lnTo>
                <a:lnTo>
                  <a:pt x="147735" y="52843"/>
                </a:lnTo>
                <a:lnTo>
                  <a:pt x="147219" y="51890"/>
                </a:lnTo>
                <a:close/>
                <a:moveTo>
                  <a:pt x="635437" y="51890"/>
                </a:moveTo>
                <a:lnTo>
                  <a:pt x="634893" y="50966"/>
                </a:lnTo>
                <a:lnTo>
                  <a:pt x="634321" y="50069"/>
                </a:lnTo>
                <a:lnTo>
                  <a:pt x="633722" y="49200"/>
                </a:lnTo>
                <a:lnTo>
                  <a:pt x="633094" y="48360"/>
                </a:lnTo>
                <a:lnTo>
                  <a:pt x="632439" y="47547"/>
                </a:lnTo>
                <a:lnTo>
                  <a:pt x="631757" y="46764"/>
                </a:lnTo>
                <a:lnTo>
                  <a:pt x="631052" y="46015"/>
                </a:lnTo>
                <a:lnTo>
                  <a:pt x="630322" y="45299"/>
                </a:lnTo>
                <a:lnTo>
                  <a:pt x="629567" y="44617"/>
                </a:lnTo>
                <a:lnTo>
                  <a:pt x="628788" y="43967"/>
                </a:lnTo>
                <a:lnTo>
                  <a:pt x="627985" y="43352"/>
                </a:lnTo>
                <a:lnTo>
                  <a:pt x="627158" y="42769"/>
                </a:lnTo>
                <a:lnTo>
                  <a:pt x="626306" y="42220"/>
                </a:lnTo>
                <a:lnTo>
                  <a:pt x="625430" y="41703"/>
                </a:lnTo>
                <a:lnTo>
                  <a:pt x="624529" y="41221"/>
                </a:lnTo>
                <a:lnTo>
                  <a:pt x="623604" y="40771"/>
                </a:lnTo>
                <a:lnTo>
                  <a:pt x="622655" y="40355"/>
                </a:lnTo>
                <a:lnTo>
                  <a:pt x="621682" y="39972"/>
                </a:lnTo>
                <a:lnTo>
                  <a:pt x="620684" y="39623"/>
                </a:lnTo>
                <a:lnTo>
                  <a:pt x="619662" y="39306"/>
                </a:lnTo>
                <a:lnTo>
                  <a:pt x="618615" y="39023"/>
                </a:lnTo>
                <a:lnTo>
                  <a:pt x="617545" y="38774"/>
                </a:lnTo>
                <a:lnTo>
                  <a:pt x="616449" y="38557"/>
                </a:lnTo>
                <a:lnTo>
                  <a:pt x="615330" y="38374"/>
                </a:lnTo>
                <a:lnTo>
                  <a:pt x="614186" y="38224"/>
                </a:lnTo>
                <a:lnTo>
                  <a:pt x="613018" y="38108"/>
                </a:lnTo>
                <a:lnTo>
                  <a:pt x="611825" y="38025"/>
                </a:lnTo>
                <a:lnTo>
                  <a:pt x="610609" y="37975"/>
                </a:lnTo>
                <a:lnTo>
                  <a:pt x="609367" y="37958"/>
                </a:lnTo>
                <a:lnTo>
                  <a:pt x="608317" y="37967"/>
                </a:lnTo>
                <a:lnTo>
                  <a:pt x="607281" y="37992"/>
                </a:lnTo>
                <a:lnTo>
                  <a:pt x="606259" y="38035"/>
                </a:lnTo>
                <a:lnTo>
                  <a:pt x="605251" y="38096"/>
                </a:lnTo>
                <a:lnTo>
                  <a:pt x="604257" y="38173"/>
                </a:lnTo>
                <a:lnTo>
                  <a:pt x="603277" y="38268"/>
                </a:lnTo>
                <a:lnTo>
                  <a:pt x="602311" y="38380"/>
                </a:lnTo>
                <a:lnTo>
                  <a:pt x="601359" y="38509"/>
                </a:lnTo>
                <a:lnTo>
                  <a:pt x="600421" y="38656"/>
                </a:lnTo>
                <a:lnTo>
                  <a:pt x="599497" y="38819"/>
                </a:lnTo>
                <a:lnTo>
                  <a:pt x="598587" y="39000"/>
                </a:lnTo>
                <a:lnTo>
                  <a:pt x="597691" y="39198"/>
                </a:lnTo>
                <a:lnTo>
                  <a:pt x="596809" y="39414"/>
                </a:lnTo>
                <a:lnTo>
                  <a:pt x="595941" y="39646"/>
                </a:lnTo>
                <a:lnTo>
                  <a:pt x="595088" y="39896"/>
                </a:lnTo>
                <a:lnTo>
                  <a:pt x="594248" y="40163"/>
                </a:lnTo>
                <a:lnTo>
                  <a:pt x="593422" y="40448"/>
                </a:lnTo>
                <a:lnTo>
                  <a:pt x="592611" y="40749"/>
                </a:lnTo>
                <a:lnTo>
                  <a:pt x="591813" y="41068"/>
                </a:lnTo>
                <a:lnTo>
                  <a:pt x="591029" y="41404"/>
                </a:lnTo>
                <a:lnTo>
                  <a:pt x="590260" y="41757"/>
                </a:lnTo>
                <a:lnTo>
                  <a:pt x="589504" y="42128"/>
                </a:lnTo>
                <a:lnTo>
                  <a:pt x="588763" y="42515"/>
                </a:lnTo>
                <a:lnTo>
                  <a:pt x="588035" y="42920"/>
                </a:lnTo>
                <a:lnTo>
                  <a:pt x="587321" y="43336"/>
                </a:lnTo>
                <a:lnTo>
                  <a:pt x="586620" y="43757"/>
                </a:lnTo>
                <a:lnTo>
                  <a:pt x="585932" y="44184"/>
                </a:lnTo>
                <a:lnTo>
                  <a:pt x="585257" y="44615"/>
                </a:lnTo>
                <a:lnTo>
                  <a:pt x="584595" y="45052"/>
                </a:lnTo>
                <a:lnTo>
                  <a:pt x="583946" y="45494"/>
                </a:lnTo>
                <a:lnTo>
                  <a:pt x="583310" y="45941"/>
                </a:lnTo>
                <a:lnTo>
                  <a:pt x="582687" y="46393"/>
                </a:lnTo>
                <a:lnTo>
                  <a:pt x="582076" y="46850"/>
                </a:lnTo>
                <a:lnTo>
                  <a:pt x="581479" y="47313"/>
                </a:lnTo>
                <a:lnTo>
                  <a:pt x="580895" y="47780"/>
                </a:lnTo>
                <a:lnTo>
                  <a:pt x="580323" y="48253"/>
                </a:lnTo>
                <a:lnTo>
                  <a:pt x="579765" y="48731"/>
                </a:lnTo>
                <a:lnTo>
                  <a:pt x="579220" y="49214"/>
                </a:lnTo>
                <a:lnTo>
                  <a:pt x="578687" y="49702"/>
                </a:lnTo>
                <a:lnTo>
                  <a:pt x="578168" y="50196"/>
                </a:lnTo>
                <a:lnTo>
                  <a:pt x="577661" y="50694"/>
                </a:lnTo>
                <a:lnTo>
                  <a:pt x="577168" y="51198"/>
                </a:lnTo>
                <a:lnTo>
                  <a:pt x="576687" y="51707"/>
                </a:lnTo>
                <a:lnTo>
                  <a:pt x="576220" y="52221"/>
                </a:lnTo>
                <a:lnTo>
                  <a:pt x="575765" y="52740"/>
                </a:lnTo>
                <a:lnTo>
                  <a:pt x="575323" y="53264"/>
                </a:lnTo>
                <a:lnTo>
                  <a:pt x="574895" y="53793"/>
                </a:lnTo>
                <a:lnTo>
                  <a:pt x="574479" y="54328"/>
                </a:lnTo>
                <a:lnTo>
                  <a:pt x="573967" y="39493"/>
                </a:lnTo>
                <a:lnTo>
                  <a:pt x="547878" y="39493"/>
                </a:lnTo>
                <a:lnTo>
                  <a:pt x="547878" y="140577"/>
                </a:lnTo>
                <a:lnTo>
                  <a:pt x="574990" y="140577"/>
                </a:lnTo>
                <a:lnTo>
                  <a:pt x="574990" y="72859"/>
                </a:lnTo>
                <a:lnTo>
                  <a:pt x="575351" y="72403"/>
                </a:lnTo>
                <a:lnTo>
                  <a:pt x="575716" y="71952"/>
                </a:lnTo>
                <a:lnTo>
                  <a:pt x="576086" y="71507"/>
                </a:lnTo>
                <a:lnTo>
                  <a:pt x="576460" y="71068"/>
                </a:lnTo>
                <a:lnTo>
                  <a:pt x="576839" y="70635"/>
                </a:lnTo>
                <a:lnTo>
                  <a:pt x="577222" y="70207"/>
                </a:lnTo>
                <a:lnTo>
                  <a:pt x="577610" y="69785"/>
                </a:lnTo>
                <a:lnTo>
                  <a:pt x="578003" y="69369"/>
                </a:lnTo>
                <a:lnTo>
                  <a:pt x="578400" y="68959"/>
                </a:lnTo>
                <a:lnTo>
                  <a:pt x="578802" y="68555"/>
                </a:lnTo>
                <a:lnTo>
                  <a:pt x="579209" y="68156"/>
                </a:lnTo>
                <a:lnTo>
                  <a:pt x="579620" y="67763"/>
                </a:lnTo>
                <a:lnTo>
                  <a:pt x="580036" y="67376"/>
                </a:lnTo>
                <a:lnTo>
                  <a:pt x="580456" y="66994"/>
                </a:lnTo>
                <a:lnTo>
                  <a:pt x="580881" y="66619"/>
                </a:lnTo>
                <a:lnTo>
                  <a:pt x="581311" y="66249"/>
                </a:lnTo>
                <a:lnTo>
                  <a:pt x="581745" y="65885"/>
                </a:lnTo>
                <a:lnTo>
                  <a:pt x="582184" y="65526"/>
                </a:lnTo>
                <a:lnTo>
                  <a:pt x="582628" y="65174"/>
                </a:lnTo>
                <a:lnTo>
                  <a:pt x="583076" y="64827"/>
                </a:lnTo>
                <a:lnTo>
                  <a:pt x="583529" y="64486"/>
                </a:lnTo>
                <a:lnTo>
                  <a:pt x="583986" y="64151"/>
                </a:lnTo>
                <a:lnTo>
                  <a:pt x="584448" y="63821"/>
                </a:lnTo>
                <a:lnTo>
                  <a:pt x="584915" y="63498"/>
                </a:lnTo>
                <a:lnTo>
                  <a:pt x="585388" y="63184"/>
                </a:lnTo>
                <a:lnTo>
                  <a:pt x="585868" y="62883"/>
                </a:lnTo>
                <a:lnTo>
                  <a:pt x="586357" y="62595"/>
                </a:lnTo>
                <a:lnTo>
                  <a:pt x="586853" y="62321"/>
                </a:lnTo>
                <a:lnTo>
                  <a:pt x="587357" y="62061"/>
                </a:lnTo>
                <a:lnTo>
                  <a:pt x="587869" y="61814"/>
                </a:lnTo>
                <a:lnTo>
                  <a:pt x="588389" y="61580"/>
                </a:lnTo>
                <a:lnTo>
                  <a:pt x="588916" y="61359"/>
                </a:lnTo>
                <a:lnTo>
                  <a:pt x="589452" y="61152"/>
                </a:lnTo>
                <a:lnTo>
                  <a:pt x="589995" y="60958"/>
                </a:lnTo>
                <a:lnTo>
                  <a:pt x="590546" y="60778"/>
                </a:lnTo>
                <a:lnTo>
                  <a:pt x="591105" y="60611"/>
                </a:lnTo>
                <a:lnTo>
                  <a:pt x="591671" y="60457"/>
                </a:lnTo>
                <a:lnTo>
                  <a:pt x="592246" y="60316"/>
                </a:lnTo>
                <a:lnTo>
                  <a:pt x="592828" y="60190"/>
                </a:lnTo>
                <a:lnTo>
                  <a:pt x="593418" y="60076"/>
                </a:lnTo>
                <a:lnTo>
                  <a:pt x="594016" y="59976"/>
                </a:lnTo>
                <a:lnTo>
                  <a:pt x="594622" y="59889"/>
                </a:lnTo>
                <a:lnTo>
                  <a:pt x="595235" y="59815"/>
                </a:lnTo>
                <a:lnTo>
                  <a:pt x="595857" y="59755"/>
                </a:lnTo>
                <a:lnTo>
                  <a:pt x="596486" y="59708"/>
                </a:lnTo>
                <a:lnTo>
                  <a:pt x="597123" y="59675"/>
                </a:lnTo>
                <a:lnTo>
                  <a:pt x="597767" y="59655"/>
                </a:lnTo>
                <a:lnTo>
                  <a:pt x="598420" y="59648"/>
                </a:lnTo>
                <a:lnTo>
                  <a:pt x="598860" y="59652"/>
                </a:lnTo>
                <a:lnTo>
                  <a:pt x="599293" y="59664"/>
                </a:lnTo>
                <a:lnTo>
                  <a:pt x="599719" y="59684"/>
                </a:lnTo>
                <a:lnTo>
                  <a:pt x="600138" y="59712"/>
                </a:lnTo>
                <a:lnTo>
                  <a:pt x="600550" y="59748"/>
                </a:lnTo>
                <a:lnTo>
                  <a:pt x="600955" y="59791"/>
                </a:lnTo>
                <a:lnTo>
                  <a:pt x="601354" y="59843"/>
                </a:lnTo>
                <a:lnTo>
                  <a:pt x="601745" y="59903"/>
                </a:lnTo>
                <a:lnTo>
                  <a:pt x="602130" y="59970"/>
                </a:lnTo>
                <a:lnTo>
                  <a:pt x="602507" y="60046"/>
                </a:lnTo>
                <a:lnTo>
                  <a:pt x="602878" y="60129"/>
                </a:lnTo>
                <a:lnTo>
                  <a:pt x="603241" y="60220"/>
                </a:lnTo>
                <a:lnTo>
                  <a:pt x="603598" y="60320"/>
                </a:lnTo>
                <a:lnTo>
                  <a:pt x="603948" y="60427"/>
                </a:lnTo>
                <a:lnTo>
                  <a:pt x="604291" y="60542"/>
                </a:lnTo>
                <a:lnTo>
                  <a:pt x="604627" y="60666"/>
                </a:lnTo>
                <a:lnTo>
                  <a:pt x="604956" y="60797"/>
                </a:lnTo>
                <a:lnTo>
                  <a:pt x="605278" y="60936"/>
                </a:lnTo>
                <a:lnTo>
                  <a:pt x="605593" y="61083"/>
                </a:lnTo>
                <a:lnTo>
                  <a:pt x="605902" y="61238"/>
                </a:lnTo>
                <a:lnTo>
                  <a:pt x="606203" y="61401"/>
                </a:lnTo>
                <a:lnTo>
                  <a:pt x="606497" y="61572"/>
                </a:lnTo>
                <a:lnTo>
                  <a:pt x="606785" y="61751"/>
                </a:lnTo>
                <a:lnTo>
                  <a:pt x="607065" y="61937"/>
                </a:lnTo>
                <a:lnTo>
                  <a:pt x="607339" y="62131"/>
                </a:lnTo>
                <a:lnTo>
                  <a:pt x="607607" y="62332"/>
                </a:lnTo>
                <a:lnTo>
                  <a:pt x="607868" y="62539"/>
                </a:lnTo>
                <a:lnTo>
                  <a:pt x="608123" y="62752"/>
                </a:lnTo>
                <a:lnTo>
                  <a:pt x="608371" y="62972"/>
                </a:lnTo>
                <a:lnTo>
                  <a:pt x="608613" y="63199"/>
                </a:lnTo>
                <a:lnTo>
                  <a:pt x="608848" y="63432"/>
                </a:lnTo>
                <a:lnTo>
                  <a:pt x="609078" y="63671"/>
                </a:lnTo>
                <a:lnTo>
                  <a:pt x="609300" y="63917"/>
                </a:lnTo>
                <a:lnTo>
                  <a:pt x="609517" y="64170"/>
                </a:lnTo>
                <a:lnTo>
                  <a:pt x="609727" y="64429"/>
                </a:lnTo>
                <a:lnTo>
                  <a:pt x="609930" y="64694"/>
                </a:lnTo>
                <a:lnTo>
                  <a:pt x="610127" y="64966"/>
                </a:lnTo>
                <a:lnTo>
                  <a:pt x="610318" y="65245"/>
                </a:lnTo>
                <a:lnTo>
                  <a:pt x="610502" y="65530"/>
                </a:lnTo>
                <a:lnTo>
                  <a:pt x="610680" y="65821"/>
                </a:lnTo>
                <a:lnTo>
                  <a:pt x="610852" y="66119"/>
                </a:lnTo>
                <a:lnTo>
                  <a:pt x="611017" y="66423"/>
                </a:lnTo>
                <a:lnTo>
                  <a:pt x="611176" y="66734"/>
                </a:lnTo>
                <a:lnTo>
                  <a:pt x="611328" y="67052"/>
                </a:lnTo>
                <a:lnTo>
                  <a:pt x="611474" y="67376"/>
                </a:lnTo>
                <a:lnTo>
                  <a:pt x="611614" y="67706"/>
                </a:lnTo>
                <a:lnTo>
                  <a:pt x="611747" y="68043"/>
                </a:lnTo>
                <a:lnTo>
                  <a:pt x="611874" y="68386"/>
                </a:lnTo>
                <a:lnTo>
                  <a:pt x="611995" y="68735"/>
                </a:lnTo>
                <a:lnTo>
                  <a:pt x="612111" y="69089"/>
                </a:lnTo>
                <a:lnTo>
                  <a:pt x="612222" y="69447"/>
                </a:lnTo>
                <a:lnTo>
                  <a:pt x="612327" y="69810"/>
                </a:lnTo>
                <a:lnTo>
                  <a:pt x="612428" y="70178"/>
                </a:lnTo>
                <a:lnTo>
                  <a:pt x="612523" y="70551"/>
                </a:lnTo>
                <a:lnTo>
                  <a:pt x="612613" y="70928"/>
                </a:lnTo>
                <a:lnTo>
                  <a:pt x="612698" y="71310"/>
                </a:lnTo>
                <a:lnTo>
                  <a:pt x="612778" y="71697"/>
                </a:lnTo>
                <a:lnTo>
                  <a:pt x="612853" y="72088"/>
                </a:lnTo>
                <a:lnTo>
                  <a:pt x="612922" y="72484"/>
                </a:lnTo>
                <a:lnTo>
                  <a:pt x="612987" y="72885"/>
                </a:lnTo>
                <a:lnTo>
                  <a:pt x="613046" y="73290"/>
                </a:lnTo>
                <a:lnTo>
                  <a:pt x="613100" y="73701"/>
                </a:lnTo>
                <a:lnTo>
                  <a:pt x="613149" y="74115"/>
                </a:lnTo>
                <a:lnTo>
                  <a:pt x="613193" y="74535"/>
                </a:lnTo>
                <a:lnTo>
                  <a:pt x="613231" y="74959"/>
                </a:lnTo>
                <a:lnTo>
                  <a:pt x="613265" y="75388"/>
                </a:lnTo>
                <a:lnTo>
                  <a:pt x="613293" y="75822"/>
                </a:lnTo>
                <a:lnTo>
                  <a:pt x="613316" y="76260"/>
                </a:lnTo>
                <a:lnTo>
                  <a:pt x="613334" y="76704"/>
                </a:lnTo>
                <a:lnTo>
                  <a:pt x="613347" y="77151"/>
                </a:lnTo>
                <a:lnTo>
                  <a:pt x="613355" y="77604"/>
                </a:lnTo>
                <a:lnTo>
                  <a:pt x="613358" y="78061"/>
                </a:lnTo>
                <a:lnTo>
                  <a:pt x="613358" y="140577"/>
                </a:lnTo>
                <a:lnTo>
                  <a:pt x="640470" y="140577"/>
                </a:lnTo>
                <a:lnTo>
                  <a:pt x="640470" y="74755"/>
                </a:lnTo>
                <a:lnTo>
                  <a:pt x="640456" y="73301"/>
                </a:lnTo>
                <a:lnTo>
                  <a:pt x="640415" y="71874"/>
                </a:lnTo>
                <a:lnTo>
                  <a:pt x="640404" y="71665"/>
                </a:lnTo>
                <a:lnTo>
                  <a:pt x="640643" y="71392"/>
                </a:lnTo>
                <a:lnTo>
                  <a:pt x="641024" y="70966"/>
                </a:lnTo>
                <a:lnTo>
                  <a:pt x="641410" y="70546"/>
                </a:lnTo>
                <a:lnTo>
                  <a:pt x="641799" y="70132"/>
                </a:lnTo>
                <a:lnTo>
                  <a:pt x="642193" y="69725"/>
                </a:lnTo>
                <a:lnTo>
                  <a:pt x="642590" y="69323"/>
                </a:lnTo>
                <a:lnTo>
                  <a:pt x="642992" y="68928"/>
                </a:lnTo>
                <a:lnTo>
                  <a:pt x="643398" y="68538"/>
                </a:lnTo>
                <a:lnTo>
                  <a:pt x="643808" y="68154"/>
                </a:lnTo>
                <a:lnTo>
                  <a:pt x="644222" y="67777"/>
                </a:lnTo>
                <a:lnTo>
                  <a:pt x="644640" y="67406"/>
                </a:lnTo>
                <a:lnTo>
                  <a:pt x="645062" y="67040"/>
                </a:lnTo>
                <a:lnTo>
                  <a:pt x="645488" y="66681"/>
                </a:lnTo>
                <a:lnTo>
                  <a:pt x="645918" y="66328"/>
                </a:lnTo>
                <a:lnTo>
                  <a:pt x="646353" y="65980"/>
                </a:lnTo>
                <a:lnTo>
                  <a:pt x="646791" y="65639"/>
                </a:lnTo>
                <a:lnTo>
                  <a:pt x="647234" y="65304"/>
                </a:lnTo>
                <a:lnTo>
                  <a:pt x="647680" y="64975"/>
                </a:lnTo>
                <a:lnTo>
                  <a:pt x="648131" y="64652"/>
                </a:lnTo>
                <a:lnTo>
                  <a:pt x="648586" y="64335"/>
                </a:lnTo>
                <a:lnTo>
                  <a:pt x="649045" y="64024"/>
                </a:lnTo>
                <a:lnTo>
                  <a:pt x="649508" y="63719"/>
                </a:lnTo>
                <a:lnTo>
                  <a:pt x="649975" y="63420"/>
                </a:lnTo>
                <a:lnTo>
                  <a:pt x="650446" y="63127"/>
                </a:lnTo>
                <a:lnTo>
                  <a:pt x="650923" y="62843"/>
                </a:lnTo>
                <a:lnTo>
                  <a:pt x="651408" y="62571"/>
                </a:lnTo>
                <a:lnTo>
                  <a:pt x="651900" y="62311"/>
                </a:lnTo>
                <a:lnTo>
                  <a:pt x="652400" y="62064"/>
                </a:lnTo>
                <a:lnTo>
                  <a:pt x="652907" y="61828"/>
                </a:lnTo>
                <a:lnTo>
                  <a:pt x="653423" y="61605"/>
                </a:lnTo>
                <a:lnTo>
                  <a:pt x="653945" y="61394"/>
                </a:lnTo>
                <a:lnTo>
                  <a:pt x="654476" y="61194"/>
                </a:lnTo>
                <a:lnTo>
                  <a:pt x="655014" y="61007"/>
                </a:lnTo>
                <a:lnTo>
                  <a:pt x="655560" y="60832"/>
                </a:lnTo>
                <a:lnTo>
                  <a:pt x="656113" y="60669"/>
                </a:lnTo>
                <a:lnTo>
                  <a:pt x="656674" y="60518"/>
                </a:lnTo>
                <a:lnTo>
                  <a:pt x="657243" y="60379"/>
                </a:lnTo>
                <a:lnTo>
                  <a:pt x="657819" y="60252"/>
                </a:lnTo>
                <a:lnTo>
                  <a:pt x="658403" y="60137"/>
                </a:lnTo>
                <a:lnTo>
                  <a:pt x="658995" y="60035"/>
                </a:lnTo>
                <a:lnTo>
                  <a:pt x="659594" y="59944"/>
                </a:lnTo>
                <a:lnTo>
                  <a:pt x="660201" y="59866"/>
                </a:lnTo>
                <a:lnTo>
                  <a:pt x="660815" y="59799"/>
                </a:lnTo>
                <a:lnTo>
                  <a:pt x="661437" y="59745"/>
                </a:lnTo>
                <a:lnTo>
                  <a:pt x="662067" y="59703"/>
                </a:lnTo>
                <a:lnTo>
                  <a:pt x="662705" y="59672"/>
                </a:lnTo>
                <a:lnTo>
                  <a:pt x="663350" y="59654"/>
                </a:lnTo>
                <a:lnTo>
                  <a:pt x="664002" y="59648"/>
                </a:lnTo>
                <a:lnTo>
                  <a:pt x="664442" y="59652"/>
                </a:lnTo>
                <a:lnTo>
                  <a:pt x="664875" y="59664"/>
                </a:lnTo>
                <a:lnTo>
                  <a:pt x="665301" y="59684"/>
                </a:lnTo>
                <a:lnTo>
                  <a:pt x="665720" y="59712"/>
                </a:lnTo>
                <a:lnTo>
                  <a:pt x="666132" y="59748"/>
                </a:lnTo>
                <a:lnTo>
                  <a:pt x="666538" y="59791"/>
                </a:lnTo>
                <a:lnTo>
                  <a:pt x="666936" y="59843"/>
                </a:lnTo>
                <a:lnTo>
                  <a:pt x="667327" y="59903"/>
                </a:lnTo>
                <a:lnTo>
                  <a:pt x="667712" y="59970"/>
                </a:lnTo>
                <a:lnTo>
                  <a:pt x="668089" y="60046"/>
                </a:lnTo>
                <a:lnTo>
                  <a:pt x="668460" y="60129"/>
                </a:lnTo>
                <a:lnTo>
                  <a:pt x="668824" y="60220"/>
                </a:lnTo>
                <a:lnTo>
                  <a:pt x="669181" y="60320"/>
                </a:lnTo>
                <a:lnTo>
                  <a:pt x="669530" y="60427"/>
                </a:lnTo>
                <a:lnTo>
                  <a:pt x="669873" y="60542"/>
                </a:lnTo>
                <a:lnTo>
                  <a:pt x="670209" y="60666"/>
                </a:lnTo>
                <a:lnTo>
                  <a:pt x="670538" y="60797"/>
                </a:lnTo>
                <a:lnTo>
                  <a:pt x="670860" y="60936"/>
                </a:lnTo>
                <a:lnTo>
                  <a:pt x="671176" y="61083"/>
                </a:lnTo>
                <a:lnTo>
                  <a:pt x="671484" y="61238"/>
                </a:lnTo>
                <a:lnTo>
                  <a:pt x="671785" y="61401"/>
                </a:lnTo>
                <a:lnTo>
                  <a:pt x="672080" y="61572"/>
                </a:lnTo>
                <a:lnTo>
                  <a:pt x="672367" y="61751"/>
                </a:lnTo>
                <a:lnTo>
                  <a:pt x="672648" y="61937"/>
                </a:lnTo>
                <a:lnTo>
                  <a:pt x="672922" y="62131"/>
                </a:lnTo>
                <a:lnTo>
                  <a:pt x="673189" y="62332"/>
                </a:lnTo>
                <a:lnTo>
                  <a:pt x="673450" y="62539"/>
                </a:lnTo>
                <a:lnTo>
                  <a:pt x="673705" y="62752"/>
                </a:lnTo>
                <a:lnTo>
                  <a:pt x="673953" y="62972"/>
                </a:lnTo>
                <a:lnTo>
                  <a:pt x="674195" y="63199"/>
                </a:lnTo>
                <a:lnTo>
                  <a:pt x="674431" y="63432"/>
                </a:lnTo>
                <a:lnTo>
                  <a:pt x="674660" y="63671"/>
                </a:lnTo>
                <a:lnTo>
                  <a:pt x="674883" y="63917"/>
                </a:lnTo>
                <a:lnTo>
                  <a:pt x="675099" y="64170"/>
                </a:lnTo>
                <a:lnTo>
                  <a:pt x="675309" y="64429"/>
                </a:lnTo>
                <a:lnTo>
                  <a:pt x="675512" y="64694"/>
                </a:lnTo>
                <a:lnTo>
                  <a:pt x="675710" y="64966"/>
                </a:lnTo>
                <a:lnTo>
                  <a:pt x="675900" y="65245"/>
                </a:lnTo>
                <a:lnTo>
                  <a:pt x="676085" y="65530"/>
                </a:lnTo>
                <a:lnTo>
                  <a:pt x="676263" y="65821"/>
                </a:lnTo>
                <a:lnTo>
                  <a:pt x="676434" y="66119"/>
                </a:lnTo>
                <a:lnTo>
                  <a:pt x="676600" y="66423"/>
                </a:lnTo>
                <a:lnTo>
                  <a:pt x="676758" y="66734"/>
                </a:lnTo>
                <a:lnTo>
                  <a:pt x="676911" y="67052"/>
                </a:lnTo>
                <a:lnTo>
                  <a:pt x="677057" y="67376"/>
                </a:lnTo>
                <a:lnTo>
                  <a:pt x="677196" y="67706"/>
                </a:lnTo>
                <a:lnTo>
                  <a:pt x="677330" y="68043"/>
                </a:lnTo>
                <a:lnTo>
                  <a:pt x="677456" y="68386"/>
                </a:lnTo>
                <a:lnTo>
                  <a:pt x="677577" y="68735"/>
                </a:lnTo>
                <a:lnTo>
                  <a:pt x="677693" y="69089"/>
                </a:lnTo>
                <a:lnTo>
                  <a:pt x="677804" y="69447"/>
                </a:lnTo>
                <a:lnTo>
                  <a:pt x="677910" y="69810"/>
                </a:lnTo>
                <a:lnTo>
                  <a:pt x="678010" y="70178"/>
                </a:lnTo>
                <a:lnTo>
                  <a:pt x="678105" y="70551"/>
                </a:lnTo>
                <a:lnTo>
                  <a:pt x="678196" y="70928"/>
                </a:lnTo>
                <a:lnTo>
                  <a:pt x="678281" y="71310"/>
                </a:lnTo>
                <a:lnTo>
                  <a:pt x="678360" y="71697"/>
                </a:lnTo>
                <a:lnTo>
                  <a:pt x="678435" y="72088"/>
                </a:lnTo>
                <a:lnTo>
                  <a:pt x="678505" y="72484"/>
                </a:lnTo>
                <a:lnTo>
                  <a:pt x="678569" y="72885"/>
                </a:lnTo>
                <a:lnTo>
                  <a:pt x="678628" y="73290"/>
                </a:lnTo>
                <a:lnTo>
                  <a:pt x="678682" y="73701"/>
                </a:lnTo>
                <a:lnTo>
                  <a:pt x="678731" y="74115"/>
                </a:lnTo>
                <a:lnTo>
                  <a:pt x="678775" y="74535"/>
                </a:lnTo>
                <a:lnTo>
                  <a:pt x="678814" y="74959"/>
                </a:lnTo>
                <a:lnTo>
                  <a:pt x="678847" y="75388"/>
                </a:lnTo>
                <a:lnTo>
                  <a:pt x="678876" y="75822"/>
                </a:lnTo>
                <a:lnTo>
                  <a:pt x="678899" y="76260"/>
                </a:lnTo>
                <a:lnTo>
                  <a:pt x="678917" y="76704"/>
                </a:lnTo>
                <a:lnTo>
                  <a:pt x="678930" y="77151"/>
                </a:lnTo>
                <a:lnTo>
                  <a:pt x="678937" y="77604"/>
                </a:lnTo>
                <a:lnTo>
                  <a:pt x="678940" y="78061"/>
                </a:lnTo>
                <a:lnTo>
                  <a:pt x="678940" y="140577"/>
                </a:lnTo>
                <a:lnTo>
                  <a:pt x="706053" y="140577"/>
                </a:lnTo>
                <a:lnTo>
                  <a:pt x="706053" y="74755"/>
                </a:lnTo>
                <a:lnTo>
                  <a:pt x="706039" y="73301"/>
                </a:lnTo>
                <a:lnTo>
                  <a:pt x="705996" y="71874"/>
                </a:lnTo>
                <a:lnTo>
                  <a:pt x="705926" y="70476"/>
                </a:lnTo>
                <a:lnTo>
                  <a:pt x="705827" y="69105"/>
                </a:lnTo>
                <a:lnTo>
                  <a:pt x="705700" y="67762"/>
                </a:lnTo>
                <a:lnTo>
                  <a:pt x="705544" y="66447"/>
                </a:lnTo>
                <a:lnTo>
                  <a:pt x="705361" y="65160"/>
                </a:lnTo>
                <a:lnTo>
                  <a:pt x="705149" y="63901"/>
                </a:lnTo>
                <a:lnTo>
                  <a:pt x="704909" y="62670"/>
                </a:lnTo>
                <a:lnTo>
                  <a:pt x="704641" y="61466"/>
                </a:lnTo>
                <a:lnTo>
                  <a:pt x="704344" y="60291"/>
                </a:lnTo>
                <a:lnTo>
                  <a:pt x="704019" y="59143"/>
                </a:lnTo>
                <a:lnTo>
                  <a:pt x="703666" y="58023"/>
                </a:lnTo>
                <a:lnTo>
                  <a:pt x="703285" y="56931"/>
                </a:lnTo>
                <a:lnTo>
                  <a:pt x="702875" y="55867"/>
                </a:lnTo>
                <a:lnTo>
                  <a:pt x="702438" y="54831"/>
                </a:lnTo>
                <a:lnTo>
                  <a:pt x="701972" y="53823"/>
                </a:lnTo>
                <a:lnTo>
                  <a:pt x="701477" y="52843"/>
                </a:lnTo>
                <a:lnTo>
                  <a:pt x="700955" y="51890"/>
                </a:lnTo>
                <a:lnTo>
                  <a:pt x="700404" y="50966"/>
                </a:lnTo>
                <a:lnTo>
                  <a:pt x="699825" y="50069"/>
                </a:lnTo>
                <a:lnTo>
                  <a:pt x="699218" y="49200"/>
                </a:lnTo>
                <a:lnTo>
                  <a:pt x="698583" y="48360"/>
                </a:lnTo>
                <a:lnTo>
                  <a:pt x="697919" y="47547"/>
                </a:lnTo>
                <a:lnTo>
                  <a:pt x="697229" y="46764"/>
                </a:lnTo>
                <a:lnTo>
                  <a:pt x="696516" y="46015"/>
                </a:lnTo>
                <a:lnTo>
                  <a:pt x="695779" y="45299"/>
                </a:lnTo>
                <a:lnTo>
                  <a:pt x="695019" y="44617"/>
                </a:lnTo>
                <a:lnTo>
                  <a:pt x="694234" y="43967"/>
                </a:lnTo>
                <a:lnTo>
                  <a:pt x="693427" y="43352"/>
                </a:lnTo>
                <a:lnTo>
                  <a:pt x="692595" y="42769"/>
                </a:lnTo>
                <a:lnTo>
                  <a:pt x="691740" y="42220"/>
                </a:lnTo>
                <a:lnTo>
                  <a:pt x="690862" y="41703"/>
                </a:lnTo>
                <a:lnTo>
                  <a:pt x="689959" y="41221"/>
                </a:lnTo>
                <a:lnTo>
                  <a:pt x="689034" y="40771"/>
                </a:lnTo>
                <a:lnTo>
                  <a:pt x="688084" y="40355"/>
                </a:lnTo>
                <a:lnTo>
                  <a:pt x="687111" y="39972"/>
                </a:lnTo>
                <a:lnTo>
                  <a:pt x="686114" y="39623"/>
                </a:lnTo>
                <a:lnTo>
                  <a:pt x="685094" y="39306"/>
                </a:lnTo>
                <a:lnTo>
                  <a:pt x="684050" y="39023"/>
                </a:lnTo>
                <a:lnTo>
                  <a:pt x="682982" y="38774"/>
                </a:lnTo>
                <a:lnTo>
                  <a:pt x="681891" y="38557"/>
                </a:lnTo>
                <a:lnTo>
                  <a:pt x="680776" y="38374"/>
                </a:lnTo>
                <a:lnTo>
                  <a:pt x="679638" y="38224"/>
                </a:lnTo>
                <a:lnTo>
                  <a:pt x="678476" y="38108"/>
                </a:lnTo>
                <a:lnTo>
                  <a:pt x="677290" y="38025"/>
                </a:lnTo>
                <a:lnTo>
                  <a:pt x="676080" y="37975"/>
                </a:lnTo>
                <a:lnTo>
                  <a:pt x="674847" y="37958"/>
                </a:lnTo>
                <a:lnTo>
                  <a:pt x="673796" y="37967"/>
                </a:lnTo>
                <a:lnTo>
                  <a:pt x="672756" y="37993"/>
                </a:lnTo>
                <a:lnTo>
                  <a:pt x="671728" y="38038"/>
                </a:lnTo>
                <a:lnTo>
                  <a:pt x="670711" y="38100"/>
                </a:lnTo>
                <a:lnTo>
                  <a:pt x="669706" y="38180"/>
                </a:lnTo>
                <a:lnTo>
                  <a:pt x="668712" y="38278"/>
                </a:lnTo>
                <a:lnTo>
                  <a:pt x="667730" y="38393"/>
                </a:lnTo>
                <a:lnTo>
                  <a:pt x="666759" y="38526"/>
                </a:lnTo>
                <a:lnTo>
                  <a:pt x="665800" y="38677"/>
                </a:lnTo>
                <a:lnTo>
                  <a:pt x="664852" y="38846"/>
                </a:lnTo>
                <a:lnTo>
                  <a:pt x="663916" y="39033"/>
                </a:lnTo>
                <a:lnTo>
                  <a:pt x="662992" y="39237"/>
                </a:lnTo>
                <a:lnTo>
                  <a:pt x="662079" y="39459"/>
                </a:lnTo>
                <a:lnTo>
                  <a:pt x="661178" y="39699"/>
                </a:lnTo>
                <a:lnTo>
                  <a:pt x="660288" y="39956"/>
                </a:lnTo>
                <a:lnTo>
                  <a:pt x="659410" y="40232"/>
                </a:lnTo>
                <a:lnTo>
                  <a:pt x="658543" y="40525"/>
                </a:lnTo>
                <a:lnTo>
                  <a:pt x="657688" y="40835"/>
                </a:lnTo>
                <a:lnTo>
                  <a:pt x="656844" y="41164"/>
                </a:lnTo>
                <a:lnTo>
                  <a:pt x="656012" y="41510"/>
                </a:lnTo>
                <a:lnTo>
                  <a:pt x="655191" y="41875"/>
                </a:lnTo>
                <a:lnTo>
                  <a:pt x="654382" y="42256"/>
                </a:lnTo>
                <a:lnTo>
                  <a:pt x="653585" y="42656"/>
                </a:lnTo>
                <a:lnTo>
                  <a:pt x="652799" y="43074"/>
                </a:lnTo>
                <a:lnTo>
                  <a:pt x="652024" y="43503"/>
                </a:lnTo>
                <a:lnTo>
                  <a:pt x="651259" y="43938"/>
                </a:lnTo>
                <a:lnTo>
                  <a:pt x="650504" y="44380"/>
                </a:lnTo>
                <a:lnTo>
                  <a:pt x="649760" y="44827"/>
                </a:lnTo>
                <a:lnTo>
                  <a:pt x="649025" y="45281"/>
                </a:lnTo>
                <a:lnTo>
                  <a:pt x="648301" y="45740"/>
                </a:lnTo>
                <a:lnTo>
                  <a:pt x="647586" y="46206"/>
                </a:lnTo>
                <a:lnTo>
                  <a:pt x="646882" y="46677"/>
                </a:lnTo>
                <a:lnTo>
                  <a:pt x="646188" y="47155"/>
                </a:lnTo>
                <a:lnTo>
                  <a:pt x="645504" y="47639"/>
                </a:lnTo>
                <a:lnTo>
                  <a:pt x="644830" y="48128"/>
                </a:lnTo>
                <a:lnTo>
                  <a:pt x="644166" y="48624"/>
                </a:lnTo>
                <a:lnTo>
                  <a:pt x="643513" y="49126"/>
                </a:lnTo>
                <a:lnTo>
                  <a:pt x="642869" y="49634"/>
                </a:lnTo>
                <a:lnTo>
                  <a:pt x="642236" y="50147"/>
                </a:lnTo>
                <a:lnTo>
                  <a:pt x="641613" y="50667"/>
                </a:lnTo>
                <a:lnTo>
                  <a:pt x="641000" y="51193"/>
                </a:lnTo>
                <a:lnTo>
                  <a:pt x="640397" y="51725"/>
                </a:lnTo>
                <a:lnTo>
                  <a:pt x="639804" y="52263"/>
                </a:lnTo>
                <a:lnTo>
                  <a:pt x="639221" y="52807"/>
                </a:lnTo>
                <a:lnTo>
                  <a:pt x="638649" y="53358"/>
                </a:lnTo>
                <a:lnTo>
                  <a:pt x="638086" y="53914"/>
                </a:lnTo>
                <a:lnTo>
                  <a:pt x="637534" y="54476"/>
                </a:lnTo>
                <a:lnTo>
                  <a:pt x="636992" y="55044"/>
                </a:lnTo>
                <a:lnTo>
                  <a:pt x="636994" y="55054"/>
                </a:lnTo>
                <a:lnTo>
                  <a:pt x="636901" y="54831"/>
                </a:lnTo>
                <a:lnTo>
                  <a:pt x="636441" y="53823"/>
                </a:lnTo>
                <a:lnTo>
                  <a:pt x="635953" y="52843"/>
                </a:lnTo>
                <a:lnTo>
                  <a:pt x="635437" y="51890"/>
                </a:lnTo>
                <a:close/>
                <a:moveTo>
                  <a:pt x="482835" y="142250"/>
                </a:moveTo>
                <a:lnTo>
                  <a:pt x="483904" y="142176"/>
                </a:lnTo>
                <a:lnTo>
                  <a:pt x="484960" y="142088"/>
                </a:lnTo>
                <a:lnTo>
                  <a:pt x="486005" y="141987"/>
                </a:lnTo>
                <a:lnTo>
                  <a:pt x="487038" y="141872"/>
                </a:lnTo>
                <a:lnTo>
                  <a:pt x="488059" y="141744"/>
                </a:lnTo>
                <a:lnTo>
                  <a:pt x="489068" y="141602"/>
                </a:lnTo>
                <a:lnTo>
                  <a:pt x="490065" y="141447"/>
                </a:lnTo>
                <a:lnTo>
                  <a:pt x="491050" y="141278"/>
                </a:lnTo>
                <a:lnTo>
                  <a:pt x="492023" y="141096"/>
                </a:lnTo>
                <a:lnTo>
                  <a:pt x="492985" y="140900"/>
                </a:lnTo>
                <a:lnTo>
                  <a:pt x="493934" y="140691"/>
                </a:lnTo>
                <a:lnTo>
                  <a:pt x="494872" y="140468"/>
                </a:lnTo>
                <a:lnTo>
                  <a:pt x="495798" y="140232"/>
                </a:lnTo>
                <a:lnTo>
                  <a:pt x="496711" y="139982"/>
                </a:lnTo>
                <a:lnTo>
                  <a:pt x="497613" y="139719"/>
                </a:lnTo>
                <a:lnTo>
                  <a:pt x="498503" y="139442"/>
                </a:lnTo>
                <a:lnTo>
                  <a:pt x="499381" y="139152"/>
                </a:lnTo>
                <a:lnTo>
                  <a:pt x="500248" y="138848"/>
                </a:lnTo>
                <a:lnTo>
                  <a:pt x="501102" y="138531"/>
                </a:lnTo>
                <a:lnTo>
                  <a:pt x="501943" y="138200"/>
                </a:lnTo>
                <a:lnTo>
                  <a:pt x="502769" y="137855"/>
                </a:lnTo>
                <a:lnTo>
                  <a:pt x="503580" y="137497"/>
                </a:lnTo>
                <a:lnTo>
                  <a:pt x="504376" y="137124"/>
                </a:lnTo>
                <a:lnTo>
                  <a:pt x="505157" y="136738"/>
                </a:lnTo>
                <a:lnTo>
                  <a:pt x="505923" y="136338"/>
                </a:lnTo>
                <a:lnTo>
                  <a:pt x="506675" y="135924"/>
                </a:lnTo>
                <a:lnTo>
                  <a:pt x="507411" y="135496"/>
                </a:lnTo>
                <a:lnTo>
                  <a:pt x="508133" y="135054"/>
                </a:lnTo>
                <a:lnTo>
                  <a:pt x="508839" y="134598"/>
                </a:lnTo>
                <a:lnTo>
                  <a:pt x="509531" y="134129"/>
                </a:lnTo>
                <a:lnTo>
                  <a:pt x="510208" y="133646"/>
                </a:lnTo>
                <a:lnTo>
                  <a:pt x="510870" y="133148"/>
                </a:lnTo>
                <a:lnTo>
                  <a:pt x="511516" y="132637"/>
                </a:lnTo>
                <a:lnTo>
                  <a:pt x="512148" y="132113"/>
                </a:lnTo>
                <a:lnTo>
                  <a:pt x="512766" y="131574"/>
                </a:lnTo>
                <a:lnTo>
                  <a:pt x="513368" y="131021"/>
                </a:lnTo>
                <a:lnTo>
                  <a:pt x="513955" y="130455"/>
                </a:lnTo>
                <a:lnTo>
                  <a:pt x="514527" y="129874"/>
                </a:lnTo>
                <a:lnTo>
                  <a:pt x="515085" y="129280"/>
                </a:lnTo>
                <a:lnTo>
                  <a:pt x="515627" y="128672"/>
                </a:lnTo>
                <a:lnTo>
                  <a:pt x="516155" y="128050"/>
                </a:lnTo>
                <a:lnTo>
                  <a:pt x="516667" y="127415"/>
                </a:lnTo>
                <a:lnTo>
                  <a:pt x="517165" y="126765"/>
                </a:lnTo>
                <a:lnTo>
                  <a:pt x="517646" y="126102"/>
                </a:lnTo>
                <a:lnTo>
                  <a:pt x="518108" y="125425"/>
                </a:lnTo>
                <a:lnTo>
                  <a:pt x="518552" y="124734"/>
                </a:lnTo>
                <a:lnTo>
                  <a:pt x="518977" y="124030"/>
                </a:lnTo>
                <a:lnTo>
                  <a:pt x="519383" y="123312"/>
                </a:lnTo>
                <a:lnTo>
                  <a:pt x="519771" y="122580"/>
                </a:lnTo>
                <a:lnTo>
                  <a:pt x="520140" y="121835"/>
                </a:lnTo>
                <a:lnTo>
                  <a:pt x="520490" y="121075"/>
                </a:lnTo>
                <a:lnTo>
                  <a:pt x="520822" y="120303"/>
                </a:lnTo>
                <a:lnTo>
                  <a:pt x="521135" y="119516"/>
                </a:lnTo>
                <a:lnTo>
                  <a:pt x="521429" y="118716"/>
                </a:lnTo>
                <a:lnTo>
                  <a:pt x="521705" y="117902"/>
                </a:lnTo>
                <a:lnTo>
                  <a:pt x="521962" y="117075"/>
                </a:lnTo>
                <a:lnTo>
                  <a:pt x="522201" y="116234"/>
                </a:lnTo>
                <a:lnTo>
                  <a:pt x="522420" y="115379"/>
                </a:lnTo>
                <a:lnTo>
                  <a:pt x="522622" y="114510"/>
                </a:lnTo>
                <a:lnTo>
                  <a:pt x="522804" y="113628"/>
                </a:lnTo>
                <a:lnTo>
                  <a:pt x="522968" y="112732"/>
                </a:lnTo>
                <a:lnTo>
                  <a:pt x="523113" y="111823"/>
                </a:lnTo>
                <a:lnTo>
                  <a:pt x="523240" y="110900"/>
                </a:lnTo>
                <a:lnTo>
                  <a:pt x="523348" y="109963"/>
                </a:lnTo>
                <a:lnTo>
                  <a:pt x="523437" y="109012"/>
                </a:lnTo>
                <a:lnTo>
                  <a:pt x="523508" y="108048"/>
                </a:lnTo>
                <a:lnTo>
                  <a:pt x="523559" y="107070"/>
                </a:lnTo>
                <a:lnTo>
                  <a:pt x="496856" y="107070"/>
                </a:lnTo>
                <a:lnTo>
                  <a:pt x="496838" y="107713"/>
                </a:lnTo>
                <a:lnTo>
                  <a:pt x="496803" y="108343"/>
                </a:lnTo>
                <a:lnTo>
                  <a:pt x="496749" y="108960"/>
                </a:lnTo>
                <a:lnTo>
                  <a:pt x="496677" y="109564"/>
                </a:lnTo>
                <a:lnTo>
                  <a:pt x="496587" y="110153"/>
                </a:lnTo>
                <a:lnTo>
                  <a:pt x="496479" y="110730"/>
                </a:lnTo>
                <a:lnTo>
                  <a:pt x="496352" y="111293"/>
                </a:lnTo>
                <a:lnTo>
                  <a:pt x="496208" y="111843"/>
                </a:lnTo>
                <a:lnTo>
                  <a:pt x="496045" y="112380"/>
                </a:lnTo>
                <a:lnTo>
                  <a:pt x="495865" y="112903"/>
                </a:lnTo>
                <a:lnTo>
                  <a:pt x="495666" y="113413"/>
                </a:lnTo>
                <a:lnTo>
                  <a:pt x="495449" y="113909"/>
                </a:lnTo>
                <a:lnTo>
                  <a:pt x="495214" y="114392"/>
                </a:lnTo>
                <a:lnTo>
                  <a:pt x="494961" y="114862"/>
                </a:lnTo>
                <a:lnTo>
                  <a:pt x="494690" y="115318"/>
                </a:lnTo>
                <a:lnTo>
                  <a:pt x="494400" y="115761"/>
                </a:lnTo>
                <a:lnTo>
                  <a:pt x="494093" y="116190"/>
                </a:lnTo>
                <a:lnTo>
                  <a:pt x="493767" y="116607"/>
                </a:lnTo>
                <a:lnTo>
                  <a:pt x="493424" y="117009"/>
                </a:lnTo>
                <a:lnTo>
                  <a:pt x="493062" y="117399"/>
                </a:lnTo>
                <a:lnTo>
                  <a:pt x="492682" y="117775"/>
                </a:lnTo>
                <a:lnTo>
                  <a:pt x="492284" y="118138"/>
                </a:lnTo>
                <a:lnTo>
                  <a:pt x="491868" y="118487"/>
                </a:lnTo>
                <a:lnTo>
                  <a:pt x="491433" y="118823"/>
                </a:lnTo>
                <a:lnTo>
                  <a:pt x="490984" y="119146"/>
                </a:lnTo>
                <a:lnTo>
                  <a:pt x="490522" y="119454"/>
                </a:lnTo>
                <a:lnTo>
                  <a:pt x="490049" y="119749"/>
                </a:lnTo>
                <a:lnTo>
                  <a:pt x="489563" y="120031"/>
                </a:lnTo>
                <a:lnTo>
                  <a:pt x="489066" y="120298"/>
                </a:lnTo>
                <a:lnTo>
                  <a:pt x="488556" y="120552"/>
                </a:lnTo>
                <a:lnTo>
                  <a:pt x="488034" y="120792"/>
                </a:lnTo>
                <a:lnTo>
                  <a:pt x="487500" y="121019"/>
                </a:lnTo>
                <a:lnTo>
                  <a:pt x="486954" y="121231"/>
                </a:lnTo>
                <a:lnTo>
                  <a:pt x="486396" y="121430"/>
                </a:lnTo>
                <a:lnTo>
                  <a:pt x="485826" y="121615"/>
                </a:lnTo>
                <a:lnTo>
                  <a:pt x="485243" y="121787"/>
                </a:lnTo>
                <a:lnTo>
                  <a:pt x="484649" y="121945"/>
                </a:lnTo>
                <a:lnTo>
                  <a:pt x="484043" y="122089"/>
                </a:lnTo>
                <a:lnTo>
                  <a:pt x="483424" y="122219"/>
                </a:lnTo>
                <a:lnTo>
                  <a:pt x="482794" y="122336"/>
                </a:lnTo>
                <a:lnTo>
                  <a:pt x="482151" y="122439"/>
                </a:lnTo>
                <a:lnTo>
                  <a:pt x="481496" y="122528"/>
                </a:lnTo>
                <a:lnTo>
                  <a:pt x="480829" y="122603"/>
                </a:lnTo>
                <a:lnTo>
                  <a:pt x="480151" y="122665"/>
                </a:lnTo>
                <a:lnTo>
                  <a:pt x="479460" y="122713"/>
                </a:lnTo>
                <a:lnTo>
                  <a:pt x="478757" y="122748"/>
                </a:lnTo>
                <a:lnTo>
                  <a:pt x="478041" y="122768"/>
                </a:lnTo>
                <a:lnTo>
                  <a:pt x="477314" y="122775"/>
                </a:lnTo>
                <a:lnTo>
                  <a:pt x="476612" y="122768"/>
                </a:lnTo>
                <a:lnTo>
                  <a:pt x="475922" y="122748"/>
                </a:lnTo>
                <a:lnTo>
                  <a:pt x="475242" y="122715"/>
                </a:lnTo>
                <a:lnTo>
                  <a:pt x="474575" y="122669"/>
                </a:lnTo>
                <a:lnTo>
                  <a:pt x="473918" y="122609"/>
                </a:lnTo>
                <a:lnTo>
                  <a:pt x="473273" y="122536"/>
                </a:lnTo>
                <a:lnTo>
                  <a:pt x="472639" y="122450"/>
                </a:lnTo>
                <a:lnTo>
                  <a:pt x="472017" y="122351"/>
                </a:lnTo>
                <a:lnTo>
                  <a:pt x="471406" y="122238"/>
                </a:lnTo>
                <a:lnTo>
                  <a:pt x="470806" y="122112"/>
                </a:lnTo>
                <a:lnTo>
                  <a:pt x="470218" y="121973"/>
                </a:lnTo>
                <a:lnTo>
                  <a:pt x="469641" y="121821"/>
                </a:lnTo>
                <a:lnTo>
                  <a:pt x="469075" y="121655"/>
                </a:lnTo>
                <a:lnTo>
                  <a:pt x="468521" y="121476"/>
                </a:lnTo>
                <a:lnTo>
                  <a:pt x="467978" y="121284"/>
                </a:lnTo>
                <a:lnTo>
                  <a:pt x="467447" y="121078"/>
                </a:lnTo>
                <a:lnTo>
                  <a:pt x="466927" y="120860"/>
                </a:lnTo>
                <a:lnTo>
                  <a:pt x="466418" y="120628"/>
                </a:lnTo>
                <a:lnTo>
                  <a:pt x="465921" y="120382"/>
                </a:lnTo>
                <a:lnTo>
                  <a:pt x="465435" y="120124"/>
                </a:lnTo>
                <a:lnTo>
                  <a:pt x="464960" y="119852"/>
                </a:lnTo>
                <a:lnTo>
                  <a:pt x="464497" y="119567"/>
                </a:lnTo>
                <a:lnTo>
                  <a:pt x="464045" y="119269"/>
                </a:lnTo>
                <a:lnTo>
                  <a:pt x="463604" y="118957"/>
                </a:lnTo>
                <a:lnTo>
                  <a:pt x="463174" y="118635"/>
                </a:lnTo>
                <a:lnTo>
                  <a:pt x="462754" y="118304"/>
                </a:lnTo>
                <a:lnTo>
                  <a:pt x="462344" y="117964"/>
                </a:lnTo>
                <a:lnTo>
                  <a:pt x="461943" y="117616"/>
                </a:lnTo>
                <a:lnTo>
                  <a:pt x="461552" y="117259"/>
                </a:lnTo>
                <a:lnTo>
                  <a:pt x="461171" y="116893"/>
                </a:lnTo>
                <a:lnTo>
                  <a:pt x="460800" y="116520"/>
                </a:lnTo>
                <a:lnTo>
                  <a:pt x="460438" y="116137"/>
                </a:lnTo>
                <a:lnTo>
                  <a:pt x="460087" y="115746"/>
                </a:lnTo>
                <a:lnTo>
                  <a:pt x="459745" y="115347"/>
                </a:lnTo>
                <a:lnTo>
                  <a:pt x="459412" y="114939"/>
                </a:lnTo>
                <a:lnTo>
                  <a:pt x="459090" y="114522"/>
                </a:lnTo>
                <a:lnTo>
                  <a:pt x="458777" y="114097"/>
                </a:lnTo>
                <a:lnTo>
                  <a:pt x="458474" y="113663"/>
                </a:lnTo>
                <a:lnTo>
                  <a:pt x="458181" y="113221"/>
                </a:lnTo>
                <a:lnTo>
                  <a:pt x="457898" y="112770"/>
                </a:lnTo>
                <a:lnTo>
                  <a:pt x="457624" y="112311"/>
                </a:lnTo>
                <a:lnTo>
                  <a:pt x="457360" y="111843"/>
                </a:lnTo>
                <a:lnTo>
                  <a:pt x="457106" y="111367"/>
                </a:lnTo>
                <a:lnTo>
                  <a:pt x="456862" y="110882"/>
                </a:lnTo>
                <a:lnTo>
                  <a:pt x="456627" y="110389"/>
                </a:lnTo>
                <a:lnTo>
                  <a:pt x="456402" y="109887"/>
                </a:lnTo>
                <a:lnTo>
                  <a:pt x="456187" y="109376"/>
                </a:lnTo>
                <a:lnTo>
                  <a:pt x="455982" y="108857"/>
                </a:lnTo>
                <a:lnTo>
                  <a:pt x="455786" y="108332"/>
                </a:lnTo>
                <a:lnTo>
                  <a:pt x="455597" y="107804"/>
                </a:lnTo>
                <a:lnTo>
                  <a:pt x="455415" y="107273"/>
                </a:lnTo>
                <a:lnTo>
                  <a:pt x="455242" y="106738"/>
                </a:lnTo>
                <a:lnTo>
                  <a:pt x="455076" y="106200"/>
                </a:lnTo>
                <a:lnTo>
                  <a:pt x="454917" y="105659"/>
                </a:lnTo>
                <a:lnTo>
                  <a:pt x="454767" y="105114"/>
                </a:lnTo>
                <a:lnTo>
                  <a:pt x="454624" y="104566"/>
                </a:lnTo>
                <a:lnTo>
                  <a:pt x="454488" y="104015"/>
                </a:lnTo>
                <a:lnTo>
                  <a:pt x="454360" y="103461"/>
                </a:lnTo>
                <a:lnTo>
                  <a:pt x="454240" y="102903"/>
                </a:lnTo>
                <a:lnTo>
                  <a:pt x="454128" y="102342"/>
                </a:lnTo>
                <a:lnTo>
                  <a:pt x="454023" y="101778"/>
                </a:lnTo>
                <a:lnTo>
                  <a:pt x="453926" y="101210"/>
                </a:lnTo>
                <a:lnTo>
                  <a:pt x="453836" y="100640"/>
                </a:lnTo>
                <a:lnTo>
                  <a:pt x="453754" y="100065"/>
                </a:lnTo>
                <a:lnTo>
                  <a:pt x="453680" y="99488"/>
                </a:lnTo>
                <a:lnTo>
                  <a:pt x="453613" y="98908"/>
                </a:lnTo>
                <a:lnTo>
                  <a:pt x="453554" y="98324"/>
                </a:lnTo>
                <a:lnTo>
                  <a:pt x="453502" y="97737"/>
                </a:lnTo>
                <a:lnTo>
                  <a:pt x="453459" y="97146"/>
                </a:lnTo>
                <a:lnTo>
                  <a:pt x="453422" y="96552"/>
                </a:lnTo>
                <a:lnTo>
                  <a:pt x="453394" y="95955"/>
                </a:lnTo>
                <a:lnTo>
                  <a:pt x="453373" y="95355"/>
                </a:lnTo>
                <a:lnTo>
                  <a:pt x="523457" y="95355"/>
                </a:lnTo>
                <a:lnTo>
                  <a:pt x="523474" y="95259"/>
                </a:lnTo>
                <a:lnTo>
                  <a:pt x="523491" y="95159"/>
                </a:lnTo>
                <a:lnTo>
                  <a:pt x="523507" y="95055"/>
                </a:lnTo>
                <a:lnTo>
                  <a:pt x="523523" y="94949"/>
                </a:lnTo>
                <a:lnTo>
                  <a:pt x="523538" y="94838"/>
                </a:lnTo>
                <a:lnTo>
                  <a:pt x="523553" y="94725"/>
                </a:lnTo>
                <a:lnTo>
                  <a:pt x="523568" y="94608"/>
                </a:lnTo>
                <a:lnTo>
                  <a:pt x="523582" y="94487"/>
                </a:lnTo>
                <a:lnTo>
                  <a:pt x="523596" y="94364"/>
                </a:lnTo>
                <a:lnTo>
                  <a:pt x="523610" y="94236"/>
                </a:lnTo>
                <a:lnTo>
                  <a:pt x="523623" y="94106"/>
                </a:lnTo>
                <a:lnTo>
                  <a:pt x="523636" y="93972"/>
                </a:lnTo>
                <a:lnTo>
                  <a:pt x="523649" y="93834"/>
                </a:lnTo>
                <a:lnTo>
                  <a:pt x="523661" y="93693"/>
                </a:lnTo>
                <a:lnTo>
                  <a:pt x="523673" y="93549"/>
                </a:lnTo>
                <a:lnTo>
                  <a:pt x="523685" y="93401"/>
                </a:lnTo>
                <a:lnTo>
                  <a:pt x="523696" y="93250"/>
                </a:lnTo>
                <a:lnTo>
                  <a:pt x="523707" y="93096"/>
                </a:lnTo>
                <a:lnTo>
                  <a:pt x="523717" y="92938"/>
                </a:lnTo>
                <a:lnTo>
                  <a:pt x="523727" y="92777"/>
                </a:lnTo>
                <a:lnTo>
                  <a:pt x="523737" y="92612"/>
                </a:lnTo>
                <a:lnTo>
                  <a:pt x="523746" y="92444"/>
                </a:lnTo>
                <a:lnTo>
                  <a:pt x="523755" y="92272"/>
                </a:lnTo>
                <a:lnTo>
                  <a:pt x="523764" y="92097"/>
                </a:lnTo>
                <a:lnTo>
                  <a:pt x="523772" y="91922"/>
                </a:lnTo>
                <a:lnTo>
                  <a:pt x="523780" y="91750"/>
                </a:lnTo>
                <a:lnTo>
                  <a:pt x="523788" y="91581"/>
                </a:lnTo>
                <a:lnTo>
                  <a:pt x="523795" y="91415"/>
                </a:lnTo>
                <a:lnTo>
                  <a:pt x="523802" y="91252"/>
                </a:lnTo>
                <a:lnTo>
                  <a:pt x="523809" y="91092"/>
                </a:lnTo>
                <a:lnTo>
                  <a:pt x="523815" y="90935"/>
                </a:lnTo>
                <a:lnTo>
                  <a:pt x="523821" y="90782"/>
                </a:lnTo>
                <a:lnTo>
                  <a:pt x="523826" y="90631"/>
                </a:lnTo>
                <a:lnTo>
                  <a:pt x="523832" y="90483"/>
                </a:lnTo>
                <a:lnTo>
                  <a:pt x="523836" y="90339"/>
                </a:lnTo>
                <a:lnTo>
                  <a:pt x="523841" y="90197"/>
                </a:lnTo>
                <a:lnTo>
                  <a:pt x="523845" y="90059"/>
                </a:lnTo>
                <a:lnTo>
                  <a:pt x="523849" y="89923"/>
                </a:lnTo>
                <a:lnTo>
                  <a:pt x="523852" y="89791"/>
                </a:lnTo>
                <a:lnTo>
                  <a:pt x="523855" y="89662"/>
                </a:lnTo>
                <a:lnTo>
                  <a:pt x="523858" y="89535"/>
                </a:lnTo>
                <a:lnTo>
                  <a:pt x="523860" y="89412"/>
                </a:lnTo>
                <a:lnTo>
                  <a:pt x="523862" y="89292"/>
                </a:lnTo>
                <a:lnTo>
                  <a:pt x="523864" y="89175"/>
                </a:lnTo>
                <a:lnTo>
                  <a:pt x="523865" y="89061"/>
                </a:lnTo>
                <a:lnTo>
                  <a:pt x="523866" y="88950"/>
                </a:lnTo>
                <a:lnTo>
                  <a:pt x="523866" y="88842"/>
                </a:lnTo>
                <a:lnTo>
                  <a:pt x="523866" y="88737"/>
                </a:lnTo>
                <a:lnTo>
                  <a:pt x="523844" y="86722"/>
                </a:lnTo>
                <a:lnTo>
                  <a:pt x="523777" y="84747"/>
                </a:lnTo>
                <a:lnTo>
                  <a:pt x="523664" y="82810"/>
                </a:lnTo>
                <a:lnTo>
                  <a:pt x="523507" y="80913"/>
                </a:lnTo>
                <a:lnTo>
                  <a:pt x="523305" y="79054"/>
                </a:lnTo>
                <a:lnTo>
                  <a:pt x="523057" y="77234"/>
                </a:lnTo>
                <a:lnTo>
                  <a:pt x="522765" y="75454"/>
                </a:lnTo>
                <a:lnTo>
                  <a:pt x="522428" y="73712"/>
                </a:lnTo>
                <a:lnTo>
                  <a:pt x="522046" y="72009"/>
                </a:lnTo>
                <a:lnTo>
                  <a:pt x="521619" y="70345"/>
                </a:lnTo>
                <a:lnTo>
                  <a:pt x="521148" y="68720"/>
                </a:lnTo>
                <a:lnTo>
                  <a:pt x="520631" y="67135"/>
                </a:lnTo>
                <a:lnTo>
                  <a:pt x="520069" y="65588"/>
                </a:lnTo>
                <a:lnTo>
                  <a:pt x="519462" y="64080"/>
                </a:lnTo>
                <a:lnTo>
                  <a:pt x="518811" y="62611"/>
                </a:lnTo>
                <a:lnTo>
                  <a:pt x="518114" y="61181"/>
                </a:lnTo>
                <a:lnTo>
                  <a:pt x="517373" y="59790"/>
                </a:lnTo>
                <a:lnTo>
                  <a:pt x="516586" y="58438"/>
                </a:lnTo>
                <a:lnTo>
                  <a:pt x="515755" y="57124"/>
                </a:lnTo>
                <a:lnTo>
                  <a:pt x="514879" y="55850"/>
                </a:lnTo>
                <a:lnTo>
                  <a:pt x="513957" y="54615"/>
                </a:lnTo>
                <a:lnTo>
                  <a:pt x="512991" y="53419"/>
                </a:lnTo>
                <a:lnTo>
                  <a:pt x="511980" y="52262"/>
                </a:lnTo>
                <a:lnTo>
                  <a:pt x="510924" y="51143"/>
                </a:lnTo>
                <a:lnTo>
                  <a:pt x="509829" y="50068"/>
                </a:lnTo>
                <a:lnTo>
                  <a:pt x="508702" y="49037"/>
                </a:lnTo>
                <a:lnTo>
                  <a:pt x="507542" y="48053"/>
                </a:lnTo>
                <a:lnTo>
                  <a:pt x="506350" y="47115"/>
                </a:lnTo>
                <a:lnTo>
                  <a:pt x="505125" y="46222"/>
                </a:lnTo>
                <a:lnTo>
                  <a:pt x="503868" y="45375"/>
                </a:lnTo>
                <a:lnTo>
                  <a:pt x="502578" y="44574"/>
                </a:lnTo>
                <a:lnTo>
                  <a:pt x="501255" y="43818"/>
                </a:lnTo>
                <a:lnTo>
                  <a:pt x="499901" y="43109"/>
                </a:lnTo>
                <a:lnTo>
                  <a:pt x="498513" y="42445"/>
                </a:lnTo>
                <a:lnTo>
                  <a:pt x="497093" y="41827"/>
                </a:lnTo>
                <a:lnTo>
                  <a:pt x="495641" y="41254"/>
                </a:lnTo>
                <a:lnTo>
                  <a:pt x="494156" y="40728"/>
                </a:lnTo>
                <a:lnTo>
                  <a:pt x="492639" y="40247"/>
                </a:lnTo>
                <a:lnTo>
                  <a:pt x="491089" y="39812"/>
                </a:lnTo>
                <a:lnTo>
                  <a:pt x="489506" y="39423"/>
                </a:lnTo>
                <a:lnTo>
                  <a:pt x="487892" y="39080"/>
                </a:lnTo>
                <a:lnTo>
                  <a:pt x="486244" y="38782"/>
                </a:lnTo>
                <a:lnTo>
                  <a:pt x="484564" y="38530"/>
                </a:lnTo>
                <a:lnTo>
                  <a:pt x="482852" y="38324"/>
                </a:lnTo>
                <a:lnTo>
                  <a:pt x="481107" y="38164"/>
                </a:lnTo>
                <a:lnTo>
                  <a:pt x="479330" y="38049"/>
                </a:lnTo>
                <a:lnTo>
                  <a:pt x="477520" y="37981"/>
                </a:lnTo>
                <a:lnTo>
                  <a:pt x="475677" y="37958"/>
                </a:lnTo>
                <a:lnTo>
                  <a:pt x="474347" y="37969"/>
                </a:lnTo>
                <a:lnTo>
                  <a:pt x="473035" y="38001"/>
                </a:lnTo>
                <a:lnTo>
                  <a:pt x="471741" y="38056"/>
                </a:lnTo>
                <a:lnTo>
                  <a:pt x="470464" y="38132"/>
                </a:lnTo>
                <a:lnTo>
                  <a:pt x="469204" y="38230"/>
                </a:lnTo>
                <a:lnTo>
                  <a:pt x="467962" y="38349"/>
                </a:lnTo>
                <a:lnTo>
                  <a:pt x="466738" y="38491"/>
                </a:lnTo>
                <a:lnTo>
                  <a:pt x="465531" y="38654"/>
                </a:lnTo>
                <a:lnTo>
                  <a:pt x="464342" y="38839"/>
                </a:lnTo>
                <a:lnTo>
                  <a:pt x="463171" y="39045"/>
                </a:lnTo>
                <a:lnTo>
                  <a:pt x="462017" y="39274"/>
                </a:lnTo>
                <a:lnTo>
                  <a:pt x="460880" y="39524"/>
                </a:lnTo>
                <a:lnTo>
                  <a:pt x="459762" y="39796"/>
                </a:lnTo>
                <a:lnTo>
                  <a:pt x="458660" y="40089"/>
                </a:lnTo>
                <a:lnTo>
                  <a:pt x="457577" y="40405"/>
                </a:lnTo>
                <a:lnTo>
                  <a:pt x="456511" y="40742"/>
                </a:lnTo>
                <a:lnTo>
                  <a:pt x="455462" y="41101"/>
                </a:lnTo>
                <a:lnTo>
                  <a:pt x="454431" y="41481"/>
                </a:lnTo>
                <a:lnTo>
                  <a:pt x="453418" y="41883"/>
                </a:lnTo>
                <a:lnTo>
                  <a:pt x="452422" y="42308"/>
                </a:lnTo>
                <a:lnTo>
                  <a:pt x="451444" y="42753"/>
                </a:lnTo>
                <a:lnTo>
                  <a:pt x="450484" y="43221"/>
                </a:lnTo>
                <a:lnTo>
                  <a:pt x="449541" y="43710"/>
                </a:lnTo>
                <a:lnTo>
                  <a:pt x="448616" y="44221"/>
                </a:lnTo>
                <a:lnTo>
                  <a:pt x="447708" y="44753"/>
                </a:lnTo>
                <a:lnTo>
                  <a:pt x="446819" y="45302"/>
                </a:lnTo>
                <a:lnTo>
                  <a:pt x="445949" y="45871"/>
                </a:lnTo>
                <a:lnTo>
                  <a:pt x="445097" y="46457"/>
                </a:lnTo>
                <a:lnTo>
                  <a:pt x="444264" y="47063"/>
                </a:lnTo>
                <a:lnTo>
                  <a:pt x="443449" y="47686"/>
                </a:lnTo>
                <a:lnTo>
                  <a:pt x="442652" y="48329"/>
                </a:lnTo>
                <a:lnTo>
                  <a:pt x="441874" y="48990"/>
                </a:lnTo>
                <a:lnTo>
                  <a:pt x="441115" y="49669"/>
                </a:lnTo>
                <a:lnTo>
                  <a:pt x="440374" y="50367"/>
                </a:lnTo>
                <a:lnTo>
                  <a:pt x="439651" y="51083"/>
                </a:lnTo>
                <a:lnTo>
                  <a:pt x="438947" y="51818"/>
                </a:lnTo>
                <a:lnTo>
                  <a:pt x="438261" y="52571"/>
                </a:lnTo>
                <a:lnTo>
                  <a:pt x="437594" y="53343"/>
                </a:lnTo>
                <a:lnTo>
                  <a:pt x="436946" y="54134"/>
                </a:lnTo>
                <a:lnTo>
                  <a:pt x="436315" y="54943"/>
                </a:lnTo>
                <a:lnTo>
                  <a:pt x="435704" y="55770"/>
                </a:lnTo>
                <a:lnTo>
                  <a:pt x="435110" y="56616"/>
                </a:lnTo>
                <a:lnTo>
                  <a:pt x="434536" y="57481"/>
                </a:lnTo>
                <a:lnTo>
                  <a:pt x="433979" y="58364"/>
                </a:lnTo>
                <a:lnTo>
                  <a:pt x="433441" y="59265"/>
                </a:lnTo>
                <a:lnTo>
                  <a:pt x="432922" y="60186"/>
                </a:lnTo>
                <a:lnTo>
                  <a:pt x="432421" y="61124"/>
                </a:lnTo>
                <a:lnTo>
                  <a:pt x="431939" y="62081"/>
                </a:lnTo>
                <a:lnTo>
                  <a:pt x="431475" y="63055"/>
                </a:lnTo>
                <a:lnTo>
                  <a:pt x="431032" y="64044"/>
                </a:lnTo>
                <a:lnTo>
                  <a:pt x="430608" y="65049"/>
                </a:lnTo>
                <a:lnTo>
                  <a:pt x="430204" y="66069"/>
                </a:lnTo>
                <a:lnTo>
                  <a:pt x="429819" y="67105"/>
                </a:lnTo>
                <a:lnTo>
                  <a:pt x="429454" y="68156"/>
                </a:lnTo>
                <a:lnTo>
                  <a:pt x="429109" y="69223"/>
                </a:lnTo>
                <a:lnTo>
                  <a:pt x="428784" y="70305"/>
                </a:lnTo>
                <a:lnTo>
                  <a:pt x="428478" y="71403"/>
                </a:lnTo>
                <a:lnTo>
                  <a:pt x="428193" y="72516"/>
                </a:lnTo>
                <a:lnTo>
                  <a:pt x="427926" y="73644"/>
                </a:lnTo>
                <a:lnTo>
                  <a:pt x="427680" y="74788"/>
                </a:lnTo>
                <a:lnTo>
                  <a:pt x="427453" y="75947"/>
                </a:lnTo>
                <a:lnTo>
                  <a:pt x="427246" y="77122"/>
                </a:lnTo>
                <a:lnTo>
                  <a:pt x="427059" y="78313"/>
                </a:lnTo>
                <a:lnTo>
                  <a:pt x="426891" y="79518"/>
                </a:lnTo>
                <a:lnTo>
                  <a:pt x="426743" y="80740"/>
                </a:lnTo>
                <a:lnTo>
                  <a:pt x="426615" y="81976"/>
                </a:lnTo>
                <a:lnTo>
                  <a:pt x="426507" y="83229"/>
                </a:lnTo>
                <a:lnTo>
                  <a:pt x="426418" y="84496"/>
                </a:lnTo>
                <a:lnTo>
                  <a:pt x="426349" y="85779"/>
                </a:lnTo>
                <a:lnTo>
                  <a:pt x="426300" y="87078"/>
                </a:lnTo>
                <a:lnTo>
                  <a:pt x="426270" y="88392"/>
                </a:lnTo>
                <a:lnTo>
                  <a:pt x="426260" y="89722"/>
                </a:lnTo>
                <a:lnTo>
                  <a:pt x="426270" y="91094"/>
                </a:lnTo>
                <a:lnTo>
                  <a:pt x="426301" y="92449"/>
                </a:lnTo>
                <a:lnTo>
                  <a:pt x="426351" y="93789"/>
                </a:lnTo>
                <a:lnTo>
                  <a:pt x="426422" y="95111"/>
                </a:lnTo>
                <a:lnTo>
                  <a:pt x="426513" y="96417"/>
                </a:lnTo>
                <a:lnTo>
                  <a:pt x="426625" y="97707"/>
                </a:lnTo>
                <a:lnTo>
                  <a:pt x="426756" y="98980"/>
                </a:lnTo>
                <a:lnTo>
                  <a:pt x="426908" y="100236"/>
                </a:lnTo>
                <a:lnTo>
                  <a:pt x="427080" y="101476"/>
                </a:lnTo>
                <a:lnTo>
                  <a:pt x="427273" y="102699"/>
                </a:lnTo>
                <a:lnTo>
                  <a:pt x="427485" y="103906"/>
                </a:lnTo>
                <a:lnTo>
                  <a:pt x="427718" y="105096"/>
                </a:lnTo>
                <a:lnTo>
                  <a:pt x="427971" y="106270"/>
                </a:lnTo>
                <a:lnTo>
                  <a:pt x="428245" y="107428"/>
                </a:lnTo>
                <a:lnTo>
                  <a:pt x="428538" y="108568"/>
                </a:lnTo>
                <a:lnTo>
                  <a:pt x="428852" y="109692"/>
                </a:lnTo>
                <a:lnTo>
                  <a:pt x="429186" y="110800"/>
                </a:lnTo>
                <a:lnTo>
                  <a:pt x="429541" y="111891"/>
                </a:lnTo>
                <a:lnTo>
                  <a:pt x="429915" y="112966"/>
                </a:lnTo>
                <a:lnTo>
                  <a:pt x="430310" y="114024"/>
                </a:lnTo>
                <a:lnTo>
                  <a:pt x="430725" y="115066"/>
                </a:lnTo>
                <a:lnTo>
                  <a:pt x="431161" y="116091"/>
                </a:lnTo>
                <a:lnTo>
                  <a:pt x="431616" y="117099"/>
                </a:lnTo>
                <a:lnTo>
                  <a:pt x="432092" y="118091"/>
                </a:lnTo>
                <a:lnTo>
                  <a:pt x="432588" y="119065"/>
                </a:lnTo>
                <a:lnTo>
                  <a:pt x="433102" y="120019"/>
                </a:lnTo>
                <a:lnTo>
                  <a:pt x="433636" y="120955"/>
                </a:lnTo>
                <a:lnTo>
                  <a:pt x="434190" y="121871"/>
                </a:lnTo>
                <a:lnTo>
                  <a:pt x="434762" y="122768"/>
                </a:lnTo>
                <a:lnTo>
                  <a:pt x="435353" y="123645"/>
                </a:lnTo>
                <a:lnTo>
                  <a:pt x="435964" y="124504"/>
                </a:lnTo>
                <a:lnTo>
                  <a:pt x="436594" y="125343"/>
                </a:lnTo>
                <a:lnTo>
                  <a:pt x="437243" y="126163"/>
                </a:lnTo>
                <a:lnTo>
                  <a:pt x="437911" y="126964"/>
                </a:lnTo>
                <a:lnTo>
                  <a:pt x="438599" y="127745"/>
                </a:lnTo>
                <a:lnTo>
                  <a:pt x="439305" y="128508"/>
                </a:lnTo>
                <a:lnTo>
                  <a:pt x="440031" y="129251"/>
                </a:lnTo>
                <a:lnTo>
                  <a:pt x="440776" y="129975"/>
                </a:lnTo>
                <a:lnTo>
                  <a:pt x="441540" y="130679"/>
                </a:lnTo>
                <a:lnTo>
                  <a:pt x="442323" y="131365"/>
                </a:lnTo>
                <a:lnTo>
                  <a:pt x="443126" y="132031"/>
                </a:lnTo>
                <a:lnTo>
                  <a:pt x="443948" y="132678"/>
                </a:lnTo>
                <a:lnTo>
                  <a:pt x="444788" y="133305"/>
                </a:lnTo>
                <a:lnTo>
                  <a:pt x="445649" y="133914"/>
                </a:lnTo>
                <a:lnTo>
                  <a:pt x="446528" y="134503"/>
                </a:lnTo>
                <a:lnTo>
                  <a:pt x="447426" y="135073"/>
                </a:lnTo>
                <a:lnTo>
                  <a:pt x="448344" y="135624"/>
                </a:lnTo>
                <a:lnTo>
                  <a:pt x="449281" y="136156"/>
                </a:lnTo>
                <a:lnTo>
                  <a:pt x="450236" y="136667"/>
                </a:lnTo>
                <a:lnTo>
                  <a:pt x="451210" y="137156"/>
                </a:lnTo>
                <a:lnTo>
                  <a:pt x="452203" y="137624"/>
                </a:lnTo>
                <a:lnTo>
                  <a:pt x="453214" y="138069"/>
                </a:lnTo>
                <a:lnTo>
                  <a:pt x="454243" y="138493"/>
                </a:lnTo>
                <a:lnTo>
                  <a:pt x="455291" y="138896"/>
                </a:lnTo>
                <a:lnTo>
                  <a:pt x="456358" y="139276"/>
                </a:lnTo>
                <a:lnTo>
                  <a:pt x="457443" y="139635"/>
                </a:lnTo>
                <a:lnTo>
                  <a:pt x="458546" y="139972"/>
                </a:lnTo>
                <a:lnTo>
                  <a:pt x="459668" y="140288"/>
                </a:lnTo>
                <a:lnTo>
                  <a:pt x="460809" y="140581"/>
                </a:lnTo>
                <a:lnTo>
                  <a:pt x="461967" y="140853"/>
                </a:lnTo>
                <a:lnTo>
                  <a:pt x="463145" y="141103"/>
                </a:lnTo>
                <a:lnTo>
                  <a:pt x="464340" y="141332"/>
                </a:lnTo>
                <a:lnTo>
                  <a:pt x="465555" y="141538"/>
                </a:lnTo>
                <a:lnTo>
                  <a:pt x="466787" y="141723"/>
                </a:lnTo>
                <a:lnTo>
                  <a:pt x="468039" y="141886"/>
                </a:lnTo>
                <a:lnTo>
                  <a:pt x="469308" y="142027"/>
                </a:lnTo>
                <a:lnTo>
                  <a:pt x="470596" y="142147"/>
                </a:lnTo>
                <a:lnTo>
                  <a:pt x="471903" y="142245"/>
                </a:lnTo>
                <a:lnTo>
                  <a:pt x="473228" y="142321"/>
                </a:lnTo>
                <a:lnTo>
                  <a:pt x="474572" y="142375"/>
                </a:lnTo>
                <a:lnTo>
                  <a:pt x="475934" y="142408"/>
                </a:lnTo>
                <a:lnTo>
                  <a:pt x="477314" y="142419"/>
                </a:lnTo>
                <a:lnTo>
                  <a:pt x="478442" y="142412"/>
                </a:lnTo>
                <a:lnTo>
                  <a:pt x="479558" y="142392"/>
                </a:lnTo>
                <a:lnTo>
                  <a:pt x="480663" y="142358"/>
                </a:lnTo>
                <a:lnTo>
                  <a:pt x="481755" y="142311"/>
                </a:lnTo>
                <a:lnTo>
                  <a:pt x="482835" y="142250"/>
                </a:lnTo>
                <a:close/>
                <a:moveTo>
                  <a:pt x="454169" y="74036"/>
                </a:moveTo>
                <a:lnTo>
                  <a:pt x="454323" y="73262"/>
                </a:lnTo>
                <a:lnTo>
                  <a:pt x="454495" y="72504"/>
                </a:lnTo>
                <a:lnTo>
                  <a:pt x="454686" y="71764"/>
                </a:lnTo>
                <a:lnTo>
                  <a:pt x="454896" y="71041"/>
                </a:lnTo>
                <a:lnTo>
                  <a:pt x="455124" y="70335"/>
                </a:lnTo>
                <a:lnTo>
                  <a:pt x="455371" y="69647"/>
                </a:lnTo>
                <a:lnTo>
                  <a:pt x="455637" y="68975"/>
                </a:lnTo>
                <a:lnTo>
                  <a:pt x="455921" y="68321"/>
                </a:lnTo>
                <a:lnTo>
                  <a:pt x="456224" y="67684"/>
                </a:lnTo>
                <a:lnTo>
                  <a:pt x="456546" y="67064"/>
                </a:lnTo>
                <a:lnTo>
                  <a:pt x="456886" y="66462"/>
                </a:lnTo>
                <a:lnTo>
                  <a:pt x="457245" y="65877"/>
                </a:lnTo>
                <a:lnTo>
                  <a:pt x="457622" y="65308"/>
                </a:lnTo>
                <a:lnTo>
                  <a:pt x="458018" y="64757"/>
                </a:lnTo>
                <a:lnTo>
                  <a:pt x="458433" y="64224"/>
                </a:lnTo>
                <a:lnTo>
                  <a:pt x="458867" y="63707"/>
                </a:lnTo>
                <a:lnTo>
                  <a:pt x="459319" y="63208"/>
                </a:lnTo>
                <a:lnTo>
                  <a:pt x="459790" y="62725"/>
                </a:lnTo>
                <a:lnTo>
                  <a:pt x="460279" y="62260"/>
                </a:lnTo>
                <a:lnTo>
                  <a:pt x="460784" y="61813"/>
                </a:lnTo>
                <a:lnTo>
                  <a:pt x="461301" y="61386"/>
                </a:lnTo>
                <a:lnTo>
                  <a:pt x="461829" y="60977"/>
                </a:lnTo>
                <a:lnTo>
                  <a:pt x="462370" y="60587"/>
                </a:lnTo>
                <a:lnTo>
                  <a:pt x="462922" y="60216"/>
                </a:lnTo>
                <a:lnTo>
                  <a:pt x="463486" y="59864"/>
                </a:lnTo>
                <a:lnTo>
                  <a:pt x="464062" y="59531"/>
                </a:lnTo>
                <a:lnTo>
                  <a:pt x="464650" y="59218"/>
                </a:lnTo>
                <a:lnTo>
                  <a:pt x="465250" y="58923"/>
                </a:lnTo>
                <a:lnTo>
                  <a:pt x="465862" y="58647"/>
                </a:lnTo>
                <a:lnTo>
                  <a:pt x="466486" y="58390"/>
                </a:lnTo>
                <a:lnTo>
                  <a:pt x="467121" y="58153"/>
                </a:lnTo>
                <a:lnTo>
                  <a:pt x="467769" y="57934"/>
                </a:lnTo>
                <a:lnTo>
                  <a:pt x="468428" y="57734"/>
                </a:lnTo>
                <a:lnTo>
                  <a:pt x="469100" y="57554"/>
                </a:lnTo>
                <a:lnTo>
                  <a:pt x="469783" y="57392"/>
                </a:lnTo>
                <a:lnTo>
                  <a:pt x="470478" y="57249"/>
                </a:lnTo>
                <a:lnTo>
                  <a:pt x="471185" y="57126"/>
                </a:lnTo>
                <a:lnTo>
                  <a:pt x="471904" y="57021"/>
                </a:lnTo>
                <a:lnTo>
                  <a:pt x="472635" y="56936"/>
                </a:lnTo>
                <a:lnTo>
                  <a:pt x="473378" y="56869"/>
                </a:lnTo>
                <a:lnTo>
                  <a:pt x="474132" y="56821"/>
                </a:lnTo>
                <a:lnTo>
                  <a:pt x="474899" y="56793"/>
                </a:lnTo>
                <a:lnTo>
                  <a:pt x="475677" y="56783"/>
                </a:lnTo>
                <a:lnTo>
                  <a:pt x="476439" y="56793"/>
                </a:lnTo>
                <a:lnTo>
                  <a:pt x="477189" y="56820"/>
                </a:lnTo>
                <a:lnTo>
                  <a:pt x="477927" y="56867"/>
                </a:lnTo>
                <a:lnTo>
                  <a:pt x="478654" y="56931"/>
                </a:lnTo>
                <a:lnTo>
                  <a:pt x="479370" y="57014"/>
                </a:lnTo>
                <a:lnTo>
                  <a:pt x="480073" y="57116"/>
                </a:lnTo>
                <a:lnTo>
                  <a:pt x="480766" y="57236"/>
                </a:lnTo>
                <a:lnTo>
                  <a:pt x="481447" y="57375"/>
                </a:lnTo>
                <a:lnTo>
                  <a:pt x="482116" y="57532"/>
                </a:lnTo>
                <a:lnTo>
                  <a:pt x="482773" y="57707"/>
                </a:lnTo>
                <a:lnTo>
                  <a:pt x="483419" y="57901"/>
                </a:lnTo>
                <a:lnTo>
                  <a:pt x="484054" y="58113"/>
                </a:lnTo>
                <a:lnTo>
                  <a:pt x="484677" y="58344"/>
                </a:lnTo>
                <a:lnTo>
                  <a:pt x="485289" y="58594"/>
                </a:lnTo>
                <a:lnTo>
                  <a:pt x="485888" y="58862"/>
                </a:lnTo>
                <a:lnTo>
                  <a:pt x="486477" y="59148"/>
                </a:lnTo>
                <a:lnTo>
                  <a:pt x="487054" y="59453"/>
                </a:lnTo>
                <a:lnTo>
                  <a:pt x="487619" y="59776"/>
                </a:lnTo>
                <a:lnTo>
                  <a:pt x="488173" y="60118"/>
                </a:lnTo>
                <a:lnTo>
                  <a:pt x="488715" y="60478"/>
                </a:lnTo>
                <a:lnTo>
                  <a:pt x="489246" y="60857"/>
                </a:lnTo>
                <a:lnTo>
                  <a:pt x="489765" y="61254"/>
                </a:lnTo>
                <a:lnTo>
                  <a:pt x="490272" y="61670"/>
                </a:lnTo>
                <a:lnTo>
                  <a:pt x="490768" y="62104"/>
                </a:lnTo>
                <a:lnTo>
                  <a:pt x="491249" y="62556"/>
                </a:lnTo>
                <a:lnTo>
                  <a:pt x="491710" y="63028"/>
                </a:lnTo>
                <a:lnTo>
                  <a:pt x="492152" y="63518"/>
                </a:lnTo>
                <a:lnTo>
                  <a:pt x="492574" y="64028"/>
                </a:lnTo>
                <a:lnTo>
                  <a:pt x="492978" y="64556"/>
                </a:lnTo>
                <a:lnTo>
                  <a:pt x="493361" y="65103"/>
                </a:lnTo>
                <a:lnTo>
                  <a:pt x="493726" y="65668"/>
                </a:lnTo>
                <a:lnTo>
                  <a:pt x="494071" y="66253"/>
                </a:lnTo>
                <a:lnTo>
                  <a:pt x="494396" y="66856"/>
                </a:lnTo>
                <a:lnTo>
                  <a:pt x="494703" y="67479"/>
                </a:lnTo>
                <a:lnTo>
                  <a:pt x="494990" y="68120"/>
                </a:lnTo>
                <a:lnTo>
                  <a:pt x="495257" y="68780"/>
                </a:lnTo>
                <a:lnTo>
                  <a:pt x="495506" y="69458"/>
                </a:lnTo>
                <a:lnTo>
                  <a:pt x="495734" y="70156"/>
                </a:lnTo>
                <a:lnTo>
                  <a:pt x="495944" y="70872"/>
                </a:lnTo>
                <a:lnTo>
                  <a:pt x="496134" y="71607"/>
                </a:lnTo>
                <a:lnTo>
                  <a:pt x="496305" y="72361"/>
                </a:lnTo>
                <a:lnTo>
                  <a:pt x="496456" y="73134"/>
                </a:lnTo>
                <a:lnTo>
                  <a:pt x="496588" y="73926"/>
                </a:lnTo>
                <a:lnTo>
                  <a:pt x="496701" y="74736"/>
                </a:lnTo>
                <a:lnTo>
                  <a:pt x="496794" y="75566"/>
                </a:lnTo>
                <a:lnTo>
                  <a:pt x="496868" y="76414"/>
                </a:lnTo>
                <a:lnTo>
                  <a:pt x="496923" y="77281"/>
                </a:lnTo>
                <a:lnTo>
                  <a:pt x="496958" y="78167"/>
                </a:lnTo>
                <a:lnTo>
                  <a:pt x="453680" y="78167"/>
                </a:lnTo>
                <a:lnTo>
                  <a:pt x="453741" y="77306"/>
                </a:lnTo>
                <a:lnTo>
                  <a:pt x="453820" y="76463"/>
                </a:lnTo>
                <a:lnTo>
                  <a:pt x="453917" y="75637"/>
                </a:lnTo>
                <a:lnTo>
                  <a:pt x="454034" y="74828"/>
                </a:lnTo>
                <a:lnTo>
                  <a:pt x="454169" y="74036"/>
                </a:lnTo>
                <a:close/>
                <a:moveTo>
                  <a:pt x="274499" y="128175"/>
                </a:moveTo>
                <a:lnTo>
                  <a:pt x="274924" y="128760"/>
                </a:lnTo>
                <a:lnTo>
                  <a:pt x="275359" y="129334"/>
                </a:lnTo>
                <a:lnTo>
                  <a:pt x="275804" y="129897"/>
                </a:lnTo>
                <a:lnTo>
                  <a:pt x="276258" y="130448"/>
                </a:lnTo>
                <a:lnTo>
                  <a:pt x="276723" y="130988"/>
                </a:lnTo>
                <a:lnTo>
                  <a:pt x="277197" y="131517"/>
                </a:lnTo>
                <a:lnTo>
                  <a:pt x="277680" y="132034"/>
                </a:lnTo>
                <a:lnTo>
                  <a:pt x="278174" y="132540"/>
                </a:lnTo>
                <a:lnTo>
                  <a:pt x="278677" y="133035"/>
                </a:lnTo>
                <a:lnTo>
                  <a:pt x="279190" y="133518"/>
                </a:lnTo>
                <a:lnTo>
                  <a:pt x="279713" y="133990"/>
                </a:lnTo>
                <a:lnTo>
                  <a:pt x="280246" y="134450"/>
                </a:lnTo>
                <a:lnTo>
                  <a:pt x="280788" y="134899"/>
                </a:lnTo>
                <a:lnTo>
                  <a:pt x="281340" y="135337"/>
                </a:lnTo>
                <a:lnTo>
                  <a:pt x="281902" y="135763"/>
                </a:lnTo>
                <a:lnTo>
                  <a:pt x="282474" y="136178"/>
                </a:lnTo>
                <a:lnTo>
                  <a:pt x="283055" y="136581"/>
                </a:lnTo>
                <a:lnTo>
                  <a:pt x="283647" y="136974"/>
                </a:lnTo>
                <a:lnTo>
                  <a:pt x="284248" y="137354"/>
                </a:lnTo>
                <a:lnTo>
                  <a:pt x="284858" y="137724"/>
                </a:lnTo>
                <a:lnTo>
                  <a:pt x="285479" y="138082"/>
                </a:lnTo>
                <a:lnTo>
                  <a:pt x="286109" y="138429"/>
                </a:lnTo>
                <a:lnTo>
                  <a:pt x="286748" y="138763"/>
                </a:lnTo>
                <a:lnTo>
                  <a:pt x="287394" y="139082"/>
                </a:lnTo>
                <a:lnTo>
                  <a:pt x="288048" y="139386"/>
                </a:lnTo>
                <a:lnTo>
                  <a:pt x="288708" y="139676"/>
                </a:lnTo>
                <a:lnTo>
                  <a:pt x="289376" y="139952"/>
                </a:lnTo>
                <a:lnTo>
                  <a:pt x="290051" y="140213"/>
                </a:lnTo>
                <a:lnTo>
                  <a:pt x="290734" y="140459"/>
                </a:lnTo>
                <a:lnTo>
                  <a:pt x="291424" y="140691"/>
                </a:lnTo>
                <a:lnTo>
                  <a:pt x="292121" y="140908"/>
                </a:lnTo>
                <a:lnTo>
                  <a:pt x="292825" y="141111"/>
                </a:lnTo>
                <a:lnTo>
                  <a:pt x="293537" y="141299"/>
                </a:lnTo>
                <a:lnTo>
                  <a:pt x="294256" y="141473"/>
                </a:lnTo>
                <a:lnTo>
                  <a:pt x="294982" y="141632"/>
                </a:lnTo>
                <a:lnTo>
                  <a:pt x="295716" y="141776"/>
                </a:lnTo>
                <a:lnTo>
                  <a:pt x="296456" y="141906"/>
                </a:lnTo>
                <a:lnTo>
                  <a:pt x="297204" y="142021"/>
                </a:lnTo>
                <a:lnTo>
                  <a:pt x="297960" y="142122"/>
                </a:lnTo>
                <a:lnTo>
                  <a:pt x="298722" y="142208"/>
                </a:lnTo>
                <a:lnTo>
                  <a:pt x="299492" y="142280"/>
                </a:lnTo>
                <a:lnTo>
                  <a:pt x="300270" y="142337"/>
                </a:lnTo>
                <a:lnTo>
                  <a:pt x="301054" y="142379"/>
                </a:lnTo>
                <a:lnTo>
                  <a:pt x="301846" y="142407"/>
                </a:lnTo>
                <a:lnTo>
                  <a:pt x="302645" y="142420"/>
                </a:lnTo>
                <a:lnTo>
                  <a:pt x="303451" y="142419"/>
                </a:lnTo>
                <a:lnTo>
                  <a:pt x="304436" y="142401"/>
                </a:lnTo>
                <a:lnTo>
                  <a:pt x="305413" y="142363"/>
                </a:lnTo>
                <a:lnTo>
                  <a:pt x="306381" y="142306"/>
                </a:lnTo>
                <a:lnTo>
                  <a:pt x="307342" y="142230"/>
                </a:lnTo>
                <a:lnTo>
                  <a:pt x="308294" y="142134"/>
                </a:lnTo>
                <a:lnTo>
                  <a:pt x="309238" y="142018"/>
                </a:lnTo>
                <a:lnTo>
                  <a:pt x="310174" y="141884"/>
                </a:lnTo>
                <a:lnTo>
                  <a:pt x="311102" y="141729"/>
                </a:lnTo>
                <a:lnTo>
                  <a:pt x="312021" y="141556"/>
                </a:lnTo>
                <a:lnTo>
                  <a:pt x="312933" y="141363"/>
                </a:lnTo>
                <a:lnTo>
                  <a:pt x="313836" y="141150"/>
                </a:lnTo>
                <a:lnTo>
                  <a:pt x="314731" y="140919"/>
                </a:lnTo>
                <a:lnTo>
                  <a:pt x="315618" y="140667"/>
                </a:lnTo>
                <a:lnTo>
                  <a:pt x="316497" y="140397"/>
                </a:lnTo>
                <a:lnTo>
                  <a:pt x="317367" y="140107"/>
                </a:lnTo>
                <a:lnTo>
                  <a:pt x="318230" y="139797"/>
                </a:lnTo>
                <a:lnTo>
                  <a:pt x="319084" y="139468"/>
                </a:lnTo>
                <a:lnTo>
                  <a:pt x="319930" y="139120"/>
                </a:lnTo>
                <a:lnTo>
                  <a:pt x="320768" y="138752"/>
                </a:lnTo>
                <a:lnTo>
                  <a:pt x="321597" y="138365"/>
                </a:lnTo>
                <a:lnTo>
                  <a:pt x="322419" y="137959"/>
                </a:lnTo>
                <a:lnTo>
                  <a:pt x="323232" y="137533"/>
                </a:lnTo>
                <a:lnTo>
                  <a:pt x="324037" y="137087"/>
                </a:lnTo>
                <a:lnTo>
                  <a:pt x="324834" y="136622"/>
                </a:lnTo>
                <a:lnTo>
                  <a:pt x="325621" y="136138"/>
                </a:lnTo>
                <a:lnTo>
                  <a:pt x="326393" y="135634"/>
                </a:lnTo>
                <a:lnTo>
                  <a:pt x="327152" y="135110"/>
                </a:lnTo>
                <a:lnTo>
                  <a:pt x="327897" y="134566"/>
                </a:lnTo>
                <a:lnTo>
                  <a:pt x="328628" y="134003"/>
                </a:lnTo>
                <a:lnTo>
                  <a:pt x="329346" y="133419"/>
                </a:lnTo>
                <a:lnTo>
                  <a:pt x="330050" y="132816"/>
                </a:lnTo>
                <a:lnTo>
                  <a:pt x="330740" y="132193"/>
                </a:lnTo>
                <a:lnTo>
                  <a:pt x="331417" y="131551"/>
                </a:lnTo>
                <a:lnTo>
                  <a:pt x="332080" y="130888"/>
                </a:lnTo>
                <a:lnTo>
                  <a:pt x="332729" y="130206"/>
                </a:lnTo>
                <a:lnTo>
                  <a:pt x="333365" y="129504"/>
                </a:lnTo>
                <a:lnTo>
                  <a:pt x="333987" y="128783"/>
                </a:lnTo>
                <a:lnTo>
                  <a:pt x="334595" y="128041"/>
                </a:lnTo>
                <a:lnTo>
                  <a:pt x="335190" y="127280"/>
                </a:lnTo>
                <a:lnTo>
                  <a:pt x="335771" y="126499"/>
                </a:lnTo>
                <a:lnTo>
                  <a:pt x="336338" y="125698"/>
                </a:lnTo>
                <a:lnTo>
                  <a:pt x="336891" y="124878"/>
                </a:lnTo>
                <a:lnTo>
                  <a:pt x="337431" y="124037"/>
                </a:lnTo>
                <a:lnTo>
                  <a:pt x="337957" y="123177"/>
                </a:lnTo>
                <a:lnTo>
                  <a:pt x="338470" y="122298"/>
                </a:lnTo>
                <a:lnTo>
                  <a:pt x="338969" y="121398"/>
                </a:lnTo>
                <a:lnTo>
                  <a:pt x="339454" y="120478"/>
                </a:lnTo>
                <a:lnTo>
                  <a:pt x="339926" y="119539"/>
                </a:lnTo>
                <a:lnTo>
                  <a:pt x="340381" y="118580"/>
                </a:lnTo>
                <a:lnTo>
                  <a:pt x="340816" y="117599"/>
                </a:lnTo>
                <a:lnTo>
                  <a:pt x="341232" y="116597"/>
                </a:lnTo>
                <a:lnTo>
                  <a:pt x="341629" y="115573"/>
                </a:lnTo>
                <a:lnTo>
                  <a:pt x="342007" y="114529"/>
                </a:lnTo>
                <a:lnTo>
                  <a:pt x="342365" y="113463"/>
                </a:lnTo>
                <a:lnTo>
                  <a:pt x="342704" y="112376"/>
                </a:lnTo>
                <a:lnTo>
                  <a:pt x="343023" y="111268"/>
                </a:lnTo>
                <a:lnTo>
                  <a:pt x="343323" y="110139"/>
                </a:lnTo>
                <a:lnTo>
                  <a:pt x="343604" y="108989"/>
                </a:lnTo>
                <a:lnTo>
                  <a:pt x="343866" y="107817"/>
                </a:lnTo>
                <a:lnTo>
                  <a:pt x="344108" y="106624"/>
                </a:lnTo>
                <a:lnTo>
                  <a:pt x="344330" y="105410"/>
                </a:lnTo>
                <a:lnTo>
                  <a:pt x="344534" y="104175"/>
                </a:lnTo>
                <a:lnTo>
                  <a:pt x="344717" y="102918"/>
                </a:lnTo>
                <a:lnTo>
                  <a:pt x="344882" y="101640"/>
                </a:lnTo>
                <a:lnTo>
                  <a:pt x="345027" y="100341"/>
                </a:lnTo>
                <a:lnTo>
                  <a:pt x="345153" y="99021"/>
                </a:lnTo>
                <a:lnTo>
                  <a:pt x="345260" y="97680"/>
                </a:lnTo>
                <a:lnTo>
                  <a:pt x="345347" y="96317"/>
                </a:lnTo>
                <a:lnTo>
                  <a:pt x="345414" y="94934"/>
                </a:lnTo>
                <a:lnTo>
                  <a:pt x="345463" y="93529"/>
                </a:lnTo>
                <a:lnTo>
                  <a:pt x="345492" y="92103"/>
                </a:lnTo>
                <a:lnTo>
                  <a:pt x="345502" y="90655"/>
                </a:lnTo>
                <a:lnTo>
                  <a:pt x="345493" y="89157"/>
                </a:lnTo>
                <a:lnTo>
                  <a:pt x="345466" y="87681"/>
                </a:lnTo>
                <a:lnTo>
                  <a:pt x="345421" y="86227"/>
                </a:lnTo>
                <a:lnTo>
                  <a:pt x="345358" y="84797"/>
                </a:lnTo>
                <a:lnTo>
                  <a:pt x="345277" y="83389"/>
                </a:lnTo>
                <a:lnTo>
                  <a:pt x="345179" y="82004"/>
                </a:lnTo>
                <a:lnTo>
                  <a:pt x="345062" y="80641"/>
                </a:lnTo>
                <a:lnTo>
                  <a:pt x="344927" y="79301"/>
                </a:lnTo>
                <a:lnTo>
                  <a:pt x="344775" y="77984"/>
                </a:lnTo>
                <a:lnTo>
                  <a:pt x="344605" y="76689"/>
                </a:lnTo>
                <a:lnTo>
                  <a:pt x="344416" y="75417"/>
                </a:lnTo>
                <a:lnTo>
                  <a:pt x="344210" y="74168"/>
                </a:lnTo>
                <a:lnTo>
                  <a:pt x="343986" y="72941"/>
                </a:lnTo>
                <a:lnTo>
                  <a:pt x="343743" y="71737"/>
                </a:lnTo>
                <a:lnTo>
                  <a:pt x="343483" y="70556"/>
                </a:lnTo>
                <a:lnTo>
                  <a:pt x="343205" y="69397"/>
                </a:lnTo>
                <a:lnTo>
                  <a:pt x="342909" y="68261"/>
                </a:lnTo>
                <a:lnTo>
                  <a:pt x="342595" y="67148"/>
                </a:lnTo>
                <a:lnTo>
                  <a:pt x="342263" y="66057"/>
                </a:lnTo>
                <a:lnTo>
                  <a:pt x="341914" y="64989"/>
                </a:lnTo>
                <a:lnTo>
                  <a:pt x="341546" y="63943"/>
                </a:lnTo>
                <a:lnTo>
                  <a:pt x="341160" y="62921"/>
                </a:lnTo>
                <a:lnTo>
                  <a:pt x="340756" y="61920"/>
                </a:lnTo>
                <a:lnTo>
                  <a:pt x="340335" y="60943"/>
                </a:lnTo>
                <a:lnTo>
                  <a:pt x="339897" y="59987"/>
                </a:lnTo>
                <a:lnTo>
                  <a:pt x="339447" y="59051"/>
                </a:lnTo>
                <a:lnTo>
                  <a:pt x="338982" y="58136"/>
                </a:lnTo>
                <a:lnTo>
                  <a:pt x="338505" y="57242"/>
                </a:lnTo>
                <a:lnTo>
                  <a:pt x="338013" y="56367"/>
                </a:lnTo>
                <a:lnTo>
                  <a:pt x="337508" y="55514"/>
                </a:lnTo>
                <a:lnTo>
                  <a:pt x="336990" y="54681"/>
                </a:lnTo>
                <a:lnTo>
                  <a:pt x="336458" y="53868"/>
                </a:lnTo>
                <a:lnTo>
                  <a:pt x="335913" y="53076"/>
                </a:lnTo>
                <a:lnTo>
                  <a:pt x="335354" y="52304"/>
                </a:lnTo>
                <a:lnTo>
                  <a:pt x="334782" y="51553"/>
                </a:lnTo>
                <a:lnTo>
                  <a:pt x="334196" y="50822"/>
                </a:lnTo>
                <a:lnTo>
                  <a:pt x="333597" y="50112"/>
                </a:lnTo>
                <a:lnTo>
                  <a:pt x="332984" y="49422"/>
                </a:lnTo>
                <a:lnTo>
                  <a:pt x="332358" y="48753"/>
                </a:lnTo>
                <a:lnTo>
                  <a:pt x="331718" y="48104"/>
                </a:lnTo>
                <a:lnTo>
                  <a:pt x="331064" y="47476"/>
                </a:lnTo>
                <a:lnTo>
                  <a:pt x="330398" y="46868"/>
                </a:lnTo>
                <a:lnTo>
                  <a:pt x="329717" y="46281"/>
                </a:lnTo>
                <a:lnTo>
                  <a:pt x="329024" y="45714"/>
                </a:lnTo>
                <a:lnTo>
                  <a:pt x="328316" y="45168"/>
                </a:lnTo>
                <a:lnTo>
                  <a:pt x="327595" y="44642"/>
                </a:lnTo>
                <a:lnTo>
                  <a:pt x="326861" y="44137"/>
                </a:lnTo>
                <a:lnTo>
                  <a:pt x="326113" y="43652"/>
                </a:lnTo>
                <a:lnTo>
                  <a:pt x="325354" y="43188"/>
                </a:lnTo>
                <a:lnTo>
                  <a:pt x="324586" y="42743"/>
                </a:lnTo>
                <a:lnTo>
                  <a:pt x="323809" y="42318"/>
                </a:lnTo>
                <a:lnTo>
                  <a:pt x="323023" y="41912"/>
                </a:lnTo>
                <a:lnTo>
                  <a:pt x="322227" y="41527"/>
                </a:lnTo>
                <a:lnTo>
                  <a:pt x="321423" y="41161"/>
                </a:lnTo>
                <a:lnTo>
                  <a:pt x="320610" y="40815"/>
                </a:lnTo>
                <a:lnTo>
                  <a:pt x="319787" y="40489"/>
                </a:lnTo>
                <a:lnTo>
                  <a:pt x="318955" y="40182"/>
                </a:lnTo>
                <a:lnTo>
                  <a:pt x="318115" y="39896"/>
                </a:lnTo>
                <a:lnTo>
                  <a:pt x="317265" y="39629"/>
                </a:lnTo>
                <a:lnTo>
                  <a:pt x="316406" y="39382"/>
                </a:lnTo>
                <a:lnTo>
                  <a:pt x="315539" y="39154"/>
                </a:lnTo>
                <a:lnTo>
                  <a:pt x="314662" y="38947"/>
                </a:lnTo>
                <a:lnTo>
                  <a:pt x="313776" y="38759"/>
                </a:lnTo>
                <a:lnTo>
                  <a:pt x="312881" y="38591"/>
                </a:lnTo>
                <a:lnTo>
                  <a:pt x="311977" y="38442"/>
                </a:lnTo>
                <a:lnTo>
                  <a:pt x="311064" y="38314"/>
                </a:lnTo>
                <a:lnTo>
                  <a:pt x="310142" y="38205"/>
                </a:lnTo>
                <a:lnTo>
                  <a:pt x="309210" y="38116"/>
                </a:lnTo>
                <a:lnTo>
                  <a:pt x="308270" y="38047"/>
                </a:lnTo>
                <a:lnTo>
                  <a:pt x="307321" y="37997"/>
                </a:lnTo>
                <a:lnTo>
                  <a:pt x="306363" y="37968"/>
                </a:lnTo>
                <a:lnTo>
                  <a:pt x="305395" y="37958"/>
                </a:lnTo>
                <a:lnTo>
                  <a:pt x="304513" y="37965"/>
                </a:lnTo>
                <a:lnTo>
                  <a:pt x="303642" y="37988"/>
                </a:lnTo>
                <a:lnTo>
                  <a:pt x="302780" y="38026"/>
                </a:lnTo>
                <a:lnTo>
                  <a:pt x="301928" y="38079"/>
                </a:lnTo>
                <a:lnTo>
                  <a:pt x="301086" y="38147"/>
                </a:lnTo>
                <a:lnTo>
                  <a:pt x="300254" y="38230"/>
                </a:lnTo>
                <a:lnTo>
                  <a:pt x="299432" y="38328"/>
                </a:lnTo>
                <a:lnTo>
                  <a:pt x="298620" y="38441"/>
                </a:lnTo>
                <a:lnTo>
                  <a:pt x="297818" y="38569"/>
                </a:lnTo>
                <a:lnTo>
                  <a:pt x="297025" y="38713"/>
                </a:lnTo>
                <a:lnTo>
                  <a:pt x="296243" y="38871"/>
                </a:lnTo>
                <a:lnTo>
                  <a:pt x="295471" y="39045"/>
                </a:lnTo>
                <a:lnTo>
                  <a:pt x="294708" y="39234"/>
                </a:lnTo>
                <a:lnTo>
                  <a:pt x="293956" y="39438"/>
                </a:lnTo>
                <a:lnTo>
                  <a:pt x="293213" y="39656"/>
                </a:lnTo>
                <a:lnTo>
                  <a:pt x="292481" y="39890"/>
                </a:lnTo>
                <a:lnTo>
                  <a:pt x="291758" y="40140"/>
                </a:lnTo>
                <a:lnTo>
                  <a:pt x="291046" y="40404"/>
                </a:lnTo>
                <a:lnTo>
                  <a:pt x="290343" y="40683"/>
                </a:lnTo>
                <a:lnTo>
                  <a:pt x="289650" y="40978"/>
                </a:lnTo>
                <a:lnTo>
                  <a:pt x="288968" y="41287"/>
                </a:lnTo>
                <a:lnTo>
                  <a:pt x="288295" y="41612"/>
                </a:lnTo>
                <a:lnTo>
                  <a:pt x="287632" y="41951"/>
                </a:lnTo>
                <a:lnTo>
                  <a:pt x="286979" y="42306"/>
                </a:lnTo>
                <a:lnTo>
                  <a:pt x="286335" y="42675"/>
                </a:lnTo>
                <a:lnTo>
                  <a:pt x="285699" y="43057"/>
                </a:lnTo>
                <a:lnTo>
                  <a:pt x="285070" y="43452"/>
                </a:lnTo>
                <a:lnTo>
                  <a:pt x="284449" y="43859"/>
                </a:lnTo>
                <a:lnTo>
                  <a:pt x="283837" y="44280"/>
                </a:lnTo>
                <a:lnTo>
                  <a:pt x="283232" y="44714"/>
                </a:lnTo>
                <a:lnTo>
                  <a:pt x="282634" y="45160"/>
                </a:lnTo>
                <a:lnTo>
                  <a:pt x="282045" y="45620"/>
                </a:lnTo>
                <a:lnTo>
                  <a:pt x="281464" y="46093"/>
                </a:lnTo>
                <a:lnTo>
                  <a:pt x="280890" y="46578"/>
                </a:lnTo>
                <a:lnTo>
                  <a:pt x="280324" y="47077"/>
                </a:lnTo>
                <a:lnTo>
                  <a:pt x="279766" y="47588"/>
                </a:lnTo>
                <a:lnTo>
                  <a:pt x="279216" y="48113"/>
                </a:lnTo>
                <a:lnTo>
                  <a:pt x="278673" y="48650"/>
                </a:lnTo>
                <a:lnTo>
                  <a:pt x="278138" y="49200"/>
                </a:lnTo>
                <a:lnTo>
                  <a:pt x="277612" y="49764"/>
                </a:lnTo>
                <a:lnTo>
                  <a:pt x="277093" y="50340"/>
                </a:lnTo>
                <a:lnTo>
                  <a:pt x="276581" y="50929"/>
                </a:lnTo>
                <a:lnTo>
                  <a:pt x="276078" y="51531"/>
                </a:lnTo>
                <a:lnTo>
                  <a:pt x="275582" y="52147"/>
                </a:lnTo>
                <a:lnTo>
                  <a:pt x="275095" y="52775"/>
                </a:lnTo>
                <a:lnTo>
                  <a:pt x="274615" y="53416"/>
                </a:lnTo>
                <a:lnTo>
                  <a:pt x="274143" y="54070"/>
                </a:lnTo>
                <a:lnTo>
                  <a:pt x="273678" y="54737"/>
                </a:lnTo>
                <a:lnTo>
                  <a:pt x="272144" y="39493"/>
                </a:lnTo>
                <a:lnTo>
                  <a:pt x="246565" y="39493"/>
                </a:lnTo>
                <a:lnTo>
                  <a:pt x="246565" y="177205"/>
                </a:lnTo>
                <a:lnTo>
                  <a:pt x="273678" y="177205"/>
                </a:lnTo>
                <a:lnTo>
                  <a:pt x="273678" y="126970"/>
                </a:lnTo>
                <a:lnTo>
                  <a:pt x="274084" y="127578"/>
                </a:lnTo>
                <a:lnTo>
                  <a:pt x="274499" y="128175"/>
                </a:lnTo>
                <a:close/>
                <a:moveTo>
                  <a:pt x="294097" y="121516"/>
                </a:moveTo>
                <a:lnTo>
                  <a:pt x="293464" y="121441"/>
                </a:lnTo>
                <a:lnTo>
                  <a:pt x="292839" y="121350"/>
                </a:lnTo>
                <a:lnTo>
                  <a:pt x="292222" y="121241"/>
                </a:lnTo>
                <a:lnTo>
                  <a:pt x="291611" y="121116"/>
                </a:lnTo>
                <a:lnTo>
                  <a:pt x="291008" y="120975"/>
                </a:lnTo>
                <a:lnTo>
                  <a:pt x="290412" y="120816"/>
                </a:lnTo>
                <a:lnTo>
                  <a:pt x="289824" y="120641"/>
                </a:lnTo>
                <a:lnTo>
                  <a:pt x="289242" y="120450"/>
                </a:lnTo>
                <a:lnTo>
                  <a:pt x="288668" y="120241"/>
                </a:lnTo>
                <a:lnTo>
                  <a:pt x="288102" y="120016"/>
                </a:lnTo>
                <a:lnTo>
                  <a:pt x="287542" y="119775"/>
                </a:lnTo>
                <a:lnTo>
                  <a:pt x="286990" y="119517"/>
                </a:lnTo>
                <a:lnTo>
                  <a:pt x="286445" y="119242"/>
                </a:lnTo>
                <a:lnTo>
                  <a:pt x="285908" y="118950"/>
                </a:lnTo>
                <a:lnTo>
                  <a:pt x="285377" y="118642"/>
                </a:lnTo>
                <a:lnTo>
                  <a:pt x="284854" y="118317"/>
                </a:lnTo>
                <a:lnTo>
                  <a:pt x="284339" y="117975"/>
                </a:lnTo>
                <a:lnTo>
                  <a:pt x="283830" y="117617"/>
                </a:lnTo>
                <a:lnTo>
                  <a:pt x="283329" y="117242"/>
                </a:lnTo>
                <a:lnTo>
                  <a:pt x="282835" y="116850"/>
                </a:lnTo>
                <a:lnTo>
                  <a:pt x="282349" y="116447"/>
                </a:lnTo>
                <a:lnTo>
                  <a:pt x="281873" y="116038"/>
                </a:lnTo>
                <a:lnTo>
                  <a:pt x="281405" y="115621"/>
                </a:lnTo>
                <a:lnTo>
                  <a:pt x="280947" y="115199"/>
                </a:lnTo>
                <a:lnTo>
                  <a:pt x="280497" y="114769"/>
                </a:lnTo>
                <a:lnTo>
                  <a:pt x="280057" y="114333"/>
                </a:lnTo>
                <a:lnTo>
                  <a:pt x="279625" y="113891"/>
                </a:lnTo>
                <a:lnTo>
                  <a:pt x="279203" y="113442"/>
                </a:lnTo>
                <a:lnTo>
                  <a:pt x="278790" y="112987"/>
                </a:lnTo>
                <a:lnTo>
                  <a:pt x="278386" y="112525"/>
                </a:lnTo>
                <a:lnTo>
                  <a:pt x="277991" y="112056"/>
                </a:lnTo>
                <a:lnTo>
                  <a:pt x="277604" y="111581"/>
                </a:lnTo>
                <a:lnTo>
                  <a:pt x="277227" y="111100"/>
                </a:lnTo>
                <a:lnTo>
                  <a:pt x="276859" y="110612"/>
                </a:lnTo>
                <a:lnTo>
                  <a:pt x="276501" y="110117"/>
                </a:lnTo>
                <a:lnTo>
                  <a:pt x="276151" y="109616"/>
                </a:lnTo>
                <a:lnTo>
                  <a:pt x="275810" y="109108"/>
                </a:lnTo>
                <a:lnTo>
                  <a:pt x="275478" y="108594"/>
                </a:lnTo>
                <a:lnTo>
                  <a:pt x="275156" y="108074"/>
                </a:lnTo>
                <a:lnTo>
                  <a:pt x="274842" y="107546"/>
                </a:lnTo>
                <a:lnTo>
                  <a:pt x="274537" y="107013"/>
                </a:lnTo>
                <a:lnTo>
                  <a:pt x="274242" y="106472"/>
                </a:lnTo>
                <a:lnTo>
                  <a:pt x="273956" y="105926"/>
                </a:lnTo>
                <a:lnTo>
                  <a:pt x="273678" y="105372"/>
                </a:lnTo>
                <a:lnTo>
                  <a:pt x="273678" y="75321"/>
                </a:lnTo>
                <a:lnTo>
                  <a:pt x="273923" y="74801"/>
                </a:lnTo>
                <a:lnTo>
                  <a:pt x="274181" y="74285"/>
                </a:lnTo>
                <a:lnTo>
                  <a:pt x="274452" y="73772"/>
                </a:lnTo>
                <a:lnTo>
                  <a:pt x="274735" y="73262"/>
                </a:lnTo>
                <a:lnTo>
                  <a:pt x="275032" y="72756"/>
                </a:lnTo>
                <a:lnTo>
                  <a:pt x="275341" y="72253"/>
                </a:lnTo>
                <a:lnTo>
                  <a:pt x="275663" y="71754"/>
                </a:lnTo>
                <a:lnTo>
                  <a:pt x="275997" y="71258"/>
                </a:lnTo>
                <a:lnTo>
                  <a:pt x="276345" y="70765"/>
                </a:lnTo>
                <a:lnTo>
                  <a:pt x="276705" y="70276"/>
                </a:lnTo>
                <a:lnTo>
                  <a:pt x="277078" y="69791"/>
                </a:lnTo>
                <a:lnTo>
                  <a:pt x="277464" y="69309"/>
                </a:lnTo>
                <a:lnTo>
                  <a:pt x="277862" y="68830"/>
                </a:lnTo>
                <a:lnTo>
                  <a:pt x="278274" y="68355"/>
                </a:lnTo>
                <a:lnTo>
                  <a:pt x="278698" y="67883"/>
                </a:lnTo>
                <a:lnTo>
                  <a:pt x="279135" y="67415"/>
                </a:lnTo>
                <a:lnTo>
                  <a:pt x="279585" y="66950"/>
                </a:lnTo>
                <a:lnTo>
                  <a:pt x="280047" y="66488"/>
                </a:lnTo>
                <a:lnTo>
                  <a:pt x="280522" y="66030"/>
                </a:lnTo>
                <a:lnTo>
                  <a:pt x="281011" y="65576"/>
                </a:lnTo>
                <a:lnTo>
                  <a:pt x="281512" y="65125"/>
                </a:lnTo>
                <a:lnTo>
                  <a:pt x="282025" y="64677"/>
                </a:lnTo>
                <a:lnTo>
                  <a:pt x="282552" y="64233"/>
                </a:lnTo>
                <a:lnTo>
                  <a:pt x="283091" y="63792"/>
                </a:lnTo>
                <a:lnTo>
                  <a:pt x="283641" y="63362"/>
                </a:lnTo>
                <a:lnTo>
                  <a:pt x="284201" y="62950"/>
                </a:lnTo>
                <a:lnTo>
                  <a:pt x="284770" y="62557"/>
                </a:lnTo>
                <a:lnTo>
                  <a:pt x="285348" y="62182"/>
                </a:lnTo>
                <a:lnTo>
                  <a:pt x="285935" y="61825"/>
                </a:lnTo>
                <a:lnTo>
                  <a:pt x="286531" y="61487"/>
                </a:lnTo>
                <a:lnTo>
                  <a:pt x="287137" y="61166"/>
                </a:lnTo>
                <a:lnTo>
                  <a:pt x="287752" y="60865"/>
                </a:lnTo>
                <a:lnTo>
                  <a:pt x="288376" y="60581"/>
                </a:lnTo>
                <a:lnTo>
                  <a:pt x="289009" y="60316"/>
                </a:lnTo>
                <a:lnTo>
                  <a:pt x="289652" y="60069"/>
                </a:lnTo>
                <a:lnTo>
                  <a:pt x="290304" y="59840"/>
                </a:lnTo>
                <a:lnTo>
                  <a:pt x="290965" y="59630"/>
                </a:lnTo>
                <a:lnTo>
                  <a:pt x="291635" y="59438"/>
                </a:lnTo>
                <a:lnTo>
                  <a:pt x="292315" y="59264"/>
                </a:lnTo>
                <a:lnTo>
                  <a:pt x="293004" y="59108"/>
                </a:lnTo>
                <a:lnTo>
                  <a:pt x="293702" y="58971"/>
                </a:lnTo>
                <a:lnTo>
                  <a:pt x="294409" y="58852"/>
                </a:lnTo>
                <a:lnTo>
                  <a:pt x="295126" y="58751"/>
                </a:lnTo>
                <a:lnTo>
                  <a:pt x="295852" y="58669"/>
                </a:lnTo>
                <a:lnTo>
                  <a:pt x="296587" y="58605"/>
                </a:lnTo>
                <a:lnTo>
                  <a:pt x="297331" y="58559"/>
                </a:lnTo>
                <a:lnTo>
                  <a:pt x="298084" y="58532"/>
                </a:lnTo>
                <a:lnTo>
                  <a:pt x="298847" y="58523"/>
                </a:lnTo>
                <a:lnTo>
                  <a:pt x="299574" y="58536"/>
                </a:lnTo>
                <a:lnTo>
                  <a:pt x="300288" y="58577"/>
                </a:lnTo>
                <a:lnTo>
                  <a:pt x="300988" y="58645"/>
                </a:lnTo>
                <a:lnTo>
                  <a:pt x="301676" y="58740"/>
                </a:lnTo>
                <a:lnTo>
                  <a:pt x="302351" y="58862"/>
                </a:lnTo>
                <a:lnTo>
                  <a:pt x="303013" y="59012"/>
                </a:lnTo>
                <a:lnTo>
                  <a:pt x="303662" y="59189"/>
                </a:lnTo>
                <a:lnTo>
                  <a:pt x="304298" y="59392"/>
                </a:lnTo>
                <a:lnTo>
                  <a:pt x="304921" y="59623"/>
                </a:lnTo>
                <a:lnTo>
                  <a:pt x="305531" y="59882"/>
                </a:lnTo>
                <a:lnTo>
                  <a:pt x="306128" y="60167"/>
                </a:lnTo>
                <a:lnTo>
                  <a:pt x="306712" y="60479"/>
                </a:lnTo>
                <a:lnTo>
                  <a:pt x="307284" y="60819"/>
                </a:lnTo>
                <a:lnTo>
                  <a:pt x="307842" y="61186"/>
                </a:lnTo>
                <a:lnTo>
                  <a:pt x="308387" y="61580"/>
                </a:lnTo>
                <a:lnTo>
                  <a:pt x="308919" y="62001"/>
                </a:lnTo>
                <a:lnTo>
                  <a:pt x="309438" y="62450"/>
                </a:lnTo>
                <a:lnTo>
                  <a:pt x="309945" y="62925"/>
                </a:lnTo>
                <a:lnTo>
                  <a:pt x="310438" y="63428"/>
                </a:lnTo>
                <a:lnTo>
                  <a:pt x="310919" y="63958"/>
                </a:lnTo>
                <a:lnTo>
                  <a:pt x="311386" y="64515"/>
                </a:lnTo>
                <a:lnTo>
                  <a:pt x="311840" y="65100"/>
                </a:lnTo>
                <a:lnTo>
                  <a:pt x="312282" y="65711"/>
                </a:lnTo>
                <a:lnTo>
                  <a:pt x="312710" y="66350"/>
                </a:lnTo>
                <a:lnTo>
                  <a:pt x="313124" y="67016"/>
                </a:lnTo>
                <a:lnTo>
                  <a:pt x="313519" y="67712"/>
                </a:lnTo>
                <a:lnTo>
                  <a:pt x="313897" y="68436"/>
                </a:lnTo>
                <a:lnTo>
                  <a:pt x="314258" y="69190"/>
                </a:lnTo>
                <a:lnTo>
                  <a:pt x="314601" y="69972"/>
                </a:lnTo>
                <a:lnTo>
                  <a:pt x="314926" y="70783"/>
                </a:lnTo>
                <a:lnTo>
                  <a:pt x="315234" y="71624"/>
                </a:lnTo>
                <a:lnTo>
                  <a:pt x="315524" y="72493"/>
                </a:lnTo>
                <a:lnTo>
                  <a:pt x="315797" y="73392"/>
                </a:lnTo>
                <a:lnTo>
                  <a:pt x="316052" y="74319"/>
                </a:lnTo>
                <a:lnTo>
                  <a:pt x="316289" y="75276"/>
                </a:lnTo>
                <a:lnTo>
                  <a:pt x="316509" y="76261"/>
                </a:lnTo>
                <a:lnTo>
                  <a:pt x="316711" y="77276"/>
                </a:lnTo>
                <a:lnTo>
                  <a:pt x="316896" y="78319"/>
                </a:lnTo>
                <a:lnTo>
                  <a:pt x="317063" y="79391"/>
                </a:lnTo>
                <a:lnTo>
                  <a:pt x="317212" y="80493"/>
                </a:lnTo>
                <a:lnTo>
                  <a:pt x="317344" y="81623"/>
                </a:lnTo>
                <a:lnTo>
                  <a:pt x="317458" y="82783"/>
                </a:lnTo>
                <a:lnTo>
                  <a:pt x="317555" y="83971"/>
                </a:lnTo>
                <a:lnTo>
                  <a:pt x="317634" y="85189"/>
                </a:lnTo>
                <a:lnTo>
                  <a:pt x="317696" y="86435"/>
                </a:lnTo>
                <a:lnTo>
                  <a:pt x="317740" y="87710"/>
                </a:lnTo>
                <a:lnTo>
                  <a:pt x="317766" y="89015"/>
                </a:lnTo>
                <a:lnTo>
                  <a:pt x="317775" y="90348"/>
                </a:lnTo>
                <a:lnTo>
                  <a:pt x="317765" y="91605"/>
                </a:lnTo>
                <a:lnTo>
                  <a:pt x="317737" y="92837"/>
                </a:lnTo>
                <a:lnTo>
                  <a:pt x="317690" y="94044"/>
                </a:lnTo>
                <a:lnTo>
                  <a:pt x="317624" y="95226"/>
                </a:lnTo>
                <a:lnTo>
                  <a:pt x="317540" y="96383"/>
                </a:lnTo>
                <a:lnTo>
                  <a:pt x="317436" y="97514"/>
                </a:lnTo>
                <a:lnTo>
                  <a:pt x="317314" y="98621"/>
                </a:lnTo>
                <a:lnTo>
                  <a:pt x="317172" y="99703"/>
                </a:lnTo>
                <a:lnTo>
                  <a:pt x="317012" y="100760"/>
                </a:lnTo>
                <a:lnTo>
                  <a:pt x="316833" y="101792"/>
                </a:lnTo>
                <a:lnTo>
                  <a:pt x="316636" y="102799"/>
                </a:lnTo>
                <a:lnTo>
                  <a:pt x="316419" y="103781"/>
                </a:lnTo>
                <a:lnTo>
                  <a:pt x="316184" y="104738"/>
                </a:lnTo>
                <a:lnTo>
                  <a:pt x="315930" y="105670"/>
                </a:lnTo>
                <a:lnTo>
                  <a:pt x="315657" y="106577"/>
                </a:lnTo>
                <a:lnTo>
                  <a:pt x="315365" y="107459"/>
                </a:lnTo>
                <a:lnTo>
                  <a:pt x="315054" y="108316"/>
                </a:lnTo>
                <a:lnTo>
                  <a:pt x="314725" y="109148"/>
                </a:lnTo>
                <a:lnTo>
                  <a:pt x="314376" y="109955"/>
                </a:lnTo>
                <a:lnTo>
                  <a:pt x="314009" y="110737"/>
                </a:lnTo>
                <a:lnTo>
                  <a:pt x="313623" y="111494"/>
                </a:lnTo>
                <a:lnTo>
                  <a:pt x="313218" y="112226"/>
                </a:lnTo>
                <a:lnTo>
                  <a:pt x="312795" y="112933"/>
                </a:lnTo>
                <a:lnTo>
                  <a:pt x="312352" y="113615"/>
                </a:lnTo>
                <a:lnTo>
                  <a:pt x="311892" y="114270"/>
                </a:lnTo>
                <a:lnTo>
                  <a:pt x="311415" y="114898"/>
                </a:lnTo>
                <a:lnTo>
                  <a:pt x="310922" y="115498"/>
                </a:lnTo>
                <a:lnTo>
                  <a:pt x="310411" y="116070"/>
                </a:lnTo>
                <a:lnTo>
                  <a:pt x="309884" y="116614"/>
                </a:lnTo>
                <a:lnTo>
                  <a:pt x="309341" y="117130"/>
                </a:lnTo>
                <a:lnTo>
                  <a:pt x="308780" y="117618"/>
                </a:lnTo>
                <a:lnTo>
                  <a:pt x="308203" y="118079"/>
                </a:lnTo>
                <a:lnTo>
                  <a:pt x="307609" y="118511"/>
                </a:lnTo>
                <a:lnTo>
                  <a:pt x="306999" y="118915"/>
                </a:lnTo>
                <a:lnTo>
                  <a:pt x="306371" y="119292"/>
                </a:lnTo>
                <a:lnTo>
                  <a:pt x="305728" y="119641"/>
                </a:lnTo>
                <a:lnTo>
                  <a:pt x="305067" y="119962"/>
                </a:lnTo>
                <a:lnTo>
                  <a:pt x="304390" y="120255"/>
                </a:lnTo>
                <a:lnTo>
                  <a:pt x="303696" y="120520"/>
                </a:lnTo>
                <a:lnTo>
                  <a:pt x="302985" y="120757"/>
                </a:lnTo>
                <a:lnTo>
                  <a:pt x="302258" y="120966"/>
                </a:lnTo>
                <a:lnTo>
                  <a:pt x="301514" y="121147"/>
                </a:lnTo>
                <a:lnTo>
                  <a:pt x="300753" y="121301"/>
                </a:lnTo>
                <a:lnTo>
                  <a:pt x="299975" y="121426"/>
                </a:lnTo>
                <a:lnTo>
                  <a:pt x="299181" y="121524"/>
                </a:lnTo>
                <a:lnTo>
                  <a:pt x="298370" y="121594"/>
                </a:lnTo>
                <a:lnTo>
                  <a:pt x="297543" y="121636"/>
                </a:lnTo>
                <a:lnTo>
                  <a:pt x="296699" y="121650"/>
                </a:lnTo>
                <a:lnTo>
                  <a:pt x="296037" y="121641"/>
                </a:lnTo>
                <a:lnTo>
                  <a:pt x="295383" y="121616"/>
                </a:lnTo>
                <a:lnTo>
                  <a:pt x="294736" y="121575"/>
                </a:lnTo>
                <a:lnTo>
                  <a:pt x="294097" y="121516"/>
                </a:lnTo>
                <a:close/>
                <a:moveTo>
                  <a:pt x="1253460" y="26291"/>
                </a:moveTo>
                <a:lnTo>
                  <a:pt x="1254027" y="26232"/>
                </a:lnTo>
                <a:lnTo>
                  <a:pt x="1254582" y="26160"/>
                </a:lnTo>
                <a:lnTo>
                  <a:pt x="1255125" y="26075"/>
                </a:lnTo>
                <a:lnTo>
                  <a:pt x="1255656" y="25976"/>
                </a:lnTo>
                <a:lnTo>
                  <a:pt x="1256174" y="25864"/>
                </a:lnTo>
                <a:lnTo>
                  <a:pt x="1256680" y="25739"/>
                </a:lnTo>
                <a:lnTo>
                  <a:pt x="1257173" y="25601"/>
                </a:lnTo>
                <a:lnTo>
                  <a:pt x="1257655" y="25450"/>
                </a:lnTo>
                <a:lnTo>
                  <a:pt x="1258124" y="25286"/>
                </a:lnTo>
                <a:lnTo>
                  <a:pt x="1258581" y="25108"/>
                </a:lnTo>
                <a:lnTo>
                  <a:pt x="1259026" y="24918"/>
                </a:lnTo>
                <a:lnTo>
                  <a:pt x="1259458" y="24714"/>
                </a:lnTo>
                <a:lnTo>
                  <a:pt x="1259878" y="24497"/>
                </a:lnTo>
                <a:lnTo>
                  <a:pt x="1260286" y="24267"/>
                </a:lnTo>
                <a:lnTo>
                  <a:pt x="1260682" y="24024"/>
                </a:lnTo>
                <a:lnTo>
                  <a:pt x="1261065" y="23768"/>
                </a:lnTo>
                <a:lnTo>
                  <a:pt x="1261436" y="23498"/>
                </a:lnTo>
                <a:lnTo>
                  <a:pt x="1261795" y="23216"/>
                </a:lnTo>
                <a:lnTo>
                  <a:pt x="1262142" y="22920"/>
                </a:lnTo>
                <a:lnTo>
                  <a:pt x="1262476" y="22611"/>
                </a:lnTo>
                <a:lnTo>
                  <a:pt x="1262798" y="22292"/>
                </a:lnTo>
                <a:lnTo>
                  <a:pt x="1263106" y="21967"/>
                </a:lnTo>
                <a:lnTo>
                  <a:pt x="1263400" y="21636"/>
                </a:lnTo>
                <a:lnTo>
                  <a:pt x="1263680" y="21298"/>
                </a:lnTo>
                <a:lnTo>
                  <a:pt x="1263947" y="20954"/>
                </a:lnTo>
                <a:lnTo>
                  <a:pt x="1264200" y="20603"/>
                </a:lnTo>
                <a:lnTo>
                  <a:pt x="1264439" y="20246"/>
                </a:lnTo>
                <a:lnTo>
                  <a:pt x="1264665" y="19883"/>
                </a:lnTo>
                <a:lnTo>
                  <a:pt x="1264877" y="19513"/>
                </a:lnTo>
                <a:lnTo>
                  <a:pt x="1265075" y="19137"/>
                </a:lnTo>
                <a:lnTo>
                  <a:pt x="1265260" y="18754"/>
                </a:lnTo>
                <a:lnTo>
                  <a:pt x="1265431" y="18365"/>
                </a:lnTo>
                <a:lnTo>
                  <a:pt x="1265588" y="17970"/>
                </a:lnTo>
                <a:lnTo>
                  <a:pt x="1265732" y="17568"/>
                </a:lnTo>
                <a:lnTo>
                  <a:pt x="1265861" y="17160"/>
                </a:lnTo>
                <a:lnTo>
                  <a:pt x="1265978" y="16745"/>
                </a:lnTo>
                <a:lnTo>
                  <a:pt x="1266080" y="16324"/>
                </a:lnTo>
                <a:lnTo>
                  <a:pt x="1266169" y="15897"/>
                </a:lnTo>
                <a:lnTo>
                  <a:pt x="1266244" y="15463"/>
                </a:lnTo>
                <a:lnTo>
                  <a:pt x="1266306" y="15023"/>
                </a:lnTo>
                <a:lnTo>
                  <a:pt x="1266354" y="14576"/>
                </a:lnTo>
                <a:lnTo>
                  <a:pt x="1266388" y="14123"/>
                </a:lnTo>
                <a:lnTo>
                  <a:pt x="1266409" y="13664"/>
                </a:lnTo>
                <a:lnTo>
                  <a:pt x="1266415" y="13198"/>
                </a:lnTo>
                <a:lnTo>
                  <a:pt x="1266409" y="12724"/>
                </a:lnTo>
                <a:lnTo>
                  <a:pt x="1266388" y="12257"/>
                </a:lnTo>
                <a:lnTo>
                  <a:pt x="1266354" y="11797"/>
                </a:lnTo>
                <a:lnTo>
                  <a:pt x="1266306" y="11344"/>
                </a:lnTo>
                <a:lnTo>
                  <a:pt x="1266244" y="10898"/>
                </a:lnTo>
                <a:lnTo>
                  <a:pt x="1266169" y="10458"/>
                </a:lnTo>
                <a:lnTo>
                  <a:pt x="1266080" y="10026"/>
                </a:lnTo>
                <a:lnTo>
                  <a:pt x="1265978" y="9600"/>
                </a:lnTo>
                <a:lnTo>
                  <a:pt x="1265861" y="9182"/>
                </a:lnTo>
                <a:lnTo>
                  <a:pt x="1265732" y="8770"/>
                </a:lnTo>
                <a:lnTo>
                  <a:pt x="1265588" y="8365"/>
                </a:lnTo>
                <a:lnTo>
                  <a:pt x="1265431" y="7968"/>
                </a:lnTo>
                <a:lnTo>
                  <a:pt x="1265260" y="7577"/>
                </a:lnTo>
                <a:lnTo>
                  <a:pt x="1265075" y="7193"/>
                </a:lnTo>
                <a:lnTo>
                  <a:pt x="1264877" y="6816"/>
                </a:lnTo>
                <a:lnTo>
                  <a:pt x="1264665" y="6446"/>
                </a:lnTo>
                <a:lnTo>
                  <a:pt x="1264439" y="6083"/>
                </a:lnTo>
                <a:lnTo>
                  <a:pt x="1264200" y="5726"/>
                </a:lnTo>
                <a:lnTo>
                  <a:pt x="1263947" y="5377"/>
                </a:lnTo>
                <a:lnTo>
                  <a:pt x="1263680" y="5035"/>
                </a:lnTo>
                <a:lnTo>
                  <a:pt x="1263400" y="4699"/>
                </a:lnTo>
                <a:lnTo>
                  <a:pt x="1263106" y="4371"/>
                </a:lnTo>
                <a:lnTo>
                  <a:pt x="1262798" y="4049"/>
                </a:lnTo>
                <a:lnTo>
                  <a:pt x="1262476" y="3734"/>
                </a:lnTo>
                <a:lnTo>
                  <a:pt x="1262142" y="3430"/>
                </a:lnTo>
                <a:lnTo>
                  <a:pt x="1261795" y="3138"/>
                </a:lnTo>
                <a:lnTo>
                  <a:pt x="1261436" y="2859"/>
                </a:lnTo>
                <a:lnTo>
                  <a:pt x="1261065" y="2593"/>
                </a:lnTo>
                <a:lnTo>
                  <a:pt x="1260682" y="2340"/>
                </a:lnTo>
                <a:lnTo>
                  <a:pt x="1260286" y="2101"/>
                </a:lnTo>
                <a:lnTo>
                  <a:pt x="1259878" y="1874"/>
                </a:lnTo>
                <a:lnTo>
                  <a:pt x="1259458" y="1660"/>
                </a:lnTo>
                <a:lnTo>
                  <a:pt x="1259026" y="1459"/>
                </a:lnTo>
                <a:lnTo>
                  <a:pt x="1258581" y="1271"/>
                </a:lnTo>
                <a:lnTo>
                  <a:pt x="1258124" y="1096"/>
                </a:lnTo>
                <a:lnTo>
                  <a:pt x="1257655" y="934"/>
                </a:lnTo>
                <a:lnTo>
                  <a:pt x="1257173" y="784"/>
                </a:lnTo>
                <a:lnTo>
                  <a:pt x="1256680" y="648"/>
                </a:lnTo>
                <a:lnTo>
                  <a:pt x="1256174" y="525"/>
                </a:lnTo>
                <a:lnTo>
                  <a:pt x="1255656" y="415"/>
                </a:lnTo>
                <a:lnTo>
                  <a:pt x="1255125" y="318"/>
                </a:lnTo>
                <a:lnTo>
                  <a:pt x="1254582" y="233"/>
                </a:lnTo>
                <a:lnTo>
                  <a:pt x="1254027" y="162"/>
                </a:lnTo>
                <a:lnTo>
                  <a:pt x="1253460" y="104"/>
                </a:lnTo>
                <a:lnTo>
                  <a:pt x="1252881" y="58"/>
                </a:lnTo>
                <a:lnTo>
                  <a:pt x="1252289" y="26"/>
                </a:lnTo>
                <a:lnTo>
                  <a:pt x="1251685" y="6"/>
                </a:lnTo>
                <a:lnTo>
                  <a:pt x="1251069" y="0"/>
                </a:lnTo>
                <a:lnTo>
                  <a:pt x="1250452" y="6"/>
                </a:lnTo>
                <a:lnTo>
                  <a:pt x="1249848" y="26"/>
                </a:lnTo>
                <a:lnTo>
                  <a:pt x="1249256" y="58"/>
                </a:lnTo>
                <a:lnTo>
                  <a:pt x="1248677" y="104"/>
                </a:lnTo>
                <a:lnTo>
                  <a:pt x="1248110" y="162"/>
                </a:lnTo>
                <a:lnTo>
                  <a:pt x="1247555" y="233"/>
                </a:lnTo>
                <a:lnTo>
                  <a:pt x="1247012" y="318"/>
                </a:lnTo>
                <a:lnTo>
                  <a:pt x="1246482" y="415"/>
                </a:lnTo>
                <a:lnTo>
                  <a:pt x="1245963" y="525"/>
                </a:lnTo>
                <a:lnTo>
                  <a:pt x="1245457" y="648"/>
                </a:lnTo>
                <a:lnTo>
                  <a:pt x="1244964" y="784"/>
                </a:lnTo>
                <a:lnTo>
                  <a:pt x="1244482" y="934"/>
                </a:lnTo>
                <a:lnTo>
                  <a:pt x="1244013" y="1096"/>
                </a:lnTo>
                <a:lnTo>
                  <a:pt x="1243556" y="1271"/>
                </a:lnTo>
                <a:lnTo>
                  <a:pt x="1243111" y="1459"/>
                </a:lnTo>
                <a:lnTo>
                  <a:pt x="1242679" y="1660"/>
                </a:lnTo>
                <a:lnTo>
                  <a:pt x="1242259" y="1874"/>
                </a:lnTo>
                <a:lnTo>
                  <a:pt x="1241851" y="2101"/>
                </a:lnTo>
                <a:lnTo>
                  <a:pt x="1241455" y="2340"/>
                </a:lnTo>
                <a:lnTo>
                  <a:pt x="1241072" y="2593"/>
                </a:lnTo>
                <a:lnTo>
                  <a:pt x="1240701" y="2859"/>
                </a:lnTo>
                <a:lnTo>
                  <a:pt x="1240342" y="3138"/>
                </a:lnTo>
                <a:lnTo>
                  <a:pt x="1239995" y="3430"/>
                </a:lnTo>
                <a:lnTo>
                  <a:pt x="1239661" y="3734"/>
                </a:lnTo>
                <a:lnTo>
                  <a:pt x="1239339" y="4049"/>
                </a:lnTo>
                <a:lnTo>
                  <a:pt x="1239032" y="4371"/>
                </a:lnTo>
                <a:lnTo>
                  <a:pt x="1238737" y="4699"/>
                </a:lnTo>
                <a:lnTo>
                  <a:pt x="1238457" y="5035"/>
                </a:lnTo>
                <a:lnTo>
                  <a:pt x="1238190" y="5377"/>
                </a:lnTo>
                <a:lnTo>
                  <a:pt x="1237937" y="5726"/>
                </a:lnTo>
                <a:lnTo>
                  <a:pt x="1237698" y="6083"/>
                </a:lnTo>
                <a:lnTo>
                  <a:pt x="1237472" y="6446"/>
                </a:lnTo>
                <a:lnTo>
                  <a:pt x="1237260" y="6816"/>
                </a:lnTo>
                <a:lnTo>
                  <a:pt x="1237062" y="7193"/>
                </a:lnTo>
                <a:lnTo>
                  <a:pt x="1236877" y="7577"/>
                </a:lnTo>
                <a:lnTo>
                  <a:pt x="1236706" y="7968"/>
                </a:lnTo>
                <a:lnTo>
                  <a:pt x="1236549" y="8365"/>
                </a:lnTo>
                <a:lnTo>
                  <a:pt x="1236406" y="8770"/>
                </a:lnTo>
                <a:lnTo>
                  <a:pt x="1236276" y="9182"/>
                </a:lnTo>
                <a:lnTo>
                  <a:pt x="1236159" y="9600"/>
                </a:lnTo>
                <a:lnTo>
                  <a:pt x="1236057" y="10026"/>
                </a:lnTo>
                <a:lnTo>
                  <a:pt x="1235968" y="10458"/>
                </a:lnTo>
                <a:lnTo>
                  <a:pt x="1235893" y="10898"/>
                </a:lnTo>
                <a:lnTo>
                  <a:pt x="1235831" y="11344"/>
                </a:lnTo>
                <a:lnTo>
                  <a:pt x="1235783" y="11797"/>
                </a:lnTo>
                <a:lnTo>
                  <a:pt x="1235749" y="12257"/>
                </a:lnTo>
                <a:lnTo>
                  <a:pt x="1235728" y="12724"/>
                </a:lnTo>
                <a:lnTo>
                  <a:pt x="1235722" y="13198"/>
                </a:lnTo>
                <a:lnTo>
                  <a:pt x="1235728" y="13664"/>
                </a:lnTo>
                <a:lnTo>
                  <a:pt x="1235749" y="14123"/>
                </a:lnTo>
                <a:lnTo>
                  <a:pt x="1235783" y="14576"/>
                </a:lnTo>
                <a:lnTo>
                  <a:pt x="1235831" y="15023"/>
                </a:lnTo>
                <a:lnTo>
                  <a:pt x="1235893" y="15463"/>
                </a:lnTo>
                <a:lnTo>
                  <a:pt x="1235968" y="15897"/>
                </a:lnTo>
                <a:lnTo>
                  <a:pt x="1236057" y="16324"/>
                </a:lnTo>
                <a:lnTo>
                  <a:pt x="1236159" y="16745"/>
                </a:lnTo>
                <a:lnTo>
                  <a:pt x="1236276" y="17160"/>
                </a:lnTo>
                <a:lnTo>
                  <a:pt x="1236406" y="17568"/>
                </a:lnTo>
                <a:lnTo>
                  <a:pt x="1236549" y="17970"/>
                </a:lnTo>
                <a:lnTo>
                  <a:pt x="1236706" y="18365"/>
                </a:lnTo>
                <a:lnTo>
                  <a:pt x="1236877" y="18754"/>
                </a:lnTo>
                <a:lnTo>
                  <a:pt x="1237062" y="19137"/>
                </a:lnTo>
                <a:lnTo>
                  <a:pt x="1237260" y="19513"/>
                </a:lnTo>
                <a:lnTo>
                  <a:pt x="1237472" y="19883"/>
                </a:lnTo>
                <a:lnTo>
                  <a:pt x="1237698" y="20246"/>
                </a:lnTo>
                <a:lnTo>
                  <a:pt x="1237937" y="20603"/>
                </a:lnTo>
                <a:lnTo>
                  <a:pt x="1238190" y="20954"/>
                </a:lnTo>
                <a:lnTo>
                  <a:pt x="1238457" y="21298"/>
                </a:lnTo>
                <a:lnTo>
                  <a:pt x="1238737" y="21636"/>
                </a:lnTo>
                <a:lnTo>
                  <a:pt x="1239032" y="21967"/>
                </a:lnTo>
                <a:lnTo>
                  <a:pt x="1239339" y="22292"/>
                </a:lnTo>
                <a:lnTo>
                  <a:pt x="1239661" y="22611"/>
                </a:lnTo>
                <a:lnTo>
                  <a:pt x="1239995" y="22920"/>
                </a:lnTo>
                <a:lnTo>
                  <a:pt x="1240342" y="23216"/>
                </a:lnTo>
                <a:lnTo>
                  <a:pt x="1240701" y="23498"/>
                </a:lnTo>
                <a:lnTo>
                  <a:pt x="1241072" y="23768"/>
                </a:lnTo>
                <a:lnTo>
                  <a:pt x="1241455" y="24024"/>
                </a:lnTo>
                <a:lnTo>
                  <a:pt x="1241851" y="24267"/>
                </a:lnTo>
                <a:lnTo>
                  <a:pt x="1242259" y="24497"/>
                </a:lnTo>
                <a:lnTo>
                  <a:pt x="1242679" y="24714"/>
                </a:lnTo>
                <a:lnTo>
                  <a:pt x="1243111" y="24918"/>
                </a:lnTo>
                <a:lnTo>
                  <a:pt x="1243556" y="25108"/>
                </a:lnTo>
                <a:lnTo>
                  <a:pt x="1244013" y="25286"/>
                </a:lnTo>
                <a:lnTo>
                  <a:pt x="1244482" y="25450"/>
                </a:lnTo>
                <a:lnTo>
                  <a:pt x="1244964" y="25601"/>
                </a:lnTo>
                <a:lnTo>
                  <a:pt x="1245457" y="25739"/>
                </a:lnTo>
                <a:lnTo>
                  <a:pt x="1245963" y="25864"/>
                </a:lnTo>
                <a:lnTo>
                  <a:pt x="1246482" y="25976"/>
                </a:lnTo>
                <a:lnTo>
                  <a:pt x="1247012" y="26075"/>
                </a:lnTo>
                <a:lnTo>
                  <a:pt x="1247555" y="26160"/>
                </a:lnTo>
                <a:lnTo>
                  <a:pt x="1248110" y="26232"/>
                </a:lnTo>
                <a:lnTo>
                  <a:pt x="1248677" y="26291"/>
                </a:lnTo>
                <a:lnTo>
                  <a:pt x="1249256" y="26337"/>
                </a:lnTo>
                <a:lnTo>
                  <a:pt x="1249848" y="26370"/>
                </a:lnTo>
                <a:lnTo>
                  <a:pt x="1250452" y="26390"/>
                </a:lnTo>
                <a:lnTo>
                  <a:pt x="1251069" y="26397"/>
                </a:lnTo>
                <a:lnTo>
                  <a:pt x="1251685" y="26390"/>
                </a:lnTo>
                <a:lnTo>
                  <a:pt x="1252289" y="26370"/>
                </a:lnTo>
                <a:lnTo>
                  <a:pt x="1252881" y="26337"/>
                </a:lnTo>
                <a:lnTo>
                  <a:pt x="1253460" y="26291"/>
                </a:lnTo>
                <a:close/>
                <a:moveTo>
                  <a:pt x="1015346" y="119597"/>
                </a:moveTo>
                <a:lnTo>
                  <a:pt x="1014727" y="119576"/>
                </a:lnTo>
                <a:lnTo>
                  <a:pt x="1014127" y="119543"/>
                </a:lnTo>
                <a:lnTo>
                  <a:pt x="1013547" y="119496"/>
                </a:lnTo>
                <a:lnTo>
                  <a:pt x="1012986" y="119435"/>
                </a:lnTo>
                <a:lnTo>
                  <a:pt x="1012445" y="119362"/>
                </a:lnTo>
                <a:lnTo>
                  <a:pt x="1011923" y="119274"/>
                </a:lnTo>
                <a:lnTo>
                  <a:pt x="1011420" y="119174"/>
                </a:lnTo>
                <a:lnTo>
                  <a:pt x="1010936" y="119060"/>
                </a:lnTo>
                <a:lnTo>
                  <a:pt x="1010472" y="118932"/>
                </a:lnTo>
                <a:lnTo>
                  <a:pt x="1010028" y="118791"/>
                </a:lnTo>
                <a:lnTo>
                  <a:pt x="1009602" y="118637"/>
                </a:lnTo>
                <a:lnTo>
                  <a:pt x="1009196" y="118469"/>
                </a:lnTo>
                <a:lnTo>
                  <a:pt x="1008810" y="118288"/>
                </a:lnTo>
                <a:lnTo>
                  <a:pt x="1008443" y="118093"/>
                </a:lnTo>
                <a:lnTo>
                  <a:pt x="1008095" y="117885"/>
                </a:lnTo>
                <a:lnTo>
                  <a:pt x="1007766" y="117664"/>
                </a:lnTo>
                <a:lnTo>
                  <a:pt x="1007457" y="117429"/>
                </a:lnTo>
                <a:lnTo>
                  <a:pt x="1007167" y="117181"/>
                </a:lnTo>
                <a:lnTo>
                  <a:pt x="1006897" y="116919"/>
                </a:lnTo>
                <a:lnTo>
                  <a:pt x="1006646" y="116644"/>
                </a:lnTo>
                <a:lnTo>
                  <a:pt x="1006414" y="116355"/>
                </a:lnTo>
                <a:lnTo>
                  <a:pt x="1006202" y="116053"/>
                </a:lnTo>
                <a:lnTo>
                  <a:pt x="1006009" y="115738"/>
                </a:lnTo>
                <a:lnTo>
                  <a:pt x="1005829" y="115408"/>
                </a:lnTo>
                <a:lnTo>
                  <a:pt x="1005657" y="115065"/>
                </a:lnTo>
                <a:lnTo>
                  <a:pt x="1005493" y="114706"/>
                </a:lnTo>
                <a:lnTo>
                  <a:pt x="1005336" y="114333"/>
                </a:lnTo>
                <a:lnTo>
                  <a:pt x="1005188" y="113946"/>
                </a:lnTo>
                <a:lnTo>
                  <a:pt x="1005046" y="113544"/>
                </a:lnTo>
                <a:lnTo>
                  <a:pt x="1004913" y="113127"/>
                </a:lnTo>
                <a:lnTo>
                  <a:pt x="1004787" y="112696"/>
                </a:lnTo>
                <a:lnTo>
                  <a:pt x="1004668" y="112251"/>
                </a:lnTo>
                <a:lnTo>
                  <a:pt x="1004557" y="111791"/>
                </a:lnTo>
                <a:lnTo>
                  <a:pt x="1004454" y="111317"/>
                </a:lnTo>
                <a:lnTo>
                  <a:pt x="1004359" y="110828"/>
                </a:lnTo>
                <a:lnTo>
                  <a:pt x="1004271" y="110324"/>
                </a:lnTo>
                <a:lnTo>
                  <a:pt x="1004191" y="109806"/>
                </a:lnTo>
                <a:lnTo>
                  <a:pt x="1004118" y="109274"/>
                </a:lnTo>
                <a:lnTo>
                  <a:pt x="1004053" y="108727"/>
                </a:lnTo>
                <a:lnTo>
                  <a:pt x="1003996" y="108165"/>
                </a:lnTo>
                <a:lnTo>
                  <a:pt x="1003946" y="107589"/>
                </a:lnTo>
                <a:lnTo>
                  <a:pt x="1003904" y="106998"/>
                </a:lnTo>
                <a:lnTo>
                  <a:pt x="1003870" y="106393"/>
                </a:lnTo>
                <a:lnTo>
                  <a:pt x="1003843" y="105774"/>
                </a:lnTo>
                <a:lnTo>
                  <a:pt x="1003824" y="105140"/>
                </a:lnTo>
                <a:lnTo>
                  <a:pt x="1003813" y="104491"/>
                </a:lnTo>
                <a:lnTo>
                  <a:pt x="1003809" y="103828"/>
                </a:lnTo>
                <a:lnTo>
                  <a:pt x="1003809" y="60364"/>
                </a:lnTo>
                <a:lnTo>
                  <a:pt x="1025601" y="60364"/>
                </a:lnTo>
                <a:lnTo>
                  <a:pt x="1025601" y="39493"/>
                </a:lnTo>
                <a:lnTo>
                  <a:pt x="1003809" y="39493"/>
                </a:lnTo>
                <a:lnTo>
                  <a:pt x="1003809" y="15961"/>
                </a:lnTo>
                <a:lnTo>
                  <a:pt x="976696" y="15961"/>
                </a:lnTo>
                <a:lnTo>
                  <a:pt x="976696" y="39493"/>
                </a:lnTo>
                <a:lnTo>
                  <a:pt x="960121" y="39493"/>
                </a:lnTo>
                <a:lnTo>
                  <a:pt x="960121" y="60364"/>
                </a:lnTo>
                <a:lnTo>
                  <a:pt x="976696" y="60364"/>
                </a:lnTo>
                <a:lnTo>
                  <a:pt x="976696" y="105251"/>
                </a:lnTo>
                <a:lnTo>
                  <a:pt x="976702" y="106282"/>
                </a:lnTo>
                <a:lnTo>
                  <a:pt x="976719" y="107296"/>
                </a:lnTo>
                <a:lnTo>
                  <a:pt x="976747" y="108294"/>
                </a:lnTo>
                <a:lnTo>
                  <a:pt x="976787" y="109276"/>
                </a:lnTo>
                <a:lnTo>
                  <a:pt x="976838" y="110241"/>
                </a:lnTo>
                <a:lnTo>
                  <a:pt x="976901" y="111190"/>
                </a:lnTo>
                <a:lnTo>
                  <a:pt x="976975" y="112122"/>
                </a:lnTo>
                <a:lnTo>
                  <a:pt x="977060" y="113038"/>
                </a:lnTo>
                <a:lnTo>
                  <a:pt x="977157" y="113938"/>
                </a:lnTo>
                <a:lnTo>
                  <a:pt x="977265" y="114821"/>
                </a:lnTo>
                <a:lnTo>
                  <a:pt x="977384" y="115688"/>
                </a:lnTo>
                <a:lnTo>
                  <a:pt x="977515" y="116538"/>
                </a:lnTo>
                <a:lnTo>
                  <a:pt x="977657" y="117372"/>
                </a:lnTo>
                <a:lnTo>
                  <a:pt x="977810" y="118189"/>
                </a:lnTo>
                <a:lnTo>
                  <a:pt x="977975" y="118990"/>
                </a:lnTo>
                <a:lnTo>
                  <a:pt x="978151" y="119775"/>
                </a:lnTo>
                <a:lnTo>
                  <a:pt x="978339" y="120543"/>
                </a:lnTo>
                <a:lnTo>
                  <a:pt x="978538" y="121295"/>
                </a:lnTo>
                <a:lnTo>
                  <a:pt x="978748" y="122030"/>
                </a:lnTo>
                <a:lnTo>
                  <a:pt x="978970" y="122749"/>
                </a:lnTo>
                <a:lnTo>
                  <a:pt x="979203" y="123452"/>
                </a:lnTo>
                <a:lnTo>
                  <a:pt x="979447" y="124138"/>
                </a:lnTo>
                <a:lnTo>
                  <a:pt x="979703" y="124807"/>
                </a:lnTo>
                <a:lnTo>
                  <a:pt x="979970" y="125461"/>
                </a:lnTo>
                <a:lnTo>
                  <a:pt x="980252" y="126099"/>
                </a:lnTo>
                <a:lnTo>
                  <a:pt x="980551" y="126723"/>
                </a:lnTo>
                <a:lnTo>
                  <a:pt x="980868" y="127333"/>
                </a:lnTo>
                <a:lnTo>
                  <a:pt x="981202" y="127928"/>
                </a:lnTo>
                <a:lnTo>
                  <a:pt x="981554" y="128510"/>
                </a:lnTo>
                <a:lnTo>
                  <a:pt x="981924" y="129078"/>
                </a:lnTo>
                <a:lnTo>
                  <a:pt x="982311" y="129631"/>
                </a:lnTo>
                <a:lnTo>
                  <a:pt x="982715" y="130171"/>
                </a:lnTo>
                <a:lnTo>
                  <a:pt x="983138" y="130696"/>
                </a:lnTo>
                <a:lnTo>
                  <a:pt x="983578" y="131208"/>
                </a:lnTo>
                <a:lnTo>
                  <a:pt x="984035" y="131705"/>
                </a:lnTo>
                <a:lnTo>
                  <a:pt x="984510" y="132189"/>
                </a:lnTo>
                <a:lnTo>
                  <a:pt x="985003" y="132658"/>
                </a:lnTo>
                <a:lnTo>
                  <a:pt x="985513" y="133113"/>
                </a:lnTo>
                <a:lnTo>
                  <a:pt x="986041" y="133554"/>
                </a:lnTo>
                <a:lnTo>
                  <a:pt x="986586" y="133981"/>
                </a:lnTo>
                <a:lnTo>
                  <a:pt x="987149" y="134394"/>
                </a:lnTo>
                <a:lnTo>
                  <a:pt x="987730" y="134793"/>
                </a:lnTo>
                <a:lnTo>
                  <a:pt x="988328" y="135178"/>
                </a:lnTo>
                <a:lnTo>
                  <a:pt x="988944" y="135548"/>
                </a:lnTo>
                <a:lnTo>
                  <a:pt x="989577" y="135905"/>
                </a:lnTo>
                <a:lnTo>
                  <a:pt x="990228" y="136248"/>
                </a:lnTo>
                <a:lnTo>
                  <a:pt x="990896" y="136576"/>
                </a:lnTo>
                <a:lnTo>
                  <a:pt x="991583" y="136891"/>
                </a:lnTo>
                <a:lnTo>
                  <a:pt x="992289" y="137192"/>
                </a:lnTo>
                <a:lnTo>
                  <a:pt x="993020" y="137480"/>
                </a:lnTo>
                <a:lnTo>
                  <a:pt x="993773" y="137755"/>
                </a:lnTo>
                <a:lnTo>
                  <a:pt x="994551" y="138017"/>
                </a:lnTo>
                <a:lnTo>
                  <a:pt x="995352" y="138267"/>
                </a:lnTo>
                <a:lnTo>
                  <a:pt x="996177" y="138504"/>
                </a:lnTo>
                <a:lnTo>
                  <a:pt x="997025" y="138728"/>
                </a:lnTo>
                <a:lnTo>
                  <a:pt x="997898" y="138939"/>
                </a:lnTo>
                <a:lnTo>
                  <a:pt x="998793" y="139137"/>
                </a:lnTo>
                <a:lnTo>
                  <a:pt x="999713" y="139323"/>
                </a:lnTo>
                <a:lnTo>
                  <a:pt x="1000655" y="139496"/>
                </a:lnTo>
                <a:lnTo>
                  <a:pt x="1001622" y="139656"/>
                </a:lnTo>
                <a:lnTo>
                  <a:pt x="1002612" y="139803"/>
                </a:lnTo>
                <a:lnTo>
                  <a:pt x="1003626" y="139937"/>
                </a:lnTo>
                <a:lnTo>
                  <a:pt x="1004663" y="140059"/>
                </a:lnTo>
                <a:lnTo>
                  <a:pt x="1005724" y="140168"/>
                </a:lnTo>
                <a:lnTo>
                  <a:pt x="1006809" y="140264"/>
                </a:lnTo>
                <a:lnTo>
                  <a:pt x="1007917" y="140347"/>
                </a:lnTo>
                <a:lnTo>
                  <a:pt x="1009049" y="140417"/>
                </a:lnTo>
                <a:lnTo>
                  <a:pt x="1010205" y="140475"/>
                </a:lnTo>
                <a:lnTo>
                  <a:pt x="1011384" y="140520"/>
                </a:lnTo>
                <a:lnTo>
                  <a:pt x="1012587" y="140552"/>
                </a:lnTo>
                <a:lnTo>
                  <a:pt x="1013813" y="140571"/>
                </a:lnTo>
                <a:lnTo>
                  <a:pt x="1015063" y="140577"/>
                </a:lnTo>
                <a:lnTo>
                  <a:pt x="1025601" y="140577"/>
                </a:lnTo>
                <a:lnTo>
                  <a:pt x="1025601" y="119603"/>
                </a:lnTo>
                <a:lnTo>
                  <a:pt x="1015984" y="119603"/>
                </a:lnTo>
                <a:lnTo>
                  <a:pt x="1015346" y="119597"/>
                </a:lnTo>
                <a:close/>
                <a:moveTo>
                  <a:pt x="1204567" y="119576"/>
                </a:moveTo>
                <a:lnTo>
                  <a:pt x="1203967" y="119543"/>
                </a:lnTo>
                <a:lnTo>
                  <a:pt x="1203387" y="119496"/>
                </a:lnTo>
                <a:lnTo>
                  <a:pt x="1202826" y="119435"/>
                </a:lnTo>
                <a:lnTo>
                  <a:pt x="1202284" y="119362"/>
                </a:lnTo>
                <a:lnTo>
                  <a:pt x="1201762" y="119274"/>
                </a:lnTo>
                <a:lnTo>
                  <a:pt x="1201260" y="119174"/>
                </a:lnTo>
                <a:lnTo>
                  <a:pt x="1200776" y="119060"/>
                </a:lnTo>
                <a:lnTo>
                  <a:pt x="1200312" y="118932"/>
                </a:lnTo>
                <a:lnTo>
                  <a:pt x="1199867" y="118791"/>
                </a:lnTo>
                <a:lnTo>
                  <a:pt x="1199442" y="118637"/>
                </a:lnTo>
                <a:lnTo>
                  <a:pt x="1199036" y="118469"/>
                </a:lnTo>
                <a:lnTo>
                  <a:pt x="1198650" y="118288"/>
                </a:lnTo>
                <a:lnTo>
                  <a:pt x="1198282" y="118093"/>
                </a:lnTo>
                <a:lnTo>
                  <a:pt x="1197934" y="117885"/>
                </a:lnTo>
                <a:lnTo>
                  <a:pt x="1197606" y="117664"/>
                </a:lnTo>
                <a:lnTo>
                  <a:pt x="1197297" y="117429"/>
                </a:lnTo>
                <a:lnTo>
                  <a:pt x="1197007" y="117181"/>
                </a:lnTo>
                <a:lnTo>
                  <a:pt x="1196736" y="116919"/>
                </a:lnTo>
                <a:lnTo>
                  <a:pt x="1196485" y="116644"/>
                </a:lnTo>
                <a:lnTo>
                  <a:pt x="1196254" y="116355"/>
                </a:lnTo>
                <a:lnTo>
                  <a:pt x="1196041" y="116053"/>
                </a:lnTo>
                <a:lnTo>
                  <a:pt x="1195848" y="115738"/>
                </a:lnTo>
                <a:lnTo>
                  <a:pt x="1195669" y="115408"/>
                </a:lnTo>
                <a:lnTo>
                  <a:pt x="1195497" y="115065"/>
                </a:lnTo>
                <a:lnTo>
                  <a:pt x="1195333" y="114706"/>
                </a:lnTo>
                <a:lnTo>
                  <a:pt x="1195176" y="114333"/>
                </a:lnTo>
                <a:lnTo>
                  <a:pt x="1195027" y="113946"/>
                </a:lnTo>
                <a:lnTo>
                  <a:pt x="1194886" y="113544"/>
                </a:lnTo>
                <a:lnTo>
                  <a:pt x="1194752" y="113127"/>
                </a:lnTo>
                <a:lnTo>
                  <a:pt x="1194626" y="112696"/>
                </a:lnTo>
                <a:lnTo>
                  <a:pt x="1194508" y="112251"/>
                </a:lnTo>
                <a:lnTo>
                  <a:pt x="1194397" y="111791"/>
                </a:lnTo>
                <a:lnTo>
                  <a:pt x="1194294" y="111317"/>
                </a:lnTo>
                <a:lnTo>
                  <a:pt x="1194199" y="110828"/>
                </a:lnTo>
                <a:lnTo>
                  <a:pt x="1194111" y="110324"/>
                </a:lnTo>
                <a:lnTo>
                  <a:pt x="1194031" y="109806"/>
                </a:lnTo>
                <a:lnTo>
                  <a:pt x="1193958" y="109274"/>
                </a:lnTo>
                <a:lnTo>
                  <a:pt x="1193893" y="108727"/>
                </a:lnTo>
                <a:lnTo>
                  <a:pt x="1193836" y="108165"/>
                </a:lnTo>
                <a:lnTo>
                  <a:pt x="1193786" y="107589"/>
                </a:lnTo>
                <a:lnTo>
                  <a:pt x="1193744" y="106998"/>
                </a:lnTo>
                <a:lnTo>
                  <a:pt x="1193710" y="106393"/>
                </a:lnTo>
                <a:lnTo>
                  <a:pt x="1193683" y="105774"/>
                </a:lnTo>
                <a:lnTo>
                  <a:pt x="1193664" y="105140"/>
                </a:lnTo>
                <a:lnTo>
                  <a:pt x="1193652" y="104491"/>
                </a:lnTo>
                <a:lnTo>
                  <a:pt x="1193649" y="103828"/>
                </a:lnTo>
                <a:lnTo>
                  <a:pt x="1193649" y="60364"/>
                </a:lnTo>
                <a:lnTo>
                  <a:pt x="1215441" y="60364"/>
                </a:lnTo>
                <a:lnTo>
                  <a:pt x="1215441" y="39493"/>
                </a:lnTo>
                <a:lnTo>
                  <a:pt x="1193649" y="39493"/>
                </a:lnTo>
                <a:lnTo>
                  <a:pt x="1193649" y="15961"/>
                </a:lnTo>
                <a:lnTo>
                  <a:pt x="1166536" y="15961"/>
                </a:lnTo>
                <a:lnTo>
                  <a:pt x="1166536" y="39493"/>
                </a:lnTo>
                <a:lnTo>
                  <a:pt x="1149961" y="39493"/>
                </a:lnTo>
                <a:lnTo>
                  <a:pt x="1149961" y="60364"/>
                </a:lnTo>
                <a:lnTo>
                  <a:pt x="1166536" y="60364"/>
                </a:lnTo>
                <a:lnTo>
                  <a:pt x="1166536" y="105251"/>
                </a:lnTo>
                <a:lnTo>
                  <a:pt x="1166542" y="106282"/>
                </a:lnTo>
                <a:lnTo>
                  <a:pt x="1166559" y="107296"/>
                </a:lnTo>
                <a:lnTo>
                  <a:pt x="1166587" y="108294"/>
                </a:lnTo>
                <a:lnTo>
                  <a:pt x="1166627" y="109276"/>
                </a:lnTo>
                <a:lnTo>
                  <a:pt x="1166678" y="110241"/>
                </a:lnTo>
                <a:lnTo>
                  <a:pt x="1166740" y="111190"/>
                </a:lnTo>
                <a:lnTo>
                  <a:pt x="1166814" y="112122"/>
                </a:lnTo>
                <a:lnTo>
                  <a:pt x="1166900" y="113038"/>
                </a:lnTo>
                <a:lnTo>
                  <a:pt x="1166996" y="113938"/>
                </a:lnTo>
                <a:lnTo>
                  <a:pt x="1167104" y="114821"/>
                </a:lnTo>
                <a:lnTo>
                  <a:pt x="1167224" y="115688"/>
                </a:lnTo>
                <a:lnTo>
                  <a:pt x="1167354" y="116538"/>
                </a:lnTo>
                <a:lnTo>
                  <a:pt x="1167496" y="117372"/>
                </a:lnTo>
                <a:lnTo>
                  <a:pt x="1167650" y="118189"/>
                </a:lnTo>
                <a:lnTo>
                  <a:pt x="1167815" y="118990"/>
                </a:lnTo>
                <a:lnTo>
                  <a:pt x="1167991" y="119775"/>
                </a:lnTo>
                <a:lnTo>
                  <a:pt x="1168179" y="120543"/>
                </a:lnTo>
                <a:lnTo>
                  <a:pt x="1168377" y="121295"/>
                </a:lnTo>
                <a:lnTo>
                  <a:pt x="1168588" y="122030"/>
                </a:lnTo>
                <a:lnTo>
                  <a:pt x="1168809" y="122749"/>
                </a:lnTo>
                <a:lnTo>
                  <a:pt x="1169042" y="123452"/>
                </a:lnTo>
                <a:lnTo>
                  <a:pt x="1169287" y="124138"/>
                </a:lnTo>
                <a:lnTo>
                  <a:pt x="1169543" y="124807"/>
                </a:lnTo>
                <a:lnTo>
                  <a:pt x="1169810" y="125461"/>
                </a:lnTo>
                <a:lnTo>
                  <a:pt x="1170091" y="126099"/>
                </a:lnTo>
                <a:lnTo>
                  <a:pt x="1170391" y="126723"/>
                </a:lnTo>
                <a:lnTo>
                  <a:pt x="1170707" y="127333"/>
                </a:lnTo>
                <a:lnTo>
                  <a:pt x="1171042" y="127928"/>
                </a:lnTo>
                <a:lnTo>
                  <a:pt x="1171394" y="128510"/>
                </a:lnTo>
                <a:lnTo>
                  <a:pt x="1171763" y="129078"/>
                </a:lnTo>
                <a:lnTo>
                  <a:pt x="1172150" y="129631"/>
                </a:lnTo>
                <a:lnTo>
                  <a:pt x="1172555" y="130171"/>
                </a:lnTo>
                <a:lnTo>
                  <a:pt x="1172978" y="130696"/>
                </a:lnTo>
                <a:lnTo>
                  <a:pt x="1173417" y="131208"/>
                </a:lnTo>
                <a:lnTo>
                  <a:pt x="1173875" y="131705"/>
                </a:lnTo>
                <a:lnTo>
                  <a:pt x="1174350" y="132189"/>
                </a:lnTo>
                <a:lnTo>
                  <a:pt x="1174843" y="132658"/>
                </a:lnTo>
                <a:lnTo>
                  <a:pt x="1175353" y="133113"/>
                </a:lnTo>
                <a:lnTo>
                  <a:pt x="1175881" y="133554"/>
                </a:lnTo>
                <a:lnTo>
                  <a:pt x="1176426" y="133981"/>
                </a:lnTo>
                <a:lnTo>
                  <a:pt x="1176989" y="134394"/>
                </a:lnTo>
                <a:lnTo>
                  <a:pt x="1177570" y="134793"/>
                </a:lnTo>
                <a:lnTo>
                  <a:pt x="1178168" y="135178"/>
                </a:lnTo>
                <a:lnTo>
                  <a:pt x="1178783" y="135548"/>
                </a:lnTo>
                <a:lnTo>
                  <a:pt x="1179417" y="135905"/>
                </a:lnTo>
                <a:lnTo>
                  <a:pt x="1180068" y="136248"/>
                </a:lnTo>
                <a:lnTo>
                  <a:pt x="1180736" y="136576"/>
                </a:lnTo>
                <a:lnTo>
                  <a:pt x="1181422" y="136891"/>
                </a:lnTo>
                <a:lnTo>
                  <a:pt x="1182129" y="137192"/>
                </a:lnTo>
                <a:lnTo>
                  <a:pt x="1182859" y="137480"/>
                </a:lnTo>
                <a:lnTo>
                  <a:pt x="1183613" y="137755"/>
                </a:lnTo>
                <a:lnTo>
                  <a:pt x="1184391" y="138017"/>
                </a:lnTo>
                <a:lnTo>
                  <a:pt x="1185192" y="138267"/>
                </a:lnTo>
                <a:lnTo>
                  <a:pt x="1186017" y="138504"/>
                </a:lnTo>
                <a:lnTo>
                  <a:pt x="1186865" y="138728"/>
                </a:lnTo>
                <a:lnTo>
                  <a:pt x="1187737" y="138939"/>
                </a:lnTo>
                <a:lnTo>
                  <a:pt x="1188633" y="139137"/>
                </a:lnTo>
                <a:lnTo>
                  <a:pt x="1189552" y="139323"/>
                </a:lnTo>
                <a:lnTo>
                  <a:pt x="1190495" y="139496"/>
                </a:lnTo>
                <a:lnTo>
                  <a:pt x="1191462" y="139656"/>
                </a:lnTo>
                <a:lnTo>
                  <a:pt x="1192452" y="139803"/>
                </a:lnTo>
                <a:lnTo>
                  <a:pt x="1193466" y="139937"/>
                </a:lnTo>
                <a:lnTo>
                  <a:pt x="1194503" y="140059"/>
                </a:lnTo>
                <a:lnTo>
                  <a:pt x="1195564" y="140168"/>
                </a:lnTo>
                <a:lnTo>
                  <a:pt x="1196649" y="140264"/>
                </a:lnTo>
                <a:lnTo>
                  <a:pt x="1197757" y="140347"/>
                </a:lnTo>
                <a:lnTo>
                  <a:pt x="1198889" y="140417"/>
                </a:lnTo>
                <a:lnTo>
                  <a:pt x="1200045" y="140475"/>
                </a:lnTo>
                <a:lnTo>
                  <a:pt x="1201224" y="140520"/>
                </a:lnTo>
                <a:lnTo>
                  <a:pt x="1202427" y="140552"/>
                </a:lnTo>
                <a:lnTo>
                  <a:pt x="1203653" y="140571"/>
                </a:lnTo>
                <a:lnTo>
                  <a:pt x="1204903" y="140577"/>
                </a:lnTo>
                <a:lnTo>
                  <a:pt x="1215441" y="140577"/>
                </a:lnTo>
                <a:lnTo>
                  <a:pt x="1215441" y="119603"/>
                </a:lnTo>
                <a:lnTo>
                  <a:pt x="1205824" y="119603"/>
                </a:lnTo>
                <a:lnTo>
                  <a:pt x="1205186" y="119597"/>
                </a:lnTo>
                <a:lnTo>
                  <a:pt x="1204567" y="119576"/>
                </a:lnTo>
                <a:close/>
                <a:moveTo>
                  <a:pt x="880545" y="71507"/>
                </a:moveTo>
                <a:lnTo>
                  <a:pt x="880921" y="71068"/>
                </a:lnTo>
                <a:lnTo>
                  <a:pt x="881302" y="70635"/>
                </a:lnTo>
                <a:lnTo>
                  <a:pt x="881689" y="70207"/>
                </a:lnTo>
                <a:lnTo>
                  <a:pt x="882080" y="69785"/>
                </a:lnTo>
                <a:lnTo>
                  <a:pt x="882477" y="69369"/>
                </a:lnTo>
                <a:lnTo>
                  <a:pt x="882879" y="68959"/>
                </a:lnTo>
                <a:lnTo>
                  <a:pt x="883286" y="68555"/>
                </a:lnTo>
                <a:lnTo>
                  <a:pt x="883698" y="68156"/>
                </a:lnTo>
                <a:lnTo>
                  <a:pt x="884116" y="67763"/>
                </a:lnTo>
                <a:lnTo>
                  <a:pt x="884538" y="67376"/>
                </a:lnTo>
                <a:lnTo>
                  <a:pt x="884966" y="66994"/>
                </a:lnTo>
                <a:lnTo>
                  <a:pt x="885399" y="66619"/>
                </a:lnTo>
                <a:lnTo>
                  <a:pt x="885836" y="66249"/>
                </a:lnTo>
                <a:lnTo>
                  <a:pt x="886280" y="65885"/>
                </a:lnTo>
                <a:lnTo>
                  <a:pt x="886728" y="65526"/>
                </a:lnTo>
                <a:lnTo>
                  <a:pt x="887181" y="65174"/>
                </a:lnTo>
                <a:lnTo>
                  <a:pt x="887640" y="64827"/>
                </a:lnTo>
                <a:lnTo>
                  <a:pt x="888103" y="64486"/>
                </a:lnTo>
                <a:lnTo>
                  <a:pt x="888572" y="64151"/>
                </a:lnTo>
                <a:lnTo>
                  <a:pt x="889046" y="63821"/>
                </a:lnTo>
                <a:lnTo>
                  <a:pt x="889525" y="63498"/>
                </a:lnTo>
                <a:lnTo>
                  <a:pt x="890011" y="63184"/>
                </a:lnTo>
                <a:lnTo>
                  <a:pt x="890505" y="62883"/>
                </a:lnTo>
                <a:lnTo>
                  <a:pt x="891007" y="62595"/>
                </a:lnTo>
                <a:lnTo>
                  <a:pt x="891516" y="62321"/>
                </a:lnTo>
                <a:lnTo>
                  <a:pt x="892034" y="62061"/>
                </a:lnTo>
                <a:lnTo>
                  <a:pt x="892560" y="61814"/>
                </a:lnTo>
                <a:lnTo>
                  <a:pt x="893093" y="61580"/>
                </a:lnTo>
                <a:lnTo>
                  <a:pt x="893635" y="61359"/>
                </a:lnTo>
                <a:lnTo>
                  <a:pt x="894185" y="61152"/>
                </a:lnTo>
                <a:lnTo>
                  <a:pt x="894742" y="60958"/>
                </a:lnTo>
                <a:lnTo>
                  <a:pt x="895308" y="60778"/>
                </a:lnTo>
                <a:lnTo>
                  <a:pt x="895882" y="60611"/>
                </a:lnTo>
                <a:lnTo>
                  <a:pt x="896463" y="60457"/>
                </a:lnTo>
                <a:lnTo>
                  <a:pt x="897053" y="60316"/>
                </a:lnTo>
                <a:lnTo>
                  <a:pt x="897650" y="60190"/>
                </a:lnTo>
                <a:lnTo>
                  <a:pt x="898256" y="60076"/>
                </a:lnTo>
                <a:lnTo>
                  <a:pt x="898870" y="59976"/>
                </a:lnTo>
                <a:lnTo>
                  <a:pt x="899491" y="59889"/>
                </a:lnTo>
                <a:lnTo>
                  <a:pt x="900121" y="59815"/>
                </a:lnTo>
                <a:lnTo>
                  <a:pt x="900758" y="59755"/>
                </a:lnTo>
                <a:lnTo>
                  <a:pt x="901404" y="59708"/>
                </a:lnTo>
                <a:lnTo>
                  <a:pt x="902058" y="59675"/>
                </a:lnTo>
                <a:lnTo>
                  <a:pt x="902719" y="59655"/>
                </a:lnTo>
                <a:lnTo>
                  <a:pt x="903389" y="59648"/>
                </a:lnTo>
                <a:lnTo>
                  <a:pt x="903837" y="59652"/>
                </a:lnTo>
                <a:lnTo>
                  <a:pt x="904278" y="59664"/>
                </a:lnTo>
                <a:lnTo>
                  <a:pt x="904712" y="59684"/>
                </a:lnTo>
                <a:lnTo>
                  <a:pt x="905138" y="59712"/>
                </a:lnTo>
                <a:lnTo>
                  <a:pt x="905557" y="59748"/>
                </a:lnTo>
                <a:lnTo>
                  <a:pt x="905969" y="59791"/>
                </a:lnTo>
                <a:lnTo>
                  <a:pt x="906373" y="59843"/>
                </a:lnTo>
                <a:lnTo>
                  <a:pt x="906771" y="59903"/>
                </a:lnTo>
                <a:lnTo>
                  <a:pt x="907161" y="59970"/>
                </a:lnTo>
                <a:lnTo>
                  <a:pt x="907543" y="60046"/>
                </a:lnTo>
                <a:lnTo>
                  <a:pt x="907919" y="60129"/>
                </a:lnTo>
                <a:lnTo>
                  <a:pt x="908287" y="60220"/>
                </a:lnTo>
                <a:lnTo>
                  <a:pt x="908648" y="60320"/>
                </a:lnTo>
                <a:lnTo>
                  <a:pt x="909001" y="60427"/>
                </a:lnTo>
                <a:lnTo>
                  <a:pt x="909348" y="60542"/>
                </a:lnTo>
                <a:lnTo>
                  <a:pt x="909687" y="60666"/>
                </a:lnTo>
                <a:lnTo>
                  <a:pt x="910018" y="60797"/>
                </a:lnTo>
                <a:lnTo>
                  <a:pt x="910343" y="60936"/>
                </a:lnTo>
                <a:lnTo>
                  <a:pt x="910660" y="61083"/>
                </a:lnTo>
                <a:lnTo>
                  <a:pt x="910970" y="61238"/>
                </a:lnTo>
                <a:lnTo>
                  <a:pt x="911272" y="61401"/>
                </a:lnTo>
                <a:lnTo>
                  <a:pt x="911568" y="61572"/>
                </a:lnTo>
                <a:lnTo>
                  <a:pt x="911856" y="61751"/>
                </a:lnTo>
                <a:lnTo>
                  <a:pt x="912136" y="61937"/>
                </a:lnTo>
                <a:lnTo>
                  <a:pt x="912410" y="62131"/>
                </a:lnTo>
                <a:lnTo>
                  <a:pt x="912678" y="62332"/>
                </a:lnTo>
                <a:lnTo>
                  <a:pt x="912940" y="62539"/>
                </a:lnTo>
                <a:lnTo>
                  <a:pt x="913195" y="62752"/>
                </a:lnTo>
                <a:lnTo>
                  <a:pt x="913444" y="62972"/>
                </a:lnTo>
                <a:lnTo>
                  <a:pt x="913687" y="63199"/>
                </a:lnTo>
                <a:lnTo>
                  <a:pt x="913924" y="63432"/>
                </a:lnTo>
                <a:lnTo>
                  <a:pt x="914154" y="63671"/>
                </a:lnTo>
                <a:lnTo>
                  <a:pt x="914379" y="63917"/>
                </a:lnTo>
                <a:lnTo>
                  <a:pt x="914597" y="64170"/>
                </a:lnTo>
                <a:lnTo>
                  <a:pt x="914808" y="64429"/>
                </a:lnTo>
                <a:lnTo>
                  <a:pt x="915014" y="64694"/>
                </a:lnTo>
                <a:lnTo>
                  <a:pt x="915213" y="64966"/>
                </a:lnTo>
                <a:lnTo>
                  <a:pt x="915407" y="65245"/>
                </a:lnTo>
                <a:lnTo>
                  <a:pt x="915594" y="65530"/>
                </a:lnTo>
                <a:lnTo>
                  <a:pt x="915774" y="65821"/>
                </a:lnTo>
                <a:lnTo>
                  <a:pt x="915949" y="66119"/>
                </a:lnTo>
                <a:lnTo>
                  <a:pt x="916117" y="66423"/>
                </a:lnTo>
                <a:lnTo>
                  <a:pt x="916279" y="66734"/>
                </a:lnTo>
                <a:lnTo>
                  <a:pt x="916435" y="67052"/>
                </a:lnTo>
                <a:lnTo>
                  <a:pt x="916585" y="67376"/>
                </a:lnTo>
                <a:lnTo>
                  <a:pt x="916728" y="67706"/>
                </a:lnTo>
                <a:lnTo>
                  <a:pt x="916865" y="68043"/>
                </a:lnTo>
                <a:lnTo>
                  <a:pt x="916996" y="68386"/>
                </a:lnTo>
                <a:lnTo>
                  <a:pt x="917122" y="68735"/>
                </a:lnTo>
                <a:lnTo>
                  <a:pt x="917241" y="69089"/>
                </a:lnTo>
                <a:lnTo>
                  <a:pt x="917356" y="69447"/>
                </a:lnTo>
                <a:lnTo>
                  <a:pt x="917465" y="69810"/>
                </a:lnTo>
                <a:lnTo>
                  <a:pt x="917569" y="70178"/>
                </a:lnTo>
                <a:lnTo>
                  <a:pt x="917668" y="70551"/>
                </a:lnTo>
                <a:lnTo>
                  <a:pt x="917761" y="70928"/>
                </a:lnTo>
                <a:lnTo>
                  <a:pt x="917849" y="71310"/>
                </a:lnTo>
                <a:lnTo>
                  <a:pt x="917932" y="71697"/>
                </a:lnTo>
                <a:lnTo>
                  <a:pt x="918009" y="72088"/>
                </a:lnTo>
                <a:lnTo>
                  <a:pt x="918081" y="72484"/>
                </a:lnTo>
                <a:lnTo>
                  <a:pt x="918147" y="72885"/>
                </a:lnTo>
                <a:lnTo>
                  <a:pt x="918209" y="73290"/>
                </a:lnTo>
                <a:lnTo>
                  <a:pt x="918265" y="73701"/>
                </a:lnTo>
                <a:lnTo>
                  <a:pt x="918315" y="74115"/>
                </a:lnTo>
                <a:lnTo>
                  <a:pt x="918360" y="74535"/>
                </a:lnTo>
                <a:lnTo>
                  <a:pt x="918400" y="74959"/>
                </a:lnTo>
                <a:lnTo>
                  <a:pt x="918435" y="75388"/>
                </a:lnTo>
                <a:lnTo>
                  <a:pt x="918464" y="75822"/>
                </a:lnTo>
                <a:lnTo>
                  <a:pt x="918488" y="76260"/>
                </a:lnTo>
                <a:lnTo>
                  <a:pt x="918507" y="76704"/>
                </a:lnTo>
                <a:lnTo>
                  <a:pt x="918520" y="77151"/>
                </a:lnTo>
                <a:lnTo>
                  <a:pt x="918528" y="77604"/>
                </a:lnTo>
                <a:lnTo>
                  <a:pt x="918531" y="78061"/>
                </a:lnTo>
                <a:lnTo>
                  <a:pt x="918531" y="140577"/>
                </a:lnTo>
                <a:lnTo>
                  <a:pt x="945439" y="140577"/>
                </a:lnTo>
                <a:lnTo>
                  <a:pt x="945439" y="74755"/>
                </a:lnTo>
                <a:lnTo>
                  <a:pt x="945425" y="73267"/>
                </a:lnTo>
                <a:lnTo>
                  <a:pt x="945381" y="71809"/>
                </a:lnTo>
                <a:lnTo>
                  <a:pt x="945308" y="70382"/>
                </a:lnTo>
                <a:lnTo>
                  <a:pt x="945206" y="68984"/>
                </a:lnTo>
                <a:lnTo>
                  <a:pt x="945075" y="67616"/>
                </a:lnTo>
                <a:lnTo>
                  <a:pt x="944915" y="66278"/>
                </a:lnTo>
                <a:lnTo>
                  <a:pt x="944725" y="64971"/>
                </a:lnTo>
                <a:lnTo>
                  <a:pt x="944507" y="63693"/>
                </a:lnTo>
                <a:lnTo>
                  <a:pt x="944259" y="62446"/>
                </a:lnTo>
                <a:lnTo>
                  <a:pt x="943983" y="61228"/>
                </a:lnTo>
                <a:lnTo>
                  <a:pt x="943677" y="60041"/>
                </a:lnTo>
                <a:lnTo>
                  <a:pt x="943342" y="58883"/>
                </a:lnTo>
                <a:lnTo>
                  <a:pt x="942978" y="57756"/>
                </a:lnTo>
                <a:lnTo>
                  <a:pt x="942584" y="56659"/>
                </a:lnTo>
                <a:lnTo>
                  <a:pt x="942162" y="55591"/>
                </a:lnTo>
                <a:lnTo>
                  <a:pt x="941710" y="54554"/>
                </a:lnTo>
                <a:lnTo>
                  <a:pt x="941230" y="53547"/>
                </a:lnTo>
                <a:lnTo>
                  <a:pt x="940720" y="52570"/>
                </a:lnTo>
                <a:lnTo>
                  <a:pt x="940181" y="51623"/>
                </a:lnTo>
                <a:lnTo>
                  <a:pt x="939613" y="50706"/>
                </a:lnTo>
                <a:lnTo>
                  <a:pt x="939016" y="49819"/>
                </a:lnTo>
                <a:lnTo>
                  <a:pt x="938390" y="48962"/>
                </a:lnTo>
                <a:lnTo>
                  <a:pt x="937734" y="48135"/>
                </a:lnTo>
                <a:lnTo>
                  <a:pt x="937050" y="47339"/>
                </a:lnTo>
                <a:lnTo>
                  <a:pt x="936339" y="46573"/>
                </a:lnTo>
                <a:lnTo>
                  <a:pt x="935604" y="45840"/>
                </a:lnTo>
                <a:lnTo>
                  <a:pt x="934845" y="45140"/>
                </a:lnTo>
                <a:lnTo>
                  <a:pt x="934063" y="44472"/>
                </a:lnTo>
                <a:lnTo>
                  <a:pt x="933256" y="43837"/>
                </a:lnTo>
                <a:lnTo>
                  <a:pt x="932426" y="43235"/>
                </a:lnTo>
                <a:lnTo>
                  <a:pt x="931572" y="42665"/>
                </a:lnTo>
                <a:lnTo>
                  <a:pt x="930695" y="42127"/>
                </a:lnTo>
                <a:lnTo>
                  <a:pt x="929793" y="41622"/>
                </a:lnTo>
                <a:lnTo>
                  <a:pt x="928868" y="41150"/>
                </a:lnTo>
                <a:lnTo>
                  <a:pt x="927919" y="40710"/>
                </a:lnTo>
                <a:lnTo>
                  <a:pt x="926946" y="40303"/>
                </a:lnTo>
                <a:lnTo>
                  <a:pt x="925950" y="39929"/>
                </a:lnTo>
                <a:lnTo>
                  <a:pt x="924929" y="39587"/>
                </a:lnTo>
                <a:lnTo>
                  <a:pt x="923885" y="39277"/>
                </a:lnTo>
                <a:lnTo>
                  <a:pt x="922817" y="39000"/>
                </a:lnTo>
                <a:lnTo>
                  <a:pt x="921725" y="38756"/>
                </a:lnTo>
                <a:lnTo>
                  <a:pt x="920609" y="38544"/>
                </a:lnTo>
                <a:lnTo>
                  <a:pt x="919470" y="38365"/>
                </a:lnTo>
                <a:lnTo>
                  <a:pt x="918306" y="38219"/>
                </a:lnTo>
                <a:lnTo>
                  <a:pt x="917119" y="38105"/>
                </a:lnTo>
                <a:lnTo>
                  <a:pt x="915909" y="38023"/>
                </a:lnTo>
                <a:lnTo>
                  <a:pt x="914674" y="37974"/>
                </a:lnTo>
                <a:lnTo>
                  <a:pt x="913415" y="37958"/>
                </a:lnTo>
                <a:lnTo>
                  <a:pt x="912333" y="37967"/>
                </a:lnTo>
                <a:lnTo>
                  <a:pt x="911267" y="37992"/>
                </a:lnTo>
                <a:lnTo>
                  <a:pt x="910218" y="38035"/>
                </a:lnTo>
                <a:lnTo>
                  <a:pt x="909186" y="38096"/>
                </a:lnTo>
                <a:lnTo>
                  <a:pt x="908172" y="38173"/>
                </a:lnTo>
                <a:lnTo>
                  <a:pt x="907174" y="38268"/>
                </a:lnTo>
                <a:lnTo>
                  <a:pt x="906194" y="38380"/>
                </a:lnTo>
                <a:lnTo>
                  <a:pt x="905230" y="38509"/>
                </a:lnTo>
                <a:lnTo>
                  <a:pt x="904284" y="38656"/>
                </a:lnTo>
                <a:lnTo>
                  <a:pt x="903355" y="38819"/>
                </a:lnTo>
                <a:lnTo>
                  <a:pt x="902442" y="39000"/>
                </a:lnTo>
                <a:lnTo>
                  <a:pt x="901547" y="39198"/>
                </a:lnTo>
                <a:lnTo>
                  <a:pt x="900669" y="39414"/>
                </a:lnTo>
                <a:lnTo>
                  <a:pt x="899808" y="39646"/>
                </a:lnTo>
                <a:lnTo>
                  <a:pt x="898964" y="39896"/>
                </a:lnTo>
                <a:lnTo>
                  <a:pt x="898137" y="40163"/>
                </a:lnTo>
                <a:lnTo>
                  <a:pt x="897327" y="40448"/>
                </a:lnTo>
                <a:lnTo>
                  <a:pt x="896534" y="40749"/>
                </a:lnTo>
                <a:lnTo>
                  <a:pt x="895758" y="41068"/>
                </a:lnTo>
                <a:lnTo>
                  <a:pt x="894999" y="41404"/>
                </a:lnTo>
                <a:lnTo>
                  <a:pt x="894257" y="41757"/>
                </a:lnTo>
                <a:lnTo>
                  <a:pt x="893533" y="42128"/>
                </a:lnTo>
                <a:lnTo>
                  <a:pt x="892825" y="42515"/>
                </a:lnTo>
                <a:lnTo>
                  <a:pt x="892134" y="42920"/>
                </a:lnTo>
                <a:lnTo>
                  <a:pt x="891458" y="43336"/>
                </a:lnTo>
                <a:lnTo>
                  <a:pt x="890792" y="43757"/>
                </a:lnTo>
                <a:lnTo>
                  <a:pt x="890138" y="44184"/>
                </a:lnTo>
                <a:lnTo>
                  <a:pt x="889494" y="44615"/>
                </a:lnTo>
                <a:lnTo>
                  <a:pt x="888862" y="45052"/>
                </a:lnTo>
                <a:lnTo>
                  <a:pt x="888240" y="45494"/>
                </a:lnTo>
                <a:lnTo>
                  <a:pt x="887630" y="45941"/>
                </a:lnTo>
                <a:lnTo>
                  <a:pt x="887030" y="46393"/>
                </a:lnTo>
                <a:lnTo>
                  <a:pt x="886442" y="46850"/>
                </a:lnTo>
                <a:lnTo>
                  <a:pt x="885864" y="47313"/>
                </a:lnTo>
                <a:lnTo>
                  <a:pt x="885298" y="47780"/>
                </a:lnTo>
                <a:lnTo>
                  <a:pt x="884742" y="48253"/>
                </a:lnTo>
                <a:lnTo>
                  <a:pt x="884198" y="48731"/>
                </a:lnTo>
                <a:lnTo>
                  <a:pt x="883664" y="49214"/>
                </a:lnTo>
                <a:lnTo>
                  <a:pt x="883142" y="49702"/>
                </a:lnTo>
                <a:lnTo>
                  <a:pt x="882631" y="50196"/>
                </a:lnTo>
                <a:lnTo>
                  <a:pt x="882130" y="50694"/>
                </a:lnTo>
                <a:lnTo>
                  <a:pt x="881641" y="51198"/>
                </a:lnTo>
                <a:lnTo>
                  <a:pt x="881163" y="51707"/>
                </a:lnTo>
                <a:lnTo>
                  <a:pt x="880695" y="52221"/>
                </a:lnTo>
                <a:lnTo>
                  <a:pt x="880239" y="52740"/>
                </a:lnTo>
                <a:lnTo>
                  <a:pt x="879794" y="53264"/>
                </a:lnTo>
                <a:lnTo>
                  <a:pt x="879359" y="53793"/>
                </a:lnTo>
                <a:lnTo>
                  <a:pt x="878936" y="54328"/>
                </a:lnTo>
                <a:lnTo>
                  <a:pt x="878425" y="39493"/>
                </a:lnTo>
                <a:lnTo>
                  <a:pt x="852335" y="39493"/>
                </a:lnTo>
                <a:lnTo>
                  <a:pt x="852335" y="140577"/>
                </a:lnTo>
                <a:lnTo>
                  <a:pt x="879448" y="140577"/>
                </a:lnTo>
                <a:lnTo>
                  <a:pt x="879448" y="72859"/>
                </a:lnTo>
                <a:lnTo>
                  <a:pt x="879808" y="72403"/>
                </a:lnTo>
                <a:lnTo>
                  <a:pt x="880174" y="71952"/>
                </a:lnTo>
                <a:lnTo>
                  <a:pt x="880545" y="71507"/>
                </a:lnTo>
                <a:close/>
                <a:moveTo>
                  <a:pt x="1443057" y="71952"/>
                </a:moveTo>
                <a:lnTo>
                  <a:pt x="1443428" y="71507"/>
                </a:lnTo>
                <a:lnTo>
                  <a:pt x="1443804" y="71068"/>
                </a:lnTo>
                <a:lnTo>
                  <a:pt x="1444185" y="70635"/>
                </a:lnTo>
                <a:lnTo>
                  <a:pt x="1444572" y="70207"/>
                </a:lnTo>
                <a:lnTo>
                  <a:pt x="1444963" y="69785"/>
                </a:lnTo>
                <a:lnTo>
                  <a:pt x="1445360" y="69369"/>
                </a:lnTo>
                <a:lnTo>
                  <a:pt x="1445762" y="68959"/>
                </a:lnTo>
                <a:lnTo>
                  <a:pt x="1446169" y="68555"/>
                </a:lnTo>
                <a:lnTo>
                  <a:pt x="1446581" y="68156"/>
                </a:lnTo>
                <a:lnTo>
                  <a:pt x="1446998" y="67763"/>
                </a:lnTo>
                <a:lnTo>
                  <a:pt x="1447421" y="67376"/>
                </a:lnTo>
                <a:lnTo>
                  <a:pt x="1447848" y="66994"/>
                </a:lnTo>
                <a:lnTo>
                  <a:pt x="1448281" y="66619"/>
                </a:lnTo>
                <a:lnTo>
                  <a:pt x="1448719" y="66249"/>
                </a:lnTo>
                <a:lnTo>
                  <a:pt x="1449162" y="65885"/>
                </a:lnTo>
                <a:lnTo>
                  <a:pt x="1449610" y="65526"/>
                </a:lnTo>
                <a:lnTo>
                  <a:pt x="1450064" y="65174"/>
                </a:lnTo>
                <a:lnTo>
                  <a:pt x="1450522" y="64827"/>
                </a:lnTo>
                <a:lnTo>
                  <a:pt x="1450986" y="64486"/>
                </a:lnTo>
                <a:lnTo>
                  <a:pt x="1451455" y="64151"/>
                </a:lnTo>
                <a:lnTo>
                  <a:pt x="1451929" y="63821"/>
                </a:lnTo>
                <a:lnTo>
                  <a:pt x="1452408" y="63498"/>
                </a:lnTo>
                <a:lnTo>
                  <a:pt x="1452894" y="63184"/>
                </a:lnTo>
                <a:lnTo>
                  <a:pt x="1453387" y="62883"/>
                </a:lnTo>
                <a:lnTo>
                  <a:pt x="1453889" y="62595"/>
                </a:lnTo>
                <a:lnTo>
                  <a:pt x="1454399" y="62321"/>
                </a:lnTo>
                <a:lnTo>
                  <a:pt x="1454917" y="62061"/>
                </a:lnTo>
                <a:lnTo>
                  <a:pt x="1455442" y="61814"/>
                </a:lnTo>
                <a:lnTo>
                  <a:pt x="1455976" y="61580"/>
                </a:lnTo>
                <a:lnTo>
                  <a:pt x="1456518" y="61359"/>
                </a:lnTo>
                <a:lnTo>
                  <a:pt x="1457067" y="61152"/>
                </a:lnTo>
                <a:lnTo>
                  <a:pt x="1457625" y="60958"/>
                </a:lnTo>
                <a:lnTo>
                  <a:pt x="1458191" y="60778"/>
                </a:lnTo>
                <a:lnTo>
                  <a:pt x="1458764" y="60611"/>
                </a:lnTo>
                <a:lnTo>
                  <a:pt x="1459346" y="60457"/>
                </a:lnTo>
                <a:lnTo>
                  <a:pt x="1459935" y="60316"/>
                </a:lnTo>
                <a:lnTo>
                  <a:pt x="1460533" y="60190"/>
                </a:lnTo>
                <a:lnTo>
                  <a:pt x="1461139" y="60076"/>
                </a:lnTo>
                <a:lnTo>
                  <a:pt x="1461752" y="59976"/>
                </a:lnTo>
                <a:lnTo>
                  <a:pt x="1462374" y="59889"/>
                </a:lnTo>
                <a:lnTo>
                  <a:pt x="1463004" y="59815"/>
                </a:lnTo>
                <a:lnTo>
                  <a:pt x="1463641" y="59755"/>
                </a:lnTo>
                <a:lnTo>
                  <a:pt x="1464287" y="59708"/>
                </a:lnTo>
                <a:lnTo>
                  <a:pt x="1464940" y="59675"/>
                </a:lnTo>
                <a:lnTo>
                  <a:pt x="1465602" y="59655"/>
                </a:lnTo>
                <a:lnTo>
                  <a:pt x="1466271" y="59648"/>
                </a:lnTo>
                <a:lnTo>
                  <a:pt x="1466720" y="59652"/>
                </a:lnTo>
                <a:lnTo>
                  <a:pt x="1467161" y="59664"/>
                </a:lnTo>
                <a:lnTo>
                  <a:pt x="1467594" y="59684"/>
                </a:lnTo>
                <a:lnTo>
                  <a:pt x="1468021" y="59712"/>
                </a:lnTo>
                <a:lnTo>
                  <a:pt x="1468440" y="59748"/>
                </a:lnTo>
                <a:lnTo>
                  <a:pt x="1468852" y="59791"/>
                </a:lnTo>
                <a:lnTo>
                  <a:pt x="1469256" y="59843"/>
                </a:lnTo>
                <a:lnTo>
                  <a:pt x="1469653" y="59903"/>
                </a:lnTo>
                <a:lnTo>
                  <a:pt x="1470043" y="59970"/>
                </a:lnTo>
                <a:lnTo>
                  <a:pt x="1470426" y="60046"/>
                </a:lnTo>
                <a:lnTo>
                  <a:pt x="1470801" y="60129"/>
                </a:lnTo>
                <a:lnTo>
                  <a:pt x="1471170" y="60220"/>
                </a:lnTo>
                <a:lnTo>
                  <a:pt x="1471530" y="60320"/>
                </a:lnTo>
                <a:lnTo>
                  <a:pt x="1471884" y="60427"/>
                </a:lnTo>
                <a:lnTo>
                  <a:pt x="1472230" y="60542"/>
                </a:lnTo>
                <a:lnTo>
                  <a:pt x="1472569" y="60666"/>
                </a:lnTo>
                <a:lnTo>
                  <a:pt x="1472901" y="60797"/>
                </a:lnTo>
                <a:lnTo>
                  <a:pt x="1473225" y="60936"/>
                </a:lnTo>
                <a:lnTo>
                  <a:pt x="1473543" y="61083"/>
                </a:lnTo>
                <a:lnTo>
                  <a:pt x="1473852" y="61238"/>
                </a:lnTo>
                <a:lnTo>
                  <a:pt x="1474155" y="61401"/>
                </a:lnTo>
                <a:lnTo>
                  <a:pt x="1474450" y="61572"/>
                </a:lnTo>
                <a:lnTo>
                  <a:pt x="1474738" y="61751"/>
                </a:lnTo>
                <a:lnTo>
                  <a:pt x="1475019" y="61937"/>
                </a:lnTo>
                <a:lnTo>
                  <a:pt x="1475293" y="62131"/>
                </a:lnTo>
                <a:lnTo>
                  <a:pt x="1475561" y="62332"/>
                </a:lnTo>
                <a:lnTo>
                  <a:pt x="1475822" y="62539"/>
                </a:lnTo>
                <a:lnTo>
                  <a:pt x="1476078" y="62752"/>
                </a:lnTo>
                <a:lnTo>
                  <a:pt x="1476327" y="62972"/>
                </a:lnTo>
                <a:lnTo>
                  <a:pt x="1476570" y="63199"/>
                </a:lnTo>
                <a:lnTo>
                  <a:pt x="1476806" y="63432"/>
                </a:lnTo>
                <a:lnTo>
                  <a:pt x="1477037" y="63671"/>
                </a:lnTo>
                <a:lnTo>
                  <a:pt x="1477261" y="63917"/>
                </a:lnTo>
                <a:lnTo>
                  <a:pt x="1477479" y="64170"/>
                </a:lnTo>
                <a:lnTo>
                  <a:pt x="1477691" y="64429"/>
                </a:lnTo>
                <a:lnTo>
                  <a:pt x="1477897" y="64694"/>
                </a:lnTo>
                <a:lnTo>
                  <a:pt x="1478096" y="64966"/>
                </a:lnTo>
                <a:lnTo>
                  <a:pt x="1478289" y="65245"/>
                </a:lnTo>
                <a:lnTo>
                  <a:pt x="1478476" y="65530"/>
                </a:lnTo>
                <a:lnTo>
                  <a:pt x="1478657" y="65821"/>
                </a:lnTo>
                <a:lnTo>
                  <a:pt x="1478831" y="66119"/>
                </a:lnTo>
                <a:lnTo>
                  <a:pt x="1479000" y="66423"/>
                </a:lnTo>
                <a:lnTo>
                  <a:pt x="1479162" y="66734"/>
                </a:lnTo>
                <a:lnTo>
                  <a:pt x="1479318" y="67052"/>
                </a:lnTo>
                <a:lnTo>
                  <a:pt x="1479467" y="67376"/>
                </a:lnTo>
                <a:lnTo>
                  <a:pt x="1479611" y="67706"/>
                </a:lnTo>
                <a:lnTo>
                  <a:pt x="1479748" y="68043"/>
                </a:lnTo>
                <a:lnTo>
                  <a:pt x="1479879" y="68386"/>
                </a:lnTo>
                <a:lnTo>
                  <a:pt x="1480004" y="68735"/>
                </a:lnTo>
                <a:lnTo>
                  <a:pt x="1480124" y="69089"/>
                </a:lnTo>
                <a:lnTo>
                  <a:pt x="1480239" y="69447"/>
                </a:lnTo>
                <a:lnTo>
                  <a:pt x="1480348" y="69810"/>
                </a:lnTo>
                <a:lnTo>
                  <a:pt x="1480452" y="70178"/>
                </a:lnTo>
                <a:lnTo>
                  <a:pt x="1480550" y="70551"/>
                </a:lnTo>
                <a:lnTo>
                  <a:pt x="1480644" y="70928"/>
                </a:lnTo>
                <a:lnTo>
                  <a:pt x="1480732" y="71310"/>
                </a:lnTo>
                <a:lnTo>
                  <a:pt x="1480814" y="71697"/>
                </a:lnTo>
                <a:lnTo>
                  <a:pt x="1480891" y="72088"/>
                </a:lnTo>
                <a:lnTo>
                  <a:pt x="1480963" y="72484"/>
                </a:lnTo>
                <a:lnTo>
                  <a:pt x="1481030" y="72885"/>
                </a:lnTo>
                <a:lnTo>
                  <a:pt x="1481091" y="73290"/>
                </a:lnTo>
                <a:lnTo>
                  <a:pt x="1481147" y="73701"/>
                </a:lnTo>
                <a:lnTo>
                  <a:pt x="1481198" y="74115"/>
                </a:lnTo>
                <a:lnTo>
                  <a:pt x="1481243" y="74535"/>
                </a:lnTo>
                <a:lnTo>
                  <a:pt x="1481283" y="74959"/>
                </a:lnTo>
                <a:lnTo>
                  <a:pt x="1481318" y="75388"/>
                </a:lnTo>
                <a:lnTo>
                  <a:pt x="1481347" y="75822"/>
                </a:lnTo>
                <a:lnTo>
                  <a:pt x="1481371" y="76260"/>
                </a:lnTo>
                <a:lnTo>
                  <a:pt x="1481390" y="76704"/>
                </a:lnTo>
                <a:lnTo>
                  <a:pt x="1481403" y="77151"/>
                </a:lnTo>
                <a:lnTo>
                  <a:pt x="1481411" y="77604"/>
                </a:lnTo>
                <a:lnTo>
                  <a:pt x="1481414" y="78061"/>
                </a:lnTo>
                <a:lnTo>
                  <a:pt x="1481414" y="140577"/>
                </a:lnTo>
                <a:lnTo>
                  <a:pt x="1508322" y="140577"/>
                </a:lnTo>
                <a:lnTo>
                  <a:pt x="1508322" y="74755"/>
                </a:lnTo>
                <a:lnTo>
                  <a:pt x="1508307" y="73267"/>
                </a:lnTo>
                <a:lnTo>
                  <a:pt x="1508264" y="71809"/>
                </a:lnTo>
                <a:lnTo>
                  <a:pt x="1508191" y="70382"/>
                </a:lnTo>
                <a:lnTo>
                  <a:pt x="1508089" y="68984"/>
                </a:lnTo>
                <a:lnTo>
                  <a:pt x="1507958" y="67616"/>
                </a:lnTo>
                <a:lnTo>
                  <a:pt x="1507797" y="66278"/>
                </a:lnTo>
                <a:lnTo>
                  <a:pt x="1507608" y="64971"/>
                </a:lnTo>
                <a:lnTo>
                  <a:pt x="1507390" y="63693"/>
                </a:lnTo>
                <a:lnTo>
                  <a:pt x="1507142" y="62446"/>
                </a:lnTo>
                <a:lnTo>
                  <a:pt x="1506865" y="61228"/>
                </a:lnTo>
                <a:lnTo>
                  <a:pt x="1506559" y="60041"/>
                </a:lnTo>
                <a:lnTo>
                  <a:pt x="1506224" y="58883"/>
                </a:lnTo>
                <a:lnTo>
                  <a:pt x="1505860" y="57756"/>
                </a:lnTo>
                <a:lnTo>
                  <a:pt x="1505467" y="56659"/>
                </a:lnTo>
                <a:lnTo>
                  <a:pt x="1505045" y="55591"/>
                </a:lnTo>
                <a:lnTo>
                  <a:pt x="1504593" y="54554"/>
                </a:lnTo>
                <a:lnTo>
                  <a:pt x="1504112" y="53547"/>
                </a:lnTo>
                <a:lnTo>
                  <a:pt x="1503603" y="52570"/>
                </a:lnTo>
                <a:lnTo>
                  <a:pt x="1503064" y="51623"/>
                </a:lnTo>
                <a:lnTo>
                  <a:pt x="1502496" y="50706"/>
                </a:lnTo>
                <a:lnTo>
                  <a:pt x="1501899" y="49819"/>
                </a:lnTo>
                <a:lnTo>
                  <a:pt x="1501272" y="48962"/>
                </a:lnTo>
                <a:lnTo>
                  <a:pt x="1500617" y="48135"/>
                </a:lnTo>
                <a:lnTo>
                  <a:pt x="1499932" y="47339"/>
                </a:lnTo>
                <a:lnTo>
                  <a:pt x="1499221" y="46573"/>
                </a:lnTo>
                <a:lnTo>
                  <a:pt x="1498486" y="45840"/>
                </a:lnTo>
                <a:lnTo>
                  <a:pt x="1497728" y="45140"/>
                </a:lnTo>
                <a:lnTo>
                  <a:pt x="1496945" y="44472"/>
                </a:lnTo>
                <a:lnTo>
                  <a:pt x="1496139" y="43837"/>
                </a:lnTo>
                <a:lnTo>
                  <a:pt x="1495309" y="43235"/>
                </a:lnTo>
                <a:lnTo>
                  <a:pt x="1494455" y="42665"/>
                </a:lnTo>
                <a:lnTo>
                  <a:pt x="1493577" y="42127"/>
                </a:lnTo>
                <a:lnTo>
                  <a:pt x="1492676" y="41622"/>
                </a:lnTo>
                <a:lnTo>
                  <a:pt x="1491751" y="41150"/>
                </a:lnTo>
                <a:lnTo>
                  <a:pt x="1490802" y="40710"/>
                </a:lnTo>
                <a:lnTo>
                  <a:pt x="1489829" y="40303"/>
                </a:lnTo>
                <a:lnTo>
                  <a:pt x="1488832" y="39929"/>
                </a:lnTo>
                <a:lnTo>
                  <a:pt x="1487812" y="39587"/>
                </a:lnTo>
                <a:lnTo>
                  <a:pt x="1486767" y="39277"/>
                </a:lnTo>
                <a:lnTo>
                  <a:pt x="1485699" y="39000"/>
                </a:lnTo>
                <a:lnTo>
                  <a:pt x="1484608" y="38756"/>
                </a:lnTo>
                <a:lnTo>
                  <a:pt x="1483492" y="38544"/>
                </a:lnTo>
                <a:lnTo>
                  <a:pt x="1482352" y="38365"/>
                </a:lnTo>
                <a:lnTo>
                  <a:pt x="1481189" y="38219"/>
                </a:lnTo>
                <a:lnTo>
                  <a:pt x="1480002" y="38105"/>
                </a:lnTo>
                <a:lnTo>
                  <a:pt x="1478791" y="38023"/>
                </a:lnTo>
                <a:lnTo>
                  <a:pt x="1477556" y="37974"/>
                </a:lnTo>
                <a:lnTo>
                  <a:pt x="1476298" y="37958"/>
                </a:lnTo>
                <a:lnTo>
                  <a:pt x="1475215" y="37967"/>
                </a:lnTo>
                <a:lnTo>
                  <a:pt x="1474149" y="37992"/>
                </a:lnTo>
                <a:lnTo>
                  <a:pt x="1473101" y="38035"/>
                </a:lnTo>
                <a:lnTo>
                  <a:pt x="1472069" y="38096"/>
                </a:lnTo>
                <a:lnTo>
                  <a:pt x="1471055" y="38173"/>
                </a:lnTo>
                <a:lnTo>
                  <a:pt x="1470057" y="38268"/>
                </a:lnTo>
                <a:lnTo>
                  <a:pt x="1469076" y="38380"/>
                </a:lnTo>
                <a:lnTo>
                  <a:pt x="1468113" y="38509"/>
                </a:lnTo>
                <a:lnTo>
                  <a:pt x="1467167" y="38656"/>
                </a:lnTo>
                <a:lnTo>
                  <a:pt x="1466237" y="38819"/>
                </a:lnTo>
                <a:lnTo>
                  <a:pt x="1465325" y="39000"/>
                </a:lnTo>
                <a:lnTo>
                  <a:pt x="1464430" y="39198"/>
                </a:lnTo>
                <a:lnTo>
                  <a:pt x="1463552" y="39414"/>
                </a:lnTo>
                <a:lnTo>
                  <a:pt x="1462690" y="39646"/>
                </a:lnTo>
                <a:lnTo>
                  <a:pt x="1461846" y="39896"/>
                </a:lnTo>
                <a:lnTo>
                  <a:pt x="1461019" y="40163"/>
                </a:lnTo>
                <a:lnTo>
                  <a:pt x="1460209" y="40448"/>
                </a:lnTo>
                <a:lnTo>
                  <a:pt x="1459416" y="40749"/>
                </a:lnTo>
                <a:lnTo>
                  <a:pt x="1458641" y="41068"/>
                </a:lnTo>
                <a:lnTo>
                  <a:pt x="1457882" y="41404"/>
                </a:lnTo>
                <a:lnTo>
                  <a:pt x="1457140" y="41757"/>
                </a:lnTo>
                <a:lnTo>
                  <a:pt x="1456415" y="42128"/>
                </a:lnTo>
                <a:lnTo>
                  <a:pt x="1455708" y="42515"/>
                </a:lnTo>
                <a:lnTo>
                  <a:pt x="1455017" y="42920"/>
                </a:lnTo>
                <a:lnTo>
                  <a:pt x="1454340" y="43336"/>
                </a:lnTo>
                <a:lnTo>
                  <a:pt x="1453675" y="43757"/>
                </a:lnTo>
                <a:lnTo>
                  <a:pt x="1453020" y="44184"/>
                </a:lnTo>
                <a:lnTo>
                  <a:pt x="1452377" y="44615"/>
                </a:lnTo>
                <a:lnTo>
                  <a:pt x="1451744" y="45052"/>
                </a:lnTo>
                <a:lnTo>
                  <a:pt x="1451123" y="45494"/>
                </a:lnTo>
                <a:lnTo>
                  <a:pt x="1450512" y="45941"/>
                </a:lnTo>
                <a:lnTo>
                  <a:pt x="1449913" y="46393"/>
                </a:lnTo>
                <a:lnTo>
                  <a:pt x="1449324" y="46850"/>
                </a:lnTo>
                <a:lnTo>
                  <a:pt x="1448747" y="47313"/>
                </a:lnTo>
                <a:lnTo>
                  <a:pt x="1448180" y="47780"/>
                </a:lnTo>
                <a:lnTo>
                  <a:pt x="1447625" y="48253"/>
                </a:lnTo>
                <a:lnTo>
                  <a:pt x="1447081" y="48731"/>
                </a:lnTo>
                <a:lnTo>
                  <a:pt x="1446547" y="49214"/>
                </a:lnTo>
                <a:lnTo>
                  <a:pt x="1446025" y="49702"/>
                </a:lnTo>
                <a:lnTo>
                  <a:pt x="1445513" y="50196"/>
                </a:lnTo>
                <a:lnTo>
                  <a:pt x="1445013" y="50694"/>
                </a:lnTo>
                <a:lnTo>
                  <a:pt x="1444524" y="51198"/>
                </a:lnTo>
                <a:lnTo>
                  <a:pt x="1444045" y="51707"/>
                </a:lnTo>
                <a:lnTo>
                  <a:pt x="1443578" y="52221"/>
                </a:lnTo>
                <a:lnTo>
                  <a:pt x="1443122" y="52740"/>
                </a:lnTo>
                <a:lnTo>
                  <a:pt x="1442676" y="53264"/>
                </a:lnTo>
                <a:lnTo>
                  <a:pt x="1442242" y="53793"/>
                </a:lnTo>
                <a:lnTo>
                  <a:pt x="1441819" y="54328"/>
                </a:lnTo>
                <a:lnTo>
                  <a:pt x="1441307" y="39493"/>
                </a:lnTo>
                <a:lnTo>
                  <a:pt x="1415217" y="39493"/>
                </a:lnTo>
                <a:lnTo>
                  <a:pt x="1415217" y="140577"/>
                </a:lnTo>
                <a:lnTo>
                  <a:pt x="1442330" y="140577"/>
                </a:lnTo>
                <a:lnTo>
                  <a:pt x="1442330" y="72859"/>
                </a:lnTo>
                <a:lnTo>
                  <a:pt x="1442691" y="72403"/>
                </a:lnTo>
                <a:lnTo>
                  <a:pt x="1443057" y="71952"/>
                </a:lnTo>
                <a:close/>
                <a:moveTo>
                  <a:pt x="1237461" y="140577"/>
                </a:moveTo>
                <a:lnTo>
                  <a:pt x="1264574" y="140577"/>
                </a:lnTo>
                <a:lnTo>
                  <a:pt x="1264574" y="39493"/>
                </a:lnTo>
                <a:lnTo>
                  <a:pt x="1237461" y="39493"/>
                </a:lnTo>
                <a:lnTo>
                  <a:pt x="1237461" y="140577"/>
                </a:lnTo>
                <a:close/>
                <a:moveTo>
                  <a:pt x="785582" y="142311"/>
                </a:moveTo>
                <a:lnTo>
                  <a:pt x="786663" y="142250"/>
                </a:lnTo>
                <a:lnTo>
                  <a:pt x="787731" y="142176"/>
                </a:lnTo>
                <a:lnTo>
                  <a:pt x="788788" y="142088"/>
                </a:lnTo>
                <a:lnTo>
                  <a:pt x="789833" y="141987"/>
                </a:lnTo>
                <a:lnTo>
                  <a:pt x="790865" y="141872"/>
                </a:lnTo>
                <a:lnTo>
                  <a:pt x="791886" y="141744"/>
                </a:lnTo>
                <a:lnTo>
                  <a:pt x="792895" y="141602"/>
                </a:lnTo>
                <a:lnTo>
                  <a:pt x="793892" y="141447"/>
                </a:lnTo>
                <a:lnTo>
                  <a:pt x="794878" y="141278"/>
                </a:lnTo>
                <a:lnTo>
                  <a:pt x="795851" y="141096"/>
                </a:lnTo>
                <a:lnTo>
                  <a:pt x="796812" y="140900"/>
                </a:lnTo>
                <a:lnTo>
                  <a:pt x="797762" y="140691"/>
                </a:lnTo>
                <a:lnTo>
                  <a:pt x="798699" y="140468"/>
                </a:lnTo>
                <a:lnTo>
                  <a:pt x="799625" y="140232"/>
                </a:lnTo>
                <a:lnTo>
                  <a:pt x="800539" y="139982"/>
                </a:lnTo>
                <a:lnTo>
                  <a:pt x="801441" y="139719"/>
                </a:lnTo>
                <a:lnTo>
                  <a:pt x="802331" y="139442"/>
                </a:lnTo>
                <a:lnTo>
                  <a:pt x="803209" y="139152"/>
                </a:lnTo>
                <a:lnTo>
                  <a:pt x="804075" y="138848"/>
                </a:lnTo>
                <a:lnTo>
                  <a:pt x="804929" y="138531"/>
                </a:lnTo>
                <a:lnTo>
                  <a:pt x="805770" y="138200"/>
                </a:lnTo>
                <a:lnTo>
                  <a:pt x="806596" y="137855"/>
                </a:lnTo>
                <a:lnTo>
                  <a:pt x="807407" y="137497"/>
                </a:lnTo>
                <a:lnTo>
                  <a:pt x="808203" y="137124"/>
                </a:lnTo>
                <a:lnTo>
                  <a:pt x="808984" y="136738"/>
                </a:lnTo>
                <a:lnTo>
                  <a:pt x="809751" y="136338"/>
                </a:lnTo>
                <a:lnTo>
                  <a:pt x="810502" y="135924"/>
                </a:lnTo>
                <a:lnTo>
                  <a:pt x="811239" y="135496"/>
                </a:lnTo>
                <a:lnTo>
                  <a:pt x="811960" y="135054"/>
                </a:lnTo>
                <a:lnTo>
                  <a:pt x="812667" y="134598"/>
                </a:lnTo>
                <a:lnTo>
                  <a:pt x="813358" y="134129"/>
                </a:lnTo>
                <a:lnTo>
                  <a:pt x="814035" y="133646"/>
                </a:lnTo>
                <a:lnTo>
                  <a:pt x="814697" y="133148"/>
                </a:lnTo>
                <a:lnTo>
                  <a:pt x="815344" y="132637"/>
                </a:lnTo>
                <a:lnTo>
                  <a:pt x="815976" y="132113"/>
                </a:lnTo>
                <a:lnTo>
                  <a:pt x="816593" y="131574"/>
                </a:lnTo>
                <a:lnTo>
                  <a:pt x="817195" y="131021"/>
                </a:lnTo>
                <a:lnTo>
                  <a:pt x="817782" y="130455"/>
                </a:lnTo>
                <a:lnTo>
                  <a:pt x="818355" y="129874"/>
                </a:lnTo>
                <a:lnTo>
                  <a:pt x="818912" y="129280"/>
                </a:lnTo>
                <a:lnTo>
                  <a:pt x="819454" y="128672"/>
                </a:lnTo>
                <a:lnTo>
                  <a:pt x="819982" y="128050"/>
                </a:lnTo>
                <a:lnTo>
                  <a:pt x="820495" y="127415"/>
                </a:lnTo>
                <a:lnTo>
                  <a:pt x="820992" y="126765"/>
                </a:lnTo>
                <a:lnTo>
                  <a:pt x="821473" y="126102"/>
                </a:lnTo>
                <a:lnTo>
                  <a:pt x="821936" y="125425"/>
                </a:lnTo>
                <a:lnTo>
                  <a:pt x="822379" y="124734"/>
                </a:lnTo>
                <a:lnTo>
                  <a:pt x="822804" y="124030"/>
                </a:lnTo>
                <a:lnTo>
                  <a:pt x="823210" y="123312"/>
                </a:lnTo>
                <a:lnTo>
                  <a:pt x="823598" y="122580"/>
                </a:lnTo>
                <a:lnTo>
                  <a:pt x="823967" y="121835"/>
                </a:lnTo>
                <a:lnTo>
                  <a:pt x="824317" y="121075"/>
                </a:lnTo>
                <a:lnTo>
                  <a:pt x="824649" y="120303"/>
                </a:lnTo>
                <a:lnTo>
                  <a:pt x="824962" y="119516"/>
                </a:lnTo>
                <a:lnTo>
                  <a:pt x="825257" y="118716"/>
                </a:lnTo>
                <a:lnTo>
                  <a:pt x="825532" y="117902"/>
                </a:lnTo>
                <a:lnTo>
                  <a:pt x="825790" y="117075"/>
                </a:lnTo>
                <a:lnTo>
                  <a:pt x="826028" y="116234"/>
                </a:lnTo>
                <a:lnTo>
                  <a:pt x="826248" y="115379"/>
                </a:lnTo>
                <a:lnTo>
                  <a:pt x="826449" y="114510"/>
                </a:lnTo>
                <a:lnTo>
                  <a:pt x="826632" y="113628"/>
                </a:lnTo>
                <a:lnTo>
                  <a:pt x="826795" y="112732"/>
                </a:lnTo>
                <a:lnTo>
                  <a:pt x="826941" y="111823"/>
                </a:lnTo>
                <a:lnTo>
                  <a:pt x="827067" y="110900"/>
                </a:lnTo>
                <a:lnTo>
                  <a:pt x="827175" y="109963"/>
                </a:lnTo>
                <a:lnTo>
                  <a:pt x="827264" y="109012"/>
                </a:lnTo>
                <a:lnTo>
                  <a:pt x="827335" y="108048"/>
                </a:lnTo>
                <a:lnTo>
                  <a:pt x="827387" y="107070"/>
                </a:lnTo>
                <a:lnTo>
                  <a:pt x="800683" y="107070"/>
                </a:lnTo>
                <a:lnTo>
                  <a:pt x="800666" y="107713"/>
                </a:lnTo>
                <a:lnTo>
                  <a:pt x="800630" y="108343"/>
                </a:lnTo>
                <a:lnTo>
                  <a:pt x="800576" y="108960"/>
                </a:lnTo>
                <a:lnTo>
                  <a:pt x="800504" y="109564"/>
                </a:lnTo>
                <a:lnTo>
                  <a:pt x="800414" y="110153"/>
                </a:lnTo>
                <a:lnTo>
                  <a:pt x="800306" y="110730"/>
                </a:lnTo>
                <a:lnTo>
                  <a:pt x="800180" y="111293"/>
                </a:lnTo>
                <a:lnTo>
                  <a:pt x="800035" y="111843"/>
                </a:lnTo>
                <a:lnTo>
                  <a:pt x="799873" y="112380"/>
                </a:lnTo>
                <a:lnTo>
                  <a:pt x="799692" y="112903"/>
                </a:lnTo>
                <a:lnTo>
                  <a:pt x="799493" y="113413"/>
                </a:lnTo>
                <a:lnTo>
                  <a:pt x="799277" y="113909"/>
                </a:lnTo>
                <a:lnTo>
                  <a:pt x="799042" y="114392"/>
                </a:lnTo>
                <a:lnTo>
                  <a:pt x="798788" y="114862"/>
                </a:lnTo>
                <a:lnTo>
                  <a:pt x="798517" y="115318"/>
                </a:lnTo>
                <a:lnTo>
                  <a:pt x="798228" y="115761"/>
                </a:lnTo>
                <a:lnTo>
                  <a:pt x="797920" y="116190"/>
                </a:lnTo>
                <a:lnTo>
                  <a:pt x="797595" y="116607"/>
                </a:lnTo>
                <a:lnTo>
                  <a:pt x="797251" y="117009"/>
                </a:lnTo>
                <a:lnTo>
                  <a:pt x="796889" y="117399"/>
                </a:lnTo>
                <a:lnTo>
                  <a:pt x="796509" y="117775"/>
                </a:lnTo>
                <a:lnTo>
                  <a:pt x="796111" y="118138"/>
                </a:lnTo>
                <a:lnTo>
                  <a:pt x="795695" y="118487"/>
                </a:lnTo>
                <a:lnTo>
                  <a:pt x="795261" y="118823"/>
                </a:lnTo>
                <a:lnTo>
                  <a:pt x="794811" y="119146"/>
                </a:lnTo>
                <a:lnTo>
                  <a:pt x="794350" y="119454"/>
                </a:lnTo>
                <a:lnTo>
                  <a:pt x="793876" y="119749"/>
                </a:lnTo>
                <a:lnTo>
                  <a:pt x="793391" y="120031"/>
                </a:lnTo>
                <a:lnTo>
                  <a:pt x="792893" y="120298"/>
                </a:lnTo>
                <a:lnTo>
                  <a:pt x="792383" y="120552"/>
                </a:lnTo>
                <a:lnTo>
                  <a:pt x="791861" y="120792"/>
                </a:lnTo>
                <a:lnTo>
                  <a:pt x="791327" y="121019"/>
                </a:lnTo>
                <a:lnTo>
                  <a:pt x="790781" y="121231"/>
                </a:lnTo>
                <a:lnTo>
                  <a:pt x="790223" y="121430"/>
                </a:lnTo>
                <a:lnTo>
                  <a:pt x="789653" y="121615"/>
                </a:lnTo>
                <a:lnTo>
                  <a:pt x="789071" y="121787"/>
                </a:lnTo>
                <a:lnTo>
                  <a:pt x="788477" y="121945"/>
                </a:lnTo>
                <a:lnTo>
                  <a:pt x="787870" y="122089"/>
                </a:lnTo>
                <a:lnTo>
                  <a:pt x="787252" y="122219"/>
                </a:lnTo>
                <a:lnTo>
                  <a:pt x="786621" y="122336"/>
                </a:lnTo>
                <a:lnTo>
                  <a:pt x="785978" y="122439"/>
                </a:lnTo>
                <a:lnTo>
                  <a:pt x="785324" y="122528"/>
                </a:lnTo>
                <a:lnTo>
                  <a:pt x="784657" y="122603"/>
                </a:lnTo>
                <a:lnTo>
                  <a:pt x="783978" y="122665"/>
                </a:lnTo>
                <a:lnTo>
                  <a:pt x="783287" y="122713"/>
                </a:lnTo>
                <a:lnTo>
                  <a:pt x="782584" y="122748"/>
                </a:lnTo>
                <a:lnTo>
                  <a:pt x="781869" y="122768"/>
                </a:lnTo>
                <a:lnTo>
                  <a:pt x="781142" y="122775"/>
                </a:lnTo>
                <a:lnTo>
                  <a:pt x="780440" y="122768"/>
                </a:lnTo>
                <a:lnTo>
                  <a:pt x="779749" y="122748"/>
                </a:lnTo>
                <a:lnTo>
                  <a:pt x="779070" y="122715"/>
                </a:lnTo>
                <a:lnTo>
                  <a:pt x="778402" y="122669"/>
                </a:lnTo>
                <a:lnTo>
                  <a:pt x="777745" y="122609"/>
                </a:lnTo>
                <a:lnTo>
                  <a:pt x="777100" y="122536"/>
                </a:lnTo>
                <a:lnTo>
                  <a:pt x="776467" y="122450"/>
                </a:lnTo>
                <a:lnTo>
                  <a:pt x="775844" y="122351"/>
                </a:lnTo>
                <a:lnTo>
                  <a:pt x="775233" y="122238"/>
                </a:lnTo>
                <a:lnTo>
                  <a:pt x="774633" y="122112"/>
                </a:lnTo>
                <a:lnTo>
                  <a:pt x="774045" y="121973"/>
                </a:lnTo>
                <a:lnTo>
                  <a:pt x="773468" y="121821"/>
                </a:lnTo>
                <a:lnTo>
                  <a:pt x="772903" y="121655"/>
                </a:lnTo>
                <a:lnTo>
                  <a:pt x="772348" y="121476"/>
                </a:lnTo>
                <a:lnTo>
                  <a:pt x="771806" y="121284"/>
                </a:lnTo>
                <a:lnTo>
                  <a:pt x="771274" y="121078"/>
                </a:lnTo>
                <a:lnTo>
                  <a:pt x="770754" y="120860"/>
                </a:lnTo>
                <a:lnTo>
                  <a:pt x="770245" y="120628"/>
                </a:lnTo>
                <a:lnTo>
                  <a:pt x="769748" y="120382"/>
                </a:lnTo>
                <a:lnTo>
                  <a:pt x="769262" y="120124"/>
                </a:lnTo>
                <a:lnTo>
                  <a:pt x="768787" y="119852"/>
                </a:lnTo>
                <a:lnTo>
                  <a:pt x="768324" y="119567"/>
                </a:lnTo>
                <a:lnTo>
                  <a:pt x="767872" y="119269"/>
                </a:lnTo>
                <a:lnTo>
                  <a:pt x="767432" y="118957"/>
                </a:lnTo>
                <a:lnTo>
                  <a:pt x="767002" y="118635"/>
                </a:lnTo>
                <a:lnTo>
                  <a:pt x="766582" y="118304"/>
                </a:lnTo>
                <a:lnTo>
                  <a:pt x="766171" y="117964"/>
                </a:lnTo>
                <a:lnTo>
                  <a:pt x="765771" y="117616"/>
                </a:lnTo>
                <a:lnTo>
                  <a:pt x="765380" y="117259"/>
                </a:lnTo>
                <a:lnTo>
                  <a:pt x="764999" y="116893"/>
                </a:lnTo>
                <a:lnTo>
                  <a:pt x="764627" y="116520"/>
                </a:lnTo>
                <a:lnTo>
                  <a:pt x="764266" y="116137"/>
                </a:lnTo>
                <a:lnTo>
                  <a:pt x="763914" y="115746"/>
                </a:lnTo>
                <a:lnTo>
                  <a:pt x="763572" y="115347"/>
                </a:lnTo>
                <a:lnTo>
                  <a:pt x="763240" y="114939"/>
                </a:lnTo>
                <a:lnTo>
                  <a:pt x="762917" y="114522"/>
                </a:lnTo>
                <a:lnTo>
                  <a:pt x="762605" y="114097"/>
                </a:lnTo>
                <a:lnTo>
                  <a:pt x="762302" y="113663"/>
                </a:lnTo>
                <a:lnTo>
                  <a:pt x="762008" y="113221"/>
                </a:lnTo>
                <a:lnTo>
                  <a:pt x="761725" y="112770"/>
                </a:lnTo>
                <a:lnTo>
                  <a:pt x="761451" y="112311"/>
                </a:lnTo>
                <a:lnTo>
                  <a:pt x="761188" y="111843"/>
                </a:lnTo>
                <a:lnTo>
                  <a:pt x="760933" y="111367"/>
                </a:lnTo>
                <a:lnTo>
                  <a:pt x="760689" y="110882"/>
                </a:lnTo>
                <a:lnTo>
                  <a:pt x="760455" y="110389"/>
                </a:lnTo>
                <a:lnTo>
                  <a:pt x="760230" y="109887"/>
                </a:lnTo>
                <a:lnTo>
                  <a:pt x="760015" y="109376"/>
                </a:lnTo>
                <a:lnTo>
                  <a:pt x="759809" y="108857"/>
                </a:lnTo>
                <a:lnTo>
                  <a:pt x="759613" y="108332"/>
                </a:lnTo>
                <a:lnTo>
                  <a:pt x="759424" y="107804"/>
                </a:lnTo>
                <a:lnTo>
                  <a:pt x="759243" y="107273"/>
                </a:lnTo>
                <a:lnTo>
                  <a:pt x="759069" y="106738"/>
                </a:lnTo>
                <a:lnTo>
                  <a:pt x="758903" y="106200"/>
                </a:lnTo>
                <a:lnTo>
                  <a:pt x="758745" y="105659"/>
                </a:lnTo>
                <a:lnTo>
                  <a:pt x="758594" y="105114"/>
                </a:lnTo>
                <a:lnTo>
                  <a:pt x="758451" y="104566"/>
                </a:lnTo>
                <a:lnTo>
                  <a:pt x="758316" y="104015"/>
                </a:lnTo>
                <a:lnTo>
                  <a:pt x="758188" y="103461"/>
                </a:lnTo>
                <a:lnTo>
                  <a:pt x="758068" y="102903"/>
                </a:lnTo>
                <a:lnTo>
                  <a:pt x="757955" y="102342"/>
                </a:lnTo>
                <a:lnTo>
                  <a:pt x="757850" y="101778"/>
                </a:lnTo>
                <a:lnTo>
                  <a:pt x="757753" y="101210"/>
                </a:lnTo>
                <a:lnTo>
                  <a:pt x="757663" y="100640"/>
                </a:lnTo>
                <a:lnTo>
                  <a:pt x="757581" y="100065"/>
                </a:lnTo>
                <a:lnTo>
                  <a:pt x="757507" y="99488"/>
                </a:lnTo>
                <a:lnTo>
                  <a:pt x="757440" y="98908"/>
                </a:lnTo>
                <a:lnTo>
                  <a:pt x="757381" y="98324"/>
                </a:lnTo>
                <a:lnTo>
                  <a:pt x="757330" y="97737"/>
                </a:lnTo>
                <a:lnTo>
                  <a:pt x="757286" y="97146"/>
                </a:lnTo>
                <a:lnTo>
                  <a:pt x="757250" y="96552"/>
                </a:lnTo>
                <a:lnTo>
                  <a:pt x="757221" y="95955"/>
                </a:lnTo>
                <a:lnTo>
                  <a:pt x="757201" y="95355"/>
                </a:lnTo>
                <a:lnTo>
                  <a:pt x="827285" y="95355"/>
                </a:lnTo>
                <a:lnTo>
                  <a:pt x="827301" y="95259"/>
                </a:lnTo>
                <a:lnTo>
                  <a:pt x="827318" y="95159"/>
                </a:lnTo>
                <a:lnTo>
                  <a:pt x="827334" y="95055"/>
                </a:lnTo>
                <a:lnTo>
                  <a:pt x="827350" y="94949"/>
                </a:lnTo>
                <a:lnTo>
                  <a:pt x="827365" y="94838"/>
                </a:lnTo>
                <a:lnTo>
                  <a:pt x="827380" y="94725"/>
                </a:lnTo>
                <a:lnTo>
                  <a:pt x="827395" y="94608"/>
                </a:lnTo>
                <a:lnTo>
                  <a:pt x="827410" y="94487"/>
                </a:lnTo>
                <a:lnTo>
                  <a:pt x="827424" y="94364"/>
                </a:lnTo>
                <a:lnTo>
                  <a:pt x="827437" y="94236"/>
                </a:lnTo>
                <a:lnTo>
                  <a:pt x="827451" y="94106"/>
                </a:lnTo>
                <a:lnTo>
                  <a:pt x="827464" y="93972"/>
                </a:lnTo>
                <a:lnTo>
                  <a:pt x="827476" y="93834"/>
                </a:lnTo>
                <a:lnTo>
                  <a:pt x="827488" y="93693"/>
                </a:lnTo>
                <a:lnTo>
                  <a:pt x="827500" y="93549"/>
                </a:lnTo>
                <a:lnTo>
                  <a:pt x="827512" y="93401"/>
                </a:lnTo>
                <a:lnTo>
                  <a:pt x="827523" y="93250"/>
                </a:lnTo>
                <a:lnTo>
                  <a:pt x="827534" y="93096"/>
                </a:lnTo>
                <a:lnTo>
                  <a:pt x="827544" y="92938"/>
                </a:lnTo>
                <a:lnTo>
                  <a:pt x="827555" y="92777"/>
                </a:lnTo>
                <a:lnTo>
                  <a:pt x="827564" y="92612"/>
                </a:lnTo>
                <a:lnTo>
                  <a:pt x="827574" y="92444"/>
                </a:lnTo>
                <a:lnTo>
                  <a:pt x="827583" y="92272"/>
                </a:lnTo>
                <a:lnTo>
                  <a:pt x="827591" y="92097"/>
                </a:lnTo>
                <a:lnTo>
                  <a:pt x="827600" y="91922"/>
                </a:lnTo>
                <a:lnTo>
                  <a:pt x="827608" y="91750"/>
                </a:lnTo>
                <a:lnTo>
                  <a:pt x="827615" y="91581"/>
                </a:lnTo>
                <a:lnTo>
                  <a:pt x="827623" y="91415"/>
                </a:lnTo>
                <a:lnTo>
                  <a:pt x="827630" y="91252"/>
                </a:lnTo>
                <a:lnTo>
                  <a:pt x="827636" y="91092"/>
                </a:lnTo>
                <a:lnTo>
                  <a:pt x="827642" y="90935"/>
                </a:lnTo>
                <a:lnTo>
                  <a:pt x="827648" y="90782"/>
                </a:lnTo>
                <a:lnTo>
                  <a:pt x="827654" y="90631"/>
                </a:lnTo>
                <a:lnTo>
                  <a:pt x="827659" y="90483"/>
                </a:lnTo>
                <a:lnTo>
                  <a:pt x="827664" y="90339"/>
                </a:lnTo>
                <a:lnTo>
                  <a:pt x="827668" y="90197"/>
                </a:lnTo>
                <a:lnTo>
                  <a:pt x="827672" y="90059"/>
                </a:lnTo>
                <a:lnTo>
                  <a:pt x="827676" y="89923"/>
                </a:lnTo>
                <a:lnTo>
                  <a:pt x="827679" y="89791"/>
                </a:lnTo>
                <a:lnTo>
                  <a:pt x="827682" y="89662"/>
                </a:lnTo>
                <a:lnTo>
                  <a:pt x="827685" y="89535"/>
                </a:lnTo>
                <a:lnTo>
                  <a:pt x="827687" y="89412"/>
                </a:lnTo>
                <a:lnTo>
                  <a:pt x="827689" y="89292"/>
                </a:lnTo>
                <a:lnTo>
                  <a:pt x="827691" y="89175"/>
                </a:lnTo>
                <a:lnTo>
                  <a:pt x="827692" y="89061"/>
                </a:lnTo>
                <a:lnTo>
                  <a:pt x="827693" y="88950"/>
                </a:lnTo>
                <a:lnTo>
                  <a:pt x="827694" y="88842"/>
                </a:lnTo>
                <a:lnTo>
                  <a:pt x="827694" y="88737"/>
                </a:lnTo>
                <a:lnTo>
                  <a:pt x="827671" y="86722"/>
                </a:lnTo>
                <a:lnTo>
                  <a:pt x="827604" y="84747"/>
                </a:lnTo>
                <a:lnTo>
                  <a:pt x="827492" y="82810"/>
                </a:lnTo>
                <a:lnTo>
                  <a:pt x="827334" y="80913"/>
                </a:lnTo>
                <a:lnTo>
                  <a:pt x="827132" y="79054"/>
                </a:lnTo>
                <a:lnTo>
                  <a:pt x="826885" y="77234"/>
                </a:lnTo>
                <a:lnTo>
                  <a:pt x="826593" y="75454"/>
                </a:lnTo>
                <a:lnTo>
                  <a:pt x="826256" y="73712"/>
                </a:lnTo>
                <a:lnTo>
                  <a:pt x="825874" y="72009"/>
                </a:lnTo>
                <a:lnTo>
                  <a:pt x="825447" y="70345"/>
                </a:lnTo>
                <a:lnTo>
                  <a:pt x="824975" y="68720"/>
                </a:lnTo>
                <a:lnTo>
                  <a:pt x="824458" y="67135"/>
                </a:lnTo>
                <a:lnTo>
                  <a:pt x="823896" y="65588"/>
                </a:lnTo>
                <a:lnTo>
                  <a:pt x="823290" y="64080"/>
                </a:lnTo>
                <a:lnTo>
                  <a:pt x="822638" y="62611"/>
                </a:lnTo>
                <a:lnTo>
                  <a:pt x="821942" y="61181"/>
                </a:lnTo>
                <a:lnTo>
                  <a:pt x="821200" y="59790"/>
                </a:lnTo>
                <a:lnTo>
                  <a:pt x="820414" y="58438"/>
                </a:lnTo>
                <a:lnTo>
                  <a:pt x="819582" y="57124"/>
                </a:lnTo>
                <a:lnTo>
                  <a:pt x="818706" y="55850"/>
                </a:lnTo>
                <a:lnTo>
                  <a:pt x="817785" y="54615"/>
                </a:lnTo>
                <a:lnTo>
                  <a:pt x="816818" y="53419"/>
                </a:lnTo>
                <a:lnTo>
                  <a:pt x="815807" y="52262"/>
                </a:lnTo>
                <a:lnTo>
                  <a:pt x="814751" y="51143"/>
                </a:lnTo>
                <a:lnTo>
                  <a:pt x="813656" y="50068"/>
                </a:lnTo>
                <a:lnTo>
                  <a:pt x="812529" y="49037"/>
                </a:lnTo>
                <a:lnTo>
                  <a:pt x="811369" y="48053"/>
                </a:lnTo>
                <a:lnTo>
                  <a:pt x="810177" y="47115"/>
                </a:lnTo>
                <a:lnTo>
                  <a:pt x="808952" y="46222"/>
                </a:lnTo>
                <a:lnTo>
                  <a:pt x="807695" y="45375"/>
                </a:lnTo>
                <a:lnTo>
                  <a:pt x="806405" y="44574"/>
                </a:lnTo>
                <a:lnTo>
                  <a:pt x="805083" y="43818"/>
                </a:lnTo>
                <a:lnTo>
                  <a:pt x="803728" y="43109"/>
                </a:lnTo>
                <a:lnTo>
                  <a:pt x="802341" y="42445"/>
                </a:lnTo>
                <a:lnTo>
                  <a:pt x="800921" y="41827"/>
                </a:lnTo>
                <a:lnTo>
                  <a:pt x="799468" y="41254"/>
                </a:lnTo>
                <a:lnTo>
                  <a:pt x="797983" y="40728"/>
                </a:lnTo>
                <a:lnTo>
                  <a:pt x="796466" y="40247"/>
                </a:lnTo>
                <a:lnTo>
                  <a:pt x="794916" y="39812"/>
                </a:lnTo>
                <a:lnTo>
                  <a:pt x="793334" y="39423"/>
                </a:lnTo>
                <a:lnTo>
                  <a:pt x="791719" y="39080"/>
                </a:lnTo>
                <a:lnTo>
                  <a:pt x="790072" y="38782"/>
                </a:lnTo>
                <a:lnTo>
                  <a:pt x="788392" y="38530"/>
                </a:lnTo>
                <a:lnTo>
                  <a:pt x="786679" y="38324"/>
                </a:lnTo>
                <a:lnTo>
                  <a:pt x="784934" y="38164"/>
                </a:lnTo>
                <a:lnTo>
                  <a:pt x="783157" y="38049"/>
                </a:lnTo>
                <a:lnTo>
                  <a:pt x="781347" y="37981"/>
                </a:lnTo>
                <a:lnTo>
                  <a:pt x="779505" y="37958"/>
                </a:lnTo>
                <a:lnTo>
                  <a:pt x="778175" y="37969"/>
                </a:lnTo>
                <a:lnTo>
                  <a:pt x="776863" y="38001"/>
                </a:lnTo>
                <a:lnTo>
                  <a:pt x="775568" y="38056"/>
                </a:lnTo>
                <a:lnTo>
                  <a:pt x="774291" y="38132"/>
                </a:lnTo>
                <a:lnTo>
                  <a:pt x="773032" y="38230"/>
                </a:lnTo>
                <a:lnTo>
                  <a:pt x="771790" y="38349"/>
                </a:lnTo>
                <a:lnTo>
                  <a:pt x="770565" y="38491"/>
                </a:lnTo>
                <a:lnTo>
                  <a:pt x="769359" y="38654"/>
                </a:lnTo>
                <a:lnTo>
                  <a:pt x="768170" y="38839"/>
                </a:lnTo>
                <a:lnTo>
                  <a:pt x="766998" y="39045"/>
                </a:lnTo>
                <a:lnTo>
                  <a:pt x="765844" y="39274"/>
                </a:lnTo>
                <a:lnTo>
                  <a:pt x="764708" y="39524"/>
                </a:lnTo>
                <a:lnTo>
                  <a:pt x="763589" y="39796"/>
                </a:lnTo>
                <a:lnTo>
                  <a:pt x="762488" y="40089"/>
                </a:lnTo>
                <a:lnTo>
                  <a:pt x="761404" y="40405"/>
                </a:lnTo>
                <a:lnTo>
                  <a:pt x="760338" y="40742"/>
                </a:lnTo>
                <a:lnTo>
                  <a:pt x="759290" y="41101"/>
                </a:lnTo>
                <a:lnTo>
                  <a:pt x="758259" y="41481"/>
                </a:lnTo>
                <a:lnTo>
                  <a:pt x="757246" y="41883"/>
                </a:lnTo>
                <a:lnTo>
                  <a:pt x="756250" y="42308"/>
                </a:lnTo>
                <a:lnTo>
                  <a:pt x="755272" y="42753"/>
                </a:lnTo>
                <a:lnTo>
                  <a:pt x="754311" y="43221"/>
                </a:lnTo>
                <a:lnTo>
                  <a:pt x="753368" y="43710"/>
                </a:lnTo>
                <a:lnTo>
                  <a:pt x="752443" y="44221"/>
                </a:lnTo>
                <a:lnTo>
                  <a:pt x="751536" y="44753"/>
                </a:lnTo>
                <a:lnTo>
                  <a:pt x="750647" y="45302"/>
                </a:lnTo>
                <a:lnTo>
                  <a:pt x="749776" y="45871"/>
                </a:lnTo>
                <a:lnTo>
                  <a:pt x="748925" y="46457"/>
                </a:lnTo>
                <a:lnTo>
                  <a:pt x="748091" y="47063"/>
                </a:lnTo>
                <a:lnTo>
                  <a:pt x="747276" y="47686"/>
                </a:lnTo>
                <a:lnTo>
                  <a:pt x="746480" y="48329"/>
                </a:lnTo>
                <a:lnTo>
                  <a:pt x="745702" y="48990"/>
                </a:lnTo>
                <a:lnTo>
                  <a:pt x="744942" y="49669"/>
                </a:lnTo>
                <a:lnTo>
                  <a:pt x="744201" y="50367"/>
                </a:lnTo>
                <a:lnTo>
                  <a:pt x="743479" y="51083"/>
                </a:lnTo>
                <a:lnTo>
                  <a:pt x="742774" y="51818"/>
                </a:lnTo>
                <a:lnTo>
                  <a:pt x="742089" y="52571"/>
                </a:lnTo>
                <a:lnTo>
                  <a:pt x="741422" y="53343"/>
                </a:lnTo>
                <a:lnTo>
                  <a:pt x="740773" y="54134"/>
                </a:lnTo>
                <a:lnTo>
                  <a:pt x="740143" y="54943"/>
                </a:lnTo>
                <a:lnTo>
                  <a:pt x="739531" y="55770"/>
                </a:lnTo>
                <a:lnTo>
                  <a:pt x="738938" y="56616"/>
                </a:lnTo>
                <a:lnTo>
                  <a:pt x="738363" y="57481"/>
                </a:lnTo>
                <a:lnTo>
                  <a:pt x="737807" y="58364"/>
                </a:lnTo>
                <a:lnTo>
                  <a:pt x="737269" y="59265"/>
                </a:lnTo>
                <a:lnTo>
                  <a:pt x="736749" y="60186"/>
                </a:lnTo>
                <a:lnTo>
                  <a:pt x="736248" y="61124"/>
                </a:lnTo>
                <a:lnTo>
                  <a:pt x="735766" y="62081"/>
                </a:lnTo>
                <a:lnTo>
                  <a:pt x="735303" y="63055"/>
                </a:lnTo>
                <a:lnTo>
                  <a:pt x="734859" y="64044"/>
                </a:lnTo>
                <a:lnTo>
                  <a:pt x="734435" y="65049"/>
                </a:lnTo>
                <a:lnTo>
                  <a:pt x="734031" y="66069"/>
                </a:lnTo>
                <a:lnTo>
                  <a:pt x="733647" y="67105"/>
                </a:lnTo>
                <a:lnTo>
                  <a:pt x="733282" y="68156"/>
                </a:lnTo>
                <a:lnTo>
                  <a:pt x="732937" y="69223"/>
                </a:lnTo>
                <a:lnTo>
                  <a:pt x="732611" y="70305"/>
                </a:lnTo>
                <a:lnTo>
                  <a:pt x="732306" y="71403"/>
                </a:lnTo>
                <a:lnTo>
                  <a:pt x="732020" y="72516"/>
                </a:lnTo>
                <a:lnTo>
                  <a:pt x="731754" y="73644"/>
                </a:lnTo>
                <a:lnTo>
                  <a:pt x="731507" y="74788"/>
                </a:lnTo>
                <a:lnTo>
                  <a:pt x="731281" y="75947"/>
                </a:lnTo>
                <a:lnTo>
                  <a:pt x="731074" y="77122"/>
                </a:lnTo>
                <a:lnTo>
                  <a:pt x="730886" y="78313"/>
                </a:lnTo>
                <a:lnTo>
                  <a:pt x="730719" y="79518"/>
                </a:lnTo>
                <a:lnTo>
                  <a:pt x="730571" y="80740"/>
                </a:lnTo>
                <a:lnTo>
                  <a:pt x="730443" y="81976"/>
                </a:lnTo>
                <a:lnTo>
                  <a:pt x="730334" y="83229"/>
                </a:lnTo>
                <a:lnTo>
                  <a:pt x="730245" y="84496"/>
                </a:lnTo>
                <a:lnTo>
                  <a:pt x="730176" y="85779"/>
                </a:lnTo>
                <a:lnTo>
                  <a:pt x="730127" y="87078"/>
                </a:lnTo>
                <a:lnTo>
                  <a:pt x="730098" y="88392"/>
                </a:lnTo>
                <a:lnTo>
                  <a:pt x="730088" y="89722"/>
                </a:lnTo>
                <a:lnTo>
                  <a:pt x="730098" y="91094"/>
                </a:lnTo>
                <a:lnTo>
                  <a:pt x="730128" y="92449"/>
                </a:lnTo>
                <a:lnTo>
                  <a:pt x="730179" y="93789"/>
                </a:lnTo>
                <a:lnTo>
                  <a:pt x="730250" y="95111"/>
                </a:lnTo>
                <a:lnTo>
                  <a:pt x="730341" y="96417"/>
                </a:lnTo>
                <a:lnTo>
                  <a:pt x="730452" y="97707"/>
                </a:lnTo>
                <a:lnTo>
                  <a:pt x="730584" y="98980"/>
                </a:lnTo>
                <a:lnTo>
                  <a:pt x="730736" y="100236"/>
                </a:lnTo>
                <a:lnTo>
                  <a:pt x="730908" y="101476"/>
                </a:lnTo>
                <a:lnTo>
                  <a:pt x="731100" y="102699"/>
                </a:lnTo>
                <a:lnTo>
                  <a:pt x="731313" y="103906"/>
                </a:lnTo>
                <a:lnTo>
                  <a:pt x="731546" y="105096"/>
                </a:lnTo>
                <a:lnTo>
                  <a:pt x="731799" y="106270"/>
                </a:lnTo>
                <a:lnTo>
                  <a:pt x="732072" y="107428"/>
                </a:lnTo>
                <a:lnTo>
                  <a:pt x="732366" y="108568"/>
                </a:lnTo>
                <a:lnTo>
                  <a:pt x="732680" y="109692"/>
                </a:lnTo>
                <a:lnTo>
                  <a:pt x="733014" y="110800"/>
                </a:lnTo>
                <a:lnTo>
                  <a:pt x="733368" y="111891"/>
                </a:lnTo>
                <a:lnTo>
                  <a:pt x="733743" y="112966"/>
                </a:lnTo>
                <a:lnTo>
                  <a:pt x="734138" y="114024"/>
                </a:lnTo>
                <a:lnTo>
                  <a:pt x="734553" y="115066"/>
                </a:lnTo>
                <a:lnTo>
                  <a:pt x="734988" y="116091"/>
                </a:lnTo>
                <a:lnTo>
                  <a:pt x="735444" y="117099"/>
                </a:lnTo>
                <a:lnTo>
                  <a:pt x="735920" y="118091"/>
                </a:lnTo>
                <a:lnTo>
                  <a:pt x="736415" y="119065"/>
                </a:lnTo>
                <a:lnTo>
                  <a:pt x="736930" y="120019"/>
                </a:lnTo>
                <a:lnTo>
                  <a:pt x="737464" y="120955"/>
                </a:lnTo>
                <a:lnTo>
                  <a:pt x="738017" y="121871"/>
                </a:lnTo>
                <a:lnTo>
                  <a:pt x="738589" y="122768"/>
                </a:lnTo>
                <a:lnTo>
                  <a:pt x="739181" y="123645"/>
                </a:lnTo>
                <a:lnTo>
                  <a:pt x="739791" y="124504"/>
                </a:lnTo>
                <a:lnTo>
                  <a:pt x="740421" y="125343"/>
                </a:lnTo>
                <a:lnTo>
                  <a:pt x="741070" y="126163"/>
                </a:lnTo>
                <a:lnTo>
                  <a:pt x="741739" y="126964"/>
                </a:lnTo>
                <a:lnTo>
                  <a:pt x="742426" y="127745"/>
                </a:lnTo>
                <a:lnTo>
                  <a:pt x="743133" y="128508"/>
                </a:lnTo>
                <a:lnTo>
                  <a:pt x="743858" y="129251"/>
                </a:lnTo>
                <a:lnTo>
                  <a:pt x="744603" y="129975"/>
                </a:lnTo>
                <a:lnTo>
                  <a:pt x="745367" y="130679"/>
                </a:lnTo>
                <a:lnTo>
                  <a:pt x="746151" y="131365"/>
                </a:lnTo>
                <a:lnTo>
                  <a:pt x="746953" y="132031"/>
                </a:lnTo>
                <a:lnTo>
                  <a:pt x="747775" y="132678"/>
                </a:lnTo>
                <a:lnTo>
                  <a:pt x="748616" y="133305"/>
                </a:lnTo>
                <a:lnTo>
                  <a:pt x="749476" y="133914"/>
                </a:lnTo>
                <a:lnTo>
                  <a:pt x="750355" y="134503"/>
                </a:lnTo>
                <a:lnTo>
                  <a:pt x="751254" y="135073"/>
                </a:lnTo>
                <a:lnTo>
                  <a:pt x="752171" y="135624"/>
                </a:lnTo>
                <a:lnTo>
                  <a:pt x="753108" y="136156"/>
                </a:lnTo>
                <a:lnTo>
                  <a:pt x="754064" y="136667"/>
                </a:lnTo>
                <a:lnTo>
                  <a:pt x="755038" y="137156"/>
                </a:lnTo>
                <a:lnTo>
                  <a:pt x="756030" y="137624"/>
                </a:lnTo>
                <a:lnTo>
                  <a:pt x="757041" y="138069"/>
                </a:lnTo>
                <a:lnTo>
                  <a:pt x="758071" y="138493"/>
                </a:lnTo>
                <a:lnTo>
                  <a:pt x="759119" y="138896"/>
                </a:lnTo>
                <a:lnTo>
                  <a:pt x="760185" y="139276"/>
                </a:lnTo>
                <a:lnTo>
                  <a:pt x="761270" y="139635"/>
                </a:lnTo>
                <a:lnTo>
                  <a:pt x="762374" y="139972"/>
                </a:lnTo>
                <a:lnTo>
                  <a:pt x="763496" y="140288"/>
                </a:lnTo>
                <a:lnTo>
                  <a:pt x="764636" y="140581"/>
                </a:lnTo>
                <a:lnTo>
                  <a:pt x="765795" y="140853"/>
                </a:lnTo>
                <a:lnTo>
                  <a:pt x="766972" y="141103"/>
                </a:lnTo>
                <a:lnTo>
                  <a:pt x="768168" y="141332"/>
                </a:lnTo>
                <a:lnTo>
                  <a:pt x="769382" y="141538"/>
                </a:lnTo>
                <a:lnTo>
                  <a:pt x="770615" y="141723"/>
                </a:lnTo>
                <a:lnTo>
                  <a:pt x="771866" y="141886"/>
                </a:lnTo>
                <a:lnTo>
                  <a:pt x="773136" y="142027"/>
                </a:lnTo>
                <a:lnTo>
                  <a:pt x="774424" y="142147"/>
                </a:lnTo>
                <a:lnTo>
                  <a:pt x="775730" y="142245"/>
                </a:lnTo>
                <a:lnTo>
                  <a:pt x="777056" y="142321"/>
                </a:lnTo>
                <a:lnTo>
                  <a:pt x="778399" y="142375"/>
                </a:lnTo>
                <a:lnTo>
                  <a:pt x="779761" y="142408"/>
                </a:lnTo>
                <a:lnTo>
                  <a:pt x="781142" y="142419"/>
                </a:lnTo>
                <a:lnTo>
                  <a:pt x="782270" y="142412"/>
                </a:lnTo>
                <a:lnTo>
                  <a:pt x="783386" y="142392"/>
                </a:lnTo>
                <a:lnTo>
                  <a:pt x="784490" y="142358"/>
                </a:lnTo>
                <a:lnTo>
                  <a:pt x="785582" y="142311"/>
                </a:lnTo>
                <a:close/>
                <a:moveTo>
                  <a:pt x="757861" y="74828"/>
                </a:moveTo>
                <a:lnTo>
                  <a:pt x="757996" y="74036"/>
                </a:lnTo>
                <a:lnTo>
                  <a:pt x="758150" y="73262"/>
                </a:lnTo>
                <a:lnTo>
                  <a:pt x="758322" y="72504"/>
                </a:lnTo>
                <a:lnTo>
                  <a:pt x="758514" y="71764"/>
                </a:lnTo>
                <a:lnTo>
                  <a:pt x="758723" y="71041"/>
                </a:lnTo>
                <a:lnTo>
                  <a:pt x="758952" y="70335"/>
                </a:lnTo>
                <a:lnTo>
                  <a:pt x="759199" y="69647"/>
                </a:lnTo>
                <a:lnTo>
                  <a:pt x="759464" y="68975"/>
                </a:lnTo>
                <a:lnTo>
                  <a:pt x="759748" y="68321"/>
                </a:lnTo>
                <a:lnTo>
                  <a:pt x="760051" y="67684"/>
                </a:lnTo>
                <a:lnTo>
                  <a:pt x="760373" y="67064"/>
                </a:lnTo>
                <a:lnTo>
                  <a:pt x="760713" y="66462"/>
                </a:lnTo>
                <a:lnTo>
                  <a:pt x="761072" y="65877"/>
                </a:lnTo>
                <a:lnTo>
                  <a:pt x="761450" y="65308"/>
                </a:lnTo>
                <a:lnTo>
                  <a:pt x="761846" y="64757"/>
                </a:lnTo>
                <a:lnTo>
                  <a:pt x="762261" y="64224"/>
                </a:lnTo>
                <a:lnTo>
                  <a:pt x="762694" y="63707"/>
                </a:lnTo>
                <a:lnTo>
                  <a:pt x="763146" y="63208"/>
                </a:lnTo>
                <a:lnTo>
                  <a:pt x="763617" y="62725"/>
                </a:lnTo>
                <a:lnTo>
                  <a:pt x="764107" y="62260"/>
                </a:lnTo>
                <a:lnTo>
                  <a:pt x="764611" y="61813"/>
                </a:lnTo>
                <a:lnTo>
                  <a:pt x="765128" y="61386"/>
                </a:lnTo>
                <a:lnTo>
                  <a:pt x="765656" y="60977"/>
                </a:lnTo>
                <a:lnTo>
                  <a:pt x="766197" y="60587"/>
                </a:lnTo>
                <a:lnTo>
                  <a:pt x="766749" y="60216"/>
                </a:lnTo>
                <a:lnTo>
                  <a:pt x="767313" y="59864"/>
                </a:lnTo>
                <a:lnTo>
                  <a:pt x="767890" y="59531"/>
                </a:lnTo>
                <a:lnTo>
                  <a:pt x="768478" y="59218"/>
                </a:lnTo>
                <a:lnTo>
                  <a:pt x="769078" y="58923"/>
                </a:lnTo>
                <a:lnTo>
                  <a:pt x="769689" y="58647"/>
                </a:lnTo>
                <a:lnTo>
                  <a:pt x="770313" y="58390"/>
                </a:lnTo>
                <a:lnTo>
                  <a:pt x="770949" y="58153"/>
                </a:lnTo>
                <a:lnTo>
                  <a:pt x="771596" y="57934"/>
                </a:lnTo>
                <a:lnTo>
                  <a:pt x="772256" y="57734"/>
                </a:lnTo>
                <a:lnTo>
                  <a:pt x="772927" y="57554"/>
                </a:lnTo>
                <a:lnTo>
                  <a:pt x="773610" y="57392"/>
                </a:lnTo>
                <a:lnTo>
                  <a:pt x="774305" y="57249"/>
                </a:lnTo>
                <a:lnTo>
                  <a:pt x="775012" y="57126"/>
                </a:lnTo>
                <a:lnTo>
                  <a:pt x="775731" y="57021"/>
                </a:lnTo>
                <a:lnTo>
                  <a:pt x="776462" y="56936"/>
                </a:lnTo>
                <a:lnTo>
                  <a:pt x="777205" y="56869"/>
                </a:lnTo>
                <a:lnTo>
                  <a:pt x="777960" y="56821"/>
                </a:lnTo>
                <a:lnTo>
                  <a:pt x="778726" y="56793"/>
                </a:lnTo>
                <a:lnTo>
                  <a:pt x="779505" y="56783"/>
                </a:lnTo>
                <a:lnTo>
                  <a:pt x="780266" y="56793"/>
                </a:lnTo>
                <a:lnTo>
                  <a:pt x="781016" y="56820"/>
                </a:lnTo>
                <a:lnTo>
                  <a:pt x="781755" y="56867"/>
                </a:lnTo>
                <a:lnTo>
                  <a:pt x="782482" y="56931"/>
                </a:lnTo>
                <a:lnTo>
                  <a:pt x="783197" y="57014"/>
                </a:lnTo>
                <a:lnTo>
                  <a:pt x="783901" y="57116"/>
                </a:lnTo>
                <a:lnTo>
                  <a:pt x="784593" y="57236"/>
                </a:lnTo>
                <a:lnTo>
                  <a:pt x="785274" y="57375"/>
                </a:lnTo>
                <a:lnTo>
                  <a:pt x="785943" y="57532"/>
                </a:lnTo>
                <a:lnTo>
                  <a:pt x="786601" y="57707"/>
                </a:lnTo>
                <a:lnTo>
                  <a:pt x="787247" y="57901"/>
                </a:lnTo>
                <a:lnTo>
                  <a:pt x="787881" y="58113"/>
                </a:lnTo>
                <a:lnTo>
                  <a:pt x="788504" y="58344"/>
                </a:lnTo>
                <a:lnTo>
                  <a:pt x="789116" y="58594"/>
                </a:lnTo>
                <a:lnTo>
                  <a:pt x="789716" y="58862"/>
                </a:lnTo>
                <a:lnTo>
                  <a:pt x="790304" y="59148"/>
                </a:lnTo>
                <a:lnTo>
                  <a:pt x="790881" y="59453"/>
                </a:lnTo>
                <a:lnTo>
                  <a:pt x="791446" y="59776"/>
                </a:lnTo>
                <a:lnTo>
                  <a:pt x="792000" y="60118"/>
                </a:lnTo>
                <a:lnTo>
                  <a:pt x="792542" y="60478"/>
                </a:lnTo>
                <a:lnTo>
                  <a:pt x="793073" y="60857"/>
                </a:lnTo>
                <a:lnTo>
                  <a:pt x="793592" y="61254"/>
                </a:lnTo>
                <a:lnTo>
                  <a:pt x="794100" y="61670"/>
                </a:lnTo>
                <a:lnTo>
                  <a:pt x="794596" y="62104"/>
                </a:lnTo>
                <a:lnTo>
                  <a:pt x="795076" y="62556"/>
                </a:lnTo>
                <a:lnTo>
                  <a:pt x="795537" y="63028"/>
                </a:lnTo>
                <a:lnTo>
                  <a:pt x="795979" y="63518"/>
                </a:lnTo>
                <a:lnTo>
                  <a:pt x="796402" y="64028"/>
                </a:lnTo>
                <a:lnTo>
                  <a:pt x="796805" y="64556"/>
                </a:lnTo>
                <a:lnTo>
                  <a:pt x="797189" y="65103"/>
                </a:lnTo>
                <a:lnTo>
                  <a:pt x="797553" y="65668"/>
                </a:lnTo>
                <a:lnTo>
                  <a:pt x="797898" y="66253"/>
                </a:lnTo>
                <a:lnTo>
                  <a:pt x="798224" y="66856"/>
                </a:lnTo>
                <a:lnTo>
                  <a:pt x="798530" y="67479"/>
                </a:lnTo>
                <a:lnTo>
                  <a:pt x="798817" y="68120"/>
                </a:lnTo>
                <a:lnTo>
                  <a:pt x="799085" y="68780"/>
                </a:lnTo>
                <a:lnTo>
                  <a:pt x="799333" y="69458"/>
                </a:lnTo>
                <a:lnTo>
                  <a:pt x="799562" y="70156"/>
                </a:lnTo>
                <a:lnTo>
                  <a:pt x="799771" y="70872"/>
                </a:lnTo>
                <a:lnTo>
                  <a:pt x="799961" y="71607"/>
                </a:lnTo>
                <a:lnTo>
                  <a:pt x="800132" y="72361"/>
                </a:lnTo>
                <a:lnTo>
                  <a:pt x="800284" y="73134"/>
                </a:lnTo>
                <a:lnTo>
                  <a:pt x="800416" y="73926"/>
                </a:lnTo>
                <a:lnTo>
                  <a:pt x="800528" y="74736"/>
                </a:lnTo>
                <a:lnTo>
                  <a:pt x="800622" y="75566"/>
                </a:lnTo>
                <a:lnTo>
                  <a:pt x="800696" y="76414"/>
                </a:lnTo>
                <a:lnTo>
                  <a:pt x="800750" y="77281"/>
                </a:lnTo>
                <a:lnTo>
                  <a:pt x="800786" y="78167"/>
                </a:lnTo>
                <a:lnTo>
                  <a:pt x="757507" y="78167"/>
                </a:lnTo>
                <a:lnTo>
                  <a:pt x="757568" y="77306"/>
                </a:lnTo>
                <a:lnTo>
                  <a:pt x="757647" y="76463"/>
                </a:lnTo>
                <a:lnTo>
                  <a:pt x="757745" y="75637"/>
                </a:lnTo>
                <a:lnTo>
                  <a:pt x="757861" y="74828"/>
                </a:lnTo>
                <a:close/>
                <a:moveTo>
                  <a:pt x="1079288" y="142257"/>
                </a:moveTo>
                <a:lnTo>
                  <a:pt x="1080152" y="142186"/>
                </a:lnTo>
                <a:lnTo>
                  <a:pt x="1081006" y="142101"/>
                </a:lnTo>
                <a:lnTo>
                  <a:pt x="1081852" y="142004"/>
                </a:lnTo>
                <a:lnTo>
                  <a:pt x="1082689" y="141894"/>
                </a:lnTo>
                <a:lnTo>
                  <a:pt x="1083517" y="141771"/>
                </a:lnTo>
                <a:lnTo>
                  <a:pt x="1084336" y="141634"/>
                </a:lnTo>
                <a:lnTo>
                  <a:pt x="1085146" y="141485"/>
                </a:lnTo>
                <a:lnTo>
                  <a:pt x="1085947" y="141323"/>
                </a:lnTo>
                <a:lnTo>
                  <a:pt x="1086740" y="141148"/>
                </a:lnTo>
                <a:lnTo>
                  <a:pt x="1087523" y="140960"/>
                </a:lnTo>
                <a:lnTo>
                  <a:pt x="1088298" y="140759"/>
                </a:lnTo>
                <a:lnTo>
                  <a:pt x="1089064" y="140545"/>
                </a:lnTo>
                <a:lnTo>
                  <a:pt x="1089820" y="140318"/>
                </a:lnTo>
                <a:lnTo>
                  <a:pt x="1090568" y="140078"/>
                </a:lnTo>
                <a:lnTo>
                  <a:pt x="1091308" y="139826"/>
                </a:lnTo>
                <a:lnTo>
                  <a:pt x="1092038" y="139560"/>
                </a:lnTo>
                <a:lnTo>
                  <a:pt x="1092759" y="139281"/>
                </a:lnTo>
                <a:lnTo>
                  <a:pt x="1093472" y="138989"/>
                </a:lnTo>
                <a:lnTo>
                  <a:pt x="1094175" y="138685"/>
                </a:lnTo>
                <a:lnTo>
                  <a:pt x="1094871" y="138367"/>
                </a:lnTo>
                <a:lnTo>
                  <a:pt x="1095559" y="138038"/>
                </a:lnTo>
                <a:lnTo>
                  <a:pt x="1096241" y="137696"/>
                </a:lnTo>
                <a:lnTo>
                  <a:pt x="1096915" y="137342"/>
                </a:lnTo>
                <a:lnTo>
                  <a:pt x="1097582" y="136975"/>
                </a:lnTo>
                <a:lnTo>
                  <a:pt x="1098242" y="136597"/>
                </a:lnTo>
                <a:lnTo>
                  <a:pt x="1098895" y="136206"/>
                </a:lnTo>
                <a:lnTo>
                  <a:pt x="1099541" y="135803"/>
                </a:lnTo>
                <a:lnTo>
                  <a:pt x="1100180" y="135387"/>
                </a:lnTo>
                <a:lnTo>
                  <a:pt x="1100811" y="134960"/>
                </a:lnTo>
                <a:lnTo>
                  <a:pt x="1101436" y="134520"/>
                </a:lnTo>
                <a:lnTo>
                  <a:pt x="1102053" y="134068"/>
                </a:lnTo>
                <a:lnTo>
                  <a:pt x="1102664" y="133603"/>
                </a:lnTo>
                <a:lnTo>
                  <a:pt x="1103267" y="133127"/>
                </a:lnTo>
                <a:lnTo>
                  <a:pt x="1103863" y="132638"/>
                </a:lnTo>
                <a:lnTo>
                  <a:pt x="1104452" y="132137"/>
                </a:lnTo>
                <a:lnTo>
                  <a:pt x="1105034" y="131623"/>
                </a:lnTo>
                <a:lnTo>
                  <a:pt x="1105609" y="131097"/>
                </a:lnTo>
                <a:lnTo>
                  <a:pt x="1106176" y="130559"/>
                </a:lnTo>
                <a:lnTo>
                  <a:pt x="1106737" y="130009"/>
                </a:lnTo>
                <a:lnTo>
                  <a:pt x="1107290" y="129447"/>
                </a:lnTo>
                <a:lnTo>
                  <a:pt x="1107837" y="128872"/>
                </a:lnTo>
                <a:lnTo>
                  <a:pt x="1108376" y="128285"/>
                </a:lnTo>
                <a:lnTo>
                  <a:pt x="1108908" y="127686"/>
                </a:lnTo>
                <a:lnTo>
                  <a:pt x="1109727" y="140577"/>
                </a:lnTo>
                <a:lnTo>
                  <a:pt x="1135100" y="140577"/>
                </a:lnTo>
                <a:lnTo>
                  <a:pt x="1135100" y="72751"/>
                </a:lnTo>
                <a:lnTo>
                  <a:pt x="1135095" y="71911"/>
                </a:lnTo>
                <a:lnTo>
                  <a:pt x="1135078" y="71083"/>
                </a:lnTo>
                <a:lnTo>
                  <a:pt x="1135051" y="70266"/>
                </a:lnTo>
                <a:lnTo>
                  <a:pt x="1135012" y="69461"/>
                </a:lnTo>
                <a:lnTo>
                  <a:pt x="1134962" y="68668"/>
                </a:lnTo>
                <a:lnTo>
                  <a:pt x="1134902" y="67887"/>
                </a:lnTo>
                <a:lnTo>
                  <a:pt x="1134830" y="67117"/>
                </a:lnTo>
                <a:lnTo>
                  <a:pt x="1134748" y="66359"/>
                </a:lnTo>
                <a:lnTo>
                  <a:pt x="1134654" y="65613"/>
                </a:lnTo>
                <a:lnTo>
                  <a:pt x="1134549" y="64878"/>
                </a:lnTo>
                <a:lnTo>
                  <a:pt x="1134434" y="64155"/>
                </a:lnTo>
                <a:lnTo>
                  <a:pt x="1134307" y="63444"/>
                </a:lnTo>
                <a:lnTo>
                  <a:pt x="1134170" y="62745"/>
                </a:lnTo>
                <a:lnTo>
                  <a:pt x="1134021" y="62057"/>
                </a:lnTo>
                <a:lnTo>
                  <a:pt x="1133861" y="61381"/>
                </a:lnTo>
                <a:lnTo>
                  <a:pt x="1133690" y="60716"/>
                </a:lnTo>
                <a:lnTo>
                  <a:pt x="1133509" y="60063"/>
                </a:lnTo>
                <a:lnTo>
                  <a:pt x="1133316" y="59422"/>
                </a:lnTo>
                <a:lnTo>
                  <a:pt x="1133112" y="58793"/>
                </a:lnTo>
                <a:lnTo>
                  <a:pt x="1132898" y="58175"/>
                </a:lnTo>
                <a:lnTo>
                  <a:pt x="1132672" y="57569"/>
                </a:lnTo>
                <a:lnTo>
                  <a:pt x="1132435" y="56975"/>
                </a:lnTo>
                <a:lnTo>
                  <a:pt x="1132187" y="56392"/>
                </a:lnTo>
                <a:lnTo>
                  <a:pt x="1131928" y="55821"/>
                </a:lnTo>
                <a:lnTo>
                  <a:pt x="1131660" y="55261"/>
                </a:lnTo>
                <a:lnTo>
                  <a:pt x="1131382" y="54710"/>
                </a:lnTo>
                <a:lnTo>
                  <a:pt x="1131095" y="54169"/>
                </a:lnTo>
                <a:lnTo>
                  <a:pt x="1130799" y="53639"/>
                </a:lnTo>
                <a:lnTo>
                  <a:pt x="1130494" y="53118"/>
                </a:lnTo>
                <a:lnTo>
                  <a:pt x="1130180" y="52607"/>
                </a:lnTo>
                <a:lnTo>
                  <a:pt x="1129856" y="52106"/>
                </a:lnTo>
                <a:lnTo>
                  <a:pt x="1129524" y="51615"/>
                </a:lnTo>
                <a:lnTo>
                  <a:pt x="1129183" y="51134"/>
                </a:lnTo>
                <a:lnTo>
                  <a:pt x="1128832" y="50662"/>
                </a:lnTo>
                <a:lnTo>
                  <a:pt x="1128473" y="50201"/>
                </a:lnTo>
                <a:lnTo>
                  <a:pt x="1128104" y="49749"/>
                </a:lnTo>
                <a:lnTo>
                  <a:pt x="1127727" y="49308"/>
                </a:lnTo>
                <a:lnTo>
                  <a:pt x="1127340" y="48876"/>
                </a:lnTo>
                <a:lnTo>
                  <a:pt x="1126945" y="48454"/>
                </a:lnTo>
                <a:lnTo>
                  <a:pt x="1126540" y="48042"/>
                </a:lnTo>
                <a:lnTo>
                  <a:pt x="1126126" y="47640"/>
                </a:lnTo>
                <a:lnTo>
                  <a:pt x="1125703" y="47248"/>
                </a:lnTo>
                <a:lnTo>
                  <a:pt x="1125271" y="46866"/>
                </a:lnTo>
                <a:lnTo>
                  <a:pt x="1124831" y="46494"/>
                </a:lnTo>
                <a:lnTo>
                  <a:pt x="1124380" y="46132"/>
                </a:lnTo>
                <a:lnTo>
                  <a:pt x="1123921" y="45779"/>
                </a:lnTo>
                <a:lnTo>
                  <a:pt x="1123453" y="45436"/>
                </a:lnTo>
                <a:lnTo>
                  <a:pt x="1122976" y="45104"/>
                </a:lnTo>
                <a:lnTo>
                  <a:pt x="1122491" y="44780"/>
                </a:lnTo>
                <a:lnTo>
                  <a:pt x="1121998" y="44464"/>
                </a:lnTo>
                <a:lnTo>
                  <a:pt x="1121498" y="44156"/>
                </a:lnTo>
                <a:lnTo>
                  <a:pt x="1120991" y="43857"/>
                </a:lnTo>
                <a:lnTo>
                  <a:pt x="1120476" y="43565"/>
                </a:lnTo>
                <a:lnTo>
                  <a:pt x="1119955" y="43282"/>
                </a:lnTo>
                <a:lnTo>
                  <a:pt x="1119426" y="43006"/>
                </a:lnTo>
                <a:lnTo>
                  <a:pt x="1118889" y="42739"/>
                </a:lnTo>
                <a:lnTo>
                  <a:pt x="1118346" y="42480"/>
                </a:lnTo>
                <a:lnTo>
                  <a:pt x="1117795" y="42229"/>
                </a:lnTo>
                <a:lnTo>
                  <a:pt x="1117237" y="41986"/>
                </a:lnTo>
                <a:lnTo>
                  <a:pt x="1116671" y="41751"/>
                </a:lnTo>
                <a:lnTo>
                  <a:pt x="1116098" y="41524"/>
                </a:lnTo>
                <a:lnTo>
                  <a:pt x="1115518" y="41305"/>
                </a:lnTo>
                <a:lnTo>
                  <a:pt x="1114931" y="41094"/>
                </a:lnTo>
                <a:lnTo>
                  <a:pt x="1114336" y="40892"/>
                </a:lnTo>
                <a:lnTo>
                  <a:pt x="1113734" y="40697"/>
                </a:lnTo>
                <a:lnTo>
                  <a:pt x="1113125" y="40511"/>
                </a:lnTo>
                <a:lnTo>
                  <a:pt x="1112509" y="40333"/>
                </a:lnTo>
                <a:lnTo>
                  <a:pt x="1111885" y="40163"/>
                </a:lnTo>
                <a:lnTo>
                  <a:pt x="1111254" y="40001"/>
                </a:lnTo>
                <a:lnTo>
                  <a:pt x="1110616" y="39847"/>
                </a:lnTo>
                <a:lnTo>
                  <a:pt x="1109970" y="39701"/>
                </a:lnTo>
                <a:lnTo>
                  <a:pt x="1109317" y="39563"/>
                </a:lnTo>
                <a:lnTo>
                  <a:pt x="1108658" y="39432"/>
                </a:lnTo>
                <a:lnTo>
                  <a:pt x="1107993" y="39307"/>
                </a:lnTo>
                <a:lnTo>
                  <a:pt x="1107322" y="39187"/>
                </a:lnTo>
                <a:lnTo>
                  <a:pt x="1106646" y="39073"/>
                </a:lnTo>
                <a:lnTo>
                  <a:pt x="1105964" y="38964"/>
                </a:lnTo>
                <a:lnTo>
                  <a:pt x="1105276" y="38861"/>
                </a:lnTo>
                <a:lnTo>
                  <a:pt x="1104583" y="38763"/>
                </a:lnTo>
                <a:lnTo>
                  <a:pt x="1103883" y="38671"/>
                </a:lnTo>
                <a:lnTo>
                  <a:pt x="1103179" y="38585"/>
                </a:lnTo>
                <a:lnTo>
                  <a:pt x="1102468" y="38504"/>
                </a:lnTo>
                <a:lnTo>
                  <a:pt x="1101752" y="38429"/>
                </a:lnTo>
                <a:lnTo>
                  <a:pt x="1101030" y="38359"/>
                </a:lnTo>
                <a:lnTo>
                  <a:pt x="1100303" y="38295"/>
                </a:lnTo>
                <a:lnTo>
                  <a:pt x="1099569" y="38237"/>
                </a:lnTo>
                <a:lnTo>
                  <a:pt x="1098830" y="38184"/>
                </a:lnTo>
                <a:lnTo>
                  <a:pt x="1098086" y="38136"/>
                </a:lnTo>
                <a:lnTo>
                  <a:pt x="1097335" y="38094"/>
                </a:lnTo>
                <a:lnTo>
                  <a:pt x="1096579" y="38058"/>
                </a:lnTo>
                <a:lnTo>
                  <a:pt x="1095818" y="38028"/>
                </a:lnTo>
                <a:lnTo>
                  <a:pt x="1095050" y="38003"/>
                </a:lnTo>
                <a:lnTo>
                  <a:pt x="1094277" y="37983"/>
                </a:lnTo>
                <a:lnTo>
                  <a:pt x="1093499" y="37969"/>
                </a:lnTo>
                <a:lnTo>
                  <a:pt x="1092714" y="37961"/>
                </a:lnTo>
                <a:lnTo>
                  <a:pt x="1091924" y="37958"/>
                </a:lnTo>
                <a:lnTo>
                  <a:pt x="1090847" y="37964"/>
                </a:lnTo>
                <a:lnTo>
                  <a:pt x="1089780" y="37981"/>
                </a:lnTo>
                <a:lnTo>
                  <a:pt x="1088725" y="38010"/>
                </a:lnTo>
                <a:lnTo>
                  <a:pt x="1087680" y="38050"/>
                </a:lnTo>
                <a:lnTo>
                  <a:pt x="1086646" y="38102"/>
                </a:lnTo>
                <a:lnTo>
                  <a:pt x="1085622" y="38165"/>
                </a:lnTo>
                <a:lnTo>
                  <a:pt x="1084610" y="38240"/>
                </a:lnTo>
                <a:lnTo>
                  <a:pt x="1083609" y="38326"/>
                </a:lnTo>
                <a:lnTo>
                  <a:pt x="1082618" y="38424"/>
                </a:lnTo>
                <a:lnTo>
                  <a:pt x="1081638" y="38534"/>
                </a:lnTo>
                <a:lnTo>
                  <a:pt x="1080669" y="38654"/>
                </a:lnTo>
                <a:lnTo>
                  <a:pt x="1079711" y="38787"/>
                </a:lnTo>
                <a:lnTo>
                  <a:pt x="1078763" y="38931"/>
                </a:lnTo>
                <a:lnTo>
                  <a:pt x="1077827" y="39086"/>
                </a:lnTo>
                <a:lnTo>
                  <a:pt x="1076901" y="39253"/>
                </a:lnTo>
                <a:lnTo>
                  <a:pt x="1075986" y="39432"/>
                </a:lnTo>
                <a:lnTo>
                  <a:pt x="1075082" y="39621"/>
                </a:lnTo>
                <a:lnTo>
                  <a:pt x="1074189" y="39823"/>
                </a:lnTo>
                <a:lnTo>
                  <a:pt x="1073307" y="40036"/>
                </a:lnTo>
                <a:lnTo>
                  <a:pt x="1072435" y="40260"/>
                </a:lnTo>
                <a:lnTo>
                  <a:pt x="1071574" y="40496"/>
                </a:lnTo>
                <a:lnTo>
                  <a:pt x="1070725" y="40744"/>
                </a:lnTo>
                <a:lnTo>
                  <a:pt x="1069886" y="41003"/>
                </a:lnTo>
                <a:lnTo>
                  <a:pt x="1069057" y="41273"/>
                </a:lnTo>
                <a:lnTo>
                  <a:pt x="1068242" y="41557"/>
                </a:lnTo>
                <a:lnTo>
                  <a:pt x="1067442" y="41856"/>
                </a:lnTo>
                <a:lnTo>
                  <a:pt x="1066656" y="42169"/>
                </a:lnTo>
                <a:lnTo>
                  <a:pt x="1065886" y="42497"/>
                </a:lnTo>
                <a:lnTo>
                  <a:pt x="1065130" y="42840"/>
                </a:lnTo>
                <a:lnTo>
                  <a:pt x="1064389" y="43197"/>
                </a:lnTo>
                <a:lnTo>
                  <a:pt x="1063664" y="43569"/>
                </a:lnTo>
                <a:lnTo>
                  <a:pt x="1062953" y="43956"/>
                </a:lnTo>
                <a:lnTo>
                  <a:pt x="1062257" y="44358"/>
                </a:lnTo>
                <a:lnTo>
                  <a:pt x="1061576" y="44775"/>
                </a:lnTo>
                <a:lnTo>
                  <a:pt x="1060910" y="45206"/>
                </a:lnTo>
                <a:lnTo>
                  <a:pt x="1060259" y="45652"/>
                </a:lnTo>
                <a:lnTo>
                  <a:pt x="1059622" y="46113"/>
                </a:lnTo>
                <a:lnTo>
                  <a:pt x="1059001" y="46589"/>
                </a:lnTo>
                <a:lnTo>
                  <a:pt x="1058395" y="47079"/>
                </a:lnTo>
                <a:lnTo>
                  <a:pt x="1057803" y="47584"/>
                </a:lnTo>
                <a:lnTo>
                  <a:pt x="1057226" y="48104"/>
                </a:lnTo>
                <a:lnTo>
                  <a:pt x="1056665" y="48639"/>
                </a:lnTo>
                <a:lnTo>
                  <a:pt x="1056118" y="49188"/>
                </a:lnTo>
                <a:lnTo>
                  <a:pt x="1055586" y="49752"/>
                </a:lnTo>
                <a:lnTo>
                  <a:pt x="1055069" y="50331"/>
                </a:lnTo>
                <a:lnTo>
                  <a:pt x="1054567" y="50925"/>
                </a:lnTo>
                <a:lnTo>
                  <a:pt x="1054080" y="51534"/>
                </a:lnTo>
                <a:lnTo>
                  <a:pt x="1053608" y="52157"/>
                </a:lnTo>
                <a:lnTo>
                  <a:pt x="1053153" y="52797"/>
                </a:lnTo>
                <a:lnTo>
                  <a:pt x="1052718" y="53455"/>
                </a:lnTo>
                <a:lnTo>
                  <a:pt x="1052301" y="54132"/>
                </a:lnTo>
                <a:lnTo>
                  <a:pt x="1051904" y="54828"/>
                </a:lnTo>
                <a:lnTo>
                  <a:pt x="1051527" y="55543"/>
                </a:lnTo>
                <a:lnTo>
                  <a:pt x="1051169" y="56276"/>
                </a:lnTo>
                <a:lnTo>
                  <a:pt x="1050830" y="57028"/>
                </a:lnTo>
                <a:lnTo>
                  <a:pt x="1050510" y="57799"/>
                </a:lnTo>
                <a:lnTo>
                  <a:pt x="1050210" y="58588"/>
                </a:lnTo>
                <a:lnTo>
                  <a:pt x="1049930" y="59396"/>
                </a:lnTo>
                <a:lnTo>
                  <a:pt x="1049668" y="60223"/>
                </a:lnTo>
                <a:lnTo>
                  <a:pt x="1049426" y="61069"/>
                </a:lnTo>
                <a:lnTo>
                  <a:pt x="1049204" y="61933"/>
                </a:lnTo>
                <a:lnTo>
                  <a:pt x="1049000" y="62816"/>
                </a:lnTo>
                <a:lnTo>
                  <a:pt x="1048816" y="63717"/>
                </a:lnTo>
                <a:lnTo>
                  <a:pt x="1048652" y="64638"/>
                </a:lnTo>
                <a:lnTo>
                  <a:pt x="1048507" y="65577"/>
                </a:lnTo>
                <a:lnTo>
                  <a:pt x="1048381" y="66534"/>
                </a:lnTo>
                <a:lnTo>
                  <a:pt x="1048274" y="67511"/>
                </a:lnTo>
                <a:lnTo>
                  <a:pt x="1048187" y="68506"/>
                </a:lnTo>
                <a:lnTo>
                  <a:pt x="1048119" y="69520"/>
                </a:lnTo>
                <a:lnTo>
                  <a:pt x="1048071" y="70553"/>
                </a:lnTo>
                <a:lnTo>
                  <a:pt x="1048042" y="71604"/>
                </a:lnTo>
                <a:lnTo>
                  <a:pt x="1048032" y="72674"/>
                </a:lnTo>
                <a:lnTo>
                  <a:pt x="1073406" y="72674"/>
                </a:lnTo>
                <a:lnTo>
                  <a:pt x="1073415" y="71947"/>
                </a:lnTo>
                <a:lnTo>
                  <a:pt x="1073442" y="71236"/>
                </a:lnTo>
                <a:lnTo>
                  <a:pt x="1073487" y="70543"/>
                </a:lnTo>
                <a:lnTo>
                  <a:pt x="1073551" y="69867"/>
                </a:lnTo>
                <a:lnTo>
                  <a:pt x="1073632" y="69208"/>
                </a:lnTo>
                <a:lnTo>
                  <a:pt x="1073732" y="68566"/>
                </a:lnTo>
                <a:lnTo>
                  <a:pt x="1073850" y="67940"/>
                </a:lnTo>
                <a:lnTo>
                  <a:pt x="1073985" y="67332"/>
                </a:lnTo>
                <a:lnTo>
                  <a:pt x="1074139" y="66741"/>
                </a:lnTo>
                <a:lnTo>
                  <a:pt x="1074312" y="66166"/>
                </a:lnTo>
                <a:lnTo>
                  <a:pt x="1074502" y="65609"/>
                </a:lnTo>
                <a:lnTo>
                  <a:pt x="1074710" y="65068"/>
                </a:lnTo>
                <a:lnTo>
                  <a:pt x="1074937" y="64545"/>
                </a:lnTo>
                <a:lnTo>
                  <a:pt x="1075181" y="64038"/>
                </a:lnTo>
                <a:lnTo>
                  <a:pt x="1075444" y="63549"/>
                </a:lnTo>
                <a:lnTo>
                  <a:pt x="1075725" y="63076"/>
                </a:lnTo>
                <a:lnTo>
                  <a:pt x="1076024" y="62621"/>
                </a:lnTo>
                <a:lnTo>
                  <a:pt x="1076341" y="62182"/>
                </a:lnTo>
                <a:lnTo>
                  <a:pt x="1076676" y="61761"/>
                </a:lnTo>
                <a:lnTo>
                  <a:pt x="1077029" y="61356"/>
                </a:lnTo>
                <a:lnTo>
                  <a:pt x="1077401" y="60968"/>
                </a:lnTo>
                <a:lnTo>
                  <a:pt x="1077790" y="60598"/>
                </a:lnTo>
                <a:lnTo>
                  <a:pt x="1078198" y="60244"/>
                </a:lnTo>
                <a:lnTo>
                  <a:pt x="1078624" y="59907"/>
                </a:lnTo>
                <a:lnTo>
                  <a:pt x="1079063" y="59585"/>
                </a:lnTo>
                <a:lnTo>
                  <a:pt x="1079513" y="59277"/>
                </a:lnTo>
                <a:lnTo>
                  <a:pt x="1079973" y="58983"/>
                </a:lnTo>
                <a:lnTo>
                  <a:pt x="1080443" y="58703"/>
                </a:lnTo>
                <a:lnTo>
                  <a:pt x="1080922" y="58436"/>
                </a:lnTo>
                <a:lnTo>
                  <a:pt x="1081412" y="58182"/>
                </a:lnTo>
                <a:lnTo>
                  <a:pt x="1081911" y="57943"/>
                </a:lnTo>
                <a:lnTo>
                  <a:pt x="1082421" y="57717"/>
                </a:lnTo>
                <a:lnTo>
                  <a:pt x="1082940" y="57505"/>
                </a:lnTo>
                <a:lnTo>
                  <a:pt x="1083469" y="57306"/>
                </a:lnTo>
                <a:lnTo>
                  <a:pt x="1084009" y="57122"/>
                </a:lnTo>
                <a:lnTo>
                  <a:pt x="1084558" y="56950"/>
                </a:lnTo>
                <a:lnTo>
                  <a:pt x="1085117" y="56793"/>
                </a:lnTo>
                <a:lnTo>
                  <a:pt x="1085686" y="56649"/>
                </a:lnTo>
                <a:lnTo>
                  <a:pt x="1086265" y="56519"/>
                </a:lnTo>
                <a:lnTo>
                  <a:pt x="1086854" y="56403"/>
                </a:lnTo>
                <a:lnTo>
                  <a:pt x="1087453" y="56300"/>
                </a:lnTo>
                <a:lnTo>
                  <a:pt x="1088062" y="56211"/>
                </a:lnTo>
                <a:lnTo>
                  <a:pt x="1088681" y="56136"/>
                </a:lnTo>
                <a:lnTo>
                  <a:pt x="1089310" y="56074"/>
                </a:lnTo>
                <a:lnTo>
                  <a:pt x="1089948" y="56027"/>
                </a:lnTo>
                <a:lnTo>
                  <a:pt x="1090597" y="55992"/>
                </a:lnTo>
                <a:lnTo>
                  <a:pt x="1091256" y="55972"/>
                </a:lnTo>
                <a:lnTo>
                  <a:pt x="1091924" y="55965"/>
                </a:lnTo>
                <a:lnTo>
                  <a:pt x="1092533" y="55971"/>
                </a:lnTo>
                <a:lnTo>
                  <a:pt x="1093133" y="55991"/>
                </a:lnTo>
                <a:lnTo>
                  <a:pt x="1093724" y="56023"/>
                </a:lnTo>
                <a:lnTo>
                  <a:pt x="1094304" y="56068"/>
                </a:lnTo>
                <a:lnTo>
                  <a:pt x="1094876" y="56125"/>
                </a:lnTo>
                <a:lnTo>
                  <a:pt x="1095438" y="56196"/>
                </a:lnTo>
                <a:lnTo>
                  <a:pt x="1095991" y="56279"/>
                </a:lnTo>
                <a:lnTo>
                  <a:pt x="1096534" y="56376"/>
                </a:lnTo>
                <a:lnTo>
                  <a:pt x="1097068" y="56485"/>
                </a:lnTo>
                <a:lnTo>
                  <a:pt x="1097592" y="56607"/>
                </a:lnTo>
                <a:lnTo>
                  <a:pt x="1098107" y="56741"/>
                </a:lnTo>
                <a:lnTo>
                  <a:pt x="1098613" y="56889"/>
                </a:lnTo>
                <a:lnTo>
                  <a:pt x="1099109" y="57049"/>
                </a:lnTo>
                <a:lnTo>
                  <a:pt x="1099596" y="57223"/>
                </a:lnTo>
                <a:lnTo>
                  <a:pt x="1100073" y="57409"/>
                </a:lnTo>
                <a:lnTo>
                  <a:pt x="1100541" y="57608"/>
                </a:lnTo>
                <a:lnTo>
                  <a:pt x="1101000" y="57819"/>
                </a:lnTo>
                <a:lnTo>
                  <a:pt x="1101449" y="58044"/>
                </a:lnTo>
                <a:lnTo>
                  <a:pt x="1101889" y="58281"/>
                </a:lnTo>
                <a:lnTo>
                  <a:pt x="1102319" y="58532"/>
                </a:lnTo>
                <a:lnTo>
                  <a:pt x="1102740" y="58795"/>
                </a:lnTo>
                <a:lnTo>
                  <a:pt x="1103151" y="59071"/>
                </a:lnTo>
                <a:lnTo>
                  <a:pt x="1103553" y="59359"/>
                </a:lnTo>
                <a:lnTo>
                  <a:pt x="1103946" y="59661"/>
                </a:lnTo>
                <a:lnTo>
                  <a:pt x="1104326" y="59980"/>
                </a:lnTo>
                <a:lnTo>
                  <a:pt x="1104690" y="60321"/>
                </a:lnTo>
                <a:lnTo>
                  <a:pt x="1105037" y="60684"/>
                </a:lnTo>
                <a:lnTo>
                  <a:pt x="1105368" y="61069"/>
                </a:lnTo>
                <a:lnTo>
                  <a:pt x="1105684" y="61476"/>
                </a:lnTo>
                <a:lnTo>
                  <a:pt x="1105983" y="61905"/>
                </a:lnTo>
                <a:lnTo>
                  <a:pt x="1106265" y="62356"/>
                </a:lnTo>
                <a:lnTo>
                  <a:pt x="1106532" y="62829"/>
                </a:lnTo>
                <a:lnTo>
                  <a:pt x="1106783" y="63324"/>
                </a:lnTo>
                <a:lnTo>
                  <a:pt x="1107017" y="63841"/>
                </a:lnTo>
                <a:lnTo>
                  <a:pt x="1107235" y="64380"/>
                </a:lnTo>
                <a:lnTo>
                  <a:pt x="1107437" y="64941"/>
                </a:lnTo>
                <a:lnTo>
                  <a:pt x="1107623" y="65524"/>
                </a:lnTo>
                <a:lnTo>
                  <a:pt x="1107793" y="66129"/>
                </a:lnTo>
                <a:lnTo>
                  <a:pt x="1107947" y="66756"/>
                </a:lnTo>
                <a:lnTo>
                  <a:pt x="1108084" y="67405"/>
                </a:lnTo>
                <a:lnTo>
                  <a:pt x="1108205" y="68077"/>
                </a:lnTo>
                <a:lnTo>
                  <a:pt x="1108310" y="68770"/>
                </a:lnTo>
                <a:lnTo>
                  <a:pt x="1108399" y="69485"/>
                </a:lnTo>
                <a:lnTo>
                  <a:pt x="1108472" y="70222"/>
                </a:lnTo>
                <a:lnTo>
                  <a:pt x="1108528" y="70981"/>
                </a:lnTo>
                <a:lnTo>
                  <a:pt x="1108569" y="71762"/>
                </a:lnTo>
                <a:lnTo>
                  <a:pt x="1108593" y="72565"/>
                </a:lnTo>
                <a:lnTo>
                  <a:pt x="1108601" y="73390"/>
                </a:lnTo>
                <a:lnTo>
                  <a:pt x="1108601" y="78880"/>
                </a:lnTo>
                <a:lnTo>
                  <a:pt x="1106964" y="78918"/>
                </a:lnTo>
                <a:lnTo>
                  <a:pt x="1105344" y="78963"/>
                </a:lnTo>
                <a:lnTo>
                  <a:pt x="1103741" y="79016"/>
                </a:lnTo>
                <a:lnTo>
                  <a:pt x="1102154" y="79076"/>
                </a:lnTo>
                <a:lnTo>
                  <a:pt x="1100584" y="79144"/>
                </a:lnTo>
                <a:lnTo>
                  <a:pt x="1099032" y="79218"/>
                </a:lnTo>
                <a:lnTo>
                  <a:pt x="1097496" y="79301"/>
                </a:lnTo>
                <a:lnTo>
                  <a:pt x="1095977" y="79390"/>
                </a:lnTo>
                <a:lnTo>
                  <a:pt x="1094475" y="79487"/>
                </a:lnTo>
                <a:lnTo>
                  <a:pt x="1092990" y="79591"/>
                </a:lnTo>
                <a:lnTo>
                  <a:pt x="1091521" y="79703"/>
                </a:lnTo>
                <a:lnTo>
                  <a:pt x="1090070" y="79822"/>
                </a:lnTo>
                <a:lnTo>
                  <a:pt x="1088635" y="79948"/>
                </a:lnTo>
                <a:lnTo>
                  <a:pt x="1087218" y="80082"/>
                </a:lnTo>
                <a:lnTo>
                  <a:pt x="1085817" y="80223"/>
                </a:lnTo>
                <a:lnTo>
                  <a:pt x="1084433" y="80372"/>
                </a:lnTo>
                <a:lnTo>
                  <a:pt x="1083066" y="80528"/>
                </a:lnTo>
                <a:lnTo>
                  <a:pt x="1081715" y="80691"/>
                </a:lnTo>
                <a:lnTo>
                  <a:pt x="1080382" y="80861"/>
                </a:lnTo>
                <a:lnTo>
                  <a:pt x="1079066" y="81039"/>
                </a:lnTo>
                <a:lnTo>
                  <a:pt x="1077766" y="81224"/>
                </a:lnTo>
                <a:lnTo>
                  <a:pt x="1076483" y="81417"/>
                </a:lnTo>
                <a:lnTo>
                  <a:pt x="1075217" y="81617"/>
                </a:lnTo>
                <a:lnTo>
                  <a:pt x="1073968" y="81824"/>
                </a:lnTo>
                <a:lnTo>
                  <a:pt x="1072739" y="82043"/>
                </a:lnTo>
                <a:lnTo>
                  <a:pt x="1071533" y="82278"/>
                </a:lnTo>
                <a:lnTo>
                  <a:pt x="1070350" y="82528"/>
                </a:lnTo>
                <a:lnTo>
                  <a:pt x="1069190" y="82795"/>
                </a:lnTo>
                <a:lnTo>
                  <a:pt x="1068052" y="83077"/>
                </a:lnTo>
                <a:lnTo>
                  <a:pt x="1066938" y="83375"/>
                </a:lnTo>
                <a:lnTo>
                  <a:pt x="1065846" y="83688"/>
                </a:lnTo>
                <a:lnTo>
                  <a:pt x="1064777" y="84018"/>
                </a:lnTo>
                <a:lnTo>
                  <a:pt x="1063732" y="84363"/>
                </a:lnTo>
                <a:lnTo>
                  <a:pt x="1062709" y="84724"/>
                </a:lnTo>
                <a:lnTo>
                  <a:pt x="1061709" y="85101"/>
                </a:lnTo>
                <a:lnTo>
                  <a:pt x="1060732" y="85493"/>
                </a:lnTo>
                <a:lnTo>
                  <a:pt x="1059778" y="85902"/>
                </a:lnTo>
                <a:lnTo>
                  <a:pt x="1058846" y="86326"/>
                </a:lnTo>
                <a:lnTo>
                  <a:pt x="1057938" y="86766"/>
                </a:lnTo>
                <a:lnTo>
                  <a:pt x="1057053" y="87221"/>
                </a:lnTo>
                <a:lnTo>
                  <a:pt x="1056190" y="87693"/>
                </a:lnTo>
                <a:lnTo>
                  <a:pt x="1055351" y="88180"/>
                </a:lnTo>
                <a:lnTo>
                  <a:pt x="1054534" y="88683"/>
                </a:lnTo>
                <a:lnTo>
                  <a:pt x="1053740" y="89202"/>
                </a:lnTo>
                <a:lnTo>
                  <a:pt x="1052970" y="89737"/>
                </a:lnTo>
                <a:lnTo>
                  <a:pt x="1052222" y="90287"/>
                </a:lnTo>
                <a:lnTo>
                  <a:pt x="1051497" y="90853"/>
                </a:lnTo>
                <a:lnTo>
                  <a:pt x="1050795" y="91435"/>
                </a:lnTo>
                <a:lnTo>
                  <a:pt x="1050118" y="92037"/>
                </a:lnTo>
                <a:lnTo>
                  <a:pt x="1049471" y="92662"/>
                </a:lnTo>
                <a:lnTo>
                  <a:pt x="1048852" y="93312"/>
                </a:lnTo>
                <a:lnTo>
                  <a:pt x="1048262" y="93985"/>
                </a:lnTo>
                <a:lnTo>
                  <a:pt x="1047701" y="94682"/>
                </a:lnTo>
                <a:lnTo>
                  <a:pt x="1047169" y="95403"/>
                </a:lnTo>
                <a:lnTo>
                  <a:pt x="1046665" y="96147"/>
                </a:lnTo>
                <a:lnTo>
                  <a:pt x="1046191" y="96916"/>
                </a:lnTo>
                <a:lnTo>
                  <a:pt x="1045745" y="97708"/>
                </a:lnTo>
                <a:lnTo>
                  <a:pt x="1045327" y="98525"/>
                </a:lnTo>
                <a:lnTo>
                  <a:pt x="1044939" y="99365"/>
                </a:lnTo>
                <a:lnTo>
                  <a:pt x="1044579" y="100229"/>
                </a:lnTo>
                <a:lnTo>
                  <a:pt x="1044248" y="101116"/>
                </a:lnTo>
                <a:lnTo>
                  <a:pt x="1043946" y="102028"/>
                </a:lnTo>
                <a:lnTo>
                  <a:pt x="1043673" y="102964"/>
                </a:lnTo>
                <a:lnTo>
                  <a:pt x="1043428" y="103923"/>
                </a:lnTo>
                <a:lnTo>
                  <a:pt x="1043212" y="104906"/>
                </a:lnTo>
                <a:lnTo>
                  <a:pt x="1043025" y="105914"/>
                </a:lnTo>
                <a:lnTo>
                  <a:pt x="1042867" y="106945"/>
                </a:lnTo>
                <a:lnTo>
                  <a:pt x="1042738" y="107999"/>
                </a:lnTo>
                <a:lnTo>
                  <a:pt x="1042637" y="109078"/>
                </a:lnTo>
                <a:lnTo>
                  <a:pt x="1042565" y="110181"/>
                </a:lnTo>
                <a:lnTo>
                  <a:pt x="1042522" y="111307"/>
                </a:lnTo>
                <a:lnTo>
                  <a:pt x="1042507" y="112457"/>
                </a:lnTo>
                <a:lnTo>
                  <a:pt x="1042515" y="113287"/>
                </a:lnTo>
                <a:lnTo>
                  <a:pt x="1042539" y="114104"/>
                </a:lnTo>
                <a:lnTo>
                  <a:pt x="1042578" y="114910"/>
                </a:lnTo>
                <a:lnTo>
                  <a:pt x="1042634" y="115704"/>
                </a:lnTo>
                <a:lnTo>
                  <a:pt x="1042705" y="116487"/>
                </a:lnTo>
                <a:lnTo>
                  <a:pt x="1042792" y="117258"/>
                </a:lnTo>
                <a:lnTo>
                  <a:pt x="1042895" y="118017"/>
                </a:lnTo>
                <a:lnTo>
                  <a:pt x="1043013" y="118765"/>
                </a:lnTo>
                <a:lnTo>
                  <a:pt x="1043148" y="119501"/>
                </a:lnTo>
                <a:lnTo>
                  <a:pt x="1043298" y="120225"/>
                </a:lnTo>
                <a:lnTo>
                  <a:pt x="1043464" y="120938"/>
                </a:lnTo>
                <a:lnTo>
                  <a:pt x="1043646" y="121639"/>
                </a:lnTo>
                <a:lnTo>
                  <a:pt x="1043843" y="122329"/>
                </a:lnTo>
                <a:lnTo>
                  <a:pt x="1044057" y="123006"/>
                </a:lnTo>
                <a:lnTo>
                  <a:pt x="1044286" y="123673"/>
                </a:lnTo>
                <a:lnTo>
                  <a:pt x="1044531" y="124327"/>
                </a:lnTo>
                <a:lnTo>
                  <a:pt x="1044792" y="124970"/>
                </a:lnTo>
                <a:lnTo>
                  <a:pt x="1045068" y="125601"/>
                </a:lnTo>
                <a:lnTo>
                  <a:pt x="1045361" y="126221"/>
                </a:lnTo>
                <a:lnTo>
                  <a:pt x="1045669" y="126829"/>
                </a:lnTo>
                <a:lnTo>
                  <a:pt x="1045993" y="127425"/>
                </a:lnTo>
                <a:lnTo>
                  <a:pt x="1046333" y="128010"/>
                </a:lnTo>
                <a:lnTo>
                  <a:pt x="1046689" y="128583"/>
                </a:lnTo>
                <a:lnTo>
                  <a:pt x="1047060" y="129144"/>
                </a:lnTo>
                <a:lnTo>
                  <a:pt x="1047445" y="129693"/>
                </a:lnTo>
                <a:lnTo>
                  <a:pt x="1047839" y="130231"/>
                </a:lnTo>
                <a:lnTo>
                  <a:pt x="1048242" y="130757"/>
                </a:lnTo>
                <a:lnTo>
                  <a:pt x="1048656" y="131272"/>
                </a:lnTo>
                <a:lnTo>
                  <a:pt x="1049079" y="131774"/>
                </a:lnTo>
                <a:lnTo>
                  <a:pt x="1049513" y="132266"/>
                </a:lnTo>
                <a:lnTo>
                  <a:pt x="1049955" y="132745"/>
                </a:lnTo>
                <a:lnTo>
                  <a:pt x="1050408" y="133213"/>
                </a:lnTo>
                <a:lnTo>
                  <a:pt x="1050871" y="133669"/>
                </a:lnTo>
                <a:lnTo>
                  <a:pt x="1051343" y="134114"/>
                </a:lnTo>
                <a:lnTo>
                  <a:pt x="1051825" y="134547"/>
                </a:lnTo>
                <a:lnTo>
                  <a:pt x="1052317" y="134968"/>
                </a:lnTo>
                <a:lnTo>
                  <a:pt x="1052818" y="135377"/>
                </a:lnTo>
                <a:lnTo>
                  <a:pt x="1053329" y="135775"/>
                </a:lnTo>
                <a:lnTo>
                  <a:pt x="1053850" y="136161"/>
                </a:lnTo>
                <a:lnTo>
                  <a:pt x="1054381" y="136536"/>
                </a:lnTo>
                <a:lnTo>
                  <a:pt x="1054922" y="136899"/>
                </a:lnTo>
                <a:lnTo>
                  <a:pt x="1055472" y="137250"/>
                </a:lnTo>
                <a:lnTo>
                  <a:pt x="1056032" y="137590"/>
                </a:lnTo>
                <a:lnTo>
                  <a:pt x="1056602" y="137918"/>
                </a:lnTo>
                <a:lnTo>
                  <a:pt x="1057182" y="138234"/>
                </a:lnTo>
                <a:lnTo>
                  <a:pt x="1057771" y="138539"/>
                </a:lnTo>
                <a:lnTo>
                  <a:pt x="1058371" y="138832"/>
                </a:lnTo>
                <a:lnTo>
                  <a:pt x="1058980" y="139113"/>
                </a:lnTo>
                <a:lnTo>
                  <a:pt x="1059595" y="139383"/>
                </a:lnTo>
                <a:lnTo>
                  <a:pt x="1060215" y="139641"/>
                </a:lnTo>
                <a:lnTo>
                  <a:pt x="1060839" y="139888"/>
                </a:lnTo>
                <a:lnTo>
                  <a:pt x="1061466" y="140123"/>
                </a:lnTo>
                <a:lnTo>
                  <a:pt x="1062098" y="140347"/>
                </a:lnTo>
                <a:lnTo>
                  <a:pt x="1062733" y="140559"/>
                </a:lnTo>
                <a:lnTo>
                  <a:pt x="1063373" y="140760"/>
                </a:lnTo>
                <a:lnTo>
                  <a:pt x="1064016" y="140950"/>
                </a:lnTo>
                <a:lnTo>
                  <a:pt x="1064663" y="141128"/>
                </a:lnTo>
                <a:lnTo>
                  <a:pt x="1065314" y="141294"/>
                </a:lnTo>
                <a:lnTo>
                  <a:pt x="1065969" y="141449"/>
                </a:lnTo>
                <a:lnTo>
                  <a:pt x="1066627" y="141592"/>
                </a:lnTo>
                <a:lnTo>
                  <a:pt x="1067290" y="141724"/>
                </a:lnTo>
                <a:lnTo>
                  <a:pt x="1067957" y="141845"/>
                </a:lnTo>
                <a:lnTo>
                  <a:pt x="1068627" y="141954"/>
                </a:lnTo>
                <a:lnTo>
                  <a:pt x="1069302" y="142052"/>
                </a:lnTo>
                <a:lnTo>
                  <a:pt x="1069980" y="142138"/>
                </a:lnTo>
                <a:lnTo>
                  <a:pt x="1070662" y="142212"/>
                </a:lnTo>
                <a:lnTo>
                  <a:pt x="1071349" y="142275"/>
                </a:lnTo>
                <a:lnTo>
                  <a:pt x="1072039" y="142327"/>
                </a:lnTo>
                <a:lnTo>
                  <a:pt x="1072733" y="142367"/>
                </a:lnTo>
                <a:lnTo>
                  <a:pt x="1073431" y="142396"/>
                </a:lnTo>
                <a:lnTo>
                  <a:pt x="1074132" y="142413"/>
                </a:lnTo>
                <a:lnTo>
                  <a:pt x="1074838" y="142419"/>
                </a:lnTo>
                <a:lnTo>
                  <a:pt x="1075746" y="142412"/>
                </a:lnTo>
                <a:lnTo>
                  <a:pt x="1076645" y="142393"/>
                </a:lnTo>
                <a:lnTo>
                  <a:pt x="1077535" y="142361"/>
                </a:lnTo>
                <a:lnTo>
                  <a:pt x="1078416" y="142315"/>
                </a:lnTo>
                <a:lnTo>
                  <a:pt x="1079288" y="142257"/>
                </a:lnTo>
                <a:close/>
                <a:moveTo>
                  <a:pt x="1081239" y="123662"/>
                </a:moveTo>
                <a:lnTo>
                  <a:pt x="1080763" y="123602"/>
                </a:lnTo>
                <a:lnTo>
                  <a:pt x="1080294" y="123532"/>
                </a:lnTo>
                <a:lnTo>
                  <a:pt x="1079834" y="123450"/>
                </a:lnTo>
                <a:lnTo>
                  <a:pt x="1079382" y="123357"/>
                </a:lnTo>
                <a:lnTo>
                  <a:pt x="1078938" y="123254"/>
                </a:lnTo>
                <a:lnTo>
                  <a:pt x="1078502" y="123140"/>
                </a:lnTo>
                <a:lnTo>
                  <a:pt x="1078074" y="123015"/>
                </a:lnTo>
                <a:lnTo>
                  <a:pt x="1077654" y="122879"/>
                </a:lnTo>
                <a:lnTo>
                  <a:pt x="1077241" y="122732"/>
                </a:lnTo>
                <a:lnTo>
                  <a:pt x="1076837" y="122574"/>
                </a:lnTo>
                <a:lnTo>
                  <a:pt x="1076441" y="122405"/>
                </a:lnTo>
                <a:lnTo>
                  <a:pt x="1076053" y="122226"/>
                </a:lnTo>
                <a:lnTo>
                  <a:pt x="1075673" y="122036"/>
                </a:lnTo>
                <a:lnTo>
                  <a:pt x="1075300" y="121834"/>
                </a:lnTo>
                <a:lnTo>
                  <a:pt x="1074936" y="121622"/>
                </a:lnTo>
                <a:lnTo>
                  <a:pt x="1074580" y="121399"/>
                </a:lnTo>
                <a:lnTo>
                  <a:pt x="1074232" y="121165"/>
                </a:lnTo>
                <a:lnTo>
                  <a:pt x="1073891" y="120920"/>
                </a:lnTo>
                <a:lnTo>
                  <a:pt x="1073559" y="120665"/>
                </a:lnTo>
                <a:lnTo>
                  <a:pt x="1073238" y="120398"/>
                </a:lnTo>
                <a:lnTo>
                  <a:pt x="1072930" y="120119"/>
                </a:lnTo>
                <a:lnTo>
                  <a:pt x="1072636" y="119829"/>
                </a:lnTo>
                <a:lnTo>
                  <a:pt x="1072356" y="119527"/>
                </a:lnTo>
                <a:lnTo>
                  <a:pt x="1072089" y="119214"/>
                </a:lnTo>
                <a:lnTo>
                  <a:pt x="1071836" y="118889"/>
                </a:lnTo>
                <a:lnTo>
                  <a:pt x="1071596" y="118552"/>
                </a:lnTo>
                <a:lnTo>
                  <a:pt x="1071371" y="118204"/>
                </a:lnTo>
                <a:lnTo>
                  <a:pt x="1071159" y="117844"/>
                </a:lnTo>
                <a:lnTo>
                  <a:pt x="1070961" y="117473"/>
                </a:lnTo>
                <a:lnTo>
                  <a:pt x="1070776" y="117090"/>
                </a:lnTo>
                <a:lnTo>
                  <a:pt x="1070605" y="116695"/>
                </a:lnTo>
                <a:lnTo>
                  <a:pt x="1070448" y="116289"/>
                </a:lnTo>
                <a:lnTo>
                  <a:pt x="1070304" y="115871"/>
                </a:lnTo>
                <a:lnTo>
                  <a:pt x="1070174" y="115442"/>
                </a:lnTo>
                <a:lnTo>
                  <a:pt x="1070058" y="115001"/>
                </a:lnTo>
                <a:lnTo>
                  <a:pt x="1069955" y="114548"/>
                </a:lnTo>
                <a:lnTo>
                  <a:pt x="1069866" y="114084"/>
                </a:lnTo>
                <a:lnTo>
                  <a:pt x="1069791" y="113608"/>
                </a:lnTo>
                <a:lnTo>
                  <a:pt x="1069730" y="113120"/>
                </a:lnTo>
                <a:lnTo>
                  <a:pt x="1069682" y="112621"/>
                </a:lnTo>
                <a:lnTo>
                  <a:pt x="1069647" y="112110"/>
                </a:lnTo>
                <a:lnTo>
                  <a:pt x="1069627" y="111588"/>
                </a:lnTo>
                <a:lnTo>
                  <a:pt x="1069620" y="111054"/>
                </a:lnTo>
                <a:lnTo>
                  <a:pt x="1069635" y="110314"/>
                </a:lnTo>
                <a:lnTo>
                  <a:pt x="1069680" y="109591"/>
                </a:lnTo>
                <a:lnTo>
                  <a:pt x="1069754" y="108885"/>
                </a:lnTo>
                <a:lnTo>
                  <a:pt x="1069859" y="108197"/>
                </a:lnTo>
                <a:lnTo>
                  <a:pt x="1069993" y="107526"/>
                </a:lnTo>
                <a:lnTo>
                  <a:pt x="1070157" y="106872"/>
                </a:lnTo>
                <a:lnTo>
                  <a:pt x="1070351" y="106235"/>
                </a:lnTo>
                <a:lnTo>
                  <a:pt x="1070575" y="105616"/>
                </a:lnTo>
                <a:lnTo>
                  <a:pt x="1070829" y="105013"/>
                </a:lnTo>
                <a:lnTo>
                  <a:pt x="1071112" y="104428"/>
                </a:lnTo>
                <a:lnTo>
                  <a:pt x="1071426" y="103861"/>
                </a:lnTo>
                <a:lnTo>
                  <a:pt x="1071769" y="103310"/>
                </a:lnTo>
                <a:lnTo>
                  <a:pt x="1072142" y="102777"/>
                </a:lnTo>
                <a:lnTo>
                  <a:pt x="1072545" y="102261"/>
                </a:lnTo>
                <a:lnTo>
                  <a:pt x="1072977" y="101762"/>
                </a:lnTo>
                <a:lnTo>
                  <a:pt x="1073440" y="101280"/>
                </a:lnTo>
                <a:lnTo>
                  <a:pt x="1073932" y="100816"/>
                </a:lnTo>
                <a:lnTo>
                  <a:pt x="1074454" y="100369"/>
                </a:lnTo>
                <a:lnTo>
                  <a:pt x="1075006" y="99939"/>
                </a:lnTo>
                <a:lnTo>
                  <a:pt x="1075588" y="99526"/>
                </a:lnTo>
                <a:lnTo>
                  <a:pt x="1076200" y="99130"/>
                </a:lnTo>
                <a:lnTo>
                  <a:pt x="1076842" y="98752"/>
                </a:lnTo>
                <a:lnTo>
                  <a:pt x="1077513" y="98391"/>
                </a:lnTo>
                <a:lnTo>
                  <a:pt x="1078214" y="98047"/>
                </a:lnTo>
                <a:lnTo>
                  <a:pt x="1078953" y="97719"/>
                </a:lnTo>
                <a:lnTo>
                  <a:pt x="1079736" y="97404"/>
                </a:lnTo>
                <a:lnTo>
                  <a:pt x="1080564" y="97103"/>
                </a:lnTo>
                <a:lnTo>
                  <a:pt x="1081437" y="96815"/>
                </a:lnTo>
                <a:lnTo>
                  <a:pt x="1082355" y="96541"/>
                </a:lnTo>
                <a:lnTo>
                  <a:pt x="1083317" y="96281"/>
                </a:lnTo>
                <a:lnTo>
                  <a:pt x="1084324" y="96034"/>
                </a:lnTo>
                <a:lnTo>
                  <a:pt x="1085376" y="95801"/>
                </a:lnTo>
                <a:lnTo>
                  <a:pt x="1086473" y="95581"/>
                </a:lnTo>
                <a:lnTo>
                  <a:pt x="1087614" y="95375"/>
                </a:lnTo>
                <a:lnTo>
                  <a:pt x="1088801" y="95183"/>
                </a:lnTo>
                <a:lnTo>
                  <a:pt x="1090031" y="95004"/>
                </a:lnTo>
                <a:lnTo>
                  <a:pt x="1091307" y="94839"/>
                </a:lnTo>
                <a:lnTo>
                  <a:pt x="1092628" y="94688"/>
                </a:lnTo>
                <a:lnTo>
                  <a:pt x="1093993" y="94550"/>
                </a:lnTo>
                <a:lnTo>
                  <a:pt x="1095403" y="94425"/>
                </a:lnTo>
                <a:lnTo>
                  <a:pt x="1096858" y="94314"/>
                </a:lnTo>
                <a:lnTo>
                  <a:pt x="1098357" y="94217"/>
                </a:lnTo>
                <a:lnTo>
                  <a:pt x="1099901" y="94134"/>
                </a:lnTo>
                <a:lnTo>
                  <a:pt x="1101490" y="94064"/>
                </a:lnTo>
                <a:lnTo>
                  <a:pt x="1103124" y="94007"/>
                </a:lnTo>
                <a:lnTo>
                  <a:pt x="1104803" y="93964"/>
                </a:lnTo>
                <a:lnTo>
                  <a:pt x="1106526" y="93935"/>
                </a:lnTo>
                <a:lnTo>
                  <a:pt x="1108294" y="93920"/>
                </a:lnTo>
                <a:lnTo>
                  <a:pt x="1108294" y="110427"/>
                </a:lnTo>
                <a:lnTo>
                  <a:pt x="1107966" y="110860"/>
                </a:lnTo>
                <a:lnTo>
                  <a:pt x="1107628" y="111289"/>
                </a:lnTo>
                <a:lnTo>
                  <a:pt x="1107282" y="111715"/>
                </a:lnTo>
                <a:lnTo>
                  <a:pt x="1106926" y="112136"/>
                </a:lnTo>
                <a:lnTo>
                  <a:pt x="1106561" y="112553"/>
                </a:lnTo>
                <a:lnTo>
                  <a:pt x="1106187" y="112966"/>
                </a:lnTo>
                <a:lnTo>
                  <a:pt x="1105804" y="113375"/>
                </a:lnTo>
                <a:lnTo>
                  <a:pt x="1105412" y="113781"/>
                </a:lnTo>
                <a:lnTo>
                  <a:pt x="1105011" y="114182"/>
                </a:lnTo>
                <a:lnTo>
                  <a:pt x="1104601" y="114579"/>
                </a:lnTo>
                <a:lnTo>
                  <a:pt x="1104182" y="114973"/>
                </a:lnTo>
                <a:lnTo>
                  <a:pt x="1103754" y="115362"/>
                </a:lnTo>
                <a:lnTo>
                  <a:pt x="1103317" y="115748"/>
                </a:lnTo>
                <a:lnTo>
                  <a:pt x="1102871" y="116129"/>
                </a:lnTo>
                <a:lnTo>
                  <a:pt x="1102415" y="116506"/>
                </a:lnTo>
                <a:lnTo>
                  <a:pt x="1101951" y="116880"/>
                </a:lnTo>
                <a:lnTo>
                  <a:pt x="1101477" y="117249"/>
                </a:lnTo>
                <a:lnTo>
                  <a:pt x="1100995" y="117615"/>
                </a:lnTo>
                <a:lnTo>
                  <a:pt x="1100503" y="117977"/>
                </a:lnTo>
                <a:lnTo>
                  <a:pt x="1100003" y="118334"/>
                </a:lnTo>
                <a:lnTo>
                  <a:pt x="1099493" y="118688"/>
                </a:lnTo>
                <a:lnTo>
                  <a:pt x="1098974" y="119037"/>
                </a:lnTo>
                <a:lnTo>
                  <a:pt x="1098446" y="119383"/>
                </a:lnTo>
                <a:lnTo>
                  <a:pt x="1097910" y="119725"/>
                </a:lnTo>
                <a:lnTo>
                  <a:pt x="1097366" y="120057"/>
                </a:lnTo>
                <a:lnTo>
                  <a:pt x="1096819" y="120375"/>
                </a:lnTo>
                <a:lnTo>
                  <a:pt x="1096267" y="120679"/>
                </a:lnTo>
                <a:lnTo>
                  <a:pt x="1095711" y="120969"/>
                </a:lnTo>
                <a:lnTo>
                  <a:pt x="1095151" y="121245"/>
                </a:lnTo>
                <a:lnTo>
                  <a:pt x="1094588" y="121507"/>
                </a:lnTo>
                <a:lnTo>
                  <a:pt x="1094020" y="121754"/>
                </a:lnTo>
                <a:lnTo>
                  <a:pt x="1093448" y="121988"/>
                </a:lnTo>
                <a:lnTo>
                  <a:pt x="1092871" y="122207"/>
                </a:lnTo>
                <a:lnTo>
                  <a:pt x="1092291" y="122412"/>
                </a:lnTo>
                <a:lnTo>
                  <a:pt x="1091707" y="122603"/>
                </a:lnTo>
                <a:lnTo>
                  <a:pt x="1091119" y="122780"/>
                </a:lnTo>
                <a:lnTo>
                  <a:pt x="1090526" y="122942"/>
                </a:lnTo>
                <a:lnTo>
                  <a:pt x="1089930" y="123091"/>
                </a:lnTo>
                <a:lnTo>
                  <a:pt x="1089329" y="123225"/>
                </a:lnTo>
                <a:lnTo>
                  <a:pt x="1088724" y="123345"/>
                </a:lnTo>
                <a:lnTo>
                  <a:pt x="1088115" y="123452"/>
                </a:lnTo>
                <a:lnTo>
                  <a:pt x="1087502" y="123543"/>
                </a:lnTo>
                <a:lnTo>
                  <a:pt x="1086885" y="123621"/>
                </a:lnTo>
                <a:lnTo>
                  <a:pt x="1086264" y="123685"/>
                </a:lnTo>
                <a:lnTo>
                  <a:pt x="1085639" y="123734"/>
                </a:lnTo>
                <a:lnTo>
                  <a:pt x="1085010" y="123770"/>
                </a:lnTo>
                <a:lnTo>
                  <a:pt x="1084377" y="123791"/>
                </a:lnTo>
                <a:lnTo>
                  <a:pt x="1083739" y="123798"/>
                </a:lnTo>
                <a:lnTo>
                  <a:pt x="1083223" y="123793"/>
                </a:lnTo>
                <a:lnTo>
                  <a:pt x="1082715" y="123776"/>
                </a:lnTo>
                <a:lnTo>
                  <a:pt x="1082215" y="123749"/>
                </a:lnTo>
                <a:lnTo>
                  <a:pt x="1081723" y="123711"/>
                </a:lnTo>
                <a:lnTo>
                  <a:pt x="1081239" y="123662"/>
                </a:lnTo>
                <a:close/>
                <a:moveTo>
                  <a:pt x="1345166" y="142154"/>
                </a:moveTo>
                <a:lnTo>
                  <a:pt x="1346369" y="142037"/>
                </a:lnTo>
                <a:lnTo>
                  <a:pt x="1347559" y="141899"/>
                </a:lnTo>
                <a:lnTo>
                  <a:pt x="1348736" y="141740"/>
                </a:lnTo>
                <a:lnTo>
                  <a:pt x="1349898" y="141560"/>
                </a:lnTo>
                <a:lnTo>
                  <a:pt x="1351047" y="141359"/>
                </a:lnTo>
                <a:lnTo>
                  <a:pt x="1352183" y="141136"/>
                </a:lnTo>
                <a:lnTo>
                  <a:pt x="1353304" y="140892"/>
                </a:lnTo>
                <a:lnTo>
                  <a:pt x="1354412" y="140627"/>
                </a:lnTo>
                <a:lnTo>
                  <a:pt x="1355506" y="140341"/>
                </a:lnTo>
                <a:lnTo>
                  <a:pt x="1356587" y="140033"/>
                </a:lnTo>
                <a:lnTo>
                  <a:pt x="1357654" y="139705"/>
                </a:lnTo>
                <a:lnTo>
                  <a:pt x="1358707" y="139355"/>
                </a:lnTo>
                <a:lnTo>
                  <a:pt x="1359747" y="138984"/>
                </a:lnTo>
                <a:lnTo>
                  <a:pt x="1360773" y="138592"/>
                </a:lnTo>
                <a:lnTo>
                  <a:pt x="1361785" y="138178"/>
                </a:lnTo>
                <a:lnTo>
                  <a:pt x="1362783" y="137743"/>
                </a:lnTo>
                <a:lnTo>
                  <a:pt x="1363768" y="137288"/>
                </a:lnTo>
                <a:lnTo>
                  <a:pt x="1364739" y="136810"/>
                </a:lnTo>
                <a:lnTo>
                  <a:pt x="1365697" y="136312"/>
                </a:lnTo>
                <a:lnTo>
                  <a:pt x="1366639" y="135793"/>
                </a:lnTo>
                <a:lnTo>
                  <a:pt x="1367563" y="135256"/>
                </a:lnTo>
                <a:lnTo>
                  <a:pt x="1368470" y="134699"/>
                </a:lnTo>
                <a:lnTo>
                  <a:pt x="1369359" y="134123"/>
                </a:lnTo>
                <a:lnTo>
                  <a:pt x="1370230" y="133528"/>
                </a:lnTo>
                <a:lnTo>
                  <a:pt x="1371084" y="132914"/>
                </a:lnTo>
                <a:lnTo>
                  <a:pt x="1371921" y="132282"/>
                </a:lnTo>
                <a:lnTo>
                  <a:pt x="1372739" y="131630"/>
                </a:lnTo>
                <a:lnTo>
                  <a:pt x="1373541" y="130959"/>
                </a:lnTo>
                <a:lnTo>
                  <a:pt x="1374324" y="130269"/>
                </a:lnTo>
                <a:lnTo>
                  <a:pt x="1375090" y="129559"/>
                </a:lnTo>
                <a:lnTo>
                  <a:pt x="1375839" y="128831"/>
                </a:lnTo>
                <a:lnTo>
                  <a:pt x="1376569" y="128084"/>
                </a:lnTo>
                <a:lnTo>
                  <a:pt x="1377283" y="127318"/>
                </a:lnTo>
                <a:lnTo>
                  <a:pt x="1377978" y="126533"/>
                </a:lnTo>
                <a:lnTo>
                  <a:pt x="1378656" y="125729"/>
                </a:lnTo>
                <a:lnTo>
                  <a:pt x="1379317" y="124905"/>
                </a:lnTo>
                <a:lnTo>
                  <a:pt x="1379960" y="124063"/>
                </a:lnTo>
                <a:lnTo>
                  <a:pt x="1380585" y="123201"/>
                </a:lnTo>
                <a:lnTo>
                  <a:pt x="1381193" y="122321"/>
                </a:lnTo>
                <a:lnTo>
                  <a:pt x="1381783" y="121422"/>
                </a:lnTo>
                <a:lnTo>
                  <a:pt x="1382356" y="120503"/>
                </a:lnTo>
                <a:lnTo>
                  <a:pt x="1382911" y="119566"/>
                </a:lnTo>
                <a:lnTo>
                  <a:pt x="1383448" y="118609"/>
                </a:lnTo>
                <a:lnTo>
                  <a:pt x="1383966" y="117634"/>
                </a:lnTo>
                <a:lnTo>
                  <a:pt x="1384461" y="116642"/>
                </a:lnTo>
                <a:lnTo>
                  <a:pt x="1384935" y="115634"/>
                </a:lnTo>
                <a:lnTo>
                  <a:pt x="1385386" y="114608"/>
                </a:lnTo>
                <a:lnTo>
                  <a:pt x="1385816" y="113566"/>
                </a:lnTo>
                <a:lnTo>
                  <a:pt x="1386223" y="112507"/>
                </a:lnTo>
                <a:lnTo>
                  <a:pt x="1386609" y="111430"/>
                </a:lnTo>
                <a:lnTo>
                  <a:pt x="1386972" y="110337"/>
                </a:lnTo>
                <a:lnTo>
                  <a:pt x="1387314" y="109227"/>
                </a:lnTo>
                <a:lnTo>
                  <a:pt x="1387633" y="108100"/>
                </a:lnTo>
                <a:lnTo>
                  <a:pt x="1387930" y="106957"/>
                </a:lnTo>
                <a:lnTo>
                  <a:pt x="1388206" y="105796"/>
                </a:lnTo>
                <a:lnTo>
                  <a:pt x="1388459" y="104618"/>
                </a:lnTo>
                <a:lnTo>
                  <a:pt x="1388690" y="103424"/>
                </a:lnTo>
                <a:lnTo>
                  <a:pt x="1388899" y="102212"/>
                </a:lnTo>
                <a:lnTo>
                  <a:pt x="1389087" y="100984"/>
                </a:lnTo>
                <a:lnTo>
                  <a:pt x="1389252" y="99739"/>
                </a:lnTo>
                <a:lnTo>
                  <a:pt x="1389395" y="98477"/>
                </a:lnTo>
                <a:lnTo>
                  <a:pt x="1389516" y="97198"/>
                </a:lnTo>
                <a:lnTo>
                  <a:pt x="1389615" y="95902"/>
                </a:lnTo>
                <a:lnTo>
                  <a:pt x="1389692" y="94589"/>
                </a:lnTo>
                <a:lnTo>
                  <a:pt x="1389747" y="93260"/>
                </a:lnTo>
                <a:lnTo>
                  <a:pt x="1389780" y="91913"/>
                </a:lnTo>
                <a:lnTo>
                  <a:pt x="1389791" y="90550"/>
                </a:lnTo>
                <a:lnTo>
                  <a:pt x="1389780" y="89161"/>
                </a:lnTo>
                <a:lnTo>
                  <a:pt x="1389747" y="87790"/>
                </a:lnTo>
                <a:lnTo>
                  <a:pt x="1389692" y="86436"/>
                </a:lnTo>
                <a:lnTo>
                  <a:pt x="1389615" y="85099"/>
                </a:lnTo>
                <a:lnTo>
                  <a:pt x="1389516" y="83780"/>
                </a:lnTo>
                <a:lnTo>
                  <a:pt x="1389395" y="82479"/>
                </a:lnTo>
                <a:lnTo>
                  <a:pt x="1389252" y="81194"/>
                </a:lnTo>
                <a:lnTo>
                  <a:pt x="1389087" y="79928"/>
                </a:lnTo>
                <a:lnTo>
                  <a:pt x="1388899" y="78678"/>
                </a:lnTo>
                <a:lnTo>
                  <a:pt x="1388690" y="77446"/>
                </a:lnTo>
                <a:lnTo>
                  <a:pt x="1388459" y="76232"/>
                </a:lnTo>
                <a:lnTo>
                  <a:pt x="1388206" y="75035"/>
                </a:lnTo>
                <a:lnTo>
                  <a:pt x="1387930" y="73855"/>
                </a:lnTo>
                <a:lnTo>
                  <a:pt x="1387633" y="72693"/>
                </a:lnTo>
                <a:lnTo>
                  <a:pt x="1387314" y="71548"/>
                </a:lnTo>
                <a:lnTo>
                  <a:pt x="1386972" y="70421"/>
                </a:lnTo>
                <a:lnTo>
                  <a:pt x="1386609" y="69311"/>
                </a:lnTo>
                <a:lnTo>
                  <a:pt x="1386223" y="68219"/>
                </a:lnTo>
                <a:lnTo>
                  <a:pt x="1385816" y="67144"/>
                </a:lnTo>
                <a:lnTo>
                  <a:pt x="1385386" y="66086"/>
                </a:lnTo>
                <a:lnTo>
                  <a:pt x="1384935" y="65046"/>
                </a:lnTo>
                <a:lnTo>
                  <a:pt x="1384461" y="64023"/>
                </a:lnTo>
                <a:lnTo>
                  <a:pt x="1383966" y="63018"/>
                </a:lnTo>
                <a:lnTo>
                  <a:pt x="1383448" y="62030"/>
                </a:lnTo>
                <a:lnTo>
                  <a:pt x="1382911" y="61060"/>
                </a:lnTo>
                <a:lnTo>
                  <a:pt x="1382356" y="60110"/>
                </a:lnTo>
                <a:lnTo>
                  <a:pt x="1381783" y="59179"/>
                </a:lnTo>
                <a:lnTo>
                  <a:pt x="1381193" y="58268"/>
                </a:lnTo>
                <a:lnTo>
                  <a:pt x="1380585" y="57376"/>
                </a:lnTo>
                <a:lnTo>
                  <a:pt x="1379960" y="56503"/>
                </a:lnTo>
                <a:lnTo>
                  <a:pt x="1379317" y="55650"/>
                </a:lnTo>
                <a:lnTo>
                  <a:pt x="1378656" y="54816"/>
                </a:lnTo>
                <a:lnTo>
                  <a:pt x="1377978" y="54002"/>
                </a:lnTo>
                <a:lnTo>
                  <a:pt x="1377283" y="53207"/>
                </a:lnTo>
                <a:lnTo>
                  <a:pt x="1376569" y="52432"/>
                </a:lnTo>
                <a:lnTo>
                  <a:pt x="1375839" y="51676"/>
                </a:lnTo>
                <a:lnTo>
                  <a:pt x="1375090" y="50939"/>
                </a:lnTo>
                <a:lnTo>
                  <a:pt x="1374324" y="50222"/>
                </a:lnTo>
                <a:lnTo>
                  <a:pt x="1373541" y="49524"/>
                </a:lnTo>
                <a:lnTo>
                  <a:pt x="1372739" y="48846"/>
                </a:lnTo>
                <a:lnTo>
                  <a:pt x="1371921" y="48187"/>
                </a:lnTo>
                <a:lnTo>
                  <a:pt x="1371084" y="47548"/>
                </a:lnTo>
                <a:lnTo>
                  <a:pt x="1370230" y="46928"/>
                </a:lnTo>
                <a:lnTo>
                  <a:pt x="1369359" y="46327"/>
                </a:lnTo>
                <a:lnTo>
                  <a:pt x="1368470" y="45746"/>
                </a:lnTo>
                <a:lnTo>
                  <a:pt x="1367563" y="45184"/>
                </a:lnTo>
                <a:lnTo>
                  <a:pt x="1366639" y="44642"/>
                </a:lnTo>
                <a:lnTo>
                  <a:pt x="1365697" y="44119"/>
                </a:lnTo>
                <a:lnTo>
                  <a:pt x="1364739" y="43616"/>
                </a:lnTo>
                <a:lnTo>
                  <a:pt x="1363768" y="43135"/>
                </a:lnTo>
                <a:lnTo>
                  <a:pt x="1362783" y="42675"/>
                </a:lnTo>
                <a:lnTo>
                  <a:pt x="1361785" y="42236"/>
                </a:lnTo>
                <a:lnTo>
                  <a:pt x="1360773" y="41819"/>
                </a:lnTo>
                <a:lnTo>
                  <a:pt x="1359747" y="41424"/>
                </a:lnTo>
                <a:lnTo>
                  <a:pt x="1358707" y="41049"/>
                </a:lnTo>
                <a:lnTo>
                  <a:pt x="1357654" y="40696"/>
                </a:lnTo>
                <a:lnTo>
                  <a:pt x="1356587" y="40365"/>
                </a:lnTo>
                <a:lnTo>
                  <a:pt x="1355506" y="40054"/>
                </a:lnTo>
                <a:lnTo>
                  <a:pt x="1354412" y="39766"/>
                </a:lnTo>
                <a:lnTo>
                  <a:pt x="1353304" y="39498"/>
                </a:lnTo>
                <a:lnTo>
                  <a:pt x="1352183" y="39252"/>
                </a:lnTo>
                <a:lnTo>
                  <a:pt x="1351047" y="39028"/>
                </a:lnTo>
                <a:lnTo>
                  <a:pt x="1349898" y="38824"/>
                </a:lnTo>
                <a:lnTo>
                  <a:pt x="1348736" y="38642"/>
                </a:lnTo>
                <a:lnTo>
                  <a:pt x="1347559" y="38482"/>
                </a:lnTo>
                <a:lnTo>
                  <a:pt x="1346369" y="38343"/>
                </a:lnTo>
                <a:lnTo>
                  <a:pt x="1345166" y="38225"/>
                </a:lnTo>
                <a:lnTo>
                  <a:pt x="1343948" y="38129"/>
                </a:lnTo>
                <a:lnTo>
                  <a:pt x="1342717" y="38054"/>
                </a:lnTo>
                <a:lnTo>
                  <a:pt x="1341473" y="38001"/>
                </a:lnTo>
                <a:lnTo>
                  <a:pt x="1340214" y="37969"/>
                </a:lnTo>
                <a:lnTo>
                  <a:pt x="1338942" y="37958"/>
                </a:lnTo>
                <a:lnTo>
                  <a:pt x="1337687" y="37969"/>
                </a:lnTo>
                <a:lnTo>
                  <a:pt x="1336444" y="38001"/>
                </a:lnTo>
                <a:lnTo>
                  <a:pt x="1335215" y="38054"/>
                </a:lnTo>
                <a:lnTo>
                  <a:pt x="1333998" y="38129"/>
                </a:lnTo>
                <a:lnTo>
                  <a:pt x="1332795" y="38225"/>
                </a:lnTo>
                <a:lnTo>
                  <a:pt x="1331604" y="38343"/>
                </a:lnTo>
                <a:lnTo>
                  <a:pt x="1330427" y="38482"/>
                </a:lnTo>
                <a:lnTo>
                  <a:pt x="1329262" y="38642"/>
                </a:lnTo>
                <a:lnTo>
                  <a:pt x="1328111" y="38824"/>
                </a:lnTo>
                <a:lnTo>
                  <a:pt x="1326972" y="39028"/>
                </a:lnTo>
                <a:lnTo>
                  <a:pt x="1325846" y="39252"/>
                </a:lnTo>
                <a:lnTo>
                  <a:pt x="1324733" y="39498"/>
                </a:lnTo>
                <a:lnTo>
                  <a:pt x="1323634" y="39766"/>
                </a:lnTo>
                <a:lnTo>
                  <a:pt x="1322547" y="40054"/>
                </a:lnTo>
                <a:lnTo>
                  <a:pt x="1321473" y="40365"/>
                </a:lnTo>
                <a:lnTo>
                  <a:pt x="1320412" y="40696"/>
                </a:lnTo>
                <a:lnTo>
                  <a:pt x="1319364" y="41049"/>
                </a:lnTo>
                <a:lnTo>
                  <a:pt x="1318329" y="41424"/>
                </a:lnTo>
                <a:lnTo>
                  <a:pt x="1317307" y="41819"/>
                </a:lnTo>
                <a:lnTo>
                  <a:pt x="1316298" y="42236"/>
                </a:lnTo>
                <a:lnTo>
                  <a:pt x="1315302" y="42675"/>
                </a:lnTo>
                <a:lnTo>
                  <a:pt x="1314319" y="43135"/>
                </a:lnTo>
                <a:lnTo>
                  <a:pt x="1313349" y="43616"/>
                </a:lnTo>
                <a:lnTo>
                  <a:pt x="1312392" y="44119"/>
                </a:lnTo>
                <a:lnTo>
                  <a:pt x="1311450" y="44642"/>
                </a:lnTo>
                <a:lnTo>
                  <a:pt x="1310527" y="45184"/>
                </a:lnTo>
                <a:lnTo>
                  <a:pt x="1309621" y="45746"/>
                </a:lnTo>
                <a:lnTo>
                  <a:pt x="1308733" y="46327"/>
                </a:lnTo>
                <a:lnTo>
                  <a:pt x="1307863" y="46928"/>
                </a:lnTo>
                <a:lnTo>
                  <a:pt x="1307011" y="47548"/>
                </a:lnTo>
                <a:lnTo>
                  <a:pt x="1306177" y="48187"/>
                </a:lnTo>
                <a:lnTo>
                  <a:pt x="1305361" y="48846"/>
                </a:lnTo>
                <a:lnTo>
                  <a:pt x="1304563" y="49524"/>
                </a:lnTo>
                <a:lnTo>
                  <a:pt x="1303783" y="50222"/>
                </a:lnTo>
                <a:lnTo>
                  <a:pt x="1303020" y="50939"/>
                </a:lnTo>
                <a:lnTo>
                  <a:pt x="1302276" y="51676"/>
                </a:lnTo>
                <a:lnTo>
                  <a:pt x="1301549" y="52432"/>
                </a:lnTo>
                <a:lnTo>
                  <a:pt x="1300841" y="53207"/>
                </a:lnTo>
                <a:lnTo>
                  <a:pt x="1300151" y="54002"/>
                </a:lnTo>
                <a:lnTo>
                  <a:pt x="1299478" y="54816"/>
                </a:lnTo>
                <a:lnTo>
                  <a:pt x="1298823" y="55650"/>
                </a:lnTo>
                <a:lnTo>
                  <a:pt x="1298187" y="56503"/>
                </a:lnTo>
                <a:lnTo>
                  <a:pt x="1297568" y="57376"/>
                </a:lnTo>
                <a:lnTo>
                  <a:pt x="1296967" y="58268"/>
                </a:lnTo>
                <a:lnTo>
                  <a:pt x="1296384" y="59179"/>
                </a:lnTo>
                <a:lnTo>
                  <a:pt x="1295819" y="60110"/>
                </a:lnTo>
                <a:lnTo>
                  <a:pt x="1295272" y="61060"/>
                </a:lnTo>
                <a:lnTo>
                  <a:pt x="1294743" y="62030"/>
                </a:lnTo>
                <a:lnTo>
                  <a:pt x="1294234" y="63018"/>
                </a:lnTo>
                <a:lnTo>
                  <a:pt x="1293746" y="64023"/>
                </a:lnTo>
                <a:lnTo>
                  <a:pt x="1293280" y="65046"/>
                </a:lnTo>
                <a:lnTo>
                  <a:pt x="1292836" y="66086"/>
                </a:lnTo>
                <a:lnTo>
                  <a:pt x="1292414" y="67144"/>
                </a:lnTo>
                <a:lnTo>
                  <a:pt x="1292013" y="68219"/>
                </a:lnTo>
                <a:lnTo>
                  <a:pt x="1291633" y="69311"/>
                </a:lnTo>
                <a:lnTo>
                  <a:pt x="1291276" y="70421"/>
                </a:lnTo>
                <a:lnTo>
                  <a:pt x="1290940" y="71548"/>
                </a:lnTo>
                <a:lnTo>
                  <a:pt x="1290626" y="72693"/>
                </a:lnTo>
                <a:lnTo>
                  <a:pt x="1290333" y="73855"/>
                </a:lnTo>
                <a:lnTo>
                  <a:pt x="1290062" y="75035"/>
                </a:lnTo>
                <a:lnTo>
                  <a:pt x="1289813" y="76232"/>
                </a:lnTo>
                <a:lnTo>
                  <a:pt x="1289586" y="77446"/>
                </a:lnTo>
                <a:lnTo>
                  <a:pt x="1289380" y="78678"/>
                </a:lnTo>
                <a:lnTo>
                  <a:pt x="1289196" y="79928"/>
                </a:lnTo>
                <a:lnTo>
                  <a:pt x="1289033" y="81194"/>
                </a:lnTo>
                <a:lnTo>
                  <a:pt x="1288892" y="82479"/>
                </a:lnTo>
                <a:lnTo>
                  <a:pt x="1288773" y="83780"/>
                </a:lnTo>
                <a:lnTo>
                  <a:pt x="1288675" y="85099"/>
                </a:lnTo>
                <a:lnTo>
                  <a:pt x="1288600" y="86436"/>
                </a:lnTo>
                <a:lnTo>
                  <a:pt x="1288545" y="87790"/>
                </a:lnTo>
                <a:lnTo>
                  <a:pt x="1288513" y="89161"/>
                </a:lnTo>
                <a:lnTo>
                  <a:pt x="1288502" y="90550"/>
                </a:lnTo>
                <a:lnTo>
                  <a:pt x="1288513" y="91913"/>
                </a:lnTo>
                <a:lnTo>
                  <a:pt x="1288545" y="93260"/>
                </a:lnTo>
                <a:lnTo>
                  <a:pt x="1288600" y="94589"/>
                </a:lnTo>
                <a:lnTo>
                  <a:pt x="1288675" y="95902"/>
                </a:lnTo>
                <a:lnTo>
                  <a:pt x="1288773" y="97198"/>
                </a:lnTo>
                <a:lnTo>
                  <a:pt x="1288892" y="98477"/>
                </a:lnTo>
                <a:lnTo>
                  <a:pt x="1289033" y="99739"/>
                </a:lnTo>
                <a:lnTo>
                  <a:pt x="1289196" y="100984"/>
                </a:lnTo>
                <a:lnTo>
                  <a:pt x="1289380" y="102212"/>
                </a:lnTo>
                <a:lnTo>
                  <a:pt x="1289586" y="103424"/>
                </a:lnTo>
                <a:lnTo>
                  <a:pt x="1289813" y="104618"/>
                </a:lnTo>
                <a:lnTo>
                  <a:pt x="1290062" y="105796"/>
                </a:lnTo>
                <a:lnTo>
                  <a:pt x="1290333" y="106957"/>
                </a:lnTo>
                <a:lnTo>
                  <a:pt x="1290626" y="108100"/>
                </a:lnTo>
                <a:lnTo>
                  <a:pt x="1290940" y="109227"/>
                </a:lnTo>
                <a:lnTo>
                  <a:pt x="1291276" y="110337"/>
                </a:lnTo>
                <a:lnTo>
                  <a:pt x="1291633" y="111430"/>
                </a:lnTo>
                <a:lnTo>
                  <a:pt x="1292013" y="112507"/>
                </a:lnTo>
                <a:lnTo>
                  <a:pt x="1292414" y="113566"/>
                </a:lnTo>
                <a:lnTo>
                  <a:pt x="1292836" y="114608"/>
                </a:lnTo>
                <a:lnTo>
                  <a:pt x="1293280" y="115634"/>
                </a:lnTo>
                <a:lnTo>
                  <a:pt x="1293746" y="116642"/>
                </a:lnTo>
                <a:lnTo>
                  <a:pt x="1294234" y="117634"/>
                </a:lnTo>
                <a:lnTo>
                  <a:pt x="1294743" y="118609"/>
                </a:lnTo>
                <a:lnTo>
                  <a:pt x="1295272" y="119566"/>
                </a:lnTo>
                <a:lnTo>
                  <a:pt x="1295819" y="120503"/>
                </a:lnTo>
                <a:lnTo>
                  <a:pt x="1296384" y="121422"/>
                </a:lnTo>
                <a:lnTo>
                  <a:pt x="1296967" y="122321"/>
                </a:lnTo>
                <a:lnTo>
                  <a:pt x="1297568" y="123201"/>
                </a:lnTo>
                <a:lnTo>
                  <a:pt x="1298187" y="124063"/>
                </a:lnTo>
                <a:lnTo>
                  <a:pt x="1298823" y="124905"/>
                </a:lnTo>
                <a:lnTo>
                  <a:pt x="1299478" y="125729"/>
                </a:lnTo>
                <a:lnTo>
                  <a:pt x="1300151" y="126533"/>
                </a:lnTo>
                <a:lnTo>
                  <a:pt x="1300841" y="127318"/>
                </a:lnTo>
                <a:lnTo>
                  <a:pt x="1301549" y="128084"/>
                </a:lnTo>
                <a:lnTo>
                  <a:pt x="1302276" y="128831"/>
                </a:lnTo>
                <a:lnTo>
                  <a:pt x="1303020" y="129559"/>
                </a:lnTo>
                <a:lnTo>
                  <a:pt x="1303783" y="130269"/>
                </a:lnTo>
                <a:lnTo>
                  <a:pt x="1304563" y="130959"/>
                </a:lnTo>
                <a:lnTo>
                  <a:pt x="1305361" y="131630"/>
                </a:lnTo>
                <a:lnTo>
                  <a:pt x="1306177" y="132282"/>
                </a:lnTo>
                <a:lnTo>
                  <a:pt x="1307011" y="132914"/>
                </a:lnTo>
                <a:lnTo>
                  <a:pt x="1307863" y="133528"/>
                </a:lnTo>
                <a:lnTo>
                  <a:pt x="1308733" y="134123"/>
                </a:lnTo>
                <a:lnTo>
                  <a:pt x="1309621" y="134699"/>
                </a:lnTo>
                <a:lnTo>
                  <a:pt x="1310527" y="135256"/>
                </a:lnTo>
                <a:lnTo>
                  <a:pt x="1311450" y="135793"/>
                </a:lnTo>
                <a:lnTo>
                  <a:pt x="1312392" y="136312"/>
                </a:lnTo>
                <a:lnTo>
                  <a:pt x="1313349" y="136810"/>
                </a:lnTo>
                <a:lnTo>
                  <a:pt x="1314319" y="137288"/>
                </a:lnTo>
                <a:lnTo>
                  <a:pt x="1315302" y="137743"/>
                </a:lnTo>
                <a:lnTo>
                  <a:pt x="1316298" y="138178"/>
                </a:lnTo>
                <a:lnTo>
                  <a:pt x="1317307" y="138592"/>
                </a:lnTo>
                <a:lnTo>
                  <a:pt x="1318329" y="138984"/>
                </a:lnTo>
                <a:lnTo>
                  <a:pt x="1319364" y="139355"/>
                </a:lnTo>
                <a:lnTo>
                  <a:pt x="1320412" y="139705"/>
                </a:lnTo>
                <a:lnTo>
                  <a:pt x="1321473" y="140033"/>
                </a:lnTo>
                <a:lnTo>
                  <a:pt x="1322547" y="140341"/>
                </a:lnTo>
                <a:lnTo>
                  <a:pt x="1323634" y="140627"/>
                </a:lnTo>
                <a:lnTo>
                  <a:pt x="1324733" y="140892"/>
                </a:lnTo>
                <a:lnTo>
                  <a:pt x="1325846" y="141136"/>
                </a:lnTo>
                <a:lnTo>
                  <a:pt x="1326972" y="141359"/>
                </a:lnTo>
                <a:lnTo>
                  <a:pt x="1328111" y="141560"/>
                </a:lnTo>
                <a:lnTo>
                  <a:pt x="1329262" y="141740"/>
                </a:lnTo>
                <a:lnTo>
                  <a:pt x="1330427" y="141899"/>
                </a:lnTo>
                <a:lnTo>
                  <a:pt x="1331604" y="142037"/>
                </a:lnTo>
                <a:lnTo>
                  <a:pt x="1332795" y="142154"/>
                </a:lnTo>
                <a:lnTo>
                  <a:pt x="1333998" y="142249"/>
                </a:lnTo>
                <a:lnTo>
                  <a:pt x="1335215" y="142324"/>
                </a:lnTo>
                <a:lnTo>
                  <a:pt x="1336444" y="142377"/>
                </a:lnTo>
                <a:lnTo>
                  <a:pt x="1337687" y="142408"/>
                </a:lnTo>
                <a:lnTo>
                  <a:pt x="1338942" y="142419"/>
                </a:lnTo>
                <a:lnTo>
                  <a:pt x="1340214" y="142408"/>
                </a:lnTo>
                <a:lnTo>
                  <a:pt x="1341473" y="142377"/>
                </a:lnTo>
                <a:lnTo>
                  <a:pt x="1342717" y="142324"/>
                </a:lnTo>
                <a:lnTo>
                  <a:pt x="1343948" y="142249"/>
                </a:lnTo>
                <a:lnTo>
                  <a:pt x="1345166" y="142154"/>
                </a:lnTo>
                <a:close/>
                <a:moveTo>
                  <a:pt x="1335481" y="121568"/>
                </a:moveTo>
                <a:lnTo>
                  <a:pt x="1334827" y="121488"/>
                </a:lnTo>
                <a:lnTo>
                  <a:pt x="1334187" y="121392"/>
                </a:lnTo>
                <a:lnTo>
                  <a:pt x="1333559" y="121282"/>
                </a:lnTo>
                <a:lnTo>
                  <a:pt x="1332945" y="121157"/>
                </a:lnTo>
                <a:lnTo>
                  <a:pt x="1332343" y="121018"/>
                </a:lnTo>
                <a:lnTo>
                  <a:pt x="1331755" y="120864"/>
                </a:lnTo>
                <a:lnTo>
                  <a:pt x="1331179" y="120695"/>
                </a:lnTo>
                <a:lnTo>
                  <a:pt x="1330617" y="120512"/>
                </a:lnTo>
                <a:lnTo>
                  <a:pt x="1330067" y="120314"/>
                </a:lnTo>
                <a:lnTo>
                  <a:pt x="1329530" y="120101"/>
                </a:lnTo>
                <a:lnTo>
                  <a:pt x="1329006" y="119873"/>
                </a:lnTo>
                <a:lnTo>
                  <a:pt x="1328496" y="119631"/>
                </a:lnTo>
                <a:lnTo>
                  <a:pt x="1327998" y="119374"/>
                </a:lnTo>
                <a:lnTo>
                  <a:pt x="1327513" y="119103"/>
                </a:lnTo>
                <a:lnTo>
                  <a:pt x="1327041" y="118817"/>
                </a:lnTo>
                <a:lnTo>
                  <a:pt x="1326582" y="118516"/>
                </a:lnTo>
                <a:lnTo>
                  <a:pt x="1326136" y="118200"/>
                </a:lnTo>
                <a:lnTo>
                  <a:pt x="1325703" y="117870"/>
                </a:lnTo>
                <a:lnTo>
                  <a:pt x="1325283" y="117525"/>
                </a:lnTo>
                <a:lnTo>
                  <a:pt x="1324875" y="117168"/>
                </a:lnTo>
                <a:lnTo>
                  <a:pt x="1324477" y="116801"/>
                </a:lnTo>
                <a:lnTo>
                  <a:pt x="1324088" y="116424"/>
                </a:lnTo>
                <a:lnTo>
                  <a:pt x="1323710" y="116036"/>
                </a:lnTo>
                <a:lnTo>
                  <a:pt x="1323342" y="115639"/>
                </a:lnTo>
                <a:lnTo>
                  <a:pt x="1322985" y="115232"/>
                </a:lnTo>
                <a:lnTo>
                  <a:pt x="1322637" y="114815"/>
                </a:lnTo>
                <a:lnTo>
                  <a:pt x="1322299" y="114389"/>
                </a:lnTo>
                <a:lnTo>
                  <a:pt x="1321972" y="113952"/>
                </a:lnTo>
                <a:lnTo>
                  <a:pt x="1321655" y="113505"/>
                </a:lnTo>
                <a:lnTo>
                  <a:pt x="1321347" y="113048"/>
                </a:lnTo>
                <a:lnTo>
                  <a:pt x="1321050" y="112581"/>
                </a:lnTo>
                <a:lnTo>
                  <a:pt x="1320763" y="112105"/>
                </a:lnTo>
                <a:lnTo>
                  <a:pt x="1320486" y="111618"/>
                </a:lnTo>
                <a:lnTo>
                  <a:pt x="1320220" y="111121"/>
                </a:lnTo>
                <a:lnTo>
                  <a:pt x="1319963" y="110615"/>
                </a:lnTo>
                <a:lnTo>
                  <a:pt x="1319717" y="110098"/>
                </a:lnTo>
                <a:lnTo>
                  <a:pt x="1319480" y="109572"/>
                </a:lnTo>
                <a:lnTo>
                  <a:pt x="1319254" y="109035"/>
                </a:lnTo>
                <a:lnTo>
                  <a:pt x="1319038" y="108489"/>
                </a:lnTo>
                <a:lnTo>
                  <a:pt x="1318832" y="107932"/>
                </a:lnTo>
                <a:lnTo>
                  <a:pt x="1318636" y="107366"/>
                </a:lnTo>
                <a:lnTo>
                  <a:pt x="1318451" y="106790"/>
                </a:lnTo>
                <a:lnTo>
                  <a:pt x="1318275" y="106204"/>
                </a:lnTo>
                <a:lnTo>
                  <a:pt x="1318108" y="105610"/>
                </a:lnTo>
                <a:lnTo>
                  <a:pt x="1317948" y="105011"/>
                </a:lnTo>
                <a:lnTo>
                  <a:pt x="1317795" y="104407"/>
                </a:lnTo>
                <a:lnTo>
                  <a:pt x="1317650" y="103798"/>
                </a:lnTo>
                <a:lnTo>
                  <a:pt x="1317511" y="103184"/>
                </a:lnTo>
                <a:lnTo>
                  <a:pt x="1317380" y="102565"/>
                </a:lnTo>
                <a:lnTo>
                  <a:pt x="1317255" y="101941"/>
                </a:lnTo>
                <a:lnTo>
                  <a:pt x="1317138" y="101311"/>
                </a:lnTo>
                <a:lnTo>
                  <a:pt x="1317028" y="100677"/>
                </a:lnTo>
                <a:lnTo>
                  <a:pt x="1316925" y="100038"/>
                </a:lnTo>
                <a:lnTo>
                  <a:pt x="1316829" y="99393"/>
                </a:lnTo>
                <a:lnTo>
                  <a:pt x="1316740" y="98744"/>
                </a:lnTo>
                <a:lnTo>
                  <a:pt x="1316659" y="98089"/>
                </a:lnTo>
                <a:lnTo>
                  <a:pt x="1316584" y="97429"/>
                </a:lnTo>
                <a:lnTo>
                  <a:pt x="1316517" y="96764"/>
                </a:lnTo>
                <a:lnTo>
                  <a:pt x="1316456" y="96094"/>
                </a:lnTo>
                <a:lnTo>
                  <a:pt x="1316403" y="95420"/>
                </a:lnTo>
                <a:lnTo>
                  <a:pt x="1316357" y="94740"/>
                </a:lnTo>
                <a:lnTo>
                  <a:pt x="1316318" y="94054"/>
                </a:lnTo>
                <a:lnTo>
                  <a:pt x="1316286" y="93364"/>
                </a:lnTo>
                <a:lnTo>
                  <a:pt x="1316261" y="92669"/>
                </a:lnTo>
                <a:lnTo>
                  <a:pt x="1316243" y="91969"/>
                </a:lnTo>
                <a:lnTo>
                  <a:pt x="1316232" y="91263"/>
                </a:lnTo>
                <a:lnTo>
                  <a:pt x="1316229" y="90553"/>
                </a:lnTo>
                <a:lnTo>
                  <a:pt x="1316232" y="89825"/>
                </a:lnTo>
                <a:lnTo>
                  <a:pt x="1316243" y="89103"/>
                </a:lnTo>
                <a:lnTo>
                  <a:pt x="1316261" y="88386"/>
                </a:lnTo>
                <a:lnTo>
                  <a:pt x="1316286" y="87674"/>
                </a:lnTo>
                <a:lnTo>
                  <a:pt x="1316318" y="86968"/>
                </a:lnTo>
                <a:lnTo>
                  <a:pt x="1316357" y="86267"/>
                </a:lnTo>
                <a:lnTo>
                  <a:pt x="1316403" y="85572"/>
                </a:lnTo>
                <a:lnTo>
                  <a:pt x="1316456" y="84882"/>
                </a:lnTo>
                <a:lnTo>
                  <a:pt x="1316517" y="84198"/>
                </a:lnTo>
                <a:lnTo>
                  <a:pt x="1316584" y="83519"/>
                </a:lnTo>
                <a:lnTo>
                  <a:pt x="1316659" y="82846"/>
                </a:lnTo>
                <a:lnTo>
                  <a:pt x="1316740" y="82178"/>
                </a:lnTo>
                <a:lnTo>
                  <a:pt x="1316829" y="81515"/>
                </a:lnTo>
                <a:lnTo>
                  <a:pt x="1316925" y="80858"/>
                </a:lnTo>
                <a:lnTo>
                  <a:pt x="1317028" y="80206"/>
                </a:lnTo>
                <a:lnTo>
                  <a:pt x="1317138" y="79560"/>
                </a:lnTo>
                <a:lnTo>
                  <a:pt x="1317255" y="78919"/>
                </a:lnTo>
                <a:lnTo>
                  <a:pt x="1317380" y="78284"/>
                </a:lnTo>
                <a:lnTo>
                  <a:pt x="1317511" y="77654"/>
                </a:lnTo>
                <a:lnTo>
                  <a:pt x="1317650" y="77029"/>
                </a:lnTo>
                <a:lnTo>
                  <a:pt x="1317795" y="76410"/>
                </a:lnTo>
                <a:lnTo>
                  <a:pt x="1317948" y="75797"/>
                </a:lnTo>
                <a:lnTo>
                  <a:pt x="1318108" y="75189"/>
                </a:lnTo>
                <a:lnTo>
                  <a:pt x="1318275" y="74586"/>
                </a:lnTo>
                <a:lnTo>
                  <a:pt x="1318451" y="73991"/>
                </a:lnTo>
                <a:lnTo>
                  <a:pt x="1318636" y="73406"/>
                </a:lnTo>
                <a:lnTo>
                  <a:pt x="1318832" y="72831"/>
                </a:lnTo>
                <a:lnTo>
                  <a:pt x="1319038" y="72267"/>
                </a:lnTo>
                <a:lnTo>
                  <a:pt x="1319254" y="71713"/>
                </a:lnTo>
                <a:lnTo>
                  <a:pt x="1319480" y="71168"/>
                </a:lnTo>
                <a:lnTo>
                  <a:pt x="1319717" y="70634"/>
                </a:lnTo>
                <a:lnTo>
                  <a:pt x="1319963" y="70110"/>
                </a:lnTo>
                <a:lnTo>
                  <a:pt x="1320220" y="69597"/>
                </a:lnTo>
                <a:lnTo>
                  <a:pt x="1320486" y="69093"/>
                </a:lnTo>
                <a:lnTo>
                  <a:pt x="1320763" y="68599"/>
                </a:lnTo>
                <a:lnTo>
                  <a:pt x="1321050" y="68116"/>
                </a:lnTo>
                <a:lnTo>
                  <a:pt x="1321347" y="67643"/>
                </a:lnTo>
                <a:lnTo>
                  <a:pt x="1321655" y="67180"/>
                </a:lnTo>
                <a:lnTo>
                  <a:pt x="1321972" y="66727"/>
                </a:lnTo>
                <a:lnTo>
                  <a:pt x="1322299" y="66284"/>
                </a:lnTo>
                <a:lnTo>
                  <a:pt x="1322637" y="65852"/>
                </a:lnTo>
                <a:lnTo>
                  <a:pt x="1322985" y="65429"/>
                </a:lnTo>
                <a:lnTo>
                  <a:pt x="1323342" y="65017"/>
                </a:lnTo>
                <a:lnTo>
                  <a:pt x="1323710" y="64615"/>
                </a:lnTo>
                <a:lnTo>
                  <a:pt x="1324088" y="64223"/>
                </a:lnTo>
                <a:lnTo>
                  <a:pt x="1324477" y="63841"/>
                </a:lnTo>
                <a:lnTo>
                  <a:pt x="1324875" y="63469"/>
                </a:lnTo>
                <a:lnTo>
                  <a:pt x="1325283" y="63108"/>
                </a:lnTo>
                <a:lnTo>
                  <a:pt x="1325703" y="62759"/>
                </a:lnTo>
                <a:lnTo>
                  <a:pt x="1326136" y="62424"/>
                </a:lnTo>
                <a:lnTo>
                  <a:pt x="1326582" y="62105"/>
                </a:lnTo>
                <a:lnTo>
                  <a:pt x="1327041" y="61800"/>
                </a:lnTo>
                <a:lnTo>
                  <a:pt x="1327513" y="61511"/>
                </a:lnTo>
                <a:lnTo>
                  <a:pt x="1327998" y="61236"/>
                </a:lnTo>
                <a:lnTo>
                  <a:pt x="1328496" y="60976"/>
                </a:lnTo>
                <a:lnTo>
                  <a:pt x="1329006" y="60731"/>
                </a:lnTo>
                <a:lnTo>
                  <a:pt x="1329530" y="60501"/>
                </a:lnTo>
                <a:lnTo>
                  <a:pt x="1330067" y="60285"/>
                </a:lnTo>
                <a:lnTo>
                  <a:pt x="1330617" y="60085"/>
                </a:lnTo>
                <a:lnTo>
                  <a:pt x="1331179" y="59899"/>
                </a:lnTo>
                <a:lnTo>
                  <a:pt x="1331755" y="59728"/>
                </a:lnTo>
                <a:lnTo>
                  <a:pt x="1332343" y="59572"/>
                </a:lnTo>
                <a:lnTo>
                  <a:pt x="1332945" y="59431"/>
                </a:lnTo>
                <a:lnTo>
                  <a:pt x="1333559" y="59305"/>
                </a:lnTo>
                <a:lnTo>
                  <a:pt x="1334187" y="59194"/>
                </a:lnTo>
                <a:lnTo>
                  <a:pt x="1334827" y="59097"/>
                </a:lnTo>
                <a:lnTo>
                  <a:pt x="1335481" y="59015"/>
                </a:lnTo>
                <a:lnTo>
                  <a:pt x="1336147" y="58948"/>
                </a:lnTo>
                <a:lnTo>
                  <a:pt x="1336826" y="58897"/>
                </a:lnTo>
                <a:lnTo>
                  <a:pt x="1337519" y="58859"/>
                </a:lnTo>
                <a:lnTo>
                  <a:pt x="1338224" y="58837"/>
                </a:lnTo>
                <a:lnTo>
                  <a:pt x="1338942" y="58830"/>
                </a:lnTo>
                <a:lnTo>
                  <a:pt x="1339677" y="58837"/>
                </a:lnTo>
                <a:lnTo>
                  <a:pt x="1340399" y="58859"/>
                </a:lnTo>
                <a:lnTo>
                  <a:pt x="1341107" y="58897"/>
                </a:lnTo>
                <a:lnTo>
                  <a:pt x="1341803" y="58948"/>
                </a:lnTo>
                <a:lnTo>
                  <a:pt x="1342484" y="59015"/>
                </a:lnTo>
                <a:lnTo>
                  <a:pt x="1343153" y="59097"/>
                </a:lnTo>
                <a:lnTo>
                  <a:pt x="1343808" y="59194"/>
                </a:lnTo>
                <a:lnTo>
                  <a:pt x="1344450" y="59305"/>
                </a:lnTo>
                <a:lnTo>
                  <a:pt x="1345078" y="59431"/>
                </a:lnTo>
                <a:lnTo>
                  <a:pt x="1345694" y="59572"/>
                </a:lnTo>
                <a:lnTo>
                  <a:pt x="1346296" y="59728"/>
                </a:lnTo>
                <a:lnTo>
                  <a:pt x="1346884" y="59899"/>
                </a:lnTo>
                <a:lnTo>
                  <a:pt x="1347459" y="60085"/>
                </a:lnTo>
                <a:lnTo>
                  <a:pt x="1348021" y="60285"/>
                </a:lnTo>
                <a:lnTo>
                  <a:pt x="1348570" y="60501"/>
                </a:lnTo>
                <a:lnTo>
                  <a:pt x="1349105" y="60731"/>
                </a:lnTo>
                <a:lnTo>
                  <a:pt x="1349627" y="60976"/>
                </a:lnTo>
                <a:lnTo>
                  <a:pt x="1350136" y="61236"/>
                </a:lnTo>
                <a:lnTo>
                  <a:pt x="1350631" y="61511"/>
                </a:lnTo>
                <a:lnTo>
                  <a:pt x="1351113" y="61800"/>
                </a:lnTo>
                <a:lnTo>
                  <a:pt x="1351582" y="62105"/>
                </a:lnTo>
                <a:lnTo>
                  <a:pt x="1352037" y="62424"/>
                </a:lnTo>
                <a:lnTo>
                  <a:pt x="1352479" y="62759"/>
                </a:lnTo>
                <a:lnTo>
                  <a:pt x="1352908" y="63108"/>
                </a:lnTo>
                <a:lnTo>
                  <a:pt x="1353325" y="63469"/>
                </a:lnTo>
                <a:lnTo>
                  <a:pt x="1353731" y="63841"/>
                </a:lnTo>
                <a:lnTo>
                  <a:pt x="1354128" y="64223"/>
                </a:lnTo>
                <a:lnTo>
                  <a:pt x="1354514" y="64615"/>
                </a:lnTo>
                <a:lnTo>
                  <a:pt x="1354889" y="65017"/>
                </a:lnTo>
                <a:lnTo>
                  <a:pt x="1355255" y="65429"/>
                </a:lnTo>
                <a:lnTo>
                  <a:pt x="1355610" y="65852"/>
                </a:lnTo>
                <a:lnTo>
                  <a:pt x="1355954" y="66284"/>
                </a:lnTo>
                <a:lnTo>
                  <a:pt x="1356289" y="66727"/>
                </a:lnTo>
                <a:lnTo>
                  <a:pt x="1356613" y="67180"/>
                </a:lnTo>
                <a:lnTo>
                  <a:pt x="1356927" y="67643"/>
                </a:lnTo>
                <a:lnTo>
                  <a:pt x="1357230" y="68116"/>
                </a:lnTo>
                <a:lnTo>
                  <a:pt x="1357524" y="68599"/>
                </a:lnTo>
                <a:lnTo>
                  <a:pt x="1357807" y="69093"/>
                </a:lnTo>
                <a:lnTo>
                  <a:pt x="1358079" y="69597"/>
                </a:lnTo>
                <a:lnTo>
                  <a:pt x="1358342" y="70110"/>
                </a:lnTo>
                <a:lnTo>
                  <a:pt x="1358594" y="70634"/>
                </a:lnTo>
                <a:lnTo>
                  <a:pt x="1358836" y="71168"/>
                </a:lnTo>
                <a:lnTo>
                  <a:pt x="1359067" y="71713"/>
                </a:lnTo>
                <a:lnTo>
                  <a:pt x="1359288" y="72267"/>
                </a:lnTo>
                <a:lnTo>
                  <a:pt x="1359499" y="72831"/>
                </a:lnTo>
                <a:lnTo>
                  <a:pt x="1359699" y="73406"/>
                </a:lnTo>
                <a:lnTo>
                  <a:pt x="1359890" y="73991"/>
                </a:lnTo>
                <a:lnTo>
                  <a:pt x="1360070" y="74586"/>
                </a:lnTo>
                <a:lnTo>
                  <a:pt x="1360241" y="75189"/>
                </a:lnTo>
                <a:lnTo>
                  <a:pt x="1360405" y="75797"/>
                </a:lnTo>
                <a:lnTo>
                  <a:pt x="1360561" y="76410"/>
                </a:lnTo>
                <a:lnTo>
                  <a:pt x="1360711" y="77029"/>
                </a:lnTo>
                <a:lnTo>
                  <a:pt x="1360853" y="77654"/>
                </a:lnTo>
                <a:lnTo>
                  <a:pt x="1360987" y="78284"/>
                </a:lnTo>
                <a:lnTo>
                  <a:pt x="1361115" y="78919"/>
                </a:lnTo>
                <a:lnTo>
                  <a:pt x="1361235" y="79560"/>
                </a:lnTo>
                <a:lnTo>
                  <a:pt x="1361348" y="80206"/>
                </a:lnTo>
                <a:lnTo>
                  <a:pt x="1361453" y="80858"/>
                </a:lnTo>
                <a:lnTo>
                  <a:pt x="1361552" y="81515"/>
                </a:lnTo>
                <a:lnTo>
                  <a:pt x="1361643" y="82178"/>
                </a:lnTo>
                <a:lnTo>
                  <a:pt x="1361726" y="82846"/>
                </a:lnTo>
                <a:lnTo>
                  <a:pt x="1361803" y="83519"/>
                </a:lnTo>
                <a:lnTo>
                  <a:pt x="1361872" y="84198"/>
                </a:lnTo>
                <a:lnTo>
                  <a:pt x="1361934" y="84882"/>
                </a:lnTo>
                <a:lnTo>
                  <a:pt x="1361989" y="85572"/>
                </a:lnTo>
                <a:lnTo>
                  <a:pt x="1362036" y="86267"/>
                </a:lnTo>
                <a:lnTo>
                  <a:pt x="1362076" y="86968"/>
                </a:lnTo>
                <a:lnTo>
                  <a:pt x="1362109" y="87674"/>
                </a:lnTo>
                <a:lnTo>
                  <a:pt x="1362134" y="88386"/>
                </a:lnTo>
                <a:lnTo>
                  <a:pt x="1362152" y="89103"/>
                </a:lnTo>
                <a:lnTo>
                  <a:pt x="1362163" y="89825"/>
                </a:lnTo>
                <a:lnTo>
                  <a:pt x="1362167" y="90553"/>
                </a:lnTo>
                <a:lnTo>
                  <a:pt x="1362163" y="91263"/>
                </a:lnTo>
                <a:lnTo>
                  <a:pt x="1362152" y="91969"/>
                </a:lnTo>
                <a:lnTo>
                  <a:pt x="1362134" y="92669"/>
                </a:lnTo>
                <a:lnTo>
                  <a:pt x="1362109" y="93364"/>
                </a:lnTo>
                <a:lnTo>
                  <a:pt x="1362076" y="94054"/>
                </a:lnTo>
                <a:lnTo>
                  <a:pt x="1362036" y="94740"/>
                </a:lnTo>
                <a:lnTo>
                  <a:pt x="1361989" y="95420"/>
                </a:lnTo>
                <a:lnTo>
                  <a:pt x="1361934" y="96094"/>
                </a:lnTo>
                <a:lnTo>
                  <a:pt x="1361872" y="96764"/>
                </a:lnTo>
                <a:lnTo>
                  <a:pt x="1361803" y="97429"/>
                </a:lnTo>
                <a:lnTo>
                  <a:pt x="1361726" y="98089"/>
                </a:lnTo>
                <a:lnTo>
                  <a:pt x="1361643" y="98744"/>
                </a:lnTo>
                <a:lnTo>
                  <a:pt x="1361552" y="99393"/>
                </a:lnTo>
                <a:lnTo>
                  <a:pt x="1361453" y="100038"/>
                </a:lnTo>
                <a:lnTo>
                  <a:pt x="1361348" y="100677"/>
                </a:lnTo>
                <a:lnTo>
                  <a:pt x="1361235" y="101311"/>
                </a:lnTo>
                <a:lnTo>
                  <a:pt x="1361115" y="101941"/>
                </a:lnTo>
                <a:lnTo>
                  <a:pt x="1360987" y="102565"/>
                </a:lnTo>
                <a:lnTo>
                  <a:pt x="1360853" y="103184"/>
                </a:lnTo>
                <a:lnTo>
                  <a:pt x="1360711" y="103798"/>
                </a:lnTo>
                <a:lnTo>
                  <a:pt x="1360561" y="104407"/>
                </a:lnTo>
                <a:lnTo>
                  <a:pt x="1360405" y="105011"/>
                </a:lnTo>
                <a:lnTo>
                  <a:pt x="1360241" y="105610"/>
                </a:lnTo>
                <a:lnTo>
                  <a:pt x="1360070" y="106204"/>
                </a:lnTo>
                <a:lnTo>
                  <a:pt x="1359890" y="106790"/>
                </a:lnTo>
                <a:lnTo>
                  <a:pt x="1359699" y="107366"/>
                </a:lnTo>
                <a:lnTo>
                  <a:pt x="1359499" y="107932"/>
                </a:lnTo>
                <a:lnTo>
                  <a:pt x="1359288" y="108489"/>
                </a:lnTo>
                <a:lnTo>
                  <a:pt x="1359067" y="109035"/>
                </a:lnTo>
                <a:lnTo>
                  <a:pt x="1358836" y="109572"/>
                </a:lnTo>
                <a:lnTo>
                  <a:pt x="1358594" y="110098"/>
                </a:lnTo>
                <a:lnTo>
                  <a:pt x="1358342" y="110615"/>
                </a:lnTo>
                <a:lnTo>
                  <a:pt x="1358079" y="111121"/>
                </a:lnTo>
                <a:lnTo>
                  <a:pt x="1357807" y="111618"/>
                </a:lnTo>
                <a:lnTo>
                  <a:pt x="1357524" y="112105"/>
                </a:lnTo>
                <a:lnTo>
                  <a:pt x="1357230" y="112581"/>
                </a:lnTo>
                <a:lnTo>
                  <a:pt x="1356927" y="113048"/>
                </a:lnTo>
                <a:lnTo>
                  <a:pt x="1356613" y="113505"/>
                </a:lnTo>
                <a:lnTo>
                  <a:pt x="1356289" y="113952"/>
                </a:lnTo>
                <a:lnTo>
                  <a:pt x="1355954" y="114389"/>
                </a:lnTo>
                <a:lnTo>
                  <a:pt x="1355610" y="114815"/>
                </a:lnTo>
                <a:lnTo>
                  <a:pt x="1355255" y="115232"/>
                </a:lnTo>
                <a:lnTo>
                  <a:pt x="1354889" y="115639"/>
                </a:lnTo>
                <a:lnTo>
                  <a:pt x="1354514" y="116036"/>
                </a:lnTo>
                <a:lnTo>
                  <a:pt x="1354128" y="116424"/>
                </a:lnTo>
                <a:lnTo>
                  <a:pt x="1353731" y="116801"/>
                </a:lnTo>
                <a:lnTo>
                  <a:pt x="1353325" y="117168"/>
                </a:lnTo>
                <a:lnTo>
                  <a:pt x="1352908" y="117525"/>
                </a:lnTo>
                <a:lnTo>
                  <a:pt x="1352479" y="117870"/>
                </a:lnTo>
                <a:lnTo>
                  <a:pt x="1352037" y="118200"/>
                </a:lnTo>
                <a:lnTo>
                  <a:pt x="1351582" y="118516"/>
                </a:lnTo>
                <a:lnTo>
                  <a:pt x="1351113" y="118817"/>
                </a:lnTo>
                <a:lnTo>
                  <a:pt x="1350631" y="119103"/>
                </a:lnTo>
                <a:lnTo>
                  <a:pt x="1350136" y="119374"/>
                </a:lnTo>
                <a:lnTo>
                  <a:pt x="1349627" y="119631"/>
                </a:lnTo>
                <a:lnTo>
                  <a:pt x="1349105" y="119873"/>
                </a:lnTo>
                <a:lnTo>
                  <a:pt x="1348570" y="120101"/>
                </a:lnTo>
                <a:lnTo>
                  <a:pt x="1348021" y="120314"/>
                </a:lnTo>
                <a:lnTo>
                  <a:pt x="1347459" y="120512"/>
                </a:lnTo>
                <a:lnTo>
                  <a:pt x="1346884" y="120695"/>
                </a:lnTo>
                <a:lnTo>
                  <a:pt x="1346296" y="120864"/>
                </a:lnTo>
                <a:lnTo>
                  <a:pt x="1345694" y="121018"/>
                </a:lnTo>
                <a:lnTo>
                  <a:pt x="1345078" y="121157"/>
                </a:lnTo>
                <a:lnTo>
                  <a:pt x="1344450" y="121282"/>
                </a:lnTo>
                <a:lnTo>
                  <a:pt x="1343808" y="121392"/>
                </a:lnTo>
                <a:lnTo>
                  <a:pt x="1343153" y="121488"/>
                </a:lnTo>
                <a:lnTo>
                  <a:pt x="1342484" y="121568"/>
                </a:lnTo>
                <a:lnTo>
                  <a:pt x="1341803" y="121634"/>
                </a:lnTo>
                <a:lnTo>
                  <a:pt x="1341107" y="121686"/>
                </a:lnTo>
                <a:lnTo>
                  <a:pt x="1340399" y="121722"/>
                </a:lnTo>
                <a:lnTo>
                  <a:pt x="1339677" y="121744"/>
                </a:lnTo>
                <a:lnTo>
                  <a:pt x="1338942" y="121752"/>
                </a:lnTo>
                <a:lnTo>
                  <a:pt x="1338224" y="121744"/>
                </a:lnTo>
                <a:lnTo>
                  <a:pt x="1337519" y="121722"/>
                </a:lnTo>
                <a:lnTo>
                  <a:pt x="1336826" y="121686"/>
                </a:lnTo>
                <a:lnTo>
                  <a:pt x="1336147" y="121634"/>
                </a:lnTo>
                <a:lnTo>
                  <a:pt x="1335481" y="121568"/>
                </a:lnTo>
                <a:close/>
              </a:path>
            </a:pathLst>
          </a:custGeom>
          <a:solidFill xmlns:a="http://schemas.openxmlformats.org/drawingml/2006/main">
            <a:srgbClr val="0078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Coder">
            <a:extLst xmlns:a="http://schemas.openxmlformats.org/drawingml/2006/main">
              <a:ext uri="{FF2B5EF4-FFF2-40B4-BE49-F238E27FC236}">
                <a16:creationId xmlns:a16="http://schemas.microsoft.com/office/drawing/2014/main" id="{FE65BCB0-438C-42C1-B913-709D3D61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191" y="3761993"/>
            <a:ext cx="701112" cy="173446"/>
          </a:xfrm>
          <a:custGeom xmlns:a="http://schemas.openxmlformats.org/drawingml/2006/main">
            <a:pathLst>
              <a:path w="701112" h="173446">
                <a:moveTo>
                  <a:pt x="82330" y="173446"/>
                </a:moveTo>
                <a:cubicBezTo>
                  <a:pt x="65262" y="173446"/>
                  <a:pt x="50578" y="169869"/>
                  <a:pt x="38278" y="162715"/>
                </a:cubicBezTo>
                <a:cubicBezTo>
                  <a:pt x="25979" y="155561"/>
                  <a:pt x="16525" y="145521"/>
                  <a:pt x="9915" y="132594"/>
                </a:cubicBezTo>
                <a:cubicBezTo>
                  <a:pt x="3305" y="119667"/>
                  <a:pt x="0" y="104419"/>
                  <a:pt x="0" y="86848"/>
                </a:cubicBezTo>
                <a:cubicBezTo>
                  <a:pt x="0" y="69278"/>
                  <a:pt x="3305" y="53987"/>
                  <a:pt x="9915" y="40977"/>
                </a:cubicBezTo>
                <a:cubicBezTo>
                  <a:pt x="16525" y="27966"/>
                  <a:pt x="25979" y="17884"/>
                  <a:pt x="38278" y="10731"/>
                </a:cubicBezTo>
                <a:cubicBezTo>
                  <a:pt x="50578" y="3577"/>
                  <a:pt x="65262" y="0"/>
                  <a:pt x="82330" y="0"/>
                </a:cubicBezTo>
                <a:cubicBezTo>
                  <a:pt x="95550" y="0"/>
                  <a:pt x="107724" y="2280"/>
                  <a:pt x="118852" y="6840"/>
                </a:cubicBezTo>
                <a:cubicBezTo>
                  <a:pt x="129980" y="11400"/>
                  <a:pt x="139016" y="18135"/>
                  <a:pt x="145960" y="27046"/>
                </a:cubicBezTo>
                <a:cubicBezTo>
                  <a:pt x="152905" y="35957"/>
                  <a:pt x="156712" y="46938"/>
                  <a:pt x="157381" y="59991"/>
                </a:cubicBezTo>
                <a:lnTo>
                  <a:pt x="121236" y="59991"/>
                </a:lnTo>
                <a:cubicBezTo>
                  <a:pt x="120316" y="53130"/>
                  <a:pt x="118078" y="47440"/>
                  <a:pt x="114522" y="42922"/>
                </a:cubicBezTo>
                <a:cubicBezTo>
                  <a:pt x="110966" y="38404"/>
                  <a:pt x="106427" y="35015"/>
                  <a:pt x="100905" y="32756"/>
                </a:cubicBezTo>
                <a:cubicBezTo>
                  <a:pt x="95382" y="30497"/>
                  <a:pt x="89191" y="29368"/>
                  <a:pt x="82330" y="29368"/>
                </a:cubicBezTo>
                <a:cubicBezTo>
                  <a:pt x="71286" y="29368"/>
                  <a:pt x="62396" y="32045"/>
                  <a:pt x="55661" y="37400"/>
                </a:cubicBezTo>
                <a:cubicBezTo>
                  <a:pt x="48925" y="42755"/>
                  <a:pt x="44031" y="49762"/>
                  <a:pt x="40977" y="58422"/>
                </a:cubicBezTo>
                <a:cubicBezTo>
                  <a:pt x="37923" y="67081"/>
                  <a:pt x="36396" y="76557"/>
                  <a:pt x="36396" y="86848"/>
                </a:cubicBezTo>
                <a:cubicBezTo>
                  <a:pt x="36396" y="97056"/>
                  <a:pt x="37923" y="106510"/>
                  <a:pt x="40977" y="115212"/>
                </a:cubicBezTo>
                <a:cubicBezTo>
                  <a:pt x="44031" y="123914"/>
                  <a:pt x="48925" y="130900"/>
                  <a:pt x="55661" y="136171"/>
                </a:cubicBezTo>
                <a:cubicBezTo>
                  <a:pt x="62396" y="141442"/>
                  <a:pt x="71286" y="144078"/>
                  <a:pt x="82330" y="144078"/>
                </a:cubicBezTo>
                <a:cubicBezTo>
                  <a:pt x="93960" y="144078"/>
                  <a:pt x="103143" y="141087"/>
                  <a:pt x="109878" y="135104"/>
                </a:cubicBezTo>
                <a:cubicBezTo>
                  <a:pt x="116613" y="129122"/>
                  <a:pt x="120483" y="120609"/>
                  <a:pt x="121487" y="109564"/>
                </a:cubicBezTo>
                <a:lnTo>
                  <a:pt x="157632" y="109564"/>
                </a:lnTo>
                <a:cubicBezTo>
                  <a:pt x="156628" y="123370"/>
                  <a:pt x="152988" y="135021"/>
                  <a:pt x="146713" y="144517"/>
                </a:cubicBezTo>
                <a:cubicBezTo>
                  <a:pt x="140438" y="154013"/>
                  <a:pt x="131862" y="161209"/>
                  <a:pt x="120985" y="166104"/>
                </a:cubicBezTo>
                <a:cubicBezTo>
                  <a:pt x="110108" y="170998"/>
                  <a:pt x="97223" y="173446"/>
                  <a:pt x="82330" y="173446"/>
                </a:cubicBezTo>
                <a:close/>
                <a:moveTo>
                  <a:pt x="242715" y="173446"/>
                </a:moveTo>
                <a:cubicBezTo>
                  <a:pt x="230332" y="173446"/>
                  <a:pt x="219476" y="170949"/>
                  <a:pt x="210147" y="165955"/>
                </a:cubicBezTo>
                <a:cubicBezTo>
                  <a:pt x="200818" y="160958"/>
                  <a:pt x="193602" y="153719"/>
                  <a:pt x="188498" y="144239"/>
                </a:cubicBezTo>
                <a:cubicBezTo>
                  <a:pt x="183394" y="134755"/>
                  <a:pt x="180842" y="123282"/>
                  <a:pt x="180842" y="109819"/>
                </a:cubicBezTo>
                <a:cubicBezTo>
                  <a:pt x="180842" y="96105"/>
                  <a:pt x="183394" y="84444"/>
                  <a:pt x="188498" y="74835"/>
                </a:cubicBezTo>
                <a:cubicBezTo>
                  <a:pt x="193602" y="65224"/>
                  <a:pt x="200818" y="57900"/>
                  <a:pt x="210147" y="52864"/>
                </a:cubicBezTo>
                <a:cubicBezTo>
                  <a:pt x="219476" y="47826"/>
                  <a:pt x="230332" y="45307"/>
                  <a:pt x="242715" y="45307"/>
                </a:cubicBezTo>
                <a:cubicBezTo>
                  <a:pt x="255266" y="45307"/>
                  <a:pt x="266205" y="47826"/>
                  <a:pt x="275534" y="52864"/>
                </a:cubicBezTo>
                <a:cubicBezTo>
                  <a:pt x="284863" y="57900"/>
                  <a:pt x="292122" y="65224"/>
                  <a:pt x="297309" y="74835"/>
                </a:cubicBezTo>
                <a:cubicBezTo>
                  <a:pt x="302497" y="84444"/>
                  <a:pt x="305090" y="96105"/>
                  <a:pt x="305090" y="109819"/>
                </a:cubicBezTo>
                <a:cubicBezTo>
                  <a:pt x="305090" y="123282"/>
                  <a:pt x="302497" y="134755"/>
                  <a:pt x="297309" y="144239"/>
                </a:cubicBezTo>
                <a:cubicBezTo>
                  <a:pt x="292122" y="153719"/>
                  <a:pt x="284863" y="160958"/>
                  <a:pt x="275534" y="165955"/>
                </a:cubicBezTo>
                <a:cubicBezTo>
                  <a:pt x="266205" y="170949"/>
                  <a:pt x="255266" y="173446"/>
                  <a:pt x="242715" y="173446"/>
                </a:cubicBezTo>
                <a:moveTo>
                  <a:pt x="242715" y="148094"/>
                </a:moveTo>
                <a:cubicBezTo>
                  <a:pt x="249994" y="148094"/>
                  <a:pt x="255705" y="146366"/>
                  <a:pt x="259846" y="142909"/>
                </a:cubicBezTo>
                <a:cubicBezTo>
                  <a:pt x="263988" y="139452"/>
                  <a:pt x="266917" y="134823"/>
                  <a:pt x="268632" y="129021"/>
                </a:cubicBezTo>
                <a:cubicBezTo>
                  <a:pt x="270347" y="123219"/>
                  <a:pt x="271205" y="116820"/>
                  <a:pt x="271205" y="109823"/>
                </a:cubicBezTo>
                <a:cubicBezTo>
                  <a:pt x="271205" y="102654"/>
                  <a:pt x="270347" y="96125"/>
                  <a:pt x="268632" y="90237"/>
                </a:cubicBezTo>
                <a:cubicBezTo>
                  <a:pt x="266917" y="84349"/>
                  <a:pt x="263988" y="79655"/>
                  <a:pt x="259846" y="76157"/>
                </a:cubicBezTo>
                <a:cubicBezTo>
                  <a:pt x="255705" y="72659"/>
                  <a:pt x="249994" y="70909"/>
                  <a:pt x="242715" y="70909"/>
                </a:cubicBezTo>
                <a:cubicBezTo>
                  <a:pt x="235603" y="70909"/>
                  <a:pt x="230019" y="72659"/>
                  <a:pt x="225961" y="76157"/>
                </a:cubicBezTo>
                <a:cubicBezTo>
                  <a:pt x="221903" y="79655"/>
                  <a:pt x="219037" y="84349"/>
                  <a:pt x="217364" y="90237"/>
                </a:cubicBezTo>
                <a:cubicBezTo>
                  <a:pt x="215690" y="96125"/>
                  <a:pt x="214854" y="102654"/>
                  <a:pt x="214854" y="109823"/>
                </a:cubicBezTo>
                <a:cubicBezTo>
                  <a:pt x="214854" y="116820"/>
                  <a:pt x="215690" y="123219"/>
                  <a:pt x="217364" y="129021"/>
                </a:cubicBezTo>
                <a:cubicBezTo>
                  <a:pt x="219037" y="134823"/>
                  <a:pt x="221903" y="139452"/>
                  <a:pt x="225961" y="142909"/>
                </a:cubicBezTo>
                <a:cubicBezTo>
                  <a:pt x="230019" y="146366"/>
                  <a:pt x="235603" y="148094"/>
                  <a:pt x="242715" y="148094"/>
                </a:cubicBezTo>
                <a:close/>
                <a:moveTo>
                  <a:pt x="376565" y="173446"/>
                </a:moveTo>
                <a:cubicBezTo>
                  <a:pt x="367362" y="173446"/>
                  <a:pt x="359100" y="171117"/>
                  <a:pt x="351779" y="166460"/>
                </a:cubicBezTo>
                <a:cubicBezTo>
                  <a:pt x="344458" y="161804"/>
                  <a:pt x="338684" y="154671"/>
                  <a:pt x="334459" y="145062"/>
                </a:cubicBezTo>
                <a:cubicBezTo>
                  <a:pt x="330234" y="135453"/>
                  <a:pt x="328121" y="123240"/>
                  <a:pt x="328121" y="108423"/>
                </a:cubicBezTo>
                <a:cubicBezTo>
                  <a:pt x="328121" y="94116"/>
                  <a:pt x="330401" y="82305"/>
                  <a:pt x="334961" y="72992"/>
                </a:cubicBezTo>
                <a:cubicBezTo>
                  <a:pt x="339521" y="63679"/>
                  <a:pt x="345692" y="56737"/>
                  <a:pt x="353473" y="52166"/>
                </a:cubicBezTo>
                <a:cubicBezTo>
                  <a:pt x="361254" y="47593"/>
                  <a:pt x="369997" y="45307"/>
                  <a:pt x="379703" y="45307"/>
                </a:cubicBezTo>
                <a:cubicBezTo>
                  <a:pt x="388237" y="45307"/>
                  <a:pt x="395558" y="47064"/>
                  <a:pt x="401666" y="50578"/>
                </a:cubicBezTo>
                <a:cubicBezTo>
                  <a:pt x="407774" y="54092"/>
                  <a:pt x="412627" y="58694"/>
                  <a:pt x="416224" y="64383"/>
                </a:cubicBezTo>
                <a:lnTo>
                  <a:pt x="416224" y="2259"/>
                </a:lnTo>
                <a:lnTo>
                  <a:pt x="449483" y="2259"/>
                </a:lnTo>
                <a:lnTo>
                  <a:pt x="449483" y="171186"/>
                </a:lnTo>
                <a:lnTo>
                  <a:pt x="417605" y="171186"/>
                </a:lnTo>
                <a:lnTo>
                  <a:pt x="416224" y="153867"/>
                </a:lnTo>
                <a:cubicBezTo>
                  <a:pt x="411874" y="159891"/>
                  <a:pt x="406477" y="164660"/>
                  <a:pt x="400035" y="168174"/>
                </a:cubicBezTo>
                <a:cubicBezTo>
                  <a:pt x="393592" y="171688"/>
                  <a:pt x="385769" y="173446"/>
                  <a:pt x="376565" y="173446"/>
                </a:cubicBezTo>
                <a:moveTo>
                  <a:pt x="386355" y="148094"/>
                </a:moveTo>
                <a:cubicBezTo>
                  <a:pt x="393383" y="148094"/>
                  <a:pt x="399449" y="146088"/>
                  <a:pt x="404553" y="142078"/>
                </a:cubicBezTo>
                <a:cubicBezTo>
                  <a:pt x="409656" y="138067"/>
                  <a:pt x="413547" y="133375"/>
                  <a:pt x="416224" y="128002"/>
                </a:cubicBezTo>
                <a:lnTo>
                  <a:pt x="416224" y="91523"/>
                </a:lnTo>
                <a:cubicBezTo>
                  <a:pt x="413631" y="85891"/>
                  <a:pt x="409991" y="80985"/>
                  <a:pt x="405306" y="76804"/>
                </a:cubicBezTo>
                <a:cubicBezTo>
                  <a:pt x="400620" y="72623"/>
                  <a:pt x="394847" y="70533"/>
                  <a:pt x="387986" y="70533"/>
                </a:cubicBezTo>
                <a:cubicBezTo>
                  <a:pt x="379787" y="70533"/>
                  <a:pt x="373428" y="73775"/>
                  <a:pt x="368910" y="80259"/>
                </a:cubicBezTo>
                <a:cubicBezTo>
                  <a:pt x="364392" y="86744"/>
                  <a:pt x="362133" y="96130"/>
                  <a:pt x="362133" y="108419"/>
                </a:cubicBezTo>
                <a:cubicBezTo>
                  <a:pt x="362133" y="121900"/>
                  <a:pt x="364287" y="131883"/>
                  <a:pt x="368596" y="138367"/>
                </a:cubicBezTo>
                <a:cubicBezTo>
                  <a:pt x="372905" y="144852"/>
                  <a:pt x="378824" y="148094"/>
                  <a:pt x="386355" y="148094"/>
                </a:cubicBezTo>
                <a:close/>
                <a:moveTo>
                  <a:pt x="542139" y="173446"/>
                </a:moveTo>
                <a:cubicBezTo>
                  <a:pt x="528500" y="173446"/>
                  <a:pt x="517038" y="170884"/>
                  <a:pt x="507751" y="165762"/>
                </a:cubicBezTo>
                <a:cubicBezTo>
                  <a:pt x="498463" y="160640"/>
                  <a:pt x="491435" y="153254"/>
                  <a:pt x="486666" y="143603"/>
                </a:cubicBezTo>
                <a:cubicBezTo>
                  <a:pt x="481897" y="133950"/>
                  <a:pt x="479512" y="122350"/>
                  <a:pt x="479512" y="108803"/>
                </a:cubicBezTo>
                <a:cubicBezTo>
                  <a:pt x="479512" y="95681"/>
                  <a:pt x="481834" y="84379"/>
                  <a:pt x="486478" y="74898"/>
                </a:cubicBezTo>
                <a:cubicBezTo>
                  <a:pt x="491121" y="65415"/>
                  <a:pt x="497940" y="58112"/>
                  <a:pt x="506935" y="52990"/>
                </a:cubicBezTo>
                <a:cubicBezTo>
                  <a:pt x="515929" y="47868"/>
                  <a:pt x="526994" y="45307"/>
                  <a:pt x="540130" y="45307"/>
                </a:cubicBezTo>
                <a:cubicBezTo>
                  <a:pt x="558370" y="45307"/>
                  <a:pt x="572782" y="50698"/>
                  <a:pt x="583366" y="61481"/>
                </a:cubicBezTo>
                <a:cubicBezTo>
                  <a:pt x="593950" y="72264"/>
                  <a:pt x="599242" y="87635"/>
                  <a:pt x="599242" y="107596"/>
                </a:cubicBezTo>
                <a:cubicBezTo>
                  <a:pt x="599242" y="108610"/>
                  <a:pt x="599201" y="109984"/>
                  <a:pt x="599117" y="111718"/>
                </a:cubicBezTo>
                <a:cubicBezTo>
                  <a:pt x="599033" y="113451"/>
                  <a:pt x="598908" y="114783"/>
                  <a:pt x="598740" y="115714"/>
                </a:cubicBezTo>
                <a:lnTo>
                  <a:pt x="512771" y="115714"/>
                </a:lnTo>
                <a:cubicBezTo>
                  <a:pt x="512938" y="121621"/>
                  <a:pt x="514005" y="127141"/>
                  <a:pt x="515971" y="132277"/>
                </a:cubicBezTo>
                <a:cubicBezTo>
                  <a:pt x="517937" y="137412"/>
                  <a:pt x="521054" y="141542"/>
                  <a:pt x="525321" y="144666"/>
                </a:cubicBezTo>
                <a:cubicBezTo>
                  <a:pt x="529588" y="147788"/>
                  <a:pt x="535194" y="149349"/>
                  <a:pt x="542139" y="149349"/>
                </a:cubicBezTo>
                <a:cubicBezTo>
                  <a:pt x="549334" y="149349"/>
                  <a:pt x="555107" y="147733"/>
                  <a:pt x="559458" y="144501"/>
                </a:cubicBezTo>
                <a:cubicBezTo>
                  <a:pt x="563809" y="141270"/>
                  <a:pt x="566026" y="136464"/>
                  <a:pt x="566110" y="130084"/>
                </a:cubicBezTo>
                <a:lnTo>
                  <a:pt x="598866" y="130084"/>
                </a:lnTo>
                <a:cubicBezTo>
                  <a:pt x="598448" y="139748"/>
                  <a:pt x="595833" y="147801"/>
                  <a:pt x="591022" y="154244"/>
                </a:cubicBezTo>
                <a:cubicBezTo>
                  <a:pt x="586211" y="160686"/>
                  <a:pt x="579643" y="165497"/>
                  <a:pt x="571318" y="168676"/>
                </a:cubicBezTo>
                <a:cubicBezTo>
                  <a:pt x="562993" y="171856"/>
                  <a:pt x="553266" y="173446"/>
                  <a:pt x="542139" y="173446"/>
                </a:cubicBezTo>
                <a:moveTo>
                  <a:pt x="513147" y="94629"/>
                </a:moveTo>
                <a:lnTo>
                  <a:pt x="566235" y="94629"/>
                </a:lnTo>
                <a:cubicBezTo>
                  <a:pt x="565984" y="85844"/>
                  <a:pt x="563453" y="79276"/>
                  <a:pt x="558642" y="74925"/>
                </a:cubicBezTo>
                <a:cubicBezTo>
                  <a:pt x="553831" y="70575"/>
                  <a:pt x="547661" y="68399"/>
                  <a:pt x="540130" y="68399"/>
                </a:cubicBezTo>
                <a:cubicBezTo>
                  <a:pt x="532433" y="68399"/>
                  <a:pt x="526137" y="70639"/>
                  <a:pt x="521242" y="75118"/>
                </a:cubicBezTo>
                <a:cubicBezTo>
                  <a:pt x="516348" y="79597"/>
                  <a:pt x="513649" y="86100"/>
                  <a:pt x="513147" y="94629"/>
                </a:cubicBezTo>
                <a:close/>
                <a:moveTo>
                  <a:pt x="628697" y="171186"/>
                </a:moveTo>
                <a:lnTo>
                  <a:pt x="628697" y="47189"/>
                </a:lnTo>
                <a:lnTo>
                  <a:pt x="660574" y="47189"/>
                </a:lnTo>
                <a:lnTo>
                  <a:pt x="661202" y="68148"/>
                </a:lnTo>
                <a:cubicBezTo>
                  <a:pt x="664381" y="60785"/>
                  <a:pt x="669150" y="55138"/>
                  <a:pt x="675509" y="51205"/>
                </a:cubicBezTo>
                <a:cubicBezTo>
                  <a:pt x="681868" y="47273"/>
                  <a:pt x="689566" y="45307"/>
                  <a:pt x="698602" y="45307"/>
                </a:cubicBezTo>
                <a:lnTo>
                  <a:pt x="701112" y="45307"/>
                </a:lnTo>
                <a:lnTo>
                  <a:pt x="701112" y="73294"/>
                </a:lnTo>
                <a:lnTo>
                  <a:pt x="697974" y="73294"/>
                </a:lnTo>
                <a:cubicBezTo>
                  <a:pt x="693038" y="73294"/>
                  <a:pt x="688311" y="73741"/>
                  <a:pt x="683792" y="74635"/>
                </a:cubicBezTo>
                <a:cubicBezTo>
                  <a:pt x="679274" y="75529"/>
                  <a:pt x="675175" y="77063"/>
                  <a:pt x="671493" y="79236"/>
                </a:cubicBezTo>
                <a:cubicBezTo>
                  <a:pt x="667812" y="81408"/>
                  <a:pt x="664632" y="84411"/>
                  <a:pt x="661955" y="88244"/>
                </a:cubicBezTo>
                <a:lnTo>
                  <a:pt x="661955" y="171186"/>
                </a:lnTo>
                <a:lnTo>
                  <a:pt x="628697" y="171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EC22D-1F8C-447C-A032-5E383151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659" y="3791161"/>
            <a:ext cx="1316118" cy="1149886"/>
          </a:xfrm>
          <a:custGeom xmlns:a="http://schemas.openxmlformats.org/drawingml/2006/main">
            <a:pathLst>
              <a:path w="1316118" h="1149886">
                <a:moveTo>
                  <a:pt x="0" y="79391"/>
                </a:moveTo>
                <a:cubicBezTo>
                  <a:pt x="0" y="35388"/>
                  <a:pt x="35388" y="0"/>
                  <a:pt x="79391" y="0"/>
                </a:cubicBezTo>
                <a:lnTo>
                  <a:pt x="1236727" y="0"/>
                </a:lnTo>
                <a:cubicBezTo>
                  <a:pt x="1280497" y="0"/>
                  <a:pt x="1316118" y="35388"/>
                  <a:pt x="1316118" y="79391"/>
                </a:cubicBezTo>
                <a:lnTo>
                  <a:pt x="1316118" y="1070496"/>
                </a:lnTo>
                <a:cubicBezTo>
                  <a:pt x="1316118" y="1114265"/>
                  <a:pt x="1280497" y="1149886"/>
                  <a:pt x="1236727" y="1149886"/>
                </a:cubicBezTo>
                <a:lnTo>
                  <a:pt x="79391" y="1149886"/>
                </a:lnTo>
                <a:cubicBezTo>
                  <a:pt x="35388" y="1149886"/>
                  <a:pt x="0" y="1114265"/>
                  <a:pt x="0" y="1070496"/>
                </a:cubicBezTo>
                <a:lnTo>
                  <a:pt x="0" y="79391"/>
                </a:lnTo>
                <a:close/>
              </a:path>
            </a:pathLst>
          </a:custGeom>
          <a:solidFill xmlns:a="http://schemas.openxmlformats.org/drawingml/2006/main">
            <a:srgbClr val="FFD9D9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31CA1-8560-4058-9795-C7557B72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659" y="3791161"/>
            <a:ext cx="1316118" cy="1149886"/>
          </a:xfrm>
          <a:custGeom xmlns:a="http://schemas.openxmlformats.org/drawingml/2006/main">
            <a:pathLst>
              <a:path w="1316118" h="1149886" fill="none">
                <a:moveTo>
                  <a:pt x="0" y="79391"/>
                </a:moveTo>
                <a:cubicBezTo>
                  <a:pt x="0" y="35388"/>
                  <a:pt x="35388" y="0"/>
                  <a:pt x="79391" y="0"/>
                </a:cubicBezTo>
                <a:lnTo>
                  <a:pt x="1236727" y="0"/>
                </a:lnTo>
                <a:cubicBezTo>
                  <a:pt x="1280497" y="0"/>
                  <a:pt x="1316118" y="35388"/>
                  <a:pt x="1316118" y="79391"/>
                </a:cubicBezTo>
                <a:lnTo>
                  <a:pt x="1316118" y="1070496"/>
                </a:lnTo>
                <a:cubicBezTo>
                  <a:pt x="1316118" y="1114265"/>
                  <a:pt x="1280497" y="1149886"/>
                  <a:pt x="1236727" y="1149886"/>
                </a:cubicBezTo>
                <a:lnTo>
                  <a:pt x="79391" y="1149886"/>
                </a:lnTo>
                <a:cubicBezTo>
                  <a:pt x="35388" y="1149886"/>
                  <a:pt x="0" y="1114265"/>
                  <a:pt x="0" y="1070496"/>
                </a:cubicBezTo>
                <a:lnTo>
                  <a:pt x="0" y="793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FF0000"/>
            </a:solidFill>
            <a:custDash>
              <a:ds d="300000" sp="100000"/>
            </a:custDash>
            <a:miter/>
          </a:ln>
        </p:spPr>
      </p:sp>
      <p:sp>
        <p:nvSpPr>
          <p:cNvPr id="81" name="Text Error">
            <a:extLst xmlns:a="http://schemas.openxmlformats.org/drawingml/2006/main">
              <a:ext uri="{FF2B5EF4-FFF2-40B4-BE49-F238E27FC236}">
                <a16:creationId xmlns:a16="http://schemas.microsoft.com/office/drawing/2014/main" id="{0C5568CA-2722-4EE7-B33B-51D3DEA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274" y="4462743"/>
            <a:ext cx="402535" cy="124668"/>
          </a:xfrm>
          <a:custGeom xmlns:a="http://schemas.openxmlformats.org/drawingml/2006/main">
            <a:pathLst>
              <a:path w="402535" h="124668">
                <a:moveTo>
                  <a:pt x="0" y="123023"/>
                </a:moveTo>
                <a:lnTo>
                  <a:pt x="0" y="0"/>
                </a:lnTo>
                <a:lnTo>
                  <a:pt x="82533" y="0"/>
                </a:lnTo>
                <a:lnTo>
                  <a:pt x="82533" y="21296"/>
                </a:lnTo>
                <a:lnTo>
                  <a:pt x="25683" y="21296"/>
                </a:lnTo>
                <a:lnTo>
                  <a:pt x="25683" y="49813"/>
                </a:lnTo>
                <a:lnTo>
                  <a:pt x="77232" y="49813"/>
                </a:lnTo>
                <a:lnTo>
                  <a:pt x="77232" y="70377"/>
                </a:lnTo>
                <a:lnTo>
                  <a:pt x="25683" y="70377"/>
                </a:lnTo>
                <a:lnTo>
                  <a:pt x="25683" y="101727"/>
                </a:lnTo>
                <a:lnTo>
                  <a:pt x="82533" y="101727"/>
                </a:lnTo>
                <a:lnTo>
                  <a:pt x="82533" y="123023"/>
                </a:lnTo>
                <a:lnTo>
                  <a:pt x="0" y="123023"/>
                </a:lnTo>
                <a:close/>
                <a:moveTo>
                  <a:pt x="104398" y="123023"/>
                </a:moveTo>
                <a:lnTo>
                  <a:pt x="104398" y="32721"/>
                </a:lnTo>
                <a:lnTo>
                  <a:pt x="127613" y="32721"/>
                </a:lnTo>
                <a:lnTo>
                  <a:pt x="128070" y="47985"/>
                </a:lnTo>
                <a:cubicBezTo>
                  <a:pt x="130385" y="42622"/>
                  <a:pt x="133859" y="38510"/>
                  <a:pt x="138489" y="35646"/>
                </a:cubicBezTo>
                <a:cubicBezTo>
                  <a:pt x="143120" y="32782"/>
                  <a:pt x="148726" y="31350"/>
                  <a:pt x="155307" y="31350"/>
                </a:cubicBezTo>
                <a:lnTo>
                  <a:pt x="157135" y="31350"/>
                </a:lnTo>
                <a:lnTo>
                  <a:pt x="157135" y="51732"/>
                </a:lnTo>
                <a:lnTo>
                  <a:pt x="154850" y="51732"/>
                </a:lnTo>
                <a:cubicBezTo>
                  <a:pt x="151255" y="51732"/>
                  <a:pt x="147812" y="52058"/>
                  <a:pt x="144522" y="52709"/>
                </a:cubicBezTo>
                <a:cubicBezTo>
                  <a:pt x="141231" y="53360"/>
                  <a:pt x="138246" y="54477"/>
                  <a:pt x="135565" y="56059"/>
                </a:cubicBezTo>
                <a:cubicBezTo>
                  <a:pt x="132884" y="57641"/>
                  <a:pt x="130568" y="59828"/>
                  <a:pt x="128618" y="62620"/>
                </a:cubicBezTo>
                <a:lnTo>
                  <a:pt x="128618" y="123023"/>
                </a:lnTo>
                <a:lnTo>
                  <a:pt x="104398" y="123023"/>
                </a:lnTo>
                <a:close/>
                <a:moveTo>
                  <a:pt x="174030" y="123023"/>
                </a:moveTo>
                <a:lnTo>
                  <a:pt x="174030" y="32721"/>
                </a:lnTo>
                <a:lnTo>
                  <a:pt x="197245" y="32721"/>
                </a:lnTo>
                <a:lnTo>
                  <a:pt x="197702" y="47985"/>
                </a:lnTo>
                <a:cubicBezTo>
                  <a:pt x="200017" y="42622"/>
                  <a:pt x="203491" y="38510"/>
                  <a:pt x="208122" y="35646"/>
                </a:cubicBezTo>
                <a:cubicBezTo>
                  <a:pt x="212752" y="32782"/>
                  <a:pt x="218358" y="31350"/>
                  <a:pt x="224939" y="31350"/>
                </a:cubicBezTo>
                <a:lnTo>
                  <a:pt x="226767" y="31350"/>
                </a:lnTo>
                <a:lnTo>
                  <a:pt x="226767" y="51732"/>
                </a:lnTo>
                <a:lnTo>
                  <a:pt x="224482" y="51732"/>
                </a:lnTo>
                <a:cubicBezTo>
                  <a:pt x="220887" y="51732"/>
                  <a:pt x="217444" y="52058"/>
                  <a:pt x="214154" y="52709"/>
                </a:cubicBezTo>
                <a:cubicBezTo>
                  <a:pt x="210864" y="53360"/>
                  <a:pt x="207878" y="54477"/>
                  <a:pt x="205197" y="56059"/>
                </a:cubicBezTo>
                <a:cubicBezTo>
                  <a:pt x="202516" y="57641"/>
                  <a:pt x="200200" y="59828"/>
                  <a:pt x="198250" y="62620"/>
                </a:cubicBezTo>
                <a:lnTo>
                  <a:pt x="198250" y="123023"/>
                </a:lnTo>
                <a:lnTo>
                  <a:pt x="174030" y="123023"/>
                </a:lnTo>
                <a:close/>
                <a:moveTo>
                  <a:pt x="284153" y="124668"/>
                </a:moveTo>
                <a:cubicBezTo>
                  <a:pt x="275135" y="124668"/>
                  <a:pt x="267229" y="122850"/>
                  <a:pt x="260435" y="119213"/>
                </a:cubicBezTo>
                <a:cubicBezTo>
                  <a:pt x="253641" y="115574"/>
                  <a:pt x="248385" y="110303"/>
                  <a:pt x="244668" y="103398"/>
                </a:cubicBezTo>
                <a:cubicBezTo>
                  <a:pt x="240951" y="96492"/>
                  <a:pt x="239093" y="88136"/>
                  <a:pt x="239093" y="78332"/>
                </a:cubicBezTo>
                <a:cubicBezTo>
                  <a:pt x="239093" y="68345"/>
                  <a:pt x="240951" y="59852"/>
                  <a:pt x="244668" y="52854"/>
                </a:cubicBezTo>
                <a:cubicBezTo>
                  <a:pt x="248385" y="45855"/>
                  <a:pt x="253641" y="40521"/>
                  <a:pt x="260435" y="36854"/>
                </a:cubicBezTo>
                <a:cubicBezTo>
                  <a:pt x="267229" y="33185"/>
                  <a:pt x="275135" y="31350"/>
                  <a:pt x="284153" y="31350"/>
                </a:cubicBezTo>
                <a:cubicBezTo>
                  <a:pt x="293293" y="31350"/>
                  <a:pt x="301260" y="33185"/>
                  <a:pt x="308054" y="36854"/>
                </a:cubicBezTo>
                <a:cubicBezTo>
                  <a:pt x="314848" y="40521"/>
                  <a:pt x="320134" y="45855"/>
                  <a:pt x="323911" y="52854"/>
                </a:cubicBezTo>
                <a:cubicBezTo>
                  <a:pt x="327689" y="59852"/>
                  <a:pt x="329578" y="68345"/>
                  <a:pt x="329578" y="78332"/>
                </a:cubicBezTo>
                <a:cubicBezTo>
                  <a:pt x="329578" y="88136"/>
                  <a:pt x="327689" y="96492"/>
                  <a:pt x="323911" y="103398"/>
                </a:cubicBezTo>
                <a:cubicBezTo>
                  <a:pt x="320134" y="110303"/>
                  <a:pt x="314848" y="115574"/>
                  <a:pt x="308054" y="119213"/>
                </a:cubicBezTo>
                <a:cubicBezTo>
                  <a:pt x="301260" y="122850"/>
                  <a:pt x="293293" y="124668"/>
                  <a:pt x="284153" y="124668"/>
                </a:cubicBezTo>
                <a:moveTo>
                  <a:pt x="284153" y="106206"/>
                </a:moveTo>
                <a:cubicBezTo>
                  <a:pt x="289454" y="106206"/>
                  <a:pt x="293613" y="104947"/>
                  <a:pt x="296629" y="102430"/>
                </a:cubicBezTo>
                <a:cubicBezTo>
                  <a:pt x="299645" y="99913"/>
                  <a:pt x="301778" y="96541"/>
                  <a:pt x="303027" y="92316"/>
                </a:cubicBezTo>
                <a:cubicBezTo>
                  <a:pt x="304276" y="88091"/>
                  <a:pt x="304900" y="83430"/>
                  <a:pt x="304900" y="78335"/>
                </a:cubicBezTo>
                <a:cubicBezTo>
                  <a:pt x="304900" y="73114"/>
                  <a:pt x="304276" y="68359"/>
                  <a:pt x="303027" y="64071"/>
                </a:cubicBezTo>
                <a:cubicBezTo>
                  <a:pt x="301778" y="59783"/>
                  <a:pt x="299645" y="56365"/>
                  <a:pt x="296629" y="53817"/>
                </a:cubicBezTo>
                <a:cubicBezTo>
                  <a:pt x="293613" y="51269"/>
                  <a:pt x="289454" y="49995"/>
                  <a:pt x="284153" y="49995"/>
                </a:cubicBezTo>
                <a:cubicBezTo>
                  <a:pt x="278973" y="49995"/>
                  <a:pt x="274906" y="51269"/>
                  <a:pt x="271951" y="53817"/>
                </a:cubicBezTo>
                <a:cubicBezTo>
                  <a:pt x="268996" y="56365"/>
                  <a:pt x="266909" y="59783"/>
                  <a:pt x="265690" y="64071"/>
                </a:cubicBezTo>
                <a:cubicBezTo>
                  <a:pt x="264471" y="68359"/>
                  <a:pt x="263862" y="73114"/>
                  <a:pt x="263862" y="78335"/>
                </a:cubicBezTo>
                <a:cubicBezTo>
                  <a:pt x="263862" y="83430"/>
                  <a:pt x="264471" y="88091"/>
                  <a:pt x="265690" y="92316"/>
                </a:cubicBezTo>
                <a:cubicBezTo>
                  <a:pt x="266909" y="96541"/>
                  <a:pt x="268996" y="99913"/>
                  <a:pt x="271951" y="102430"/>
                </a:cubicBezTo>
                <a:cubicBezTo>
                  <a:pt x="274906" y="104947"/>
                  <a:pt x="278973" y="106206"/>
                  <a:pt x="284153" y="106206"/>
                </a:cubicBezTo>
                <a:close/>
                <a:moveTo>
                  <a:pt x="349797" y="123023"/>
                </a:moveTo>
                <a:lnTo>
                  <a:pt x="349797" y="32721"/>
                </a:lnTo>
                <a:lnTo>
                  <a:pt x="373013" y="32721"/>
                </a:lnTo>
                <a:lnTo>
                  <a:pt x="373470" y="47985"/>
                </a:lnTo>
                <a:cubicBezTo>
                  <a:pt x="375785" y="42622"/>
                  <a:pt x="379258" y="38510"/>
                  <a:pt x="383889" y="35646"/>
                </a:cubicBezTo>
                <a:cubicBezTo>
                  <a:pt x="388520" y="32782"/>
                  <a:pt x="394126" y="31350"/>
                  <a:pt x="400707" y="31350"/>
                </a:cubicBezTo>
                <a:lnTo>
                  <a:pt x="402535" y="31350"/>
                </a:lnTo>
                <a:lnTo>
                  <a:pt x="402535" y="51732"/>
                </a:lnTo>
                <a:lnTo>
                  <a:pt x="400250" y="51732"/>
                </a:lnTo>
                <a:cubicBezTo>
                  <a:pt x="396655" y="51732"/>
                  <a:pt x="393212" y="52058"/>
                  <a:pt x="389922" y="52709"/>
                </a:cubicBezTo>
                <a:cubicBezTo>
                  <a:pt x="386631" y="53360"/>
                  <a:pt x="383645" y="54477"/>
                  <a:pt x="380964" y="56059"/>
                </a:cubicBezTo>
                <a:cubicBezTo>
                  <a:pt x="378283" y="57641"/>
                  <a:pt x="375968" y="59828"/>
                  <a:pt x="374018" y="62620"/>
                </a:cubicBezTo>
                <a:lnTo>
                  <a:pt x="374018" y="123023"/>
                </a:lnTo>
                <a:lnTo>
                  <a:pt x="349797" y="12302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Information">
            <a:extLst xmlns:a="http://schemas.openxmlformats.org/drawingml/2006/main">
              <a:ext uri="{FF2B5EF4-FFF2-40B4-BE49-F238E27FC236}">
                <a16:creationId xmlns:a16="http://schemas.microsoft.com/office/drawing/2014/main" id="{C4A23FF2-F93E-44BE-BC81-6E4E3740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18" y="4683689"/>
            <a:ext cx="977305" cy="127228"/>
          </a:xfrm>
          <a:custGeom xmlns:a="http://schemas.openxmlformats.org/drawingml/2006/main">
            <a:pathLst>
              <a:path w="977305" h="127228">
                <a:moveTo>
                  <a:pt x="479490" y="48983"/>
                </a:moveTo>
                <a:lnTo>
                  <a:pt x="479079" y="48082"/>
                </a:lnTo>
                <a:lnTo>
                  <a:pt x="478643" y="47206"/>
                </a:lnTo>
                <a:lnTo>
                  <a:pt x="478183" y="46355"/>
                </a:lnTo>
                <a:lnTo>
                  <a:pt x="477697" y="45529"/>
                </a:lnTo>
                <a:lnTo>
                  <a:pt x="477186" y="44728"/>
                </a:lnTo>
                <a:lnTo>
                  <a:pt x="476650" y="43952"/>
                </a:lnTo>
                <a:lnTo>
                  <a:pt x="476090" y="43201"/>
                </a:lnTo>
                <a:lnTo>
                  <a:pt x="475504" y="42475"/>
                </a:lnTo>
                <a:lnTo>
                  <a:pt x="474896" y="41776"/>
                </a:lnTo>
                <a:lnTo>
                  <a:pt x="474265" y="41107"/>
                </a:lnTo>
                <a:lnTo>
                  <a:pt x="473613" y="40467"/>
                </a:lnTo>
                <a:lnTo>
                  <a:pt x="472939" y="39858"/>
                </a:lnTo>
                <a:lnTo>
                  <a:pt x="472243" y="39278"/>
                </a:lnTo>
                <a:lnTo>
                  <a:pt x="471526" y="38727"/>
                </a:lnTo>
                <a:lnTo>
                  <a:pt x="470787" y="38207"/>
                </a:lnTo>
                <a:lnTo>
                  <a:pt x="470026" y="37716"/>
                </a:lnTo>
                <a:lnTo>
                  <a:pt x="469243" y="37255"/>
                </a:lnTo>
                <a:lnTo>
                  <a:pt x="468438" y="36824"/>
                </a:lnTo>
                <a:lnTo>
                  <a:pt x="467612" y="36422"/>
                </a:lnTo>
                <a:lnTo>
                  <a:pt x="466764" y="36051"/>
                </a:lnTo>
                <a:lnTo>
                  <a:pt x="465895" y="35708"/>
                </a:lnTo>
                <a:lnTo>
                  <a:pt x="465003" y="35396"/>
                </a:lnTo>
                <a:lnTo>
                  <a:pt x="464090" y="35114"/>
                </a:lnTo>
                <a:lnTo>
                  <a:pt x="463155" y="34861"/>
                </a:lnTo>
                <a:lnTo>
                  <a:pt x="462199" y="34638"/>
                </a:lnTo>
                <a:lnTo>
                  <a:pt x="461220" y="34444"/>
                </a:lnTo>
                <a:lnTo>
                  <a:pt x="460220" y="34281"/>
                </a:lnTo>
                <a:lnTo>
                  <a:pt x="459199" y="34147"/>
                </a:lnTo>
                <a:lnTo>
                  <a:pt x="458155" y="34043"/>
                </a:lnTo>
                <a:lnTo>
                  <a:pt x="457090" y="33969"/>
                </a:lnTo>
                <a:lnTo>
                  <a:pt x="456003" y="33924"/>
                </a:lnTo>
                <a:lnTo>
                  <a:pt x="454894" y="33909"/>
                </a:lnTo>
                <a:lnTo>
                  <a:pt x="453956" y="33917"/>
                </a:lnTo>
                <a:lnTo>
                  <a:pt x="453030" y="33940"/>
                </a:lnTo>
                <a:lnTo>
                  <a:pt x="452117" y="33978"/>
                </a:lnTo>
                <a:lnTo>
                  <a:pt x="451216" y="34032"/>
                </a:lnTo>
                <a:lnTo>
                  <a:pt x="450328" y="34101"/>
                </a:lnTo>
                <a:lnTo>
                  <a:pt x="449453" y="34186"/>
                </a:lnTo>
                <a:lnTo>
                  <a:pt x="448590" y="34286"/>
                </a:lnTo>
                <a:lnTo>
                  <a:pt x="447739" y="34402"/>
                </a:lnTo>
                <a:lnTo>
                  <a:pt x="446902" y="34532"/>
                </a:lnTo>
                <a:lnTo>
                  <a:pt x="446076" y="34679"/>
                </a:lnTo>
                <a:lnTo>
                  <a:pt x="445263" y="34840"/>
                </a:lnTo>
                <a:lnTo>
                  <a:pt x="444463" y="35017"/>
                </a:lnTo>
                <a:lnTo>
                  <a:pt x="443675" y="35210"/>
                </a:lnTo>
                <a:lnTo>
                  <a:pt x="442900" y="35417"/>
                </a:lnTo>
                <a:lnTo>
                  <a:pt x="442137" y="35641"/>
                </a:lnTo>
                <a:lnTo>
                  <a:pt x="441387" y="35879"/>
                </a:lnTo>
                <a:lnTo>
                  <a:pt x="440650" y="36133"/>
                </a:lnTo>
                <a:lnTo>
                  <a:pt x="439924" y="36403"/>
                </a:lnTo>
                <a:lnTo>
                  <a:pt x="439212" y="36687"/>
                </a:lnTo>
                <a:lnTo>
                  <a:pt x="438512" y="36987"/>
                </a:lnTo>
                <a:lnTo>
                  <a:pt x="437824" y="37303"/>
                </a:lnTo>
                <a:lnTo>
                  <a:pt x="437149" y="37634"/>
                </a:lnTo>
                <a:lnTo>
                  <a:pt x="436487" y="37980"/>
                </a:lnTo>
                <a:lnTo>
                  <a:pt x="435837" y="38342"/>
                </a:lnTo>
                <a:lnTo>
                  <a:pt x="435199" y="38714"/>
                </a:lnTo>
                <a:lnTo>
                  <a:pt x="434573" y="39090"/>
                </a:lnTo>
                <a:lnTo>
                  <a:pt x="433959" y="39471"/>
                </a:lnTo>
                <a:lnTo>
                  <a:pt x="433355" y="39856"/>
                </a:lnTo>
                <a:lnTo>
                  <a:pt x="432764" y="40246"/>
                </a:lnTo>
                <a:lnTo>
                  <a:pt x="432184" y="40641"/>
                </a:lnTo>
                <a:lnTo>
                  <a:pt x="431616" y="41041"/>
                </a:lnTo>
                <a:lnTo>
                  <a:pt x="431059" y="41444"/>
                </a:lnTo>
                <a:lnTo>
                  <a:pt x="430514" y="41853"/>
                </a:lnTo>
                <a:lnTo>
                  <a:pt x="429980" y="42266"/>
                </a:lnTo>
                <a:lnTo>
                  <a:pt x="429458" y="42684"/>
                </a:lnTo>
                <a:lnTo>
                  <a:pt x="428948" y="43106"/>
                </a:lnTo>
                <a:lnTo>
                  <a:pt x="428449" y="43533"/>
                </a:lnTo>
                <a:lnTo>
                  <a:pt x="427962" y="43965"/>
                </a:lnTo>
                <a:lnTo>
                  <a:pt x="427486" y="44401"/>
                </a:lnTo>
                <a:lnTo>
                  <a:pt x="427022" y="44841"/>
                </a:lnTo>
                <a:lnTo>
                  <a:pt x="426570" y="45287"/>
                </a:lnTo>
                <a:lnTo>
                  <a:pt x="426129" y="45737"/>
                </a:lnTo>
                <a:lnTo>
                  <a:pt x="425700" y="46191"/>
                </a:lnTo>
                <a:lnTo>
                  <a:pt x="425282" y="46650"/>
                </a:lnTo>
                <a:lnTo>
                  <a:pt x="424876" y="47114"/>
                </a:lnTo>
                <a:lnTo>
                  <a:pt x="424481" y="47582"/>
                </a:lnTo>
                <a:lnTo>
                  <a:pt x="424098" y="48055"/>
                </a:lnTo>
                <a:lnTo>
                  <a:pt x="423727" y="48533"/>
                </a:lnTo>
                <a:lnTo>
                  <a:pt x="423270" y="35280"/>
                </a:lnTo>
                <a:lnTo>
                  <a:pt x="399963" y="35280"/>
                </a:lnTo>
                <a:lnTo>
                  <a:pt x="399963" y="125582"/>
                </a:lnTo>
                <a:lnTo>
                  <a:pt x="424184" y="125582"/>
                </a:lnTo>
                <a:lnTo>
                  <a:pt x="424184" y="65088"/>
                </a:lnTo>
                <a:lnTo>
                  <a:pt x="424506" y="64680"/>
                </a:lnTo>
                <a:lnTo>
                  <a:pt x="424832" y="64277"/>
                </a:lnTo>
                <a:lnTo>
                  <a:pt x="425162" y="63880"/>
                </a:lnTo>
                <a:lnTo>
                  <a:pt x="425496" y="63487"/>
                </a:lnTo>
                <a:lnTo>
                  <a:pt x="425835" y="63100"/>
                </a:lnTo>
                <a:lnTo>
                  <a:pt x="426177" y="62718"/>
                </a:lnTo>
                <a:lnTo>
                  <a:pt x="426524" y="62342"/>
                </a:lnTo>
                <a:lnTo>
                  <a:pt x="426875" y="61970"/>
                </a:lnTo>
                <a:lnTo>
                  <a:pt x="427230" y="61603"/>
                </a:lnTo>
                <a:lnTo>
                  <a:pt x="427589" y="61242"/>
                </a:lnTo>
                <a:lnTo>
                  <a:pt x="427952" y="60886"/>
                </a:lnTo>
                <a:lnTo>
                  <a:pt x="428320" y="60535"/>
                </a:lnTo>
                <a:lnTo>
                  <a:pt x="428691" y="60189"/>
                </a:lnTo>
                <a:lnTo>
                  <a:pt x="429067" y="59848"/>
                </a:lnTo>
                <a:lnTo>
                  <a:pt x="429446" y="59513"/>
                </a:lnTo>
                <a:lnTo>
                  <a:pt x="429830" y="59182"/>
                </a:lnTo>
                <a:lnTo>
                  <a:pt x="430218" y="58857"/>
                </a:lnTo>
                <a:lnTo>
                  <a:pt x="430610" y="58537"/>
                </a:lnTo>
                <a:lnTo>
                  <a:pt x="431007" y="58222"/>
                </a:lnTo>
                <a:lnTo>
                  <a:pt x="431407" y="57912"/>
                </a:lnTo>
                <a:lnTo>
                  <a:pt x="431811" y="57608"/>
                </a:lnTo>
                <a:lnTo>
                  <a:pt x="432220" y="57308"/>
                </a:lnTo>
                <a:lnTo>
                  <a:pt x="432633" y="57014"/>
                </a:lnTo>
                <a:lnTo>
                  <a:pt x="433050" y="56725"/>
                </a:lnTo>
                <a:lnTo>
                  <a:pt x="433472" y="56444"/>
                </a:lnTo>
                <a:lnTo>
                  <a:pt x="433901" y="56175"/>
                </a:lnTo>
                <a:lnTo>
                  <a:pt x="434338" y="55919"/>
                </a:lnTo>
                <a:lnTo>
                  <a:pt x="434781" y="55674"/>
                </a:lnTo>
                <a:lnTo>
                  <a:pt x="435231" y="55441"/>
                </a:lnTo>
                <a:lnTo>
                  <a:pt x="435689" y="55220"/>
                </a:lnTo>
                <a:lnTo>
                  <a:pt x="436153" y="55011"/>
                </a:lnTo>
                <a:lnTo>
                  <a:pt x="436624" y="54814"/>
                </a:lnTo>
                <a:lnTo>
                  <a:pt x="437103" y="54629"/>
                </a:lnTo>
                <a:lnTo>
                  <a:pt x="437588" y="54456"/>
                </a:lnTo>
                <a:lnTo>
                  <a:pt x="438080" y="54295"/>
                </a:lnTo>
                <a:lnTo>
                  <a:pt x="438579" y="54145"/>
                </a:lnTo>
                <a:lnTo>
                  <a:pt x="439085" y="54008"/>
                </a:lnTo>
                <a:lnTo>
                  <a:pt x="439599" y="53883"/>
                </a:lnTo>
                <a:lnTo>
                  <a:pt x="440119" y="53769"/>
                </a:lnTo>
                <a:lnTo>
                  <a:pt x="440646" y="53668"/>
                </a:lnTo>
                <a:lnTo>
                  <a:pt x="441180" y="53578"/>
                </a:lnTo>
                <a:lnTo>
                  <a:pt x="441721" y="53501"/>
                </a:lnTo>
                <a:lnTo>
                  <a:pt x="442269" y="53435"/>
                </a:lnTo>
                <a:lnTo>
                  <a:pt x="442824" y="53381"/>
                </a:lnTo>
                <a:lnTo>
                  <a:pt x="443386" y="53339"/>
                </a:lnTo>
                <a:lnTo>
                  <a:pt x="443955" y="53310"/>
                </a:lnTo>
                <a:lnTo>
                  <a:pt x="444531" y="53292"/>
                </a:lnTo>
                <a:lnTo>
                  <a:pt x="445114" y="53286"/>
                </a:lnTo>
                <a:lnTo>
                  <a:pt x="445507" y="53289"/>
                </a:lnTo>
                <a:lnTo>
                  <a:pt x="445894" y="53300"/>
                </a:lnTo>
                <a:lnTo>
                  <a:pt x="446275" y="53318"/>
                </a:lnTo>
                <a:lnTo>
                  <a:pt x="446649" y="53343"/>
                </a:lnTo>
                <a:lnTo>
                  <a:pt x="447017" y="53374"/>
                </a:lnTo>
                <a:lnTo>
                  <a:pt x="447379" y="53414"/>
                </a:lnTo>
                <a:lnTo>
                  <a:pt x="447735" y="53460"/>
                </a:lnTo>
                <a:lnTo>
                  <a:pt x="448085" y="53513"/>
                </a:lnTo>
                <a:lnTo>
                  <a:pt x="448428" y="53573"/>
                </a:lnTo>
                <a:lnTo>
                  <a:pt x="448765" y="53641"/>
                </a:lnTo>
                <a:lnTo>
                  <a:pt x="449097" y="53715"/>
                </a:lnTo>
                <a:lnTo>
                  <a:pt x="449421" y="53797"/>
                </a:lnTo>
                <a:lnTo>
                  <a:pt x="449740" y="53886"/>
                </a:lnTo>
                <a:lnTo>
                  <a:pt x="450053" y="53982"/>
                </a:lnTo>
                <a:lnTo>
                  <a:pt x="450359" y="54085"/>
                </a:lnTo>
                <a:lnTo>
                  <a:pt x="450659" y="54195"/>
                </a:lnTo>
                <a:lnTo>
                  <a:pt x="450953" y="54312"/>
                </a:lnTo>
                <a:lnTo>
                  <a:pt x="451241" y="54436"/>
                </a:lnTo>
                <a:lnTo>
                  <a:pt x="451522" y="54567"/>
                </a:lnTo>
                <a:lnTo>
                  <a:pt x="451798" y="54706"/>
                </a:lnTo>
                <a:lnTo>
                  <a:pt x="452067" y="54851"/>
                </a:lnTo>
                <a:lnTo>
                  <a:pt x="452330" y="55004"/>
                </a:lnTo>
                <a:lnTo>
                  <a:pt x="452587" y="55164"/>
                </a:lnTo>
                <a:lnTo>
                  <a:pt x="452837" y="55331"/>
                </a:lnTo>
                <a:lnTo>
                  <a:pt x="453082" y="55504"/>
                </a:lnTo>
                <a:lnTo>
                  <a:pt x="453321" y="55683"/>
                </a:lnTo>
                <a:lnTo>
                  <a:pt x="453554" y="55868"/>
                </a:lnTo>
                <a:lnTo>
                  <a:pt x="453782" y="56059"/>
                </a:lnTo>
                <a:lnTo>
                  <a:pt x="454004" y="56255"/>
                </a:lnTo>
                <a:lnTo>
                  <a:pt x="454220" y="56458"/>
                </a:lnTo>
                <a:lnTo>
                  <a:pt x="454430" y="56666"/>
                </a:lnTo>
                <a:lnTo>
                  <a:pt x="454635" y="56880"/>
                </a:lnTo>
                <a:lnTo>
                  <a:pt x="454834" y="57100"/>
                </a:lnTo>
                <a:lnTo>
                  <a:pt x="455027" y="57325"/>
                </a:lnTo>
                <a:lnTo>
                  <a:pt x="455215" y="57556"/>
                </a:lnTo>
                <a:lnTo>
                  <a:pt x="455397" y="57794"/>
                </a:lnTo>
                <a:lnTo>
                  <a:pt x="455573" y="58036"/>
                </a:lnTo>
                <a:lnTo>
                  <a:pt x="455743" y="58285"/>
                </a:lnTo>
                <a:lnTo>
                  <a:pt x="455908" y="58540"/>
                </a:lnTo>
                <a:lnTo>
                  <a:pt x="456067" y="58800"/>
                </a:lnTo>
                <a:lnTo>
                  <a:pt x="456220" y="59066"/>
                </a:lnTo>
                <a:lnTo>
                  <a:pt x="456368" y="59338"/>
                </a:lnTo>
                <a:lnTo>
                  <a:pt x="456510" y="59616"/>
                </a:lnTo>
                <a:lnTo>
                  <a:pt x="456646" y="59900"/>
                </a:lnTo>
                <a:lnTo>
                  <a:pt x="456776" y="60189"/>
                </a:lnTo>
                <a:lnTo>
                  <a:pt x="456901" y="60484"/>
                </a:lnTo>
                <a:lnTo>
                  <a:pt x="457020" y="60785"/>
                </a:lnTo>
                <a:lnTo>
                  <a:pt x="457133" y="61092"/>
                </a:lnTo>
                <a:lnTo>
                  <a:pt x="457241" y="61404"/>
                </a:lnTo>
                <a:lnTo>
                  <a:pt x="457345" y="61719"/>
                </a:lnTo>
                <a:lnTo>
                  <a:pt x="457444" y="62040"/>
                </a:lnTo>
                <a:lnTo>
                  <a:pt x="457538" y="62364"/>
                </a:lnTo>
                <a:lnTo>
                  <a:pt x="457628" y="62693"/>
                </a:lnTo>
                <a:lnTo>
                  <a:pt x="457713" y="63025"/>
                </a:lnTo>
                <a:lnTo>
                  <a:pt x="457794" y="63362"/>
                </a:lnTo>
                <a:lnTo>
                  <a:pt x="457869" y="63704"/>
                </a:lnTo>
                <a:lnTo>
                  <a:pt x="457941" y="64049"/>
                </a:lnTo>
                <a:lnTo>
                  <a:pt x="458008" y="64399"/>
                </a:lnTo>
                <a:lnTo>
                  <a:pt x="458070" y="64752"/>
                </a:lnTo>
                <a:lnTo>
                  <a:pt x="458127" y="65110"/>
                </a:lnTo>
                <a:lnTo>
                  <a:pt x="458180" y="65473"/>
                </a:lnTo>
                <a:lnTo>
                  <a:pt x="458228" y="65839"/>
                </a:lnTo>
                <a:lnTo>
                  <a:pt x="458272" y="66210"/>
                </a:lnTo>
                <a:lnTo>
                  <a:pt x="458311" y="66585"/>
                </a:lnTo>
                <a:lnTo>
                  <a:pt x="458346" y="66964"/>
                </a:lnTo>
                <a:lnTo>
                  <a:pt x="458376" y="67347"/>
                </a:lnTo>
                <a:lnTo>
                  <a:pt x="458401" y="67734"/>
                </a:lnTo>
                <a:lnTo>
                  <a:pt x="458422" y="68126"/>
                </a:lnTo>
                <a:lnTo>
                  <a:pt x="458438" y="68522"/>
                </a:lnTo>
                <a:lnTo>
                  <a:pt x="458449" y="68922"/>
                </a:lnTo>
                <a:lnTo>
                  <a:pt x="458456" y="69326"/>
                </a:lnTo>
                <a:lnTo>
                  <a:pt x="458458" y="69735"/>
                </a:lnTo>
                <a:lnTo>
                  <a:pt x="458458" y="125582"/>
                </a:lnTo>
                <a:lnTo>
                  <a:pt x="482679" y="125582"/>
                </a:lnTo>
                <a:lnTo>
                  <a:pt x="482679" y="66781"/>
                </a:lnTo>
                <a:lnTo>
                  <a:pt x="482667" y="65482"/>
                </a:lnTo>
                <a:lnTo>
                  <a:pt x="482629" y="64208"/>
                </a:lnTo>
                <a:lnTo>
                  <a:pt x="482620" y="64021"/>
                </a:lnTo>
                <a:lnTo>
                  <a:pt x="482833" y="63776"/>
                </a:lnTo>
                <a:lnTo>
                  <a:pt x="483174" y="63396"/>
                </a:lnTo>
                <a:lnTo>
                  <a:pt x="483518" y="63021"/>
                </a:lnTo>
                <a:lnTo>
                  <a:pt x="483866" y="62652"/>
                </a:lnTo>
                <a:lnTo>
                  <a:pt x="484218" y="62287"/>
                </a:lnTo>
                <a:lnTo>
                  <a:pt x="484573" y="61929"/>
                </a:lnTo>
                <a:lnTo>
                  <a:pt x="484932" y="61575"/>
                </a:lnTo>
                <a:lnTo>
                  <a:pt x="485294" y="61227"/>
                </a:lnTo>
                <a:lnTo>
                  <a:pt x="485660" y="60885"/>
                </a:lnTo>
                <a:lnTo>
                  <a:pt x="486030" y="60547"/>
                </a:lnTo>
                <a:lnTo>
                  <a:pt x="486404" y="60216"/>
                </a:lnTo>
                <a:lnTo>
                  <a:pt x="486781" y="59889"/>
                </a:lnTo>
                <a:lnTo>
                  <a:pt x="487162" y="59568"/>
                </a:lnTo>
                <a:lnTo>
                  <a:pt x="487546" y="59253"/>
                </a:lnTo>
                <a:lnTo>
                  <a:pt x="487934" y="58942"/>
                </a:lnTo>
                <a:lnTo>
                  <a:pt x="488326" y="58638"/>
                </a:lnTo>
                <a:lnTo>
                  <a:pt x="488721" y="58338"/>
                </a:lnTo>
                <a:lnTo>
                  <a:pt x="489120" y="58044"/>
                </a:lnTo>
                <a:lnTo>
                  <a:pt x="489523" y="57756"/>
                </a:lnTo>
                <a:lnTo>
                  <a:pt x="489929" y="57472"/>
                </a:lnTo>
                <a:lnTo>
                  <a:pt x="490339" y="57194"/>
                </a:lnTo>
                <a:lnTo>
                  <a:pt x="490753" y="56922"/>
                </a:lnTo>
                <a:lnTo>
                  <a:pt x="491170" y="56655"/>
                </a:lnTo>
                <a:lnTo>
                  <a:pt x="491591" y="56393"/>
                </a:lnTo>
                <a:lnTo>
                  <a:pt x="492017" y="56140"/>
                </a:lnTo>
                <a:lnTo>
                  <a:pt x="492450" y="55897"/>
                </a:lnTo>
                <a:lnTo>
                  <a:pt x="492890" y="55665"/>
                </a:lnTo>
                <a:lnTo>
                  <a:pt x="493336" y="55444"/>
                </a:lnTo>
                <a:lnTo>
                  <a:pt x="493790" y="55233"/>
                </a:lnTo>
                <a:lnTo>
                  <a:pt x="494250" y="55034"/>
                </a:lnTo>
                <a:lnTo>
                  <a:pt x="494717" y="54845"/>
                </a:lnTo>
                <a:lnTo>
                  <a:pt x="495191" y="54667"/>
                </a:lnTo>
                <a:lnTo>
                  <a:pt x="495672" y="54500"/>
                </a:lnTo>
                <a:lnTo>
                  <a:pt x="496159" y="54343"/>
                </a:lnTo>
                <a:lnTo>
                  <a:pt x="496653" y="54197"/>
                </a:lnTo>
                <a:lnTo>
                  <a:pt x="497155" y="54063"/>
                </a:lnTo>
                <a:lnTo>
                  <a:pt x="497663" y="53939"/>
                </a:lnTo>
                <a:lnTo>
                  <a:pt x="498177" y="53825"/>
                </a:lnTo>
                <a:lnTo>
                  <a:pt x="498699" y="53723"/>
                </a:lnTo>
                <a:lnTo>
                  <a:pt x="499228" y="53631"/>
                </a:lnTo>
                <a:lnTo>
                  <a:pt x="499763" y="53550"/>
                </a:lnTo>
                <a:lnTo>
                  <a:pt x="500305" y="53480"/>
                </a:lnTo>
                <a:lnTo>
                  <a:pt x="500854" y="53421"/>
                </a:lnTo>
                <a:lnTo>
                  <a:pt x="501410" y="53372"/>
                </a:lnTo>
                <a:lnTo>
                  <a:pt x="501972" y="53334"/>
                </a:lnTo>
                <a:lnTo>
                  <a:pt x="502542" y="53307"/>
                </a:lnTo>
                <a:lnTo>
                  <a:pt x="503118" y="53291"/>
                </a:lnTo>
                <a:lnTo>
                  <a:pt x="503701" y="53286"/>
                </a:lnTo>
                <a:lnTo>
                  <a:pt x="504094" y="53289"/>
                </a:lnTo>
                <a:lnTo>
                  <a:pt x="504481" y="53300"/>
                </a:lnTo>
                <a:lnTo>
                  <a:pt x="504861" y="53318"/>
                </a:lnTo>
                <a:lnTo>
                  <a:pt x="505236" y="53343"/>
                </a:lnTo>
                <a:lnTo>
                  <a:pt x="505604" y="53374"/>
                </a:lnTo>
                <a:lnTo>
                  <a:pt x="505966" y="53414"/>
                </a:lnTo>
                <a:lnTo>
                  <a:pt x="506322" y="53460"/>
                </a:lnTo>
                <a:lnTo>
                  <a:pt x="506672" y="53513"/>
                </a:lnTo>
                <a:lnTo>
                  <a:pt x="507015" y="53573"/>
                </a:lnTo>
                <a:lnTo>
                  <a:pt x="507352" y="53641"/>
                </a:lnTo>
                <a:lnTo>
                  <a:pt x="507683" y="53715"/>
                </a:lnTo>
                <a:lnTo>
                  <a:pt x="508008" y="53797"/>
                </a:lnTo>
                <a:lnTo>
                  <a:pt x="508327" y="53886"/>
                </a:lnTo>
                <a:lnTo>
                  <a:pt x="508639" y="53982"/>
                </a:lnTo>
                <a:lnTo>
                  <a:pt x="508946" y="54085"/>
                </a:lnTo>
                <a:lnTo>
                  <a:pt x="509246" y="54195"/>
                </a:lnTo>
                <a:lnTo>
                  <a:pt x="509540" y="54312"/>
                </a:lnTo>
                <a:lnTo>
                  <a:pt x="509828" y="54436"/>
                </a:lnTo>
                <a:lnTo>
                  <a:pt x="510109" y="54567"/>
                </a:lnTo>
                <a:lnTo>
                  <a:pt x="510385" y="54706"/>
                </a:lnTo>
                <a:lnTo>
                  <a:pt x="510654" y="54851"/>
                </a:lnTo>
                <a:lnTo>
                  <a:pt x="510917" y="55004"/>
                </a:lnTo>
                <a:lnTo>
                  <a:pt x="511174" y="55164"/>
                </a:lnTo>
                <a:lnTo>
                  <a:pt x="511424" y="55331"/>
                </a:lnTo>
                <a:lnTo>
                  <a:pt x="511669" y="55504"/>
                </a:lnTo>
                <a:lnTo>
                  <a:pt x="511908" y="55683"/>
                </a:lnTo>
                <a:lnTo>
                  <a:pt x="512141" y="55868"/>
                </a:lnTo>
                <a:lnTo>
                  <a:pt x="512369" y="56059"/>
                </a:lnTo>
                <a:lnTo>
                  <a:pt x="512591" y="56255"/>
                </a:lnTo>
                <a:lnTo>
                  <a:pt x="512807" y="56458"/>
                </a:lnTo>
                <a:lnTo>
                  <a:pt x="513017" y="56666"/>
                </a:lnTo>
                <a:lnTo>
                  <a:pt x="513222" y="56880"/>
                </a:lnTo>
                <a:lnTo>
                  <a:pt x="513421" y="57100"/>
                </a:lnTo>
                <a:lnTo>
                  <a:pt x="513614" y="57325"/>
                </a:lnTo>
                <a:lnTo>
                  <a:pt x="513802" y="57556"/>
                </a:lnTo>
                <a:lnTo>
                  <a:pt x="513983" y="57794"/>
                </a:lnTo>
                <a:lnTo>
                  <a:pt x="514160" y="58036"/>
                </a:lnTo>
                <a:lnTo>
                  <a:pt x="514330" y="58285"/>
                </a:lnTo>
                <a:lnTo>
                  <a:pt x="514495" y="58540"/>
                </a:lnTo>
                <a:lnTo>
                  <a:pt x="514654" y="58800"/>
                </a:lnTo>
                <a:lnTo>
                  <a:pt x="514807" y="59066"/>
                </a:lnTo>
                <a:lnTo>
                  <a:pt x="514955" y="59338"/>
                </a:lnTo>
                <a:lnTo>
                  <a:pt x="515096" y="59616"/>
                </a:lnTo>
                <a:lnTo>
                  <a:pt x="515233" y="59900"/>
                </a:lnTo>
                <a:lnTo>
                  <a:pt x="515363" y="60189"/>
                </a:lnTo>
                <a:lnTo>
                  <a:pt x="515488" y="60484"/>
                </a:lnTo>
                <a:lnTo>
                  <a:pt x="515607" y="60785"/>
                </a:lnTo>
                <a:lnTo>
                  <a:pt x="515720" y="61092"/>
                </a:lnTo>
                <a:lnTo>
                  <a:pt x="515828" y="61404"/>
                </a:lnTo>
                <a:lnTo>
                  <a:pt x="515932" y="61719"/>
                </a:lnTo>
                <a:lnTo>
                  <a:pt x="516031" y="62040"/>
                </a:lnTo>
                <a:lnTo>
                  <a:pt x="516125" y="62364"/>
                </a:lnTo>
                <a:lnTo>
                  <a:pt x="516215" y="62693"/>
                </a:lnTo>
                <a:lnTo>
                  <a:pt x="516300" y="63025"/>
                </a:lnTo>
                <a:lnTo>
                  <a:pt x="516380" y="63362"/>
                </a:lnTo>
                <a:lnTo>
                  <a:pt x="516456" y="63704"/>
                </a:lnTo>
                <a:lnTo>
                  <a:pt x="516528" y="64049"/>
                </a:lnTo>
                <a:lnTo>
                  <a:pt x="516594" y="64399"/>
                </a:lnTo>
                <a:lnTo>
                  <a:pt x="516656" y="64752"/>
                </a:lnTo>
                <a:lnTo>
                  <a:pt x="516714" y="65110"/>
                </a:lnTo>
                <a:lnTo>
                  <a:pt x="516767" y="65473"/>
                </a:lnTo>
                <a:lnTo>
                  <a:pt x="516815" y="65839"/>
                </a:lnTo>
                <a:lnTo>
                  <a:pt x="516859" y="66210"/>
                </a:lnTo>
                <a:lnTo>
                  <a:pt x="516898" y="66585"/>
                </a:lnTo>
                <a:lnTo>
                  <a:pt x="516933" y="66964"/>
                </a:lnTo>
                <a:lnTo>
                  <a:pt x="516963" y="67347"/>
                </a:lnTo>
                <a:lnTo>
                  <a:pt x="516988" y="67734"/>
                </a:lnTo>
                <a:lnTo>
                  <a:pt x="517009" y="68126"/>
                </a:lnTo>
                <a:lnTo>
                  <a:pt x="517025" y="68522"/>
                </a:lnTo>
                <a:lnTo>
                  <a:pt x="517036" y="68922"/>
                </a:lnTo>
                <a:lnTo>
                  <a:pt x="517043" y="69326"/>
                </a:lnTo>
                <a:lnTo>
                  <a:pt x="517045" y="69735"/>
                </a:lnTo>
                <a:lnTo>
                  <a:pt x="517045" y="125582"/>
                </a:lnTo>
                <a:lnTo>
                  <a:pt x="541266" y="125582"/>
                </a:lnTo>
                <a:lnTo>
                  <a:pt x="541266" y="66781"/>
                </a:lnTo>
                <a:lnTo>
                  <a:pt x="541253" y="65482"/>
                </a:lnTo>
                <a:lnTo>
                  <a:pt x="541216" y="64208"/>
                </a:lnTo>
                <a:lnTo>
                  <a:pt x="541153" y="62958"/>
                </a:lnTo>
                <a:lnTo>
                  <a:pt x="541064" y="61734"/>
                </a:lnTo>
                <a:lnTo>
                  <a:pt x="540951" y="60534"/>
                </a:lnTo>
                <a:lnTo>
                  <a:pt x="540812" y="59359"/>
                </a:lnTo>
                <a:lnTo>
                  <a:pt x="540648" y="58210"/>
                </a:lnTo>
                <a:lnTo>
                  <a:pt x="540459" y="57085"/>
                </a:lnTo>
                <a:lnTo>
                  <a:pt x="540244" y="55985"/>
                </a:lnTo>
                <a:lnTo>
                  <a:pt x="540005" y="54910"/>
                </a:lnTo>
                <a:lnTo>
                  <a:pt x="539740" y="53860"/>
                </a:lnTo>
                <a:lnTo>
                  <a:pt x="539450" y="52834"/>
                </a:lnTo>
                <a:lnTo>
                  <a:pt x="539134" y="51834"/>
                </a:lnTo>
                <a:lnTo>
                  <a:pt x="538794" y="50859"/>
                </a:lnTo>
                <a:lnTo>
                  <a:pt x="538428" y="49908"/>
                </a:lnTo>
                <a:lnTo>
                  <a:pt x="538037" y="48983"/>
                </a:lnTo>
                <a:lnTo>
                  <a:pt x="537620" y="48082"/>
                </a:lnTo>
                <a:lnTo>
                  <a:pt x="537179" y="47206"/>
                </a:lnTo>
                <a:lnTo>
                  <a:pt x="536712" y="46355"/>
                </a:lnTo>
                <a:lnTo>
                  <a:pt x="536220" y="45529"/>
                </a:lnTo>
                <a:lnTo>
                  <a:pt x="535703" y="44728"/>
                </a:lnTo>
                <a:lnTo>
                  <a:pt x="535160" y="43952"/>
                </a:lnTo>
                <a:lnTo>
                  <a:pt x="534593" y="43201"/>
                </a:lnTo>
                <a:lnTo>
                  <a:pt x="534000" y="42475"/>
                </a:lnTo>
                <a:lnTo>
                  <a:pt x="533384" y="41776"/>
                </a:lnTo>
                <a:lnTo>
                  <a:pt x="532747" y="41107"/>
                </a:lnTo>
                <a:lnTo>
                  <a:pt x="532088" y="40467"/>
                </a:lnTo>
                <a:lnTo>
                  <a:pt x="531409" y="39858"/>
                </a:lnTo>
                <a:lnTo>
                  <a:pt x="530708" y="39278"/>
                </a:lnTo>
                <a:lnTo>
                  <a:pt x="529987" y="38727"/>
                </a:lnTo>
                <a:lnTo>
                  <a:pt x="529244" y="38207"/>
                </a:lnTo>
                <a:lnTo>
                  <a:pt x="528480" y="37716"/>
                </a:lnTo>
                <a:lnTo>
                  <a:pt x="527695" y="37255"/>
                </a:lnTo>
                <a:lnTo>
                  <a:pt x="526889" y="36824"/>
                </a:lnTo>
                <a:lnTo>
                  <a:pt x="526062" y="36422"/>
                </a:lnTo>
                <a:lnTo>
                  <a:pt x="525214" y="36051"/>
                </a:lnTo>
                <a:lnTo>
                  <a:pt x="524345" y="35708"/>
                </a:lnTo>
                <a:lnTo>
                  <a:pt x="523454" y="35396"/>
                </a:lnTo>
                <a:lnTo>
                  <a:pt x="522543" y="35114"/>
                </a:lnTo>
                <a:lnTo>
                  <a:pt x="521610" y="34861"/>
                </a:lnTo>
                <a:lnTo>
                  <a:pt x="520656" y="34638"/>
                </a:lnTo>
                <a:lnTo>
                  <a:pt x="519682" y="34444"/>
                </a:lnTo>
                <a:lnTo>
                  <a:pt x="518686" y="34281"/>
                </a:lnTo>
                <a:lnTo>
                  <a:pt x="517669" y="34147"/>
                </a:lnTo>
                <a:lnTo>
                  <a:pt x="516630" y="34043"/>
                </a:lnTo>
                <a:lnTo>
                  <a:pt x="515571" y="33969"/>
                </a:lnTo>
                <a:lnTo>
                  <a:pt x="514491" y="33924"/>
                </a:lnTo>
                <a:lnTo>
                  <a:pt x="513389" y="33909"/>
                </a:lnTo>
                <a:lnTo>
                  <a:pt x="512450" y="33917"/>
                </a:lnTo>
                <a:lnTo>
                  <a:pt x="511521" y="33941"/>
                </a:lnTo>
                <a:lnTo>
                  <a:pt x="510602" y="33980"/>
                </a:lnTo>
                <a:lnTo>
                  <a:pt x="509694" y="34036"/>
                </a:lnTo>
                <a:lnTo>
                  <a:pt x="508796" y="34107"/>
                </a:lnTo>
                <a:lnTo>
                  <a:pt x="507908" y="34195"/>
                </a:lnTo>
                <a:lnTo>
                  <a:pt x="507031" y="34298"/>
                </a:lnTo>
                <a:lnTo>
                  <a:pt x="506164" y="34417"/>
                </a:lnTo>
                <a:lnTo>
                  <a:pt x="505307" y="34552"/>
                </a:lnTo>
                <a:lnTo>
                  <a:pt x="504461" y="34702"/>
                </a:lnTo>
                <a:lnTo>
                  <a:pt x="503624" y="34869"/>
                </a:lnTo>
                <a:lnTo>
                  <a:pt x="502798" y="35052"/>
                </a:lnTo>
                <a:lnTo>
                  <a:pt x="501983" y="35250"/>
                </a:lnTo>
                <a:lnTo>
                  <a:pt x="501178" y="35464"/>
                </a:lnTo>
                <a:lnTo>
                  <a:pt x="500383" y="35694"/>
                </a:lnTo>
                <a:lnTo>
                  <a:pt x="499598" y="35940"/>
                </a:lnTo>
                <a:lnTo>
                  <a:pt x="498824" y="36202"/>
                </a:lnTo>
                <a:lnTo>
                  <a:pt x="498060" y="36480"/>
                </a:lnTo>
                <a:lnTo>
                  <a:pt x="497306" y="36773"/>
                </a:lnTo>
                <a:lnTo>
                  <a:pt x="496563" y="37083"/>
                </a:lnTo>
                <a:lnTo>
                  <a:pt x="495830" y="37408"/>
                </a:lnTo>
                <a:lnTo>
                  <a:pt x="495107" y="37749"/>
                </a:lnTo>
                <a:lnTo>
                  <a:pt x="494395" y="38106"/>
                </a:lnTo>
                <a:lnTo>
                  <a:pt x="493693" y="38479"/>
                </a:lnTo>
                <a:lnTo>
                  <a:pt x="493000" y="38863"/>
                </a:lnTo>
                <a:lnTo>
                  <a:pt x="492317" y="39251"/>
                </a:lnTo>
                <a:lnTo>
                  <a:pt x="491643" y="39646"/>
                </a:lnTo>
                <a:lnTo>
                  <a:pt x="490978" y="40046"/>
                </a:lnTo>
                <a:lnTo>
                  <a:pt x="490321" y="40451"/>
                </a:lnTo>
                <a:lnTo>
                  <a:pt x="489674" y="40861"/>
                </a:lnTo>
                <a:lnTo>
                  <a:pt x="489036" y="41277"/>
                </a:lnTo>
                <a:lnTo>
                  <a:pt x="488407" y="41698"/>
                </a:lnTo>
                <a:lnTo>
                  <a:pt x="487787" y="42125"/>
                </a:lnTo>
                <a:lnTo>
                  <a:pt x="487176" y="42557"/>
                </a:lnTo>
                <a:lnTo>
                  <a:pt x="486574" y="42995"/>
                </a:lnTo>
                <a:lnTo>
                  <a:pt x="485981" y="43437"/>
                </a:lnTo>
                <a:lnTo>
                  <a:pt x="485397" y="43886"/>
                </a:lnTo>
                <a:lnTo>
                  <a:pt x="484822" y="44339"/>
                </a:lnTo>
                <a:lnTo>
                  <a:pt x="484257" y="44798"/>
                </a:lnTo>
                <a:lnTo>
                  <a:pt x="483700" y="45263"/>
                </a:lnTo>
                <a:lnTo>
                  <a:pt x="483152" y="45733"/>
                </a:lnTo>
                <a:lnTo>
                  <a:pt x="482614" y="46208"/>
                </a:lnTo>
                <a:lnTo>
                  <a:pt x="482084" y="46689"/>
                </a:lnTo>
                <a:lnTo>
                  <a:pt x="481563" y="47175"/>
                </a:lnTo>
                <a:lnTo>
                  <a:pt x="481052" y="47666"/>
                </a:lnTo>
                <a:lnTo>
                  <a:pt x="480549" y="48163"/>
                </a:lnTo>
                <a:lnTo>
                  <a:pt x="480056" y="48665"/>
                </a:lnTo>
                <a:lnTo>
                  <a:pt x="479572" y="49173"/>
                </a:lnTo>
                <a:lnTo>
                  <a:pt x="479573" y="49181"/>
                </a:lnTo>
                <a:lnTo>
                  <a:pt x="479490" y="48983"/>
                </a:lnTo>
                <a:close/>
                <a:moveTo>
                  <a:pt x="0" y="125582"/>
                </a:moveTo>
                <a:lnTo>
                  <a:pt x="25683" y="125582"/>
                </a:lnTo>
                <a:lnTo>
                  <a:pt x="25683" y="2559"/>
                </a:lnTo>
                <a:lnTo>
                  <a:pt x="0" y="2559"/>
                </a:lnTo>
                <a:lnTo>
                  <a:pt x="0" y="125582"/>
                </a:lnTo>
                <a:close/>
                <a:moveTo>
                  <a:pt x="209869" y="35280"/>
                </a:moveTo>
                <a:lnTo>
                  <a:pt x="190858" y="35280"/>
                </a:lnTo>
                <a:lnTo>
                  <a:pt x="190858" y="32638"/>
                </a:lnTo>
                <a:lnTo>
                  <a:pt x="190862" y="32097"/>
                </a:lnTo>
                <a:lnTo>
                  <a:pt x="190872" y="31569"/>
                </a:lnTo>
                <a:lnTo>
                  <a:pt x="190889" y="31053"/>
                </a:lnTo>
                <a:lnTo>
                  <a:pt x="190913" y="30550"/>
                </a:lnTo>
                <a:lnTo>
                  <a:pt x="190944" y="30059"/>
                </a:lnTo>
                <a:lnTo>
                  <a:pt x="190981" y="29580"/>
                </a:lnTo>
                <a:lnTo>
                  <a:pt x="191026" y="29114"/>
                </a:lnTo>
                <a:lnTo>
                  <a:pt x="191077" y="28660"/>
                </a:lnTo>
                <a:lnTo>
                  <a:pt x="191135" y="28219"/>
                </a:lnTo>
                <a:lnTo>
                  <a:pt x="191200" y="27790"/>
                </a:lnTo>
                <a:lnTo>
                  <a:pt x="191271" y="27374"/>
                </a:lnTo>
                <a:lnTo>
                  <a:pt x="191350" y="26970"/>
                </a:lnTo>
                <a:lnTo>
                  <a:pt x="191435" y="26578"/>
                </a:lnTo>
                <a:lnTo>
                  <a:pt x="191527" y="26199"/>
                </a:lnTo>
                <a:lnTo>
                  <a:pt x="191626" y="25833"/>
                </a:lnTo>
                <a:lnTo>
                  <a:pt x="191732" y="25478"/>
                </a:lnTo>
                <a:lnTo>
                  <a:pt x="191844" y="25137"/>
                </a:lnTo>
                <a:lnTo>
                  <a:pt x="191964" y="24807"/>
                </a:lnTo>
                <a:lnTo>
                  <a:pt x="192090" y="24490"/>
                </a:lnTo>
                <a:lnTo>
                  <a:pt x="192223" y="24186"/>
                </a:lnTo>
                <a:lnTo>
                  <a:pt x="192363" y="23894"/>
                </a:lnTo>
                <a:lnTo>
                  <a:pt x="192510" y="23614"/>
                </a:lnTo>
                <a:lnTo>
                  <a:pt x="192663" y="23347"/>
                </a:lnTo>
                <a:lnTo>
                  <a:pt x="192823" y="23093"/>
                </a:lnTo>
                <a:lnTo>
                  <a:pt x="192996" y="22849"/>
                </a:lnTo>
                <a:lnTo>
                  <a:pt x="193186" y="22616"/>
                </a:lnTo>
                <a:lnTo>
                  <a:pt x="193393" y="22393"/>
                </a:lnTo>
                <a:lnTo>
                  <a:pt x="193617" y="22181"/>
                </a:lnTo>
                <a:lnTo>
                  <a:pt x="193858" y="21978"/>
                </a:lnTo>
                <a:lnTo>
                  <a:pt x="194117" y="21787"/>
                </a:lnTo>
                <a:lnTo>
                  <a:pt x="194394" y="21605"/>
                </a:lnTo>
                <a:lnTo>
                  <a:pt x="194687" y="21434"/>
                </a:lnTo>
                <a:lnTo>
                  <a:pt x="194998" y="21274"/>
                </a:lnTo>
                <a:lnTo>
                  <a:pt x="195326" y="21123"/>
                </a:lnTo>
                <a:lnTo>
                  <a:pt x="195671" y="20984"/>
                </a:lnTo>
                <a:lnTo>
                  <a:pt x="196034" y="20854"/>
                </a:lnTo>
                <a:lnTo>
                  <a:pt x="196414" y="20735"/>
                </a:lnTo>
                <a:lnTo>
                  <a:pt x="196811" y="20626"/>
                </a:lnTo>
                <a:lnTo>
                  <a:pt x="197226" y="20528"/>
                </a:lnTo>
                <a:lnTo>
                  <a:pt x="197657" y="20439"/>
                </a:lnTo>
                <a:lnTo>
                  <a:pt x="198107" y="20362"/>
                </a:lnTo>
                <a:lnTo>
                  <a:pt x="198573" y="20294"/>
                </a:lnTo>
                <a:lnTo>
                  <a:pt x="199057" y="20237"/>
                </a:lnTo>
                <a:lnTo>
                  <a:pt x="199558" y="20191"/>
                </a:lnTo>
                <a:lnTo>
                  <a:pt x="200076" y="20154"/>
                </a:lnTo>
                <a:lnTo>
                  <a:pt x="200612" y="20129"/>
                </a:lnTo>
                <a:lnTo>
                  <a:pt x="201165" y="20113"/>
                </a:lnTo>
                <a:lnTo>
                  <a:pt x="201735" y="20108"/>
                </a:lnTo>
                <a:lnTo>
                  <a:pt x="209778" y="20108"/>
                </a:lnTo>
                <a:lnTo>
                  <a:pt x="209778" y="2559"/>
                </a:lnTo>
                <a:lnTo>
                  <a:pt x="200912" y="2559"/>
                </a:lnTo>
                <a:lnTo>
                  <a:pt x="200065" y="2562"/>
                </a:lnTo>
                <a:lnTo>
                  <a:pt x="199231" y="2571"/>
                </a:lnTo>
                <a:lnTo>
                  <a:pt x="198409" y="2587"/>
                </a:lnTo>
                <a:lnTo>
                  <a:pt x="197599" y="2608"/>
                </a:lnTo>
                <a:lnTo>
                  <a:pt x="196802" y="2636"/>
                </a:lnTo>
                <a:lnTo>
                  <a:pt x="196017" y="2670"/>
                </a:lnTo>
                <a:lnTo>
                  <a:pt x="195244" y="2710"/>
                </a:lnTo>
                <a:lnTo>
                  <a:pt x="194484" y="2756"/>
                </a:lnTo>
                <a:lnTo>
                  <a:pt x="193736" y="2808"/>
                </a:lnTo>
                <a:lnTo>
                  <a:pt x="193001" y="2866"/>
                </a:lnTo>
                <a:lnTo>
                  <a:pt x="192277" y="2931"/>
                </a:lnTo>
                <a:lnTo>
                  <a:pt x="191567" y="3001"/>
                </a:lnTo>
                <a:lnTo>
                  <a:pt x="190868" y="3078"/>
                </a:lnTo>
                <a:lnTo>
                  <a:pt x="190182" y="3161"/>
                </a:lnTo>
                <a:lnTo>
                  <a:pt x="189509" y="3250"/>
                </a:lnTo>
                <a:lnTo>
                  <a:pt x="188848" y="3345"/>
                </a:lnTo>
                <a:lnTo>
                  <a:pt x="188199" y="3446"/>
                </a:lnTo>
                <a:lnTo>
                  <a:pt x="187562" y="3554"/>
                </a:lnTo>
                <a:lnTo>
                  <a:pt x="186938" y="3667"/>
                </a:lnTo>
                <a:lnTo>
                  <a:pt x="186326" y="3787"/>
                </a:lnTo>
                <a:lnTo>
                  <a:pt x="185727" y="3913"/>
                </a:lnTo>
                <a:lnTo>
                  <a:pt x="185140" y="4045"/>
                </a:lnTo>
                <a:lnTo>
                  <a:pt x="184566" y="4183"/>
                </a:lnTo>
                <a:lnTo>
                  <a:pt x="184003" y="4327"/>
                </a:lnTo>
                <a:lnTo>
                  <a:pt x="183452" y="4478"/>
                </a:lnTo>
                <a:lnTo>
                  <a:pt x="182911" y="4635"/>
                </a:lnTo>
                <a:lnTo>
                  <a:pt x="182380" y="4798"/>
                </a:lnTo>
                <a:lnTo>
                  <a:pt x="181859" y="4968"/>
                </a:lnTo>
                <a:lnTo>
                  <a:pt x="181348" y="5145"/>
                </a:lnTo>
                <a:lnTo>
                  <a:pt x="180847" y="5327"/>
                </a:lnTo>
                <a:lnTo>
                  <a:pt x="180356" y="5517"/>
                </a:lnTo>
                <a:lnTo>
                  <a:pt x="179875" y="5712"/>
                </a:lnTo>
                <a:lnTo>
                  <a:pt x="179404" y="5915"/>
                </a:lnTo>
                <a:lnTo>
                  <a:pt x="178943" y="6123"/>
                </a:lnTo>
                <a:lnTo>
                  <a:pt x="178492" y="6338"/>
                </a:lnTo>
                <a:lnTo>
                  <a:pt x="178051" y="6560"/>
                </a:lnTo>
                <a:lnTo>
                  <a:pt x="177620" y="6788"/>
                </a:lnTo>
                <a:lnTo>
                  <a:pt x="177199" y="7023"/>
                </a:lnTo>
                <a:lnTo>
                  <a:pt x="176788" y="7264"/>
                </a:lnTo>
                <a:lnTo>
                  <a:pt x="176387" y="7511"/>
                </a:lnTo>
                <a:lnTo>
                  <a:pt x="175996" y="7765"/>
                </a:lnTo>
                <a:lnTo>
                  <a:pt x="175615" y="8025"/>
                </a:lnTo>
                <a:lnTo>
                  <a:pt x="175244" y="8292"/>
                </a:lnTo>
                <a:lnTo>
                  <a:pt x="174883" y="8565"/>
                </a:lnTo>
                <a:lnTo>
                  <a:pt x="174531" y="8845"/>
                </a:lnTo>
                <a:lnTo>
                  <a:pt x="174190" y="9131"/>
                </a:lnTo>
                <a:lnTo>
                  <a:pt x="173859" y="9424"/>
                </a:lnTo>
                <a:lnTo>
                  <a:pt x="173538" y="9723"/>
                </a:lnTo>
                <a:lnTo>
                  <a:pt x="173226" y="10028"/>
                </a:lnTo>
                <a:lnTo>
                  <a:pt x="172922" y="10341"/>
                </a:lnTo>
                <a:lnTo>
                  <a:pt x="172625" y="10661"/>
                </a:lnTo>
                <a:lnTo>
                  <a:pt x="172336" y="10989"/>
                </a:lnTo>
                <a:lnTo>
                  <a:pt x="172055" y="11323"/>
                </a:lnTo>
                <a:lnTo>
                  <a:pt x="171782" y="11665"/>
                </a:lnTo>
                <a:lnTo>
                  <a:pt x="171516" y="12014"/>
                </a:lnTo>
                <a:lnTo>
                  <a:pt x="171258" y="12370"/>
                </a:lnTo>
                <a:lnTo>
                  <a:pt x="171008" y="12734"/>
                </a:lnTo>
                <a:lnTo>
                  <a:pt x="170766" y="13105"/>
                </a:lnTo>
                <a:lnTo>
                  <a:pt x="170532" y="13482"/>
                </a:lnTo>
                <a:lnTo>
                  <a:pt x="170305" y="13868"/>
                </a:lnTo>
                <a:lnTo>
                  <a:pt x="170086" y="14260"/>
                </a:lnTo>
                <a:lnTo>
                  <a:pt x="169875" y="14660"/>
                </a:lnTo>
                <a:lnTo>
                  <a:pt x="169672" y="15067"/>
                </a:lnTo>
                <a:lnTo>
                  <a:pt x="169476" y="15481"/>
                </a:lnTo>
                <a:lnTo>
                  <a:pt x="169288" y="15902"/>
                </a:lnTo>
                <a:lnTo>
                  <a:pt x="169108" y="16331"/>
                </a:lnTo>
                <a:lnTo>
                  <a:pt x="168936" y="16766"/>
                </a:lnTo>
                <a:lnTo>
                  <a:pt x="168772" y="17209"/>
                </a:lnTo>
                <a:lnTo>
                  <a:pt x="168615" y="17660"/>
                </a:lnTo>
                <a:lnTo>
                  <a:pt x="168466" y="18117"/>
                </a:lnTo>
                <a:lnTo>
                  <a:pt x="168325" y="18582"/>
                </a:lnTo>
                <a:lnTo>
                  <a:pt x="168191" y="19054"/>
                </a:lnTo>
                <a:lnTo>
                  <a:pt x="168065" y="19533"/>
                </a:lnTo>
                <a:lnTo>
                  <a:pt x="167943" y="20019"/>
                </a:lnTo>
                <a:lnTo>
                  <a:pt x="167827" y="20512"/>
                </a:lnTo>
                <a:lnTo>
                  <a:pt x="167717" y="21013"/>
                </a:lnTo>
                <a:lnTo>
                  <a:pt x="167611" y="21521"/>
                </a:lnTo>
                <a:lnTo>
                  <a:pt x="167512" y="22036"/>
                </a:lnTo>
                <a:lnTo>
                  <a:pt x="167417" y="22558"/>
                </a:lnTo>
                <a:lnTo>
                  <a:pt x="167328" y="23087"/>
                </a:lnTo>
                <a:lnTo>
                  <a:pt x="167245" y="23624"/>
                </a:lnTo>
                <a:lnTo>
                  <a:pt x="167166" y="24168"/>
                </a:lnTo>
                <a:lnTo>
                  <a:pt x="167093" y="24719"/>
                </a:lnTo>
                <a:lnTo>
                  <a:pt x="167026" y="25277"/>
                </a:lnTo>
                <a:lnTo>
                  <a:pt x="166964" y="25842"/>
                </a:lnTo>
                <a:lnTo>
                  <a:pt x="166907" y="26415"/>
                </a:lnTo>
                <a:lnTo>
                  <a:pt x="166856" y="26995"/>
                </a:lnTo>
                <a:lnTo>
                  <a:pt x="166810" y="27582"/>
                </a:lnTo>
                <a:lnTo>
                  <a:pt x="166770" y="28176"/>
                </a:lnTo>
                <a:lnTo>
                  <a:pt x="166735" y="28778"/>
                </a:lnTo>
                <a:lnTo>
                  <a:pt x="166705" y="29386"/>
                </a:lnTo>
                <a:lnTo>
                  <a:pt x="166681" y="30002"/>
                </a:lnTo>
                <a:lnTo>
                  <a:pt x="166662" y="30625"/>
                </a:lnTo>
                <a:lnTo>
                  <a:pt x="166648" y="31256"/>
                </a:lnTo>
                <a:lnTo>
                  <a:pt x="166640" y="31893"/>
                </a:lnTo>
                <a:lnTo>
                  <a:pt x="166638" y="32538"/>
                </a:lnTo>
                <a:lnTo>
                  <a:pt x="166638" y="35280"/>
                </a:lnTo>
                <a:lnTo>
                  <a:pt x="151831" y="35280"/>
                </a:lnTo>
                <a:lnTo>
                  <a:pt x="151831" y="53925"/>
                </a:lnTo>
                <a:lnTo>
                  <a:pt x="166638" y="53925"/>
                </a:lnTo>
                <a:lnTo>
                  <a:pt x="166638" y="125582"/>
                </a:lnTo>
                <a:lnTo>
                  <a:pt x="190858" y="125582"/>
                </a:lnTo>
                <a:lnTo>
                  <a:pt x="190858" y="53925"/>
                </a:lnTo>
                <a:lnTo>
                  <a:pt x="209869" y="53925"/>
                </a:lnTo>
                <a:lnTo>
                  <a:pt x="209869" y="35280"/>
                </a:lnTo>
                <a:close/>
                <a:moveTo>
                  <a:pt x="78914" y="64277"/>
                </a:moveTo>
                <a:lnTo>
                  <a:pt x="79245" y="63880"/>
                </a:lnTo>
                <a:lnTo>
                  <a:pt x="79581" y="63487"/>
                </a:lnTo>
                <a:lnTo>
                  <a:pt x="79922" y="63100"/>
                </a:lnTo>
                <a:lnTo>
                  <a:pt x="80267" y="62718"/>
                </a:lnTo>
                <a:lnTo>
                  <a:pt x="80617" y="62342"/>
                </a:lnTo>
                <a:lnTo>
                  <a:pt x="80971" y="61970"/>
                </a:lnTo>
                <a:lnTo>
                  <a:pt x="81330" y="61603"/>
                </a:lnTo>
                <a:lnTo>
                  <a:pt x="81694" y="61242"/>
                </a:lnTo>
                <a:lnTo>
                  <a:pt x="82062" y="60886"/>
                </a:lnTo>
                <a:lnTo>
                  <a:pt x="82435" y="60535"/>
                </a:lnTo>
                <a:lnTo>
                  <a:pt x="82812" y="60189"/>
                </a:lnTo>
                <a:lnTo>
                  <a:pt x="83194" y="59848"/>
                </a:lnTo>
                <a:lnTo>
                  <a:pt x="83581" y="59513"/>
                </a:lnTo>
                <a:lnTo>
                  <a:pt x="83972" y="59182"/>
                </a:lnTo>
                <a:lnTo>
                  <a:pt x="84368" y="58857"/>
                </a:lnTo>
                <a:lnTo>
                  <a:pt x="84768" y="58537"/>
                </a:lnTo>
                <a:lnTo>
                  <a:pt x="85174" y="58222"/>
                </a:lnTo>
                <a:lnTo>
                  <a:pt x="85583" y="57912"/>
                </a:lnTo>
                <a:lnTo>
                  <a:pt x="85997" y="57608"/>
                </a:lnTo>
                <a:lnTo>
                  <a:pt x="86416" y="57308"/>
                </a:lnTo>
                <a:lnTo>
                  <a:pt x="86840" y="57014"/>
                </a:lnTo>
                <a:lnTo>
                  <a:pt x="87268" y="56725"/>
                </a:lnTo>
                <a:lnTo>
                  <a:pt x="87702" y="56444"/>
                </a:lnTo>
                <a:lnTo>
                  <a:pt x="88143" y="56175"/>
                </a:lnTo>
                <a:lnTo>
                  <a:pt x="88591" y="55919"/>
                </a:lnTo>
                <a:lnTo>
                  <a:pt x="89046" y="55674"/>
                </a:lnTo>
                <a:lnTo>
                  <a:pt x="89509" y="55441"/>
                </a:lnTo>
                <a:lnTo>
                  <a:pt x="89978" y="55220"/>
                </a:lnTo>
                <a:lnTo>
                  <a:pt x="90455" y="55011"/>
                </a:lnTo>
                <a:lnTo>
                  <a:pt x="90939" y="54814"/>
                </a:lnTo>
                <a:lnTo>
                  <a:pt x="91430" y="54629"/>
                </a:lnTo>
                <a:lnTo>
                  <a:pt x="91928" y="54456"/>
                </a:lnTo>
                <a:lnTo>
                  <a:pt x="92433" y="54295"/>
                </a:lnTo>
                <a:lnTo>
                  <a:pt x="92946" y="54145"/>
                </a:lnTo>
                <a:lnTo>
                  <a:pt x="93465" y="54008"/>
                </a:lnTo>
                <a:lnTo>
                  <a:pt x="93992" y="53883"/>
                </a:lnTo>
                <a:lnTo>
                  <a:pt x="94526" y="53769"/>
                </a:lnTo>
                <a:lnTo>
                  <a:pt x="95067" y="53668"/>
                </a:lnTo>
                <a:lnTo>
                  <a:pt x="95615" y="53578"/>
                </a:lnTo>
                <a:lnTo>
                  <a:pt x="96171" y="53501"/>
                </a:lnTo>
                <a:lnTo>
                  <a:pt x="96733" y="53435"/>
                </a:lnTo>
                <a:lnTo>
                  <a:pt x="97303" y="53381"/>
                </a:lnTo>
                <a:lnTo>
                  <a:pt x="97879" y="53339"/>
                </a:lnTo>
                <a:lnTo>
                  <a:pt x="98463" y="53310"/>
                </a:lnTo>
                <a:lnTo>
                  <a:pt x="99054" y="53292"/>
                </a:lnTo>
                <a:lnTo>
                  <a:pt x="99652" y="53286"/>
                </a:lnTo>
                <a:lnTo>
                  <a:pt x="100053" y="53289"/>
                </a:lnTo>
                <a:lnTo>
                  <a:pt x="100447" y="53300"/>
                </a:lnTo>
                <a:lnTo>
                  <a:pt x="100834" y="53318"/>
                </a:lnTo>
                <a:lnTo>
                  <a:pt x="101215" y="53343"/>
                </a:lnTo>
                <a:lnTo>
                  <a:pt x="101589" y="53374"/>
                </a:lnTo>
                <a:lnTo>
                  <a:pt x="101957" y="53414"/>
                </a:lnTo>
                <a:lnTo>
                  <a:pt x="102319" y="53460"/>
                </a:lnTo>
                <a:lnTo>
                  <a:pt x="102674" y="53513"/>
                </a:lnTo>
                <a:lnTo>
                  <a:pt x="103022" y="53573"/>
                </a:lnTo>
                <a:lnTo>
                  <a:pt x="103364" y="53641"/>
                </a:lnTo>
                <a:lnTo>
                  <a:pt x="103699" y="53715"/>
                </a:lnTo>
                <a:lnTo>
                  <a:pt x="104028" y="53797"/>
                </a:lnTo>
                <a:lnTo>
                  <a:pt x="104350" y="53886"/>
                </a:lnTo>
                <a:lnTo>
                  <a:pt x="104666" y="53982"/>
                </a:lnTo>
                <a:lnTo>
                  <a:pt x="104976" y="54085"/>
                </a:lnTo>
                <a:lnTo>
                  <a:pt x="105278" y="54195"/>
                </a:lnTo>
                <a:lnTo>
                  <a:pt x="105575" y="54312"/>
                </a:lnTo>
                <a:lnTo>
                  <a:pt x="105865" y="54436"/>
                </a:lnTo>
                <a:lnTo>
                  <a:pt x="106148" y="54567"/>
                </a:lnTo>
                <a:lnTo>
                  <a:pt x="106425" y="54706"/>
                </a:lnTo>
                <a:lnTo>
                  <a:pt x="106695" y="54851"/>
                </a:lnTo>
                <a:lnTo>
                  <a:pt x="106959" y="55004"/>
                </a:lnTo>
                <a:lnTo>
                  <a:pt x="107216" y="55164"/>
                </a:lnTo>
                <a:lnTo>
                  <a:pt x="107467" y="55331"/>
                </a:lnTo>
                <a:lnTo>
                  <a:pt x="107712" y="55504"/>
                </a:lnTo>
                <a:lnTo>
                  <a:pt x="107951" y="55683"/>
                </a:lnTo>
                <a:lnTo>
                  <a:pt x="108185" y="55868"/>
                </a:lnTo>
                <a:lnTo>
                  <a:pt x="108413" y="56059"/>
                </a:lnTo>
                <a:lnTo>
                  <a:pt x="108635" y="56255"/>
                </a:lnTo>
                <a:lnTo>
                  <a:pt x="108852" y="56458"/>
                </a:lnTo>
                <a:lnTo>
                  <a:pt x="109064" y="56666"/>
                </a:lnTo>
                <a:lnTo>
                  <a:pt x="109269" y="56880"/>
                </a:lnTo>
                <a:lnTo>
                  <a:pt x="109470" y="57100"/>
                </a:lnTo>
                <a:lnTo>
                  <a:pt x="109665" y="57325"/>
                </a:lnTo>
                <a:lnTo>
                  <a:pt x="109854" y="57556"/>
                </a:lnTo>
                <a:lnTo>
                  <a:pt x="110037" y="57794"/>
                </a:lnTo>
                <a:lnTo>
                  <a:pt x="110216" y="58036"/>
                </a:lnTo>
                <a:lnTo>
                  <a:pt x="110388" y="58285"/>
                </a:lnTo>
                <a:lnTo>
                  <a:pt x="110555" y="58540"/>
                </a:lnTo>
                <a:lnTo>
                  <a:pt x="110717" y="58800"/>
                </a:lnTo>
                <a:lnTo>
                  <a:pt x="110873" y="59066"/>
                </a:lnTo>
                <a:lnTo>
                  <a:pt x="111023" y="59338"/>
                </a:lnTo>
                <a:lnTo>
                  <a:pt x="111168" y="59616"/>
                </a:lnTo>
                <a:lnTo>
                  <a:pt x="111307" y="59900"/>
                </a:lnTo>
                <a:lnTo>
                  <a:pt x="111441" y="60189"/>
                </a:lnTo>
                <a:lnTo>
                  <a:pt x="111569" y="60484"/>
                </a:lnTo>
                <a:lnTo>
                  <a:pt x="111691" y="60785"/>
                </a:lnTo>
                <a:lnTo>
                  <a:pt x="111808" y="61092"/>
                </a:lnTo>
                <a:lnTo>
                  <a:pt x="111920" y="61404"/>
                </a:lnTo>
                <a:lnTo>
                  <a:pt x="112027" y="61719"/>
                </a:lnTo>
                <a:lnTo>
                  <a:pt x="112130" y="62040"/>
                </a:lnTo>
                <a:lnTo>
                  <a:pt x="112227" y="62364"/>
                </a:lnTo>
                <a:lnTo>
                  <a:pt x="112320" y="62693"/>
                </a:lnTo>
                <a:lnTo>
                  <a:pt x="112408" y="63025"/>
                </a:lnTo>
                <a:lnTo>
                  <a:pt x="112491" y="63362"/>
                </a:lnTo>
                <a:lnTo>
                  <a:pt x="112570" y="63704"/>
                </a:lnTo>
                <a:lnTo>
                  <a:pt x="112644" y="64049"/>
                </a:lnTo>
                <a:lnTo>
                  <a:pt x="112713" y="64399"/>
                </a:lnTo>
                <a:lnTo>
                  <a:pt x="112777" y="64752"/>
                </a:lnTo>
                <a:lnTo>
                  <a:pt x="112837" y="65110"/>
                </a:lnTo>
                <a:lnTo>
                  <a:pt x="112891" y="65473"/>
                </a:lnTo>
                <a:lnTo>
                  <a:pt x="112941" y="65839"/>
                </a:lnTo>
                <a:lnTo>
                  <a:pt x="112987" y="66210"/>
                </a:lnTo>
                <a:lnTo>
                  <a:pt x="113027" y="66585"/>
                </a:lnTo>
                <a:lnTo>
                  <a:pt x="113063" y="66964"/>
                </a:lnTo>
                <a:lnTo>
                  <a:pt x="113094" y="67347"/>
                </a:lnTo>
                <a:lnTo>
                  <a:pt x="113120" y="67734"/>
                </a:lnTo>
                <a:lnTo>
                  <a:pt x="113141" y="68126"/>
                </a:lnTo>
                <a:lnTo>
                  <a:pt x="113158" y="68522"/>
                </a:lnTo>
                <a:lnTo>
                  <a:pt x="113170" y="68922"/>
                </a:lnTo>
                <a:lnTo>
                  <a:pt x="113177" y="69326"/>
                </a:lnTo>
                <a:lnTo>
                  <a:pt x="113179" y="69735"/>
                </a:lnTo>
                <a:lnTo>
                  <a:pt x="113179" y="125582"/>
                </a:lnTo>
                <a:lnTo>
                  <a:pt x="137217" y="125582"/>
                </a:lnTo>
                <a:lnTo>
                  <a:pt x="137217" y="66781"/>
                </a:lnTo>
                <a:lnTo>
                  <a:pt x="137204" y="65452"/>
                </a:lnTo>
                <a:lnTo>
                  <a:pt x="137165" y="64150"/>
                </a:lnTo>
                <a:lnTo>
                  <a:pt x="137100" y="62874"/>
                </a:lnTo>
                <a:lnTo>
                  <a:pt x="137009" y="61625"/>
                </a:lnTo>
                <a:lnTo>
                  <a:pt x="136892" y="60404"/>
                </a:lnTo>
                <a:lnTo>
                  <a:pt x="136749" y="59209"/>
                </a:lnTo>
                <a:lnTo>
                  <a:pt x="136580" y="58040"/>
                </a:lnTo>
                <a:lnTo>
                  <a:pt x="136385" y="56899"/>
                </a:lnTo>
                <a:lnTo>
                  <a:pt x="136163" y="55785"/>
                </a:lnTo>
                <a:lnTo>
                  <a:pt x="135916" y="54697"/>
                </a:lnTo>
                <a:lnTo>
                  <a:pt x="135643" y="53636"/>
                </a:lnTo>
                <a:lnTo>
                  <a:pt x="135344" y="52602"/>
                </a:lnTo>
                <a:lnTo>
                  <a:pt x="135018" y="51595"/>
                </a:lnTo>
                <a:lnTo>
                  <a:pt x="134667" y="50615"/>
                </a:lnTo>
                <a:lnTo>
                  <a:pt x="134290" y="49662"/>
                </a:lnTo>
                <a:lnTo>
                  <a:pt x="133886" y="48735"/>
                </a:lnTo>
                <a:lnTo>
                  <a:pt x="133457" y="47835"/>
                </a:lnTo>
                <a:lnTo>
                  <a:pt x="133002" y="46963"/>
                </a:lnTo>
                <a:lnTo>
                  <a:pt x="132520" y="46117"/>
                </a:lnTo>
                <a:lnTo>
                  <a:pt x="132013" y="45297"/>
                </a:lnTo>
                <a:lnTo>
                  <a:pt x="131479" y="44505"/>
                </a:lnTo>
                <a:lnTo>
                  <a:pt x="130920" y="43740"/>
                </a:lnTo>
                <a:lnTo>
                  <a:pt x="130334" y="43001"/>
                </a:lnTo>
                <a:lnTo>
                  <a:pt x="129723" y="42289"/>
                </a:lnTo>
                <a:lnTo>
                  <a:pt x="129087" y="41605"/>
                </a:lnTo>
                <a:lnTo>
                  <a:pt x="128431" y="40951"/>
                </a:lnTo>
                <a:lnTo>
                  <a:pt x="127753" y="40325"/>
                </a:lnTo>
                <a:lnTo>
                  <a:pt x="127054" y="39729"/>
                </a:lnTo>
                <a:lnTo>
                  <a:pt x="126334" y="39161"/>
                </a:lnTo>
                <a:lnTo>
                  <a:pt x="125592" y="38623"/>
                </a:lnTo>
                <a:lnTo>
                  <a:pt x="124830" y="38114"/>
                </a:lnTo>
                <a:lnTo>
                  <a:pt x="124046" y="37634"/>
                </a:lnTo>
                <a:lnTo>
                  <a:pt x="123240" y="37183"/>
                </a:lnTo>
                <a:lnTo>
                  <a:pt x="122414" y="36761"/>
                </a:lnTo>
                <a:lnTo>
                  <a:pt x="121566" y="36368"/>
                </a:lnTo>
                <a:lnTo>
                  <a:pt x="120697" y="36004"/>
                </a:lnTo>
                <a:lnTo>
                  <a:pt x="119807" y="35669"/>
                </a:lnTo>
                <a:lnTo>
                  <a:pt x="118895" y="35364"/>
                </a:lnTo>
                <a:lnTo>
                  <a:pt x="117962" y="35088"/>
                </a:lnTo>
                <a:lnTo>
                  <a:pt x="117008" y="34840"/>
                </a:lnTo>
                <a:lnTo>
                  <a:pt x="116033" y="34622"/>
                </a:lnTo>
                <a:lnTo>
                  <a:pt x="115036" y="34433"/>
                </a:lnTo>
                <a:lnTo>
                  <a:pt x="114018" y="34273"/>
                </a:lnTo>
                <a:lnTo>
                  <a:pt x="112979" y="34142"/>
                </a:lnTo>
                <a:lnTo>
                  <a:pt x="111918" y="34040"/>
                </a:lnTo>
                <a:lnTo>
                  <a:pt x="110837" y="33967"/>
                </a:lnTo>
                <a:lnTo>
                  <a:pt x="109734" y="33924"/>
                </a:lnTo>
                <a:lnTo>
                  <a:pt x="108609" y="33909"/>
                </a:lnTo>
                <a:lnTo>
                  <a:pt x="107642" y="33917"/>
                </a:lnTo>
                <a:lnTo>
                  <a:pt x="106690" y="33940"/>
                </a:lnTo>
                <a:lnTo>
                  <a:pt x="105753" y="33978"/>
                </a:lnTo>
                <a:lnTo>
                  <a:pt x="104832" y="34032"/>
                </a:lnTo>
                <a:lnTo>
                  <a:pt x="103925" y="34101"/>
                </a:lnTo>
                <a:lnTo>
                  <a:pt x="103034" y="34186"/>
                </a:lnTo>
                <a:lnTo>
                  <a:pt x="102158" y="34286"/>
                </a:lnTo>
                <a:lnTo>
                  <a:pt x="101297" y="34402"/>
                </a:lnTo>
                <a:lnTo>
                  <a:pt x="100452" y="34532"/>
                </a:lnTo>
                <a:lnTo>
                  <a:pt x="99622" y="34679"/>
                </a:lnTo>
                <a:lnTo>
                  <a:pt x="98807" y="34840"/>
                </a:lnTo>
                <a:lnTo>
                  <a:pt x="98007" y="35017"/>
                </a:lnTo>
                <a:lnTo>
                  <a:pt x="97223" y="35210"/>
                </a:lnTo>
                <a:lnTo>
                  <a:pt x="96453" y="35417"/>
                </a:lnTo>
                <a:lnTo>
                  <a:pt x="95699" y="35641"/>
                </a:lnTo>
                <a:lnTo>
                  <a:pt x="94960" y="35879"/>
                </a:lnTo>
                <a:lnTo>
                  <a:pt x="94237" y="36133"/>
                </a:lnTo>
                <a:lnTo>
                  <a:pt x="93529" y="36403"/>
                </a:lnTo>
                <a:lnTo>
                  <a:pt x="92835" y="36687"/>
                </a:lnTo>
                <a:lnTo>
                  <a:pt x="92158" y="36987"/>
                </a:lnTo>
                <a:lnTo>
                  <a:pt x="91495" y="37303"/>
                </a:lnTo>
                <a:lnTo>
                  <a:pt x="90847" y="37634"/>
                </a:lnTo>
                <a:lnTo>
                  <a:pt x="90215" y="37980"/>
                </a:lnTo>
                <a:lnTo>
                  <a:pt x="89598" y="38342"/>
                </a:lnTo>
                <a:lnTo>
                  <a:pt x="88994" y="38714"/>
                </a:lnTo>
                <a:lnTo>
                  <a:pt x="88399" y="39090"/>
                </a:lnTo>
                <a:lnTo>
                  <a:pt x="87815" y="39471"/>
                </a:lnTo>
                <a:lnTo>
                  <a:pt x="87240" y="39856"/>
                </a:lnTo>
                <a:lnTo>
                  <a:pt x="86675" y="40246"/>
                </a:lnTo>
                <a:lnTo>
                  <a:pt x="86119" y="40641"/>
                </a:lnTo>
                <a:lnTo>
                  <a:pt x="85574" y="41041"/>
                </a:lnTo>
                <a:lnTo>
                  <a:pt x="85039" y="41444"/>
                </a:lnTo>
                <a:lnTo>
                  <a:pt x="84513" y="41853"/>
                </a:lnTo>
                <a:lnTo>
                  <a:pt x="83997" y="42266"/>
                </a:lnTo>
                <a:lnTo>
                  <a:pt x="83491" y="42684"/>
                </a:lnTo>
                <a:lnTo>
                  <a:pt x="82995" y="43106"/>
                </a:lnTo>
                <a:lnTo>
                  <a:pt x="82508" y="43533"/>
                </a:lnTo>
                <a:lnTo>
                  <a:pt x="82032" y="43965"/>
                </a:lnTo>
                <a:lnTo>
                  <a:pt x="81565" y="44401"/>
                </a:lnTo>
                <a:lnTo>
                  <a:pt x="81108" y="44841"/>
                </a:lnTo>
                <a:lnTo>
                  <a:pt x="80661" y="45287"/>
                </a:lnTo>
                <a:lnTo>
                  <a:pt x="80224" y="45737"/>
                </a:lnTo>
                <a:lnTo>
                  <a:pt x="79797" y="46191"/>
                </a:lnTo>
                <a:lnTo>
                  <a:pt x="79379" y="46650"/>
                </a:lnTo>
                <a:lnTo>
                  <a:pt x="78972" y="47114"/>
                </a:lnTo>
                <a:lnTo>
                  <a:pt x="78574" y="47582"/>
                </a:lnTo>
                <a:lnTo>
                  <a:pt x="78186" y="48055"/>
                </a:lnTo>
                <a:lnTo>
                  <a:pt x="77808" y="48533"/>
                </a:lnTo>
                <a:lnTo>
                  <a:pt x="77351" y="35280"/>
                </a:lnTo>
                <a:lnTo>
                  <a:pt x="54044" y="35280"/>
                </a:lnTo>
                <a:lnTo>
                  <a:pt x="54044" y="125582"/>
                </a:lnTo>
                <a:lnTo>
                  <a:pt x="78265" y="125582"/>
                </a:lnTo>
                <a:lnTo>
                  <a:pt x="78265" y="65088"/>
                </a:lnTo>
                <a:lnTo>
                  <a:pt x="78587" y="64680"/>
                </a:lnTo>
                <a:lnTo>
                  <a:pt x="78914" y="64277"/>
                </a:lnTo>
                <a:close/>
                <a:moveTo>
                  <a:pt x="355046" y="64494"/>
                </a:moveTo>
                <a:lnTo>
                  <a:pt x="355299" y="64161"/>
                </a:lnTo>
                <a:lnTo>
                  <a:pt x="355556" y="63834"/>
                </a:lnTo>
                <a:lnTo>
                  <a:pt x="355817" y="63513"/>
                </a:lnTo>
                <a:lnTo>
                  <a:pt x="356081" y="63199"/>
                </a:lnTo>
                <a:lnTo>
                  <a:pt x="356350" y="62891"/>
                </a:lnTo>
                <a:lnTo>
                  <a:pt x="356622" y="62589"/>
                </a:lnTo>
                <a:lnTo>
                  <a:pt x="356898" y="62294"/>
                </a:lnTo>
                <a:lnTo>
                  <a:pt x="357178" y="62005"/>
                </a:lnTo>
                <a:lnTo>
                  <a:pt x="357462" y="61722"/>
                </a:lnTo>
                <a:lnTo>
                  <a:pt x="357750" y="61445"/>
                </a:lnTo>
                <a:lnTo>
                  <a:pt x="358041" y="61175"/>
                </a:lnTo>
                <a:lnTo>
                  <a:pt x="358336" y="60911"/>
                </a:lnTo>
                <a:lnTo>
                  <a:pt x="358635" y="60653"/>
                </a:lnTo>
                <a:lnTo>
                  <a:pt x="358938" y="60402"/>
                </a:lnTo>
                <a:lnTo>
                  <a:pt x="359244" y="60157"/>
                </a:lnTo>
                <a:lnTo>
                  <a:pt x="359555" y="59918"/>
                </a:lnTo>
                <a:lnTo>
                  <a:pt x="359869" y="59686"/>
                </a:lnTo>
                <a:lnTo>
                  <a:pt x="360187" y="59460"/>
                </a:lnTo>
                <a:lnTo>
                  <a:pt x="360509" y="59240"/>
                </a:lnTo>
                <a:lnTo>
                  <a:pt x="360834" y="59026"/>
                </a:lnTo>
                <a:lnTo>
                  <a:pt x="361164" y="58819"/>
                </a:lnTo>
                <a:lnTo>
                  <a:pt x="361497" y="58618"/>
                </a:lnTo>
                <a:lnTo>
                  <a:pt x="361834" y="58423"/>
                </a:lnTo>
                <a:lnTo>
                  <a:pt x="362173" y="58232"/>
                </a:lnTo>
                <a:lnTo>
                  <a:pt x="362517" y="58047"/>
                </a:lnTo>
                <a:lnTo>
                  <a:pt x="362863" y="57866"/>
                </a:lnTo>
                <a:lnTo>
                  <a:pt x="363212" y="57690"/>
                </a:lnTo>
                <a:lnTo>
                  <a:pt x="363565" y="57519"/>
                </a:lnTo>
                <a:lnTo>
                  <a:pt x="363921" y="57353"/>
                </a:lnTo>
                <a:lnTo>
                  <a:pt x="364279" y="57191"/>
                </a:lnTo>
                <a:lnTo>
                  <a:pt x="364642" y="57035"/>
                </a:lnTo>
                <a:lnTo>
                  <a:pt x="365007" y="56883"/>
                </a:lnTo>
                <a:lnTo>
                  <a:pt x="365375" y="56736"/>
                </a:lnTo>
                <a:lnTo>
                  <a:pt x="365747" y="56594"/>
                </a:lnTo>
                <a:lnTo>
                  <a:pt x="366122" y="56457"/>
                </a:lnTo>
                <a:lnTo>
                  <a:pt x="366500" y="56324"/>
                </a:lnTo>
                <a:lnTo>
                  <a:pt x="366881" y="56197"/>
                </a:lnTo>
                <a:lnTo>
                  <a:pt x="367265" y="56074"/>
                </a:lnTo>
                <a:lnTo>
                  <a:pt x="367653" y="55957"/>
                </a:lnTo>
                <a:lnTo>
                  <a:pt x="368043" y="55844"/>
                </a:lnTo>
                <a:lnTo>
                  <a:pt x="368437" y="55736"/>
                </a:lnTo>
                <a:lnTo>
                  <a:pt x="368834" y="55632"/>
                </a:lnTo>
                <a:lnTo>
                  <a:pt x="369234" y="55534"/>
                </a:lnTo>
                <a:lnTo>
                  <a:pt x="369638" y="55440"/>
                </a:lnTo>
                <a:lnTo>
                  <a:pt x="370044" y="55352"/>
                </a:lnTo>
                <a:lnTo>
                  <a:pt x="370454" y="55268"/>
                </a:lnTo>
                <a:lnTo>
                  <a:pt x="370866" y="55188"/>
                </a:lnTo>
                <a:lnTo>
                  <a:pt x="371280" y="55112"/>
                </a:lnTo>
                <a:lnTo>
                  <a:pt x="371695" y="55039"/>
                </a:lnTo>
                <a:lnTo>
                  <a:pt x="372112" y="54969"/>
                </a:lnTo>
                <a:lnTo>
                  <a:pt x="372530" y="54903"/>
                </a:lnTo>
                <a:lnTo>
                  <a:pt x="372950" y="54841"/>
                </a:lnTo>
                <a:lnTo>
                  <a:pt x="373372" y="54781"/>
                </a:lnTo>
                <a:lnTo>
                  <a:pt x="373795" y="54725"/>
                </a:lnTo>
                <a:lnTo>
                  <a:pt x="374220" y="54673"/>
                </a:lnTo>
                <a:lnTo>
                  <a:pt x="374646" y="54623"/>
                </a:lnTo>
                <a:lnTo>
                  <a:pt x="375074" y="54578"/>
                </a:lnTo>
                <a:lnTo>
                  <a:pt x="375504" y="54535"/>
                </a:lnTo>
                <a:lnTo>
                  <a:pt x="375935" y="54496"/>
                </a:lnTo>
                <a:lnTo>
                  <a:pt x="376368" y="54461"/>
                </a:lnTo>
                <a:lnTo>
                  <a:pt x="376802" y="54428"/>
                </a:lnTo>
                <a:lnTo>
                  <a:pt x="377238" y="54400"/>
                </a:lnTo>
                <a:lnTo>
                  <a:pt x="377675" y="54374"/>
                </a:lnTo>
                <a:lnTo>
                  <a:pt x="378114" y="54352"/>
                </a:lnTo>
                <a:lnTo>
                  <a:pt x="378555" y="54333"/>
                </a:lnTo>
                <a:lnTo>
                  <a:pt x="378997" y="54318"/>
                </a:lnTo>
                <a:lnTo>
                  <a:pt x="379441" y="54306"/>
                </a:lnTo>
                <a:lnTo>
                  <a:pt x="379887" y="54298"/>
                </a:lnTo>
                <a:lnTo>
                  <a:pt x="380334" y="54293"/>
                </a:lnTo>
                <a:lnTo>
                  <a:pt x="380782" y="54291"/>
                </a:lnTo>
                <a:lnTo>
                  <a:pt x="383067" y="54291"/>
                </a:lnTo>
                <a:lnTo>
                  <a:pt x="383067" y="33909"/>
                </a:lnTo>
                <a:lnTo>
                  <a:pt x="381239" y="33909"/>
                </a:lnTo>
                <a:lnTo>
                  <a:pt x="380422" y="33917"/>
                </a:lnTo>
                <a:lnTo>
                  <a:pt x="379614" y="33939"/>
                </a:lnTo>
                <a:lnTo>
                  <a:pt x="378817" y="33976"/>
                </a:lnTo>
                <a:lnTo>
                  <a:pt x="378030" y="34028"/>
                </a:lnTo>
                <a:lnTo>
                  <a:pt x="377253" y="34096"/>
                </a:lnTo>
                <a:lnTo>
                  <a:pt x="376486" y="34178"/>
                </a:lnTo>
                <a:lnTo>
                  <a:pt x="375730" y="34275"/>
                </a:lnTo>
                <a:lnTo>
                  <a:pt x="374983" y="34386"/>
                </a:lnTo>
                <a:lnTo>
                  <a:pt x="374247" y="34513"/>
                </a:lnTo>
                <a:lnTo>
                  <a:pt x="373521" y="34655"/>
                </a:lnTo>
                <a:lnTo>
                  <a:pt x="372805" y="34811"/>
                </a:lnTo>
                <a:lnTo>
                  <a:pt x="372099" y="34983"/>
                </a:lnTo>
                <a:lnTo>
                  <a:pt x="371404" y="35169"/>
                </a:lnTo>
                <a:lnTo>
                  <a:pt x="370718" y="35371"/>
                </a:lnTo>
                <a:lnTo>
                  <a:pt x="370043" y="35587"/>
                </a:lnTo>
                <a:lnTo>
                  <a:pt x="369378" y="35818"/>
                </a:lnTo>
                <a:lnTo>
                  <a:pt x="368722" y="36064"/>
                </a:lnTo>
                <a:lnTo>
                  <a:pt x="368078" y="36325"/>
                </a:lnTo>
                <a:lnTo>
                  <a:pt x="367443" y="36601"/>
                </a:lnTo>
                <a:lnTo>
                  <a:pt x="366818" y="36892"/>
                </a:lnTo>
                <a:lnTo>
                  <a:pt x="366204" y="37198"/>
                </a:lnTo>
                <a:lnTo>
                  <a:pt x="365600" y="37519"/>
                </a:lnTo>
                <a:lnTo>
                  <a:pt x="365006" y="37854"/>
                </a:lnTo>
                <a:lnTo>
                  <a:pt x="364422" y="38205"/>
                </a:lnTo>
                <a:lnTo>
                  <a:pt x="363849" y="38569"/>
                </a:lnTo>
                <a:lnTo>
                  <a:pt x="363288" y="38947"/>
                </a:lnTo>
                <a:lnTo>
                  <a:pt x="362739" y="39337"/>
                </a:lnTo>
                <a:lnTo>
                  <a:pt x="362203" y="39741"/>
                </a:lnTo>
                <a:lnTo>
                  <a:pt x="361678" y="40157"/>
                </a:lnTo>
                <a:lnTo>
                  <a:pt x="361166" y="40587"/>
                </a:lnTo>
                <a:lnTo>
                  <a:pt x="360665" y="41029"/>
                </a:lnTo>
                <a:lnTo>
                  <a:pt x="360177" y="41485"/>
                </a:lnTo>
                <a:lnTo>
                  <a:pt x="359700" y="41954"/>
                </a:lnTo>
                <a:lnTo>
                  <a:pt x="359236" y="42435"/>
                </a:lnTo>
                <a:lnTo>
                  <a:pt x="358784" y="42930"/>
                </a:lnTo>
                <a:lnTo>
                  <a:pt x="358344" y="43437"/>
                </a:lnTo>
                <a:lnTo>
                  <a:pt x="357915" y="43958"/>
                </a:lnTo>
                <a:lnTo>
                  <a:pt x="357499" y="44492"/>
                </a:lnTo>
                <a:lnTo>
                  <a:pt x="357095" y="45038"/>
                </a:lnTo>
                <a:lnTo>
                  <a:pt x="356704" y="45598"/>
                </a:lnTo>
                <a:lnTo>
                  <a:pt x="356324" y="46171"/>
                </a:lnTo>
                <a:lnTo>
                  <a:pt x="355956" y="46756"/>
                </a:lnTo>
                <a:lnTo>
                  <a:pt x="355600" y="47355"/>
                </a:lnTo>
                <a:lnTo>
                  <a:pt x="355256" y="47967"/>
                </a:lnTo>
                <a:lnTo>
                  <a:pt x="354925" y="48591"/>
                </a:lnTo>
                <a:lnTo>
                  <a:pt x="354605" y="49229"/>
                </a:lnTo>
                <a:lnTo>
                  <a:pt x="354298" y="49880"/>
                </a:lnTo>
                <a:lnTo>
                  <a:pt x="354002" y="50544"/>
                </a:lnTo>
                <a:lnTo>
                  <a:pt x="353545" y="35280"/>
                </a:lnTo>
                <a:lnTo>
                  <a:pt x="330330" y="35280"/>
                </a:lnTo>
                <a:lnTo>
                  <a:pt x="330330" y="125582"/>
                </a:lnTo>
                <a:lnTo>
                  <a:pt x="354551" y="125582"/>
                </a:lnTo>
                <a:lnTo>
                  <a:pt x="354551" y="65179"/>
                </a:lnTo>
                <a:lnTo>
                  <a:pt x="354796" y="64833"/>
                </a:lnTo>
                <a:lnTo>
                  <a:pt x="355046" y="64494"/>
                </a:lnTo>
                <a:close/>
                <a:moveTo>
                  <a:pt x="269158" y="127076"/>
                </a:moveTo>
                <a:lnTo>
                  <a:pt x="270245" y="126991"/>
                </a:lnTo>
                <a:lnTo>
                  <a:pt x="271320" y="126887"/>
                </a:lnTo>
                <a:lnTo>
                  <a:pt x="272384" y="126764"/>
                </a:lnTo>
                <a:lnTo>
                  <a:pt x="273434" y="126621"/>
                </a:lnTo>
                <a:lnTo>
                  <a:pt x="274473" y="126460"/>
                </a:lnTo>
                <a:lnTo>
                  <a:pt x="275499" y="126280"/>
                </a:lnTo>
                <a:lnTo>
                  <a:pt x="276514" y="126082"/>
                </a:lnTo>
                <a:lnTo>
                  <a:pt x="277516" y="125864"/>
                </a:lnTo>
                <a:lnTo>
                  <a:pt x="278505" y="125627"/>
                </a:lnTo>
                <a:lnTo>
                  <a:pt x="279483" y="125371"/>
                </a:lnTo>
                <a:lnTo>
                  <a:pt x="280448" y="125097"/>
                </a:lnTo>
                <a:lnTo>
                  <a:pt x="281401" y="124803"/>
                </a:lnTo>
                <a:lnTo>
                  <a:pt x="282342" y="124490"/>
                </a:lnTo>
                <a:lnTo>
                  <a:pt x="283271" y="124159"/>
                </a:lnTo>
                <a:lnTo>
                  <a:pt x="284187" y="123809"/>
                </a:lnTo>
                <a:lnTo>
                  <a:pt x="285092" y="123439"/>
                </a:lnTo>
                <a:lnTo>
                  <a:pt x="285984" y="123051"/>
                </a:lnTo>
                <a:lnTo>
                  <a:pt x="286863" y="122644"/>
                </a:lnTo>
                <a:lnTo>
                  <a:pt x="287731" y="122217"/>
                </a:lnTo>
                <a:lnTo>
                  <a:pt x="288586" y="121772"/>
                </a:lnTo>
                <a:lnTo>
                  <a:pt x="289428" y="121309"/>
                </a:lnTo>
                <a:lnTo>
                  <a:pt x="290253" y="120828"/>
                </a:lnTo>
                <a:lnTo>
                  <a:pt x="291063" y="120331"/>
                </a:lnTo>
                <a:lnTo>
                  <a:pt x="291858" y="119817"/>
                </a:lnTo>
                <a:lnTo>
                  <a:pt x="292636" y="119285"/>
                </a:lnTo>
                <a:lnTo>
                  <a:pt x="293399" y="118737"/>
                </a:lnTo>
                <a:lnTo>
                  <a:pt x="294146" y="118172"/>
                </a:lnTo>
                <a:lnTo>
                  <a:pt x="294878" y="117589"/>
                </a:lnTo>
                <a:lnTo>
                  <a:pt x="295593" y="116990"/>
                </a:lnTo>
                <a:lnTo>
                  <a:pt x="296293" y="116373"/>
                </a:lnTo>
                <a:lnTo>
                  <a:pt x="296978" y="115740"/>
                </a:lnTo>
                <a:lnTo>
                  <a:pt x="297646" y="115089"/>
                </a:lnTo>
                <a:lnTo>
                  <a:pt x="298299" y="114422"/>
                </a:lnTo>
                <a:lnTo>
                  <a:pt x="298936" y="113737"/>
                </a:lnTo>
                <a:lnTo>
                  <a:pt x="299558" y="113036"/>
                </a:lnTo>
                <a:lnTo>
                  <a:pt x="300164" y="112317"/>
                </a:lnTo>
                <a:lnTo>
                  <a:pt x="300754" y="111582"/>
                </a:lnTo>
                <a:lnTo>
                  <a:pt x="301328" y="110829"/>
                </a:lnTo>
                <a:lnTo>
                  <a:pt x="301887" y="110060"/>
                </a:lnTo>
                <a:lnTo>
                  <a:pt x="302430" y="109273"/>
                </a:lnTo>
                <a:lnTo>
                  <a:pt x="302957" y="108470"/>
                </a:lnTo>
                <a:lnTo>
                  <a:pt x="303468" y="107649"/>
                </a:lnTo>
                <a:lnTo>
                  <a:pt x="303964" y="106812"/>
                </a:lnTo>
                <a:lnTo>
                  <a:pt x="304444" y="105957"/>
                </a:lnTo>
                <a:lnTo>
                  <a:pt x="304906" y="105086"/>
                </a:lnTo>
                <a:lnTo>
                  <a:pt x="305349" y="104201"/>
                </a:lnTo>
                <a:lnTo>
                  <a:pt x="305772" y="103299"/>
                </a:lnTo>
                <a:lnTo>
                  <a:pt x="306176" y="102383"/>
                </a:lnTo>
                <a:lnTo>
                  <a:pt x="306559" y="101452"/>
                </a:lnTo>
                <a:lnTo>
                  <a:pt x="306923" y="100506"/>
                </a:lnTo>
                <a:lnTo>
                  <a:pt x="307268" y="99544"/>
                </a:lnTo>
                <a:lnTo>
                  <a:pt x="307592" y="98568"/>
                </a:lnTo>
                <a:lnTo>
                  <a:pt x="307897" y="97576"/>
                </a:lnTo>
                <a:lnTo>
                  <a:pt x="308183" y="96570"/>
                </a:lnTo>
                <a:lnTo>
                  <a:pt x="308448" y="95548"/>
                </a:lnTo>
                <a:lnTo>
                  <a:pt x="308694" y="94511"/>
                </a:lnTo>
                <a:lnTo>
                  <a:pt x="308920" y="93459"/>
                </a:lnTo>
                <a:lnTo>
                  <a:pt x="309127" y="92392"/>
                </a:lnTo>
                <a:lnTo>
                  <a:pt x="309314" y="91310"/>
                </a:lnTo>
                <a:lnTo>
                  <a:pt x="309481" y="90213"/>
                </a:lnTo>
                <a:lnTo>
                  <a:pt x="309629" y="89100"/>
                </a:lnTo>
                <a:lnTo>
                  <a:pt x="309757" y="87973"/>
                </a:lnTo>
                <a:lnTo>
                  <a:pt x="309865" y="86830"/>
                </a:lnTo>
                <a:lnTo>
                  <a:pt x="309953" y="85673"/>
                </a:lnTo>
                <a:lnTo>
                  <a:pt x="310022" y="84500"/>
                </a:lnTo>
                <a:lnTo>
                  <a:pt x="310071" y="83312"/>
                </a:lnTo>
                <a:lnTo>
                  <a:pt x="310101" y="82109"/>
                </a:lnTo>
                <a:lnTo>
                  <a:pt x="310111" y="80891"/>
                </a:lnTo>
                <a:lnTo>
                  <a:pt x="310101" y="79650"/>
                </a:lnTo>
                <a:lnTo>
                  <a:pt x="310071" y="78425"/>
                </a:lnTo>
                <a:lnTo>
                  <a:pt x="310022" y="77216"/>
                </a:lnTo>
                <a:lnTo>
                  <a:pt x="309953" y="76022"/>
                </a:lnTo>
                <a:lnTo>
                  <a:pt x="309865" y="74844"/>
                </a:lnTo>
                <a:lnTo>
                  <a:pt x="309757" y="73681"/>
                </a:lnTo>
                <a:lnTo>
                  <a:pt x="309629" y="72534"/>
                </a:lnTo>
                <a:lnTo>
                  <a:pt x="309481" y="71402"/>
                </a:lnTo>
                <a:lnTo>
                  <a:pt x="309314" y="70286"/>
                </a:lnTo>
                <a:lnTo>
                  <a:pt x="309127" y="69186"/>
                </a:lnTo>
                <a:lnTo>
                  <a:pt x="308920" y="68101"/>
                </a:lnTo>
                <a:lnTo>
                  <a:pt x="308694" y="67031"/>
                </a:lnTo>
                <a:lnTo>
                  <a:pt x="308448" y="65977"/>
                </a:lnTo>
                <a:lnTo>
                  <a:pt x="308183" y="64939"/>
                </a:lnTo>
                <a:lnTo>
                  <a:pt x="307897" y="63917"/>
                </a:lnTo>
                <a:lnTo>
                  <a:pt x="307592" y="62910"/>
                </a:lnTo>
                <a:lnTo>
                  <a:pt x="307268" y="61918"/>
                </a:lnTo>
                <a:lnTo>
                  <a:pt x="306923" y="60942"/>
                </a:lnTo>
                <a:lnTo>
                  <a:pt x="306559" y="59982"/>
                </a:lnTo>
                <a:lnTo>
                  <a:pt x="306176" y="59037"/>
                </a:lnTo>
                <a:lnTo>
                  <a:pt x="305772" y="58108"/>
                </a:lnTo>
                <a:lnTo>
                  <a:pt x="305349" y="57194"/>
                </a:lnTo>
                <a:lnTo>
                  <a:pt x="304906" y="56296"/>
                </a:lnTo>
                <a:lnTo>
                  <a:pt x="304444" y="55414"/>
                </a:lnTo>
                <a:lnTo>
                  <a:pt x="303964" y="54547"/>
                </a:lnTo>
                <a:lnTo>
                  <a:pt x="303468" y="53698"/>
                </a:lnTo>
                <a:lnTo>
                  <a:pt x="302957" y="52867"/>
                </a:lnTo>
                <a:lnTo>
                  <a:pt x="302430" y="52053"/>
                </a:lnTo>
                <a:lnTo>
                  <a:pt x="301887" y="51256"/>
                </a:lnTo>
                <a:lnTo>
                  <a:pt x="301328" y="50476"/>
                </a:lnTo>
                <a:lnTo>
                  <a:pt x="300754" y="49714"/>
                </a:lnTo>
                <a:lnTo>
                  <a:pt x="300164" y="48969"/>
                </a:lnTo>
                <a:lnTo>
                  <a:pt x="299558" y="48242"/>
                </a:lnTo>
                <a:lnTo>
                  <a:pt x="298936" y="47532"/>
                </a:lnTo>
                <a:lnTo>
                  <a:pt x="298299" y="46839"/>
                </a:lnTo>
                <a:lnTo>
                  <a:pt x="297646" y="46164"/>
                </a:lnTo>
                <a:lnTo>
                  <a:pt x="296978" y="45506"/>
                </a:lnTo>
                <a:lnTo>
                  <a:pt x="296293" y="44865"/>
                </a:lnTo>
                <a:lnTo>
                  <a:pt x="295593" y="44242"/>
                </a:lnTo>
                <a:lnTo>
                  <a:pt x="294878" y="43636"/>
                </a:lnTo>
                <a:lnTo>
                  <a:pt x="294146" y="43047"/>
                </a:lnTo>
                <a:lnTo>
                  <a:pt x="293399" y="42476"/>
                </a:lnTo>
                <a:lnTo>
                  <a:pt x="292636" y="41922"/>
                </a:lnTo>
                <a:lnTo>
                  <a:pt x="291858" y="41386"/>
                </a:lnTo>
                <a:lnTo>
                  <a:pt x="291063" y="40866"/>
                </a:lnTo>
                <a:lnTo>
                  <a:pt x="290253" y="40365"/>
                </a:lnTo>
                <a:lnTo>
                  <a:pt x="289428" y="39880"/>
                </a:lnTo>
                <a:lnTo>
                  <a:pt x="288586" y="39413"/>
                </a:lnTo>
                <a:lnTo>
                  <a:pt x="287731" y="38964"/>
                </a:lnTo>
                <a:lnTo>
                  <a:pt x="286863" y="38534"/>
                </a:lnTo>
                <a:lnTo>
                  <a:pt x="285984" y="38123"/>
                </a:lnTo>
                <a:lnTo>
                  <a:pt x="285092" y="37731"/>
                </a:lnTo>
                <a:lnTo>
                  <a:pt x="284187" y="37359"/>
                </a:lnTo>
                <a:lnTo>
                  <a:pt x="283271" y="37005"/>
                </a:lnTo>
                <a:lnTo>
                  <a:pt x="282342" y="36671"/>
                </a:lnTo>
                <a:lnTo>
                  <a:pt x="281401" y="36355"/>
                </a:lnTo>
                <a:lnTo>
                  <a:pt x="280448" y="36059"/>
                </a:lnTo>
                <a:lnTo>
                  <a:pt x="279483" y="35782"/>
                </a:lnTo>
                <a:lnTo>
                  <a:pt x="278505" y="35524"/>
                </a:lnTo>
                <a:lnTo>
                  <a:pt x="277516" y="35285"/>
                </a:lnTo>
                <a:lnTo>
                  <a:pt x="276514" y="35065"/>
                </a:lnTo>
                <a:lnTo>
                  <a:pt x="275499" y="34865"/>
                </a:lnTo>
                <a:lnTo>
                  <a:pt x="274473" y="34683"/>
                </a:lnTo>
                <a:lnTo>
                  <a:pt x="273434" y="34521"/>
                </a:lnTo>
                <a:lnTo>
                  <a:pt x="272384" y="34377"/>
                </a:lnTo>
                <a:lnTo>
                  <a:pt x="271320" y="34253"/>
                </a:lnTo>
                <a:lnTo>
                  <a:pt x="270245" y="34148"/>
                </a:lnTo>
                <a:lnTo>
                  <a:pt x="269158" y="34062"/>
                </a:lnTo>
                <a:lnTo>
                  <a:pt x="268058" y="33995"/>
                </a:lnTo>
                <a:lnTo>
                  <a:pt x="266946" y="33947"/>
                </a:lnTo>
                <a:lnTo>
                  <a:pt x="265822" y="33919"/>
                </a:lnTo>
                <a:lnTo>
                  <a:pt x="264685" y="33909"/>
                </a:lnTo>
                <a:lnTo>
                  <a:pt x="263564" y="33919"/>
                </a:lnTo>
                <a:lnTo>
                  <a:pt x="262454" y="33947"/>
                </a:lnTo>
                <a:lnTo>
                  <a:pt x="261356" y="33995"/>
                </a:lnTo>
                <a:lnTo>
                  <a:pt x="260269" y="34062"/>
                </a:lnTo>
                <a:lnTo>
                  <a:pt x="259194" y="34148"/>
                </a:lnTo>
                <a:lnTo>
                  <a:pt x="258130" y="34253"/>
                </a:lnTo>
                <a:lnTo>
                  <a:pt x="257078" y="34377"/>
                </a:lnTo>
                <a:lnTo>
                  <a:pt x="256038" y="34521"/>
                </a:lnTo>
                <a:lnTo>
                  <a:pt x="255009" y="34683"/>
                </a:lnTo>
                <a:lnTo>
                  <a:pt x="253992" y="34865"/>
                </a:lnTo>
                <a:lnTo>
                  <a:pt x="252986" y="35065"/>
                </a:lnTo>
                <a:lnTo>
                  <a:pt x="251992" y="35285"/>
                </a:lnTo>
                <a:lnTo>
                  <a:pt x="251010" y="35524"/>
                </a:lnTo>
                <a:lnTo>
                  <a:pt x="250039" y="35782"/>
                </a:lnTo>
                <a:lnTo>
                  <a:pt x="249080" y="36059"/>
                </a:lnTo>
                <a:lnTo>
                  <a:pt x="248132" y="36355"/>
                </a:lnTo>
                <a:lnTo>
                  <a:pt x="247196" y="36671"/>
                </a:lnTo>
                <a:lnTo>
                  <a:pt x="246271" y="37005"/>
                </a:lnTo>
                <a:lnTo>
                  <a:pt x="245358" y="37359"/>
                </a:lnTo>
                <a:lnTo>
                  <a:pt x="244457" y="37731"/>
                </a:lnTo>
                <a:lnTo>
                  <a:pt x="243567" y="38123"/>
                </a:lnTo>
                <a:lnTo>
                  <a:pt x="242689" y="38534"/>
                </a:lnTo>
                <a:lnTo>
                  <a:pt x="241822" y="38964"/>
                </a:lnTo>
                <a:lnTo>
                  <a:pt x="240967" y="39413"/>
                </a:lnTo>
                <a:lnTo>
                  <a:pt x="240126" y="39880"/>
                </a:lnTo>
                <a:lnTo>
                  <a:pt x="239301" y="40365"/>
                </a:lnTo>
                <a:lnTo>
                  <a:pt x="238492" y="40866"/>
                </a:lnTo>
                <a:lnTo>
                  <a:pt x="237699" y="41386"/>
                </a:lnTo>
                <a:lnTo>
                  <a:pt x="236921" y="41922"/>
                </a:lnTo>
                <a:lnTo>
                  <a:pt x="236160" y="42476"/>
                </a:lnTo>
                <a:lnTo>
                  <a:pt x="235415" y="43047"/>
                </a:lnTo>
                <a:lnTo>
                  <a:pt x="234686" y="43636"/>
                </a:lnTo>
                <a:lnTo>
                  <a:pt x="233973" y="44242"/>
                </a:lnTo>
                <a:lnTo>
                  <a:pt x="233276" y="44865"/>
                </a:lnTo>
                <a:lnTo>
                  <a:pt x="232595" y="45506"/>
                </a:lnTo>
                <a:lnTo>
                  <a:pt x="231930" y="46164"/>
                </a:lnTo>
                <a:lnTo>
                  <a:pt x="231281" y="46839"/>
                </a:lnTo>
                <a:lnTo>
                  <a:pt x="230648" y="47532"/>
                </a:lnTo>
                <a:lnTo>
                  <a:pt x="230032" y="48242"/>
                </a:lnTo>
                <a:lnTo>
                  <a:pt x="229431" y="48969"/>
                </a:lnTo>
                <a:lnTo>
                  <a:pt x="228846" y="49714"/>
                </a:lnTo>
                <a:lnTo>
                  <a:pt x="228277" y="50476"/>
                </a:lnTo>
                <a:lnTo>
                  <a:pt x="227724" y="51256"/>
                </a:lnTo>
                <a:lnTo>
                  <a:pt x="227188" y="52053"/>
                </a:lnTo>
                <a:lnTo>
                  <a:pt x="226667" y="52867"/>
                </a:lnTo>
                <a:lnTo>
                  <a:pt x="226162" y="53698"/>
                </a:lnTo>
                <a:lnTo>
                  <a:pt x="225674" y="54547"/>
                </a:lnTo>
                <a:lnTo>
                  <a:pt x="225201" y="55414"/>
                </a:lnTo>
                <a:lnTo>
                  <a:pt x="224746" y="56296"/>
                </a:lnTo>
                <a:lnTo>
                  <a:pt x="224311" y="57194"/>
                </a:lnTo>
                <a:lnTo>
                  <a:pt x="223894" y="58108"/>
                </a:lnTo>
                <a:lnTo>
                  <a:pt x="223497" y="59037"/>
                </a:lnTo>
                <a:lnTo>
                  <a:pt x="223120" y="59982"/>
                </a:lnTo>
                <a:lnTo>
                  <a:pt x="222762" y="60942"/>
                </a:lnTo>
                <a:lnTo>
                  <a:pt x="222423" y="61918"/>
                </a:lnTo>
                <a:lnTo>
                  <a:pt x="222104" y="62910"/>
                </a:lnTo>
                <a:lnTo>
                  <a:pt x="221804" y="63917"/>
                </a:lnTo>
                <a:lnTo>
                  <a:pt x="221523" y="64939"/>
                </a:lnTo>
                <a:lnTo>
                  <a:pt x="221262" y="65977"/>
                </a:lnTo>
                <a:lnTo>
                  <a:pt x="221020" y="67031"/>
                </a:lnTo>
                <a:lnTo>
                  <a:pt x="220797" y="68101"/>
                </a:lnTo>
                <a:lnTo>
                  <a:pt x="220594" y="69186"/>
                </a:lnTo>
                <a:lnTo>
                  <a:pt x="220410" y="70286"/>
                </a:lnTo>
                <a:lnTo>
                  <a:pt x="220245" y="71402"/>
                </a:lnTo>
                <a:lnTo>
                  <a:pt x="220100" y="72534"/>
                </a:lnTo>
                <a:lnTo>
                  <a:pt x="219974" y="73681"/>
                </a:lnTo>
                <a:lnTo>
                  <a:pt x="219868" y="74844"/>
                </a:lnTo>
                <a:lnTo>
                  <a:pt x="219781" y="76022"/>
                </a:lnTo>
                <a:lnTo>
                  <a:pt x="219713" y="77216"/>
                </a:lnTo>
                <a:lnTo>
                  <a:pt x="219664" y="78425"/>
                </a:lnTo>
                <a:lnTo>
                  <a:pt x="219635" y="79650"/>
                </a:lnTo>
                <a:lnTo>
                  <a:pt x="219626" y="80891"/>
                </a:lnTo>
                <a:lnTo>
                  <a:pt x="219635" y="82109"/>
                </a:lnTo>
                <a:lnTo>
                  <a:pt x="219664" y="83312"/>
                </a:lnTo>
                <a:lnTo>
                  <a:pt x="219713" y="84500"/>
                </a:lnTo>
                <a:lnTo>
                  <a:pt x="219781" y="85673"/>
                </a:lnTo>
                <a:lnTo>
                  <a:pt x="219868" y="86830"/>
                </a:lnTo>
                <a:lnTo>
                  <a:pt x="219974" y="87973"/>
                </a:lnTo>
                <a:lnTo>
                  <a:pt x="220100" y="89100"/>
                </a:lnTo>
                <a:lnTo>
                  <a:pt x="220245" y="90213"/>
                </a:lnTo>
                <a:lnTo>
                  <a:pt x="220410" y="91310"/>
                </a:lnTo>
                <a:lnTo>
                  <a:pt x="220594" y="92392"/>
                </a:lnTo>
                <a:lnTo>
                  <a:pt x="220797" y="93459"/>
                </a:lnTo>
                <a:lnTo>
                  <a:pt x="221020" y="94511"/>
                </a:lnTo>
                <a:lnTo>
                  <a:pt x="221262" y="95548"/>
                </a:lnTo>
                <a:lnTo>
                  <a:pt x="221523" y="96570"/>
                </a:lnTo>
                <a:lnTo>
                  <a:pt x="221804" y="97576"/>
                </a:lnTo>
                <a:lnTo>
                  <a:pt x="222104" y="98568"/>
                </a:lnTo>
                <a:lnTo>
                  <a:pt x="222423" y="99544"/>
                </a:lnTo>
                <a:lnTo>
                  <a:pt x="222762" y="100506"/>
                </a:lnTo>
                <a:lnTo>
                  <a:pt x="223120" y="101452"/>
                </a:lnTo>
                <a:lnTo>
                  <a:pt x="223497" y="102383"/>
                </a:lnTo>
                <a:lnTo>
                  <a:pt x="223894" y="103299"/>
                </a:lnTo>
                <a:lnTo>
                  <a:pt x="224311" y="104201"/>
                </a:lnTo>
                <a:lnTo>
                  <a:pt x="224746" y="105086"/>
                </a:lnTo>
                <a:lnTo>
                  <a:pt x="225201" y="105957"/>
                </a:lnTo>
                <a:lnTo>
                  <a:pt x="225674" y="106812"/>
                </a:lnTo>
                <a:lnTo>
                  <a:pt x="226162" y="107649"/>
                </a:lnTo>
                <a:lnTo>
                  <a:pt x="226667" y="108470"/>
                </a:lnTo>
                <a:lnTo>
                  <a:pt x="227188" y="109273"/>
                </a:lnTo>
                <a:lnTo>
                  <a:pt x="227724" y="110060"/>
                </a:lnTo>
                <a:lnTo>
                  <a:pt x="228277" y="110829"/>
                </a:lnTo>
                <a:lnTo>
                  <a:pt x="228846" y="111582"/>
                </a:lnTo>
                <a:lnTo>
                  <a:pt x="229431" y="112317"/>
                </a:lnTo>
                <a:lnTo>
                  <a:pt x="230032" y="113036"/>
                </a:lnTo>
                <a:lnTo>
                  <a:pt x="230648" y="113737"/>
                </a:lnTo>
                <a:lnTo>
                  <a:pt x="231281" y="114422"/>
                </a:lnTo>
                <a:lnTo>
                  <a:pt x="231930" y="115089"/>
                </a:lnTo>
                <a:lnTo>
                  <a:pt x="232595" y="115740"/>
                </a:lnTo>
                <a:lnTo>
                  <a:pt x="233276" y="116373"/>
                </a:lnTo>
                <a:lnTo>
                  <a:pt x="233973" y="116990"/>
                </a:lnTo>
                <a:lnTo>
                  <a:pt x="234686" y="117589"/>
                </a:lnTo>
                <a:lnTo>
                  <a:pt x="235415" y="118172"/>
                </a:lnTo>
                <a:lnTo>
                  <a:pt x="236160" y="118737"/>
                </a:lnTo>
                <a:lnTo>
                  <a:pt x="236921" y="119285"/>
                </a:lnTo>
                <a:lnTo>
                  <a:pt x="237699" y="119817"/>
                </a:lnTo>
                <a:lnTo>
                  <a:pt x="238492" y="120331"/>
                </a:lnTo>
                <a:lnTo>
                  <a:pt x="239301" y="120828"/>
                </a:lnTo>
                <a:lnTo>
                  <a:pt x="240126" y="121309"/>
                </a:lnTo>
                <a:lnTo>
                  <a:pt x="240967" y="121772"/>
                </a:lnTo>
                <a:lnTo>
                  <a:pt x="241822" y="122217"/>
                </a:lnTo>
                <a:lnTo>
                  <a:pt x="242689" y="122644"/>
                </a:lnTo>
                <a:lnTo>
                  <a:pt x="243567" y="123051"/>
                </a:lnTo>
                <a:lnTo>
                  <a:pt x="244457" y="123439"/>
                </a:lnTo>
                <a:lnTo>
                  <a:pt x="245358" y="123809"/>
                </a:lnTo>
                <a:lnTo>
                  <a:pt x="246271" y="124159"/>
                </a:lnTo>
                <a:lnTo>
                  <a:pt x="247196" y="124490"/>
                </a:lnTo>
                <a:lnTo>
                  <a:pt x="248132" y="124803"/>
                </a:lnTo>
                <a:lnTo>
                  <a:pt x="249080" y="125097"/>
                </a:lnTo>
                <a:lnTo>
                  <a:pt x="250039" y="125371"/>
                </a:lnTo>
                <a:lnTo>
                  <a:pt x="251010" y="125627"/>
                </a:lnTo>
                <a:lnTo>
                  <a:pt x="251992" y="125864"/>
                </a:lnTo>
                <a:lnTo>
                  <a:pt x="252986" y="126082"/>
                </a:lnTo>
                <a:lnTo>
                  <a:pt x="253992" y="126280"/>
                </a:lnTo>
                <a:lnTo>
                  <a:pt x="255009" y="126460"/>
                </a:lnTo>
                <a:lnTo>
                  <a:pt x="256038" y="126621"/>
                </a:lnTo>
                <a:lnTo>
                  <a:pt x="257078" y="126764"/>
                </a:lnTo>
                <a:lnTo>
                  <a:pt x="258130" y="126887"/>
                </a:lnTo>
                <a:lnTo>
                  <a:pt x="259194" y="126991"/>
                </a:lnTo>
                <a:lnTo>
                  <a:pt x="260269" y="127076"/>
                </a:lnTo>
                <a:lnTo>
                  <a:pt x="261356" y="127142"/>
                </a:lnTo>
                <a:lnTo>
                  <a:pt x="262454" y="127190"/>
                </a:lnTo>
                <a:lnTo>
                  <a:pt x="263564" y="127218"/>
                </a:lnTo>
                <a:lnTo>
                  <a:pt x="264685" y="127228"/>
                </a:lnTo>
                <a:lnTo>
                  <a:pt x="265822" y="127218"/>
                </a:lnTo>
                <a:lnTo>
                  <a:pt x="266946" y="127190"/>
                </a:lnTo>
                <a:lnTo>
                  <a:pt x="268058" y="127142"/>
                </a:lnTo>
                <a:lnTo>
                  <a:pt x="269158" y="127076"/>
                </a:lnTo>
                <a:close/>
                <a:moveTo>
                  <a:pt x="262188" y="108660"/>
                </a:moveTo>
                <a:lnTo>
                  <a:pt x="261593" y="108601"/>
                </a:lnTo>
                <a:lnTo>
                  <a:pt x="261010" y="108529"/>
                </a:lnTo>
                <a:lnTo>
                  <a:pt x="260437" y="108444"/>
                </a:lnTo>
                <a:lnTo>
                  <a:pt x="259877" y="108345"/>
                </a:lnTo>
                <a:lnTo>
                  <a:pt x="259328" y="108234"/>
                </a:lnTo>
                <a:lnTo>
                  <a:pt x="258791" y="108109"/>
                </a:lnTo>
                <a:lnTo>
                  <a:pt x="258265" y="107972"/>
                </a:lnTo>
                <a:lnTo>
                  <a:pt x="257751" y="107821"/>
                </a:lnTo>
                <a:lnTo>
                  <a:pt x="257248" y="107657"/>
                </a:lnTo>
                <a:lnTo>
                  <a:pt x="256757" y="107480"/>
                </a:lnTo>
                <a:lnTo>
                  <a:pt x="256277" y="107290"/>
                </a:lnTo>
                <a:lnTo>
                  <a:pt x="255810" y="107087"/>
                </a:lnTo>
                <a:lnTo>
                  <a:pt x="255353" y="106870"/>
                </a:lnTo>
                <a:lnTo>
                  <a:pt x="254909" y="106641"/>
                </a:lnTo>
                <a:lnTo>
                  <a:pt x="254476" y="106398"/>
                </a:lnTo>
                <a:lnTo>
                  <a:pt x="254054" y="106143"/>
                </a:lnTo>
                <a:lnTo>
                  <a:pt x="253644" y="105874"/>
                </a:lnTo>
                <a:lnTo>
                  <a:pt x="253246" y="105592"/>
                </a:lnTo>
                <a:lnTo>
                  <a:pt x="252859" y="105297"/>
                </a:lnTo>
                <a:lnTo>
                  <a:pt x="252484" y="104989"/>
                </a:lnTo>
                <a:lnTo>
                  <a:pt x="252119" y="104670"/>
                </a:lnTo>
                <a:lnTo>
                  <a:pt x="251763" y="104342"/>
                </a:lnTo>
                <a:lnTo>
                  <a:pt x="251416" y="104005"/>
                </a:lnTo>
                <a:lnTo>
                  <a:pt x="251078" y="103659"/>
                </a:lnTo>
                <a:lnTo>
                  <a:pt x="250750" y="103305"/>
                </a:lnTo>
                <a:lnTo>
                  <a:pt x="250430" y="102941"/>
                </a:lnTo>
                <a:lnTo>
                  <a:pt x="250119" y="102568"/>
                </a:lnTo>
                <a:lnTo>
                  <a:pt x="249818" y="102187"/>
                </a:lnTo>
                <a:lnTo>
                  <a:pt x="249525" y="101797"/>
                </a:lnTo>
                <a:lnTo>
                  <a:pt x="249242" y="101398"/>
                </a:lnTo>
                <a:lnTo>
                  <a:pt x="248967" y="100990"/>
                </a:lnTo>
                <a:lnTo>
                  <a:pt x="248702" y="100573"/>
                </a:lnTo>
                <a:lnTo>
                  <a:pt x="248446" y="100147"/>
                </a:lnTo>
                <a:lnTo>
                  <a:pt x="248198" y="99712"/>
                </a:lnTo>
                <a:lnTo>
                  <a:pt x="247960" y="99268"/>
                </a:lnTo>
                <a:lnTo>
                  <a:pt x="247731" y="98816"/>
                </a:lnTo>
                <a:lnTo>
                  <a:pt x="247511" y="98354"/>
                </a:lnTo>
                <a:lnTo>
                  <a:pt x="247300" y="97884"/>
                </a:lnTo>
                <a:lnTo>
                  <a:pt x="247098" y="97405"/>
                </a:lnTo>
                <a:lnTo>
                  <a:pt x="246905" y="96917"/>
                </a:lnTo>
                <a:lnTo>
                  <a:pt x="246721" y="96420"/>
                </a:lnTo>
                <a:lnTo>
                  <a:pt x="246546" y="95914"/>
                </a:lnTo>
                <a:lnTo>
                  <a:pt x="246380" y="95399"/>
                </a:lnTo>
                <a:lnTo>
                  <a:pt x="246223" y="94875"/>
                </a:lnTo>
                <a:lnTo>
                  <a:pt x="246074" y="94345"/>
                </a:lnTo>
                <a:lnTo>
                  <a:pt x="245931" y="93810"/>
                </a:lnTo>
                <a:lnTo>
                  <a:pt x="245794" y="93270"/>
                </a:lnTo>
                <a:lnTo>
                  <a:pt x="245664" y="92726"/>
                </a:lnTo>
                <a:lnTo>
                  <a:pt x="245541" y="92178"/>
                </a:lnTo>
                <a:lnTo>
                  <a:pt x="245423" y="91625"/>
                </a:lnTo>
                <a:lnTo>
                  <a:pt x="245312" y="91067"/>
                </a:lnTo>
                <a:lnTo>
                  <a:pt x="245207" y="90505"/>
                </a:lnTo>
                <a:lnTo>
                  <a:pt x="245109" y="89938"/>
                </a:lnTo>
                <a:lnTo>
                  <a:pt x="245017" y="89367"/>
                </a:lnTo>
                <a:lnTo>
                  <a:pt x="244931" y="88791"/>
                </a:lnTo>
                <a:lnTo>
                  <a:pt x="244852" y="88211"/>
                </a:lnTo>
                <a:lnTo>
                  <a:pt x="244779" y="87626"/>
                </a:lnTo>
                <a:lnTo>
                  <a:pt x="244712" y="87037"/>
                </a:lnTo>
                <a:lnTo>
                  <a:pt x="244652" y="86443"/>
                </a:lnTo>
                <a:lnTo>
                  <a:pt x="244598" y="85844"/>
                </a:lnTo>
                <a:lnTo>
                  <a:pt x="244550" y="85241"/>
                </a:lnTo>
                <a:lnTo>
                  <a:pt x="244509" y="84634"/>
                </a:lnTo>
                <a:lnTo>
                  <a:pt x="244474" y="84022"/>
                </a:lnTo>
                <a:lnTo>
                  <a:pt x="244446" y="83405"/>
                </a:lnTo>
                <a:lnTo>
                  <a:pt x="244423" y="82784"/>
                </a:lnTo>
                <a:lnTo>
                  <a:pt x="244408" y="82159"/>
                </a:lnTo>
                <a:lnTo>
                  <a:pt x="244398" y="81529"/>
                </a:lnTo>
                <a:lnTo>
                  <a:pt x="244395" y="80894"/>
                </a:lnTo>
                <a:lnTo>
                  <a:pt x="244398" y="80244"/>
                </a:lnTo>
                <a:lnTo>
                  <a:pt x="244408" y="79598"/>
                </a:lnTo>
                <a:lnTo>
                  <a:pt x="244423" y="78958"/>
                </a:lnTo>
                <a:lnTo>
                  <a:pt x="244446" y="78322"/>
                </a:lnTo>
                <a:lnTo>
                  <a:pt x="244474" y="77691"/>
                </a:lnTo>
                <a:lnTo>
                  <a:pt x="244509" y="77066"/>
                </a:lnTo>
                <a:lnTo>
                  <a:pt x="244550" y="76444"/>
                </a:lnTo>
                <a:lnTo>
                  <a:pt x="244598" y="75828"/>
                </a:lnTo>
                <a:lnTo>
                  <a:pt x="244652" y="75217"/>
                </a:lnTo>
                <a:lnTo>
                  <a:pt x="244712" y="74610"/>
                </a:lnTo>
                <a:lnTo>
                  <a:pt x="244779" y="74009"/>
                </a:lnTo>
                <a:lnTo>
                  <a:pt x="244852" y="73412"/>
                </a:lnTo>
                <a:lnTo>
                  <a:pt x="244931" y="72820"/>
                </a:lnTo>
                <a:lnTo>
                  <a:pt x="245017" y="72233"/>
                </a:lnTo>
                <a:lnTo>
                  <a:pt x="245109" y="71651"/>
                </a:lnTo>
                <a:lnTo>
                  <a:pt x="245207" y="71074"/>
                </a:lnTo>
                <a:lnTo>
                  <a:pt x="245312" y="70501"/>
                </a:lnTo>
                <a:lnTo>
                  <a:pt x="245423" y="69934"/>
                </a:lnTo>
                <a:lnTo>
                  <a:pt x="245541" y="69371"/>
                </a:lnTo>
                <a:lnTo>
                  <a:pt x="245664" y="68813"/>
                </a:lnTo>
                <a:lnTo>
                  <a:pt x="245794" y="68260"/>
                </a:lnTo>
                <a:lnTo>
                  <a:pt x="245931" y="67712"/>
                </a:lnTo>
                <a:lnTo>
                  <a:pt x="246074" y="67168"/>
                </a:lnTo>
                <a:lnTo>
                  <a:pt x="246223" y="66630"/>
                </a:lnTo>
                <a:lnTo>
                  <a:pt x="246380" y="66098"/>
                </a:lnTo>
                <a:lnTo>
                  <a:pt x="246546" y="65576"/>
                </a:lnTo>
                <a:lnTo>
                  <a:pt x="246721" y="65063"/>
                </a:lnTo>
                <a:lnTo>
                  <a:pt x="246905" y="64558"/>
                </a:lnTo>
                <a:lnTo>
                  <a:pt x="247098" y="64063"/>
                </a:lnTo>
                <a:lnTo>
                  <a:pt x="247300" y="63577"/>
                </a:lnTo>
                <a:lnTo>
                  <a:pt x="247511" y="63100"/>
                </a:lnTo>
                <a:lnTo>
                  <a:pt x="247731" y="62632"/>
                </a:lnTo>
                <a:lnTo>
                  <a:pt x="247960" y="62173"/>
                </a:lnTo>
                <a:lnTo>
                  <a:pt x="248198" y="61723"/>
                </a:lnTo>
                <a:lnTo>
                  <a:pt x="248446" y="61282"/>
                </a:lnTo>
                <a:lnTo>
                  <a:pt x="248702" y="60850"/>
                </a:lnTo>
                <a:lnTo>
                  <a:pt x="248967" y="60428"/>
                </a:lnTo>
                <a:lnTo>
                  <a:pt x="249242" y="60014"/>
                </a:lnTo>
                <a:lnTo>
                  <a:pt x="249525" y="59609"/>
                </a:lnTo>
                <a:lnTo>
                  <a:pt x="249818" y="59214"/>
                </a:lnTo>
                <a:lnTo>
                  <a:pt x="250119" y="58827"/>
                </a:lnTo>
                <a:lnTo>
                  <a:pt x="250430" y="58450"/>
                </a:lnTo>
                <a:lnTo>
                  <a:pt x="250750" y="58082"/>
                </a:lnTo>
                <a:lnTo>
                  <a:pt x="251078" y="57723"/>
                </a:lnTo>
                <a:lnTo>
                  <a:pt x="251416" y="57372"/>
                </a:lnTo>
                <a:lnTo>
                  <a:pt x="251763" y="57031"/>
                </a:lnTo>
                <a:lnTo>
                  <a:pt x="252119" y="56699"/>
                </a:lnTo>
                <a:lnTo>
                  <a:pt x="252484" y="56376"/>
                </a:lnTo>
                <a:lnTo>
                  <a:pt x="252859" y="56064"/>
                </a:lnTo>
                <a:lnTo>
                  <a:pt x="253246" y="55766"/>
                </a:lnTo>
                <a:lnTo>
                  <a:pt x="253644" y="55480"/>
                </a:lnTo>
                <a:lnTo>
                  <a:pt x="254054" y="55208"/>
                </a:lnTo>
                <a:lnTo>
                  <a:pt x="254476" y="54950"/>
                </a:lnTo>
                <a:lnTo>
                  <a:pt x="254909" y="54704"/>
                </a:lnTo>
                <a:lnTo>
                  <a:pt x="255353" y="54472"/>
                </a:lnTo>
                <a:lnTo>
                  <a:pt x="255810" y="54253"/>
                </a:lnTo>
                <a:lnTo>
                  <a:pt x="256277" y="54047"/>
                </a:lnTo>
                <a:lnTo>
                  <a:pt x="256757" y="53855"/>
                </a:lnTo>
                <a:lnTo>
                  <a:pt x="257248" y="53676"/>
                </a:lnTo>
                <a:lnTo>
                  <a:pt x="257751" y="53510"/>
                </a:lnTo>
                <a:lnTo>
                  <a:pt x="258265" y="53357"/>
                </a:lnTo>
                <a:lnTo>
                  <a:pt x="258791" y="53218"/>
                </a:lnTo>
                <a:lnTo>
                  <a:pt x="259328" y="53092"/>
                </a:lnTo>
                <a:lnTo>
                  <a:pt x="259877" y="52979"/>
                </a:lnTo>
                <a:lnTo>
                  <a:pt x="260437" y="52880"/>
                </a:lnTo>
                <a:lnTo>
                  <a:pt x="261010" y="52793"/>
                </a:lnTo>
                <a:lnTo>
                  <a:pt x="261593" y="52720"/>
                </a:lnTo>
                <a:lnTo>
                  <a:pt x="262188" y="52661"/>
                </a:lnTo>
                <a:lnTo>
                  <a:pt x="262795" y="52614"/>
                </a:lnTo>
                <a:lnTo>
                  <a:pt x="263414" y="52581"/>
                </a:lnTo>
                <a:lnTo>
                  <a:pt x="264044" y="52561"/>
                </a:lnTo>
                <a:lnTo>
                  <a:pt x="264685" y="52555"/>
                </a:lnTo>
                <a:lnTo>
                  <a:pt x="265342" y="52561"/>
                </a:lnTo>
                <a:lnTo>
                  <a:pt x="265987" y="52581"/>
                </a:lnTo>
                <a:lnTo>
                  <a:pt x="266620" y="52614"/>
                </a:lnTo>
                <a:lnTo>
                  <a:pt x="267241" y="52661"/>
                </a:lnTo>
                <a:lnTo>
                  <a:pt x="267850" y="52720"/>
                </a:lnTo>
                <a:lnTo>
                  <a:pt x="268447" y="52793"/>
                </a:lnTo>
                <a:lnTo>
                  <a:pt x="269032" y="52880"/>
                </a:lnTo>
                <a:lnTo>
                  <a:pt x="269606" y="52979"/>
                </a:lnTo>
                <a:lnTo>
                  <a:pt x="270167" y="53092"/>
                </a:lnTo>
                <a:lnTo>
                  <a:pt x="270717" y="53218"/>
                </a:lnTo>
                <a:lnTo>
                  <a:pt x="271255" y="53357"/>
                </a:lnTo>
                <a:lnTo>
                  <a:pt x="271780" y="53510"/>
                </a:lnTo>
                <a:lnTo>
                  <a:pt x="272294" y="53676"/>
                </a:lnTo>
                <a:lnTo>
                  <a:pt x="272796" y="53855"/>
                </a:lnTo>
                <a:lnTo>
                  <a:pt x="273286" y="54047"/>
                </a:lnTo>
                <a:lnTo>
                  <a:pt x="273764" y="54253"/>
                </a:lnTo>
                <a:lnTo>
                  <a:pt x="274231" y="54472"/>
                </a:lnTo>
                <a:lnTo>
                  <a:pt x="274685" y="54704"/>
                </a:lnTo>
                <a:lnTo>
                  <a:pt x="275128" y="54950"/>
                </a:lnTo>
                <a:lnTo>
                  <a:pt x="275558" y="55208"/>
                </a:lnTo>
                <a:lnTo>
                  <a:pt x="275977" y="55480"/>
                </a:lnTo>
                <a:lnTo>
                  <a:pt x="276384" y="55766"/>
                </a:lnTo>
                <a:lnTo>
                  <a:pt x="276778" y="56064"/>
                </a:lnTo>
                <a:lnTo>
                  <a:pt x="277161" y="56376"/>
                </a:lnTo>
                <a:lnTo>
                  <a:pt x="277534" y="56699"/>
                </a:lnTo>
                <a:lnTo>
                  <a:pt x="277897" y="57031"/>
                </a:lnTo>
                <a:lnTo>
                  <a:pt x="278251" y="57372"/>
                </a:lnTo>
                <a:lnTo>
                  <a:pt x="278596" y="57723"/>
                </a:lnTo>
                <a:lnTo>
                  <a:pt x="278932" y="58082"/>
                </a:lnTo>
                <a:lnTo>
                  <a:pt x="279258" y="58450"/>
                </a:lnTo>
                <a:lnTo>
                  <a:pt x="279575" y="58827"/>
                </a:lnTo>
                <a:lnTo>
                  <a:pt x="279883" y="59214"/>
                </a:lnTo>
                <a:lnTo>
                  <a:pt x="280182" y="59609"/>
                </a:lnTo>
                <a:lnTo>
                  <a:pt x="280471" y="60014"/>
                </a:lnTo>
                <a:lnTo>
                  <a:pt x="280752" y="60428"/>
                </a:lnTo>
                <a:lnTo>
                  <a:pt x="281023" y="60850"/>
                </a:lnTo>
                <a:lnTo>
                  <a:pt x="281285" y="61282"/>
                </a:lnTo>
                <a:lnTo>
                  <a:pt x="281538" y="61723"/>
                </a:lnTo>
                <a:lnTo>
                  <a:pt x="281781" y="62173"/>
                </a:lnTo>
                <a:lnTo>
                  <a:pt x="282016" y="62632"/>
                </a:lnTo>
                <a:lnTo>
                  <a:pt x="282241" y="63100"/>
                </a:lnTo>
                <a:lnTo>
                  <a:pt x="282457" y="63577"/>
                </a:lnTo>
                <a:lnTo>
                  <a:pt x="282664" y="64063"/>
                </a:lnTo>
                <a:lnTo>
                  <a:pt x="282861" y="64558"/>
                </a:lnTo>
                <a:lnTo>
                  <a:pt x="283050" y="65063"/>
                </a:lnTo>
                <a:lnTo>
                  <a:pt x="283229" y="65576"/>
                </a:lnTo>
                <a:lnTo>
                  <a:pt x="283399" y="66098"/>
                </a:lnTo>
                <a:lnTo>
                  <a:pt x="283559" y="66630"/>
                </a:lnTo>
                <a:lnTo>
                  <a:pt x="283712" y="67168"/>
                </a:lnTo>
                <a:lnTo>
                  <a:pt x="283859" y="67712"/>
                </a:lnTo>
                <a:lnTo>
                  <a:pt x="283999" y="68260"/>
                </a:lnTo>
                <a:lnTo>
                  <a:pt x="284132" y="68813"/>
                </a:lnTo>
                <a:lnTo>
                  <a:pt x="284259" y="69371"/>
                </a:lnTo>
                <a:lnTo>
                  <a:pt x="284379" y="69934"/>
                </a:lnTo>
                <a:lnTo>
                  <a:pt x="284493" y="70501"/>
                </a:lnTo>
                <a:lnTo>
                  <a:pt x="284600" y="71074"/>
                </a:lnTo>
                <a:lnTo>
                  <a:pt x="284701" y="71651"/>
                </a:lnTo>
                <a:lnTo>
                  <a:pt x="284796" y="72233"/>
                </a:lnTo>
                <a:lnTo>
                  <a:pt x="284883" y="72820"/>
                </a:lnTo>
                <a:lnTo>
                  <a:pt x="284965" y="73412"/>
                </a:lnTo>
                <a:lnTo>
                  <a:pt x="285039" y="74009"/>
                </a:lnTo>
                <a:lnTo>
                  <a:pt x="285108" y="74610"/>
                </a:lnTo>
                <a:lnTo>
                  <a:pt x="285170" y="75217"/>
                </a:lnTo>
                <a:lnTo>
                  <a:pt x="285225" y="75828"/>
                </a:lnTo>
                <a:lnTo>
                  <a:pt x="285274" y="76444"/>
                </a:lnTo>
                <a:lnTo>
                  <a:pt x="285316" y="77066"/>
                </a:lnTo>
                <a:lnTo>
                  <a:pt x="285352" y="77691"/>
                </a:lnTo>
                <a:lnTo>
                  <a:pt x="285381" y="78322"/>
                </a:lnTo>
                <a:lnTo>
                  <a:pt x="285404" y="78958"/>
                </a:lnTo>
                <a:lnTo>
                  <a:pt x="285420" y="79598"/>
                </a:lnTo>
                <a:lnTo>
                  <a:pt x="285430" y="80244"/>
                </a:lnTo>
                <a:lnTo>
                  <a:pt x="285433" y="80894"/>
                </a:lnTo>
                <a:lnTo>
                  <a:pt x="285430" y="81529"/>
                </a:lnTo>
                <a:lnTo>
                  <a:pt x="285420" y="82159"/>
                </a:lnTo>
                <a:lnTo>
                  <a:pt x="285404" y="82784"/>
                </a:lnTo>
                <a:lnTo>
                  <a:pt x="285381" y="83405"/>
                </a:lnTo>
                <a:lnTo>
                  <a:pt x="285352" y="84022"/>
                </a:lnTo>
                <a:lnTo>
                  <a:pt x="285316" y="84634"/>
                </a:lnTo>
                <a:lnTo>
                  <a:pt x="285274" y="85241"/>
                </a:lnTo>
                <a:lnTo>
                  <a:pt x="285225" y="85844"/>
                </a:lnTo>
                <a:lnTo>
                  <a:pt x="285170" y="86443"/>
                </a:lnTo>
                <a:lnTo>
                  <a:pt x="285108" y="87037"/>
                </a:lnTo>
                <a:lnTo>
                  <a:pt x="285039" y="87626"/>
                </a:lnTo>
                <a:lnTo>
                  <a:pt x="284965" y="88211"/>
                </a:lnTo>
                <a:lnTo>
                  <a:pt x="284883" y="88791"/>
                </a:lnTo>
                <a:lnTo>
                  <a:pt x="284796" y="89367"/>
                </a:lnTo>
                <a:lnTo>
                  <a:pt x="284701" y="89938"/>
                </a:lnTo>
                <a:lnTo>
                  <a:pt x="284600" y="90505"/>
                </a:lnTo>
                <a:lnTo>
                  <a:pt x="284493" y="91067"/>
                </a:lnTo>
                <a:lnTo>
                  <a:pt x="284379" y="91625"/>
                </a:lnTo>
                <a:lnTo>
                  <a:pt x="284259" y="92178"/>
                </a:lnTo>
                <a:lnTo>
                  <a:pt x="284132" y="92726"/>
                </a:lnTo>
                <a:lnTo>
                  <a:pt x="283999" y="93270"/>
                </a:lnTo>
                <a:lnTo>
                  <a:pt x="283859" y="93810"/>
                </a:lnTo>
                <a:lnTo>
                  <a:pt x="283712" y="94345"/>
                </a:lnTo>
                <a:lnTo>
                  <a:pt x="283559" y="94875"/>
                </a:lnTo>
                <a:lnTo>
                  <a:pt x="283399" y="95399"/>
                </a:lnTo>
                <a:lnTo>
                  <a:pt x="283229" y="95914"/>
                </a:lnTo>
                <a:lnTo>
                  <a:pt x="283050" y="96420"/>
                </a:lnTo>
                <a:lnTo>
                  <a:pt x="282861" y="96917"/>
                </a:lnTo>
                <a:lnTo>
                  <a:pt x="282664" y="97405"/>
                </a:lnTo>
                <a:lnTo>
                  <a:pt x="282457" y="97884"/>
                </a:lnTo>
                <a:lnTo>
                  <a:pt x="282241" y="98354"/>
                </a:lnTo>
                <a:lnTo>
                  <a:pt x="282016" y="98816"/>
                </a:lnTo>
                <a:lnTo>
                  <a:pt x="281781" y="99268"/>
                </a:lnTo>
                <a:lnTo>
                  <a:pt x="281538" y="99712"/>
                </a:lnTo>
                <a:lnTo>
                  <a:pt x="281285" y="100147"/>
                </a:lnTo>
                <a:lnTo>
                  <a:pt x="281023" y="100573"/>
                </a:lnTo>
                <a:lnTo>
                  <a:pt x="280752" y="100990"/>
                </a:lnTo>
                <a:lnTo>
                  <a:pt x="280471" y="101398"/>
                </a:lnTo>
                <a:lnTo>
                  <a:pt x="280182" y="101797"/>
                </a:lnTo>
                <a:lnTo>
                  <a:pt x="279883" y="102187"/>
                </a:lnTo>
                <a:lnTo>
                  <a:pt x="279575" y="102568"/>
                </a:lnTo>
                <a:lnTo>
                  <a:pt x="279258" y="102941"/>
                </a:lnTo>
                <a:lnTo>
                  <a:pt x="278932" y="103305"/>
                </a:lnTo>
                <a:lnTo>
                  <a:pt x="278596" y="103659"/>
                </a:lnTo>
                <a:lnTo>
                  <a:pt x="278251" y="104005"/>
                </a:lnTo>
                <a:lnTo>
                  <a:pt x="277897" y="104342"/>
                </a:lnTo>
                <a:lnTo>
                  <a:pt x="277534" y="104670"/>
                </a:lnTo>
                <a:lnTo>
                  <a:pt x="277161" y="104989"/>
                </a:lnTo>
                <a:lnTo>
                  <a:pt x="276778" y="105297"/>
                </a:lnTo>
                <a:lnTo>
                  <a:pt x="276384" y="105592"/>
                </a:lnTo>
                <a:lnTo>
                  <a:pt x="275977" y="105874"/>
                </a:lnTo>
                <a:lnTo>
                  <a:pt x="275558" y="106143"/>
                </a:lnTo>
                <a:lnTo>
                  <a:pt x="275128" y="106398"/>
                </a:lnTo>
                <a:lnTo>
                  <a:pt x="274685" y="106641"/>
                </a:lnTo>
                <a:lnTo>
                  <a:pt x="274231" y="106870"/>
                </a:lnTo>
                <a:lnTo>
                  <a:pt x="273764" y="107087"/>
                </a:lnTo>
                <a:lnTo>
                  <a:pt x="273286" y="107290"/>
                </a:lnTo>
                <a:lnTo>
                  <a:pt x="272796" y="107480"/>
                </a:lnTo>
                <a:lnTo>
                  <a:pt x="272294" y="107657"/>
                </a:lnTo>
                <a:lnTo>
                  <a:pt x="271780" y="107821"/>
                </a:lnTo>
                <a:lnTo>
                  <a:pt x="271255" y="107972"/>
                </a:lnTo>
                <a:lnTo>
                  <a:pt x="270717" y="108109"/>
                </a:lnTo>
                <a:lnTo>
                  <a:pt x="270167" y="108234"/>
                </a:lnTo>
                <a:lnTo>
                  <a:pt x="269606" y="108345"/>
                </a:lnTo>
                <a:lnTo>
                  <a:pt x="269032" y="108444"/>
                </a:lnTo>
                <a:lnTo>
                  <a:pt x="268447" y="108529"/>
                </a:lnTo>
                <a:lnTo>
                  <a:pt x="267850" y="108601"/>
                </a:lnTo>
                <a:lnTo>
                  <a:pt x="267241" y="108660"/>
                </a:lnTo>
                <a:lnTo>
                  <a:pt x="266620" y="108706"/>
                </a:lnTo>
                <a:lnTo>
                  <a:pt x="265987" y="108739"/>
                </a:lnTo>
                <a:lnTo>
                  <a:pt x="265342" y="108758"/>
                </a:lnTo>
                <a:lnTo>
                  <a:pt x="264685" y="108765"/>
                </a:lnTo>
                <a:lnTo>
                  <a:pt x="264044" y="108758"/>
                </a:lnTo>
                <a:lnTo>
                  <a:pt x="263414" y="108739"/>
                </a:lnTo>
                <a:lnTo>
                  <a:pt x="262795" y="108706"/>
                </a:lnTo>
                <a:lnTo>
                  <a:pt x="262188" y="108660"/>
                </a:lnTo>
                <a:close/>
                <a:moveTo>
                  <a:pt x="751420" y="23528"/>
                </a:moveTo>
                <a:lnTo>
                  <a:pt x="751937" y="23487"/>
                </a:lnTo>
                <a:lnTo>
                  <a:pt x="752444" y="23434"/>
                </a:lnTo>
                <a:lnTo>
                  <a:pt x="752940" y="23370"/>
                </a:lnTo>
                <a:lnTo>
                  <a:pt x="753425" y="23293"/>
                </a:lnTo>
                <a:lnTo>
                  <a:pt x="753898" y="23205"/>
                </a:lnTo>
                <a:lnTo>
                  <a:pt x="754361" y="23105"/>
                </a:lnTo>
                <a:lnTo>
                  <a:pt x="754813" y="22994"/>
                </a:lnTo>
                <a:lnTo>
                  <a:pt x="755254" y="22871"/>
                </a:lnTo>
                <a:lnTo>
                  <a:pt x="755685" y="22736"/>
                </a:lnTo>
                <a:lnTo>
                  <a:pt x="756104" y="22589"/>
                </a:lnTo>
                <a:lnTo>
                  <a:pt x="756512" y="22430"/>
                </a:lnTo>
                <a:lnTo>
                  <a:pt x="756909" y="22260"/>
                </a:lnTo>
                <a:lnTo>
                  <a:pt x="757295" y="22078"/>
                </a:lnTo>
                <a:lnTo>
                  <a:pt x="757671" y="21884"/>
                </a:lnTo>
                <a:lnTo>
                  <a:pt x="758035" y="21679"/>
                </a:lnTo>
                <a:lnTo>
                  <a:pt x="758389" y="21461"/>
                </a:lnTo>
                <a:lnTo>
                  <a:pt x="758731" y="21233"/>
                </a:lnTo>
                <a:lnTo>
                  <a:pt x="759063" y="20992"/>
                </a:lnTo>
                <a:lnTo>
                  <a:pt x="759383" y="20739"/>
                </a:lnTo>
                <a:lnTo>
                  <a:pt x="759693" y="20475"/>
                </a:lnTo>
                <a:lnTo>
                  <a:pt x="759992" y="20199"/>
                </a:lnTo>
                <a:lnTo>
                  <a:pt x="760279" y="19915"/>
                </a:lnTo>
                <a:lnTo>
                  <a:pt x="760554" y="19624"/>
                </a:lnTo>
                <a:lnTo>
                  <a:pt x="760817" y="19328"/>
                </a:lnTo>
                <a:lnTo>
                  <a:pt x="761067" y="19026"/>
                </a:lnTo>
                <a:lnTo>
                  <a:pt x="761305" y="18719"/>
                </a:lnTo>
                <a:lnTo>
                  <a:pt x="761531" y="18406"/>
                </a:lnTo>
                <a:lnTo>
                  <a:pt x="761745" y="18087"/>
                </a:lnTo>
                <a:lnTo>
                  <a:pt x="761947" y="17762"/>
                </a:lnTo>
                <a:lnTo>
                  <a:pt x="762136" y="17432"/>
                </a:lnTo>
                <a:lnTo>
                  <a:pt x="762313" y="17095"/>
                </a:lnTo>
                <a:lnTo>
                  <a:pt x="762478" y="16754"/>
                </a:lnTo>
                <a:lnTo>
                  <a:pt x="762631" y="16406"/>
                </a:lnTo>
                <a:lnTo>
                  <a:pt x="762771" y="16053"/>
                </a:lnTo>
                <a:lnTo>
                  <a:pt x="762900" y="15694"/>
                </a:lnTo>
                <a:lnTo>
                  <a:pt x="763016" y="15329"/>
                </a:lnTo>
                <a:lnTo>
                  <a:pt x="763120" y="14959"/>
                </a:lnTo>
                <a:lnTo>
                  <a:pt x="763211" y="14583"/>
                </a:lnTo>
                <a:lnTo>
                  <a:pt x="763291" y="14201"/>
                </a:lnTo>
                <a:lnTo>
                  <a:pt x="763358" y="13814"/>
                </a:lnTo>
                <a:lnTo>
                  <a:pt x="763413" y="13420"/>
                </a:lnTo>
                <a:lnTo>
                  <a:pt x="763456" y="13022"/>
                </a:lnTo>
                <a:lnTo>
                  <a:pt x="763486" y="12617"/>
                </a:lnTo>
                <a:lnTo>
                  <a:pt x="763505" y="12207"/>
                </a:lnTo>
                <a:lnTo>
                  <a:pt x="763511" y="11790"/>
                </a:lnTo>
                <a:lnTo>
                  <a:pt x="763505" y="11367"/>
                </a:lnTo>
                <a:lnTo>
                  <a:pt x="763486" y="10950"/>
                </a:lnTo>
                <a:lnTo>
                  <a:pt x="763456" y="10539"/>
                </a:lnTo>
                <a:lnTo>
                  <a:pt x="763413" y="10134"/>
                </a:lnTo>
                <a:lnTo>
                  <a:pt x="763358" y="9735"/>
                </a:lnTo>
                <a:lnTo>
                  <a:pt x="763291" y="9343"/>
                </a:lnTo>
                <a:lnTo>
                  <a:pt x="763211" y="8956"/>
                </a:lnTo>
                <a:lnTo>
                  <a:pt x="763120" y="8576"/>
                </a:lnTo>
                <a:lnTo>
                  <a:pt x="763016" y="8202"/>
                </a:lnTo>
                <a:lnTo>
                  <a:pt x="762900" y="7835"/>
                </a:lnTo>
                <a:lnTo>
                  <a:pt x="762771" y="7473"/>
                </a:lnTo>
                <a:lnTo>
                  <a:pt x="762631" y="7118"/>
                </a:lnTo>
                <a:lnTo>
                  <a:pt x="762478" y="6769"/>
                </a:lnTo>
                <a:lnTo>
                  <a:pt x="762313" y="6426"/>
                </a:lnTo>
                <a:lnTo>
                  <a:pt x="762136" y="6089"/>
                </a:lnTo>
                <a:lnTo>
                  <a:pt x="761947" y="5758"/>
                </a:lnTo>
                <a:lnTo>
                  <a:pt x="761745" y="5434"/>
                </a:lnTo>
                <a:lnTo>
                  <a:pt x="761531" y="5115"/>
                </a:lnTo>
                <a:lnTo>
                  <a:pt x="761305" y="4803"/>
                </a:lnTo>
                <a:lnTo>
                  <a:pt x="761067" y="4498"/>
                </a:lnTo>
                <a:lnTo>
                  <a:pt x="760817" y="4198"/>
                </a:lnTo>
                <a:lnTo>
                  <a:pt x="760554" y="3904"/>
                </a:lnTo>
                <a:lnTo>
                  <a:pt x="760279" y="3617"/>
                </a:lnTo>
                <a:lnTo>
                  <a:pt x="759992" y="3336"/>
                </a:lnTo>
                <a:lnTo>
                  <a:pt x="759693" y="3064"/>
                </a:lnTo>
                <a:lnTo>
                  <a:pt x="759383" y="2803"/>
                </a:lnTo>
                <a:lnTo>
                  <a:pt x="759063" y="2554"/>
                </a:lnTo>
                <a:lnTo>
                  <a:pt x="758731" y="2317"/>
                </a:lnTo>
                <a:lnTo>
                  <a:pt x="758389" y="2091"/>
                </a:lnTo>
                <a:lnTo>
                  <a:pt x="758035" y="1877"/>
                </a:lnTo>
                <a:lnTo>
                  <a:pt x="757671" y="1674"/>
                </a:lnTo>
                <a:lnTo>
                  <a:pt x="757295" y="1483"/>
                </a:lnTo>
                <a:lnTo>
                  <a:pt x="756909" y="1303"/>
                </a:lnTo>
                <a:lnTo>
                  <a:pt x="756512" y="1135"/>
                </a:lnTo>
                <a:lnTo>
                  <a:pt x="756104" y="979"/>
                </a:lnTo>
                <a:lnTo>
                  <a:pt x="755685" y="834"/>
                </a:lnTo>
                <a:lnTo>
                  <a:pt x="755254" y="701"/>
                </a:lnTo>
                <a:lnTo>
                  <a:pt x="754813" y="579"/>
                </a:lnTo>
                <a:lnTo>
                  <a:pt x="754361" y="469"/>
                </a:lnTo>
                <a:lnTo>
                  <a:pt x="753898" y="371"/>
                </a:lnTo>
                <a:lnTo>
                  <a:pt x="753425" y="284"/>
                </a:lnTo>
                <a:lnTo>
                  <a:pt x="752940" y="209"/>
                </a:lnTo>
                <a:lnTo>
                  <a:pt x="752444" y="145"/>
                </a:lnTo>
                <a:lnTo>
                  <a:pt x="751937" y="93"/>
                </a:lnTo>
                <a:lnTo>
                  <a:pt x="751420" y="52"/>
                </a:lnTo>
                <a:lnTo>
                  <a:pt x="750891" y="23"/>
                </a:lnTo>
                <a:lnTo>
                  <a:pt x="750351" y="6"/>
                </a:lnTo>
                <a:lnTo>
                  <a:pt x="749801" y="0"/>
                </a:lnTo>
                <a:lnTo>
                  <a:pt x="749250" y="6"/>
                </a:lnTo>
                <a:lnTo>
                  <a:pt x="748711" y="23"/>
                </a:lnTo>
                <a:lnTo>
                  <a:pt x="748182" y="52"/>
                </a:lnTo>
                <a:lnTo>
                  <a:pt x="747664" y="93"/>
                </a:lnTo>
                <a:lnTo>
                  <a:pt x="747158" y="145"/>
                </a:lnTo>
                <a:lnTo>
                  <a:pt x="746662" y="209"/>
                </a:lnTo>
                <a:lnTo>
                  <a:pt x="746177" y="284"/>
                </a:lnTo>
                <a:lnTo>
                  <a:pt x="745703" y="371"/>
                </a:lnTo>
                <a:lnTo>
                  <a:pt x="745240" y="469"/>
                </a:lnTo>
                <a:lnTo>
                  <a:pt x="744788" y="579"/>
                </a:lnTo>
                <a:lnTo>
                  <a:pt x="744347" y="701"/>
                </a:lnTo>
                <a:lnTo>
                  <a:pt x="743917" y="834"/>
                </a:lnTo>
                <a:lnTo>
                  <a:pt x="743498" y="979"/>
                </a:lnTo>
                <a:lnTo>
                  <a:pt x="743090" y="1135"/>
                </a:lnTo>
                <a:lnTo>
                  <a:pt x="742692" y="1303"/>
                </a:lnTo>
                <a:lnTo>
                  <a:pt x="742306" y="1483"/>
                </a:lnTo>
                <a:lnTo>
                  <a:pt x="741931" y="1674"/>
                </a:lnTo>
                <a:lnTo>
                  <a:pt x="741566" y="1877"/>
                </a:lnTo>
                <a:lnTo>
                  <a:pt x="741213" y="2091"/>
                </a:lnTo>
                <a:lnTo>
                  <a:pt x="740870" y="2317"/>
                </a:lnTo>
                <a:lnTo>
                  <a:pt x="740539" y="2554"/>
                </a:lnTo>
                <a:lnTo>
                  <a:pt x="740218" y="2803"/>
                </a:lnTo>
                <a:lnTo>
                  <a:pt x="739908" y="3064"/>
                </a:lnTo>
                <a:lnTo>
                  <a:pt x="739610" y="3336"/>
                </a:lnTo>
                <a:lnTo>
                  <a:pt x="739323" y="3617"/>
                </a:lnTo>
                <a:lnTo>
                  <a:pt x="739048" y="3904"/>
                </a:lnTo>
                <a:lnTo>
                  <a:pt x="738785" y="4198"/>
                </a:lnTo>
                <a:lnTo>
                  <a:pt x="738535" y="4498"/>
                </a:lnTo>
                <a:lnTo>
                  <a:pt x="738296" y="4803"/>
                </a:lnTo>
                <a:lnTo>
                  <a:pt x="738070" y="5115"/>
                </a:lnTo>
                <a:lnTo>
                  <a:pt x="737856" y="5434"/>
                </a:lnTo>
                <a:lnTo>
                  <a:pt x="737655" y="5758"/>
                </a:lnTo>
                <a:lnTo>
                  <a:pt x="737465" y="6089"/>
                </a:lnTo>
                <a:lnTo>
                  <a:pt x="737288" y="6426"/>
                </a:lnTo>
                <a:lnTo>
                  <a:pt x="737123" y="6769"/>
                </a:lnTo>
                <a:lnTo>
                  <a:pt x="736971" y="7118"/>
                </a:lnTo>
                <a:lnTo>
                  <a:pt x="736830" y="7473"/>
                </a:lnTo>
                <a:lnTo>
                  <a:pt x="736702" y="7835"/>
                </a:lnTo>
                <a:lnTo>
                  <a:pt x="736586" y="8202"/>
                </a:lnTo>
                <a:lnTo>
                  <a:pt x="736482" y="8576"/>
                </a:lnTo>
                <a:lnTo>
                  <a:pt x="736390" y="8956"/>
                </a:lnTo>
                <a:lnTo>
                  <a:pt x="736311" y="9343"/>
                </a:lnTo>
                <a:lnTo>
                  <a:pt x="736244" y="9735"/>
                </a:lnTo>
                <a:lnTo>
                  <a:pt x="736189" y="10134"/>
                </a:lnTo>
                <a:lnTo>
                  <a:pt x="736146" y="10539"/>
                </a:lnTo>
                <a:lnTo>
                  <a:pt x="736115" y="10950"/>
                </a:lnTo>
                <a:lnTo>
                  <a:pt x="736097" y="11367"/>
                </a:lnTo>
                <a:lnTo>
                  <a:pt x="736091" y="11790"/>
                </a:lnTo>
                <a:lnTo>
                  <a:pt x="736097" y="12207"/>
                </a:lnTo>
                <a:lnTo>
                  <a:pt x="736115" y="12617"/>
                </a:lnTo>
                <a:lnTo>
                  <a:pt x="736146" y="13022"/>
                </a:lnTo>
                <a:lnTo>
                  <a:pt x="736189" y="13420"/>
                </a:lnTo>
                <a:lnTo>
                  <a:pt x="736244" y="13814"/>
                </a:lnTo>
                <a:lnTo>
                  <a:pt x="736311" y="14201"/>
                </a:lnTo>
                <a:lnTo>
                  <a:pt x="736390" y="14583"/>
                </a:lnTo>
                <a:lnTo>
                  <a:pt x="736482" y="14959"/>
                </a:lnTo>
                <a:lnTo>
                  <a:pt x="736586" y="15329"/>
                </a:lnTo>
                <a:lnTo>
                  <a:pt x="736702" y="15694"/>
                </a:lnTo>
                <a:lnTo>
                  <a:pt x="736830" y="16053"/>
                </a:lnTo>
                <a:lnTo>
                  <a:pt x="736971" y="16406"/>
                </a:lnTo>
                <a:lnTo>
                  <a:pt x="737123" y="16754"/>
                </a:lnTo>
                <a:lnTo>
                  <a:pt x="737288" y="17095"/>
                </a:lnTo>
                <a:lnTo>
                  <a:pt x="737465" y="17432"/>
                </a:lnTo>
                <a:lnTo>
                  <a:pt x="737655" y="17762"/>
                </a:lnTo>
                <a:lnTo>
                  <a:pt x="737856" y="18087"/>
                </a:lnTo>
                <a:lnTo>
                  <a:pt x="738070" y="18406"/>
                </a:lnTo>
                <a:lnTo>
                  <a:pt x="738296" y="18719"/>
                </a:lnTo>
                <a:lnTo>
                  <a:pt x="738535" y="19026"/>
                </a:lnTo>
                <a:lnTo>
                  <a:pt x="738785" y="19328"/>
                </a:lnTo>
                <a:lnTo>
                  <a:pt x="739048" y="19624"/>
                </a:lnTo>
                <a:lnTo>
                  <a:pt x="739323" y="19915"/>
                </a:lnTo>
                <a:lnTo>
                  <a:pt x="739610" y="20199"/>
                </a:lnTo>
                <a:lnTo>
                  <a:pt x="739908" y="20475"/>
                </a:lnTo>
                <a:lnTo>
                  <a:pt x="740218" y="20739"/>
                </a:lnTo>
                <a:lnTo>
                  <a:pt x="740539" y="20992"/>
                </a:lnTo>
                <a:lnTo>
                  <a:pt x="740870" y="21233"/>
                </a:lnTo>
                <a:lnTo>
                  <a:pt x="741213" y="21461"/>
                </a:lnTo>
                <a:lnTo>
                  <a:pt x="741566" y="21679"/>
                </a:lnTo>
                <a:lnTo>
                  <a:pt x="741931" y="21884"/>
                </a:lnTo>
                <a:lnTo>
                  <a:pt x="742306" y="22078"/>
                </a:lnTo>
                <a:lnTo>
                  <a:pt x="742692" y="22260"/>
                </a:lnTo>
                <a:lnTo>
                  <a:pt x="743090" y="22430"/>
                </a:lnTo>
                <a:lnTo>
                  <a:pt x="743498" y="22589"/>
                </a:lnTo>
                <a:lnTo>
                  <a:pt x="743917" y="22736"/>
                </a:lnTo>
                <a:lnTo>
                  <a:pt x="744347" y="22871"/>
                </a:lnTo>
                <a:lnTo>
                  <a:pt x="744788" y="22994"/>
                </a:lnTo>
                <a:lnTo>
                  <a:pt x="745240" y="23105"/>
                </a:lnTo>
                <a:lnTo>
                  <a:pt x="745703" y="23205"/>
                </a:lnTo>
                <a:lnTo>
                  <a:pt x="746177" y="23293"/>
                </a:lnTo>
                <a:lnTo>
                  <a:pt x="746662" y="23370"/>
                </a:lnTo>
                <a:lnTo>
                  <a:pt x="747158" y="23434"/>
                </a:lnTo>
                <a:lnTo>
                  <a:pt x="747664" y="23487"/>
                </a:lnTo>
                <a:lnTo>
                  <a:pt x="748182" y="23528"/>
                </a:lnTo>
                <a:lnTo>
                  <a:pt x="748711" y="23557"/>
                </a:lnTo>
                <a:lnTo>
                  <a:pt x="749250" y="23575"/>
                </a:lnTo>
                <a:lnTo>
                  <a:pt x="749801" y="23581"/>
                </a:lnTo>
                <a:lnTo>
                  <a:pt x="750351" y="23575"/>
                </a:lnTo>
                <a:lnTo>
                  <a:pt x="750891" y="23557"/>
                </a:lnTo>
                <a:lnTo>
                  <a:pt x="751420" y="23528"/>
                </a:lnTo>
                <a:close/>
                <a:moveTo>
                  <a:pt x="709186" y="106840"/>
                </a:moveTo>
                <a:lnTo>
                  <a:pt x="708633" y="106822"/>
                </a:lnTo>
                <a:lnTo>
                  <a:pt x="708097" y="106792"/>
                </a:lnTo>
                <a:lnTo>
                  <a:pt x="707579" y="106750"/>
                </a:lnTo>
                <a:lnTo>
                  <a:pt x="707078" y="106696"/>
                </a:lnTo>
                <a:lnTo>
                  <a:pt x="706594" y="106630"/>
                </a:lnTo>
                <a:lnTo>
                  <a:pt x="706128" y="106552"/>
                </a:lnTo>
                <a:lnTo>
                  <a:pt x="705678" y="106462"/>
                </a:lnTo>
                <a:lnTo>
                  <a:pt x="705247" y="106360"/>
                </a:lnTo>
                <a:lnTo>
                  <a:pt x="704832" y="106246"/>
                </a:lnTo>
                <a:lnTo>
                  <a:pt x="704435" y="106120"/>
                </a:lnTo>
                <a:lnTo>
                  <a:pt x="704055" y="105982"/>
                </a:lnTo>
                <a:lnTo>
                  <a:pt x="703692" y="105832"/>
                </a:lnTo>
                <a:lnTo>
                  <a:pt x="703347" y="105671"/>
                </a:lnTo>
                <a:lnTo>
                  <a:pt x="703019" y="105497"/>
                </a:lnTo>
                <a:lnTo>
                  <a:pt x="702708" y="105311"/>
                </a:lnTo>
                <a:lnTo>
                  <a:pt x="702414" y="105113"/>
                </a:lnTo>
                <a:lnTo>
                  <a:pt x="702138" y="104903"/>
                </a:lnTo>
                <a:lnTo>
                  <a:pt x="701879" y="104681"/>
                </a:lnTo>
                <a:lnTo>
                  <a:pt x="701638" y="104448"/>
                </a:lnTo>
                <a:lnTo>
                  <a:pt x="701413" y="104202"/>
                </a:lnTo>
                <a:lnTo>
                  <a:pt x="701206" y="103944"/>
                </a:lnTo>
                <a:lnTo>
                  <a:pt x="701017" y="103674"/>
                </a:lnTo>
                <a:lnTo>
                  <a:pt x="700844" y="103392"/>
                </a:lnTo>
                <a:lnTo>
                  <a:pt x="700684" y="103098"/>
                </a:lnTo>
                <a:lnTo>
                  <a:pt x="700531" y="102791"/>
                </a:lnTo>
                <a:lnTo>
                  <a:pt x="700384" y="102471"/>
                </a:lnTo>
                <a:lnTo>
                  <a:pt x="700244" y="102138"/>
                </a:lnTo>
                <a:lnTo>
                  <a:pt x="700111" y="101792"/>
                </a:lnTo>
                <a:lnTo>
                  <a:pt x="699985" y="101433"/>
                </a:lnTo>
                <a:lnTo>
                  <a:pt x="699865" y="101060"/>
                </a:lnTo>
                <a:lnTo>
                  <a:pt x="699753" y="100676"/>
                </a:lnTo>
                <a:lnTo>
                  <a:pt x="699647" y="100278"/>
                </a:lnTo>
                <a:lnTo>
                  <a:pt x="699548" y="99867"/>
                </a:lnTo>
                <a:lnTo>
                  <a:pt x="699456" y="99443"/>
                </a:lnTo>
                <a:lnTo>
                  <a:pt x="699371" y="99006"/>
                </a:lnTo>
                <a:lnTo>
                  <a:pt x="699292" y="98556"/>
                </a:lnTo>
                <a:lnTo>
                  <a:pt x="699220" y="98093"/>
                </a:lnTo>
                <a:lnTo>
                  <a:pt x="699156" y="97618"/>
                </a:lnTo>
                <a:lnTo>
                  <a:pt x="699098" y="97129"/>
                </a:lnTo>
                <a:lnTo>
                  <a:pt x="699046" y="96627"/>
                </a:lnTo>
                <a:lnTo>
                  <a:pt x="699002" y="96113"/>
                </a:lnTo>
                <a:lnTo>
                  <a:pt x="698965" y="95585"/>
                </a:lnTo>
                <a:lnTo>
                  <a:pt x="698934" y="95045"/>
                </a:lnTo>
                <a:lnTo>
                  <a:pt x="698910" y="94491"/>
                </a:lnTo>
                <a:lnTo>
                  <a:pt x="698893" y="93925"/>
                </a:lnTo>
                <a:lnTo>
                  <a:pt x="698883" y="93345"/>
                </a:lnTo>
                <a:lnTo>
                  <a:pt x="698879" y="92753"/>
                </a:lnTo>
                <a:lnTo>
                  <a:pt x="698879" y="53925"/>
                </a:lnTo>
                <a:lnTo>
                  <a:pt x="718347" y="53925"/>
                </a:lnTo>
                <a:lnTo>
                  <a:pt x="718347" y="35280"/>
                </a:lnTo>
                <a:lnTo>
                  <a:pt x="698879" y="35280"/>
                </a:lnTo>
                <a:lnTo>
                  <a:pt x="698879" y="14258"/>
                </a:lnTo>
                <a:lnTo>
                  <a:pt x="674659" y="14258"/>
                </a:lnTo>
                <a:lnTo>
                  <a:pt x="674659" y="35280"/>
                </a:lnTo>
                <a:lnTo>
                  <a:pt x="659852" y="35280"/>
                </a:lnTo>
                <a:lnTo>
                  <a:pt x="659852" y="53925"/>
                </a:lnTo>
                <a:lnTo>
                  <a:pt x="674659" y="53925"/>
                </a:lnTo>
                <a:lnTo>
                  <a:pt x="674659" y="94024"/>
                </a:lnTo>
                <a:lnTo>
                  <a:pt x="674664" y="94945"/>
                </a:lnTo>
                <a:lnTo>
                  <a:pt x="674679" y="95851"/>
                </a:lnTo>
                <a:lnTo>
                  <a:pt x="674704" y="96743"/>
                </a:lnTo>
                <a:lnTo>
                  <a:pt x="674740" y="97620"/>
                </a:lnTo>
                <a:lnTo>
                  <a:pt x="674785" y="98482"/>
                </a:lnTo>
                <a:lnTo>
                  <a:pt x="674841" y="99330"/>
                </a:lnTo>
                <a:lnTo>
                  <a:pt x="674907" y="100163"/>
                </a:lnTo>
                <a:lnTo>
                  <a:pt x="674983" y="100981"/>
                </a:lnTo>
                <a:lnTo>
                  <a:pt x="675070" y="101784"/>
                </a:lnTo>
                <a:lnTo>
                  <a:pt x="675166" y="102573"/>
                </a:lnTo>
                <a:lnTo>
                  <a:pt x="675273" y="103348"/>
                </a:lnTo>
                <a:lnTo>
                  <a:pt x="675390" y="104107"/>
                </a:lnTo>
                <a:lnTo>
                  <a:pt x="675517" y="104852"/>
                </a:lnTo>
                <a:lnTo>
                  <a:pt x="675654" y="105582"/>
                </a:lnTo>
                <a:lnTo>
                  <a:pt x="675801" y="106298"/>
                </a:lnTo>
                <a:lnTo>
                  <a:pt x="675958" y="106999"/>
                </a:lnTo>
                <a:lnTo>
                  <a:pt x="676126" y="107685"/>
                </a:lnTo>
                <a:lnTo>
                  <a:pt x="676304" y="108357"/>
                </a:lnTo>
                <a:lnTo>
                  <a:pt x="676492" y="109014"/>
                </a:lnTo>
                <a:lnTo>
                  <a:pt x="676690" y="109656"/>
                </a:lnTo>
                <a:lnTo>
                  <a:pt x="676898" y="110283"/>
                </a:lnTo>
                <a:lnTo>
                  <a:pt x="677116" y="110896"/>
                </a:lnTo>
                <a:lnTo>
                  <a:pt x="677345" y="111495"/>
                </a:lnTo>
                <a:lnTo>
                  <a:pt x="677583" y="112078"/>
                </a:lnTo>
                <a:lnTo>
                  <a:pt x="677835" y="112648"/>
                </a:lnTo>
                <a:lnTo>
                  <a:pt x="678102" y="113206"/>
                </a:lnTo>
                <a:lnTo>
                  <a:pt x="678385" y="113750"/>
                </a:lnTo>
                <a:lnTo>
                  <a:pt x="678684" y="114283"/>
                </a:lnTo>
                <a:lnTo>
                  <a:pt x="678998" y="114802"/>
                </a:lnTo>
                <a:lnTo>
                  <a:pt x="679328" y="115309"/>
                </a:lnTo>
                <a:lnTo>
                  <a:pt x="679674" y="115804"/>
                </a:lnTo>
                <a:lnTo>
                  <a:pt x="680036" y="116286"/>
                </a:lnTo>
                <a:lnTo>
                  <a:pt x="680413" y="116755"/>
                </a:lnTo>
                <a:lnTo>
                  <a:pt x="680806" y="117212"/>
                </a:lnTo>
                <a:lnTo>
                  <a:pt x="681215" y="117657"/>
                </a:lnTo>
                <a:lnTo>
                  <a:pt x="681639" y="118088"/>
                </a:lnTo>
                <a:lnTo>
                  <a:pt x="682079" y="118508"/>
                </a:lnTo>
                <a:lnTo>
                  <a:pt x="682535" y="118914"/>
                </a:lnTo>
                <a:lnTo>
                  <a:pt x="683007" y="119308"/>
                </a:lnTo>
                <a:lnTo>
                  <a:pt x="683494" y="119690"/>
                </a:lnTo>
                <a:lnTo>
                  <a:pt x="683997" y="120059"/>
                </a:lnTo>
                <a:lnTo>
                  <a:pt x="684515" y="120415"/>
                </a:lnTo>
                <a:lnTo>
                  <a:pt x="685050" y="120759"/>
                </a:lnTo>
                <a:lnTo>
                  <a:pt x="685600" y="121090"/>
                </a:lnTo>
                <a:lnTo>
                  <a:pt x="686166" y="121409"/>
                </a:lnTo>
                <a:lnTo>
                  <a:pt x="686747" y="121715"/>
                </a:lnTo>
                <a:lnTo>
                  <a:pt x="687344" y="122008"/>
                </a:lnTo>
                <a:lnTo>
                  <a:pt x="687957" y="122289"/>
                </a:lnTo>
                <a:lnTo>
                  <a:pt x="688588" y="122558"/>
                </a:lnTo>
                <a:lnTo>
                  <a:pt x="689241" y="122815"/>
                </a:lnTo>
                <a:lnTo>
                  <a:pt x="689914" y="123061"/>
                </a:lnTo>
                <a:lnTo>
                  <a:pt x="690609" y="123295"/>
                </a:lnTo>
                <a:lnTo>
                  <a:pt x="691325" y="123518"/>
                </a:lnTo>
                <a:lnTo>
                  <a:pt x="692061" y="123730"/>
                </a:lnTo>
                <a:lnTo>
                  <a:pt x="692819" y="123930"/>
                </a:lnTo>
                <a:lnTo>
                  <a:pt x="693598" y="124119"/>
                </a:lnTo>
                <a:lnTo>
                  <a:pt x="694399" y="124296"/>
                </a:lnTo>
                <a:lnTo>
                  <a:pt x="695220" y="124462"/>
                </a:lnTo>
                <a:lnTo>
                  <a:pt x="696062" y="124616"/>
                </a:lnTo>
                <a:lnTo>
                  <a:pt x="696926" y="124759"/>
                </a:lnTo>
                <a:lnTo>
                  <a:pt x="697810" y="124891"/>
                </a:lnTo>
                <a:lnTo>
                  <a:pt x="698716" y="125011"/>
                </a:lnTo>
                <a:lnTo>
                  <a:pt x="699643" y="125119"/>
                </a:lnTo>
                <a:lnTo>
                  <a:pt x="700590" y="125216"/>
                </a:lnTo>
                <a:lnTo>
                  <a:pt x="701559" y="125302"/>
                </a:lnTo>
                <a:lnTo>
                  <a:pt x="702550" y="125377"/>
                </a:lnTo>
                <a:lnTo>
                  <a:pt x="703561" y="125439"/>
                </a:lnTo>
                <a:lnTo>
                  <a:pt x="704593" y="125491"/>
                </a:lnTo>
                <a:lnTo>
                  <a:pt x="705646" y="125531"/>
                </a:lnTo>
                <a:lnTo>
                  <a:pt x="706721" y="125560"/>
                </a:lnTo>
                <a:lnTo>
                  <a:pt x="707816" y="125577"/>
                </a:lnTo>
                <a:lnTo>
                  <a:pt x="708933" y="125582"/>
                </a:lnTo>
                <a:lnTo>
                  <a:pt x="718347" y="125582"/>
                </a:lnTo>
                <a:lnTo>
                  <a:pt x="718347" y="106846"/>
                </a:lnTo>
                <a:lnTo>
                  <a:pt x="709756" y="106846"/>
                </a:lnTo>
                <a:lnTo>
                  <a:pt x="709186" y="106840"/>
                </a:lnTo>
                <a:close/>
                <a:moveTo>
                  <a:pt x="919002" y="64277"/>
                </a:moveTo>
                <a:lnTo>
                  <a:pt x="919333" y="63880"/>
                </a:lnTo>
                <a:lnTo>
                  <a:pt x="919669" y="63487"/>
                </a:lnTo>
                <a:lnTo>
                  <a:pt x="920010" y="63100"/>
                </a:lnTo>
                <a:lnTo>
                  <a:pt x="920355" y="62718"/>
                </a:lnTo>
                <a:lnTo>
                  <a:pt x="920705" y="62342"/>
                </a:lnTo>
                <a:lnTo>
                  <a:pt x="921059" y="61970"/>
                </a:lnTo>
                <a:lnTo>
                  <a:pt x="921418" y="61603"/>
                </a:lnTo>
                <a:lnTo>
                  <a:pt x="921782" y="61242"/>
                </a:lnTo>
                <a:lnTo>
                  <a:pt x="922150" y="60886"/>
                </a:lnTo>
                <a:lnTo>
                  <a:pt x="922523" y="60535"/>
                </a:lnTo>
                <a:lnTo>
                  <a:pt x="922901" y="60189"/>
                </a:lnTo>
                <a:lnTo>
                  <a:pt x="923283" y="59848"/>
                </a:lnTo>
                <a:lnTo>
                  <a:pt x="923669" y="59513"/>
                </a:lnTo>
                <a:lnTo>
                  <a:pt x="924060" y="59182"/>
                </a:lnTo>
                <a:lnTo>
                  <a:pt x="924456" y="58857"/>
                </a:lnTo>
                <a:lnTo>
                  <a:pt x="924857" y="58537"/>
                </a:lnTo>
                <a:lnTo>
                  <a:pt x="925262" y="58222"/>
                </a:lnTo>
                <a:lnTo>
                  <a:pt x="925671" y="57912"/>
                </a:lnTo>
                <a:lnTo>
                  <a:pt x="926086" y="57608"/>
                </a:lnTo>
                <a:lnTo>
                  <a:pt x="926504" y="57308"/>
                </a:lnTo>
                <a:lnTo>
                  <a:pt x="926928" y="57014"/>
                </a:lnTo>
                <a:lnTo>
                  <a:pt x="927356" y="56725"/>
                </a:lnTo>
                <a:lnTo>
                  <a:pt x="927790" y="56444"/>
                </a:lnTo>
                <a:lnTo>
                  <a:pt x="928231" y="56175"/>
                </a:lnTo>
                <a:lnTo>
                  <a:pt x="928679" y="55919"/>
                </a:lnTo>
                <a:lnTo>
                  <a:pt x="929134" y="55674"/>
                </a:lnTo>
                <a:lnTo>
                  <a:pt x="929597" y="55441"/>
                </a:lnTo>
                <a:lnTo>
                  <a:pt x="930066" y="55220"/>
                </a:lnTo>
                <a:lnTo>
                  <a:pt x="930543" y="55011"/>
                </a:lnTo>
                <a:lnTo>
                  <a:pt x="931027" y="54814"/>
                </a:lnTo>
                <a:lnTo>
                  <a:pt x="931518" y="54629"/>
                </a:lnTo>
                <a:lnTo>
                  <a:pt x="932016" y="54456"/>
                </a:lnTo>
                <a:lnTo>
                  <a:pt x="932522" y="54295"/>
                </a:lnTo>
                <a:lnTo>
                  <a:pt x="933034" y="54145"/>
                </a:lnTo>
                <a:lnTo>
                  <a:pt x="933554" y="54008"/>
                </a:lnTo>
                <a:lnTo>
                  <a:pt x="934080" y="53883"/>
                </a:lnTo>
                <a:lnTo>
                  <a:pt x="934614" y="53769"/>
                </a:lnTo>
                <a:lnTo>
                  <a:pt x="935155" y="53668"/>
                </a:lnTo>
                <a:lnTo>
                  <a:pt x="935703" y="53578"/>
                </a:lnTo>
                <a:lnTo>
                  <a:pt x="936259" y="53501"/>
                </a:lnTo>
                <a:lnTo>
                  <a:pt x="936821" y="53435"/>
                </a:lnTo>
                <a:lnTo>
                  <a:pt x="937391" y="53381"/>
                </a:lnTo>
                <a:lnTo>
                  <a:pt x="937967" y="53339"/>
                </a:lnTo>
                <a:lnTo>
                  <a:pt x="938551" y="53310"/>
                </a:lnTo>
                <a:lnTo>
                  <a:pt x="939142" y="53292"/>
                </a:lnTo>
                <a:lnTo>
                  <a:pt x="939740" y="53286"/>
                </a:lnTo>
                <a:lnTo>
                  <a:pt x="940141" y="53289"/>
                </a:lnTo>
                <a:lnTo>
                  <a:pt x="940535" y="53300"/>
                </a:lnTo>
                <a:lnTo>
                  <a:pt x="940922" y="53318"/>
                </a:lnTo>
                <a:lnTo>
                  <a:pt x="941303" y="53343"/>
                </a:lnTo>
                <a:lnTo>
                  <a:pt x="941677" y="53374"/>
                </a:lnTo>
                <a:lnTo>
                  <a:pt x="942045" y="53414"/>
                </a:lnTo>
                <a:lnTo>
                  <a:pt x="942407" y="53460"/>
                </a:lnTo>
                <a:lnTo>
                  <a:pt x="942762" y="53513"/>
                </a:lnTo>
                <a:lnTo>
                  <a:pt x="943110" y="53573"/>
                </a:lnTo>
                <a:lnTo>
                  <a:pt x="943452" y="53641"/>
                </a:lnTo>
                <a:lnTo>
                  <a:pt x="943787" y="53715"/>
                </a:lnTo>
                <a:lnTo>
                  <a:pt x="944116" y="53797"/>
                </a:lnTo>
                <a:lnTo>
                  <a:pt x="944438" y="53886"/>
                </a:lnTo>
                <a:lnTo>
                  <a:pt x="944754" y="53982"/>
                </a:lnTo>
                <a:lnTo>
                  <a:pt x="945064" y="54085"/>
                </a:lnTo>
                <a:lnTo>
                  <a:pt x="945367" y="54195"/>
                </a:lnTo>
                <a:lnTo>
                  <a:pt x="945663" y="54312"/>
                </a:lnTo>
                <a:lnTo>
                  <a:pt x="945953" y="54436"/>
                </a:lnTo>
                <a:lnTo>
                  <a:pt x="946236" y="54567"/>
                </a:lnTo>
                <a:lnTo>
                  <a:pt x="946513" y="54706"/>
                </a:lnTo>
                <a:lnTo>
                  <a:pt x="946783" y="54851"/>
                </a:lnTo>
                <a:lnTo>
                  <a:pt x="947047" y="55004"/>
                </a:lnTo>
                <a:lnTo>
                  <a:pt x="947304" y="55164"/>
                </a:lnTo>
                <a:lnTo>
                  <a:pt x="947555" y="55331"/>
                </a:lnTo>
                <a:lnTo>
                  <a:pt x="947800" y="55504"/>
                </a:lnTo>
                <a:lnTo>
                  <a:pt x="948039" y="55683"/>
                </a:lnTo>
                <a:lnTo>
                  <a:pt x="948273" y="55868"/>
                </a:lnTo>
                <a:lnTo>
                  <a:pt x="948501" y="56059"/>
                </a:lnTo>
                <a:lnTo>
                  <a:pt x="948723" y="56255"/>
                </a:lnTo>
                <a:lnTo>
                  <a:pt x="948940" y="56458"/>
                </a:lnTo>
                <a:lnTo>
                  <a:pt x="949152" y="56666"/>
                </a:lnTo>
                <a:lnTo>
                  <a:pt x="949358" y="56880"/>
                </a:lnTo>
                <a:lnTo>
                  <a:pt x="949558" y="57100"/>
                </a:lnTo>
                <a:lnTo>
                  <a:pt x="949753" y="57325"/>
                </a:lnTo>
                <a:lnTo>
                  <a:pt x="949942" y="57556"/>
                </a:lnTo>
                <a:lnTo>
                  <a:pt x="950126" y="57794"/>
                </a:lnTo>
                <a:lnTo>
                  <a:pt x="950304" y="58036"/>
                </a:lnTo>
                <a:lnTo>
                  <a:pt x="950476" y="58285"/>
                </a:lnTo>
                <a:lnTo>
                  <a:pt x="950643" y="58540"/>
                </a:lnTo>
                <a:lnTo>
                  <a:pt x="950805" y="58800"/>
                </a:lnTo>
                <a:lnTo>
                  <a:pt x="950961" y="59066"/>
                </a:lnTo>
                <a:lnTo>
                  <a:pt x="951111" y="59338"/>
                </a:lnTo>
                <a:lnTo>
                  <a:pt x="951256" y="59616"/>
                </a:lnTo>
                <a:lnTo>
                  <a:pt x="951395" y="59900"/>
                </a:lnTo>
                <a:lnTo>
                  <a:pt x="951529" y="60189"/>
                </a:lnTo>
                <a:lnTo>
                  <a:pt x="951657" y="60484"/>
                </a:lnTo>
                <a:lnTo>
                  <a:pt x="951779" y="60785"/>
                </a:lnTo>
                <a:lnTo>
                  <a:pt x="951896" y="61092"/>
                </a:lnTo>
                <a:lnTo>
                  <a:pt x="952008" y="61404"/>
                </a:lnTo>
                <a:lnTo>
                  <a:pt x="952115" y="61719"/>
                </a:lnTo>
                <a:lnTo>
                  <a:pt x="952218" y="62040"/>
                </a:lnTo>
                <a:lnTo>
                  <a:pt x="952315" y="62364"/>
                </a:lnTo>
                <a:lnTo>
                  <a:pt x="952408" y="62693"/>
                </a:lnTo>
                <a:lnTo>
                  <a:pt x="952496" y="63025"/>
                </a:lnTo>
                <a:lnTo>
                  <a:pt x="952580" y="63362"/>
                </a:lnTo>
                <a:lnTo>
                  <a:pt x="952658" y="63704"/>
                </a:lnTo>
                <a:lnTo>
                  <a:pt x="952732" y="64049"/>
                </a:lnTo>
                <a:lnTo>
                  <a:pt x="952801" y="64399"/>
                </a:lnTo>
                <a:lnTo>
                  <a:pt x="952865" y="64752"/>
                </a:lnTo>
                <a:lnTo>
                  <a:pt x="952925" y="65110"/>
                </a:lnTo>
                <a:lnTo>
                  <a:pt x="952979" y="65473"/>
                </a:lnTo>
                <a:lnTo>
                  <a:pt x="953029" y="65839"/>
                </a:lnTo>
                <a:lnTo>
                  <a:pt x="953075" y="66210"/>
                </a:lnTo>
                <a:lnTo>
                  <a:pt x="953115" y="66585"/>
                </a:lnTo>
                <a:lnTo>
                  <a:pt x="953151" y="66964"/>
                </a:lnTo>
                <a:lnTo>
                  <a:pt x="953182" y="67347"/>
                </a:lnTo>
                <a:lnTo>
                  <a:pt x="953208" y="67734"/>
                </a:lnTo>
                <a:lnTo>
                  <a:pt x="953229" y="68126"/>
                </a:lnTo>
                <a:lnTo>
                  <a:pt x="953246" y="68522"/>
                </a:lnTo>
                <a:lnTo>
                  <a:pt x="953258" y="68922"/>
                </a:lnTo>
                <a:lnTo>
                  <a:pt x="953265" y="69326"/>
                </a:lnTo>
                <a:lnTo>
                  <a:pt x="953267" y="69735"/>
                </a:lnTo>
                <a:lnTo>
                  <a:pt x="953267" y="125582"/>
                </a:lnTo>
                <a:lnTo>
                  <a:pt x="977305" y="125582"/>
                </a:lnTo>
                <a:lnTo>
                  <a:pt x="977305" y="66781"/>
                </a:lnTo>
                <a:lnTo>
                  <a:pt x="977292" y="65452"/>
                </a:lnTo>
                <a:lnTo>
                  <a:pt x="977253" y="64150"/>
                </a:lnTo>
                <a:lnTo>
                  <a:pt x="977188" y="62874"/>
                </a:lnTo>
                <a:lnTo>
                  <a:pt x="977097" y="61625"/>
                </a:lnTo>
                <a:lnTo>
                  <a:pt x="976980" y="60404"/>
                </a:lnTo>
                <a:lnTo>
                  <a:pt x="976837" y="59209"/>
                </a:lnTo>
                <a:lnTo>
                  <a:pt x="976668" y="58040"/>
                </a:lnTo>
                <a:lnTo>
                  <a:pt x="976473" y="56899"/>
                </a:lnTo>
                <a:lnTo>
                  <a:pt x="976252" y="55785"/>
                </a:lnTo>
                <a:lnTo>
                  <a:pt x="976004" y="54697"/>
                </a:lnTo>
                <a:lnTo>
                  <a:pt x="975731" y="53636"/>
                </a:lnTo>
                <a:lnTo>
                  <a:pt x="975432" y="52602"/>
                </a:lnTo>
                <a:lnTo>
                  <a:pt x="975106" y="51595"/>
                </a:lnTo>
                <a:lnTo>
                  <a:pt x="974755" y="50615"/>
                </a:lnTo>
                <a:lnTo>
                  <a:pt x="974378" y="49662"/>
                </a:lnTo>
                <a:lnTo>
                  <a:pt x="973974" y="48735"/>
                </a:lnTo>
                <a:lnTo>
                  <a:pt x="973545" y="47835"/>
                </a:lnTo>
                <a:lnTo>
                  <a:pt x="973090" y="46963"/>
                </a:lnTo>
                <a:lnTo>
                  <a:pt x="972608" y="46117"/>
                </a:lnTo>
                <a:lnTo>
                  <a:pt x="972101" y="45297"/>
                </a:lnTo>
                <a:lnTo>
                  <a:pt x="971567" y="44505"/>
                </a:lnTo>
                <a:lnTo>
                  <a:pt x="971008" y="43740"/>
                </a:lnTo>
                <a:lnTo>
                  <a:pt x="970422" y="43001"/>
                </a:lnTo>
                <a:lnTo>
                  <a:pt x="969811" y="42289"/>
                </a:lnTo>
                <a:lnTo>
                  <a:pt x="969176" y="41605"/>
                </a:lnTo>
                <a:lnTo>
                  <a:pt x="968519" y="40951"/>
                </a:lnTo>
                <a:lnTo>
                  <a:pt x="967841" y="40325"/>
                </a:lnTo>
                <a:lnTo>
                  <a:pt x="967142" y="39729"/>
                </a:lnTo>
                <a:lnTo>
                  <a:pt x="966422" y="39161"/>
                </a:lnTo>
                <a:lnTo>
                  <a:pt x="965681" y="38623"/>
                </a:lnTo>
                <a:lnTo>
                  <a:pt x="964918" y="38114"/>
                </a:lnTo>
                <a:lnTo>
                  <a:pt x="964134" y="37634"/>
                </a:lnTo>
                <a:lnTo>
                  <a:pt x="963329" y="37183"/>
                </a:lnTo>
                <a:lnTo>
                  <a:pt x="962502" y="36761"/>
                </a:lnTo>
                <a:lnTo>
                  <a:pt x="961654" y="36368"/>
                </a:lnTo>
                <a:lnTo>
                  <a:pt x="960785" y="36004"/>
                </a:lnTo>
                <a:lnTo>
                  <a:pt x="959895" y="35669"/>
                </a:lnTo>
                <a:lnTo>
                  <a:pt x="958983" y="35364"/>
                </a:lnTo>
                <a:lnTo>
                  <a:pt x="958050" y="35088"/>
                </a:lnTo>
                <a:lnTo>
                  <a:pt x="957096" y="34840"/>
                </a:lnTo>
                <a:lnTo>
                  <a:pt x="956121" y="34622"/>
                </a:lnTo>
                <a:lnTo>
                  <a:pt x="955124" y="34433"/>
                </a:lnTo>
                <a:lnTo>
                  <a:pt x="954106" y="34273"/>
                </a:lnTo>
                <a:lnTo>
                  <a:pt x="953067" y="34142"/>
                </a:lnTo>
                <a:lnTo>
                  <a:pt x="952006" y="34040"/>
                </a:lnTo>
                <a:lnTo>
                  <a:pt x="950925" y="33967"/>
                </a:lnTo>
                <a:lnTo>
                  <a:pt x="949822" y="33924"/>
                </a:lnTo>
                <a:lnTo>
                  <a:pt x="948698" y="33909"/>
                </a:lnTo>
                <a:lnTo>
                  <a:pt x="947730" y="33917"/>
                </a:lnTo>
                <a:lnTo>
                  <a:pt x="946778" y="33940"/>
                </a:lnTo>
                <a:lnTo>
                  <a:pt x="945841" y="33978"/>
                </a:lnTo>
                <a:lnTo>
                  <a:pt x="944920" y="34032"/>
                </a:lnTo>
                <a:lnTo>
                  <a:pt x="944013" y="34101"/>
                </a:lnTo>
                <a:lnTo>
                  <a:pt x="943122" y="34186"/>
                </a:lnTo>
                <a:lnTo>
                  <a:pt x="942246" y="34286"/>
                </a:lnTo>
                <a:lnTo>
                  <a:pt x="941386" y="34402"/>
                </a:lnTo>
                <a:lnTo>
                  <a:pt x="940540" y="34532"/>
                </a:lnTo>
                <a:lnTo>
                  <a:pt x="939710" y="34679"/>
                </a:lnTo>
                <a:lnTo>
                  <a:pt x="938895" y="34840"/>
                </a:lnTo>
                <a:lnTo>
                  <a:pt x="938095" y="35017"/>
                </a:lnTo>
                <a:lnTo>
                  <a:pt x="937311" y="35210"/>
                </a:lnTo>
                <a:lnTo>
                  <a:pt x="936541" y="35417"/>
                </a:lnTo>
                <a:lnTo>
                  <a:pt x="935787" y="35641"/>
                </a:lnTo>
                <a:lnTo>
                  <a:pt x="935049" y="35879"/>
                </a:lnTo>
                <a:lnTo>
                  <a:pt x="934325" y="36133"/>
                </a:lnTo>
                <a:lnTo>
                  <a:pt x="933617" y="36403"/>
                </a:lnTo>
                <a:lnTo>
                  <a:pt x="932924" y="36687"/>
                </a:lnTo>
                <a:lnTo>
                  <a:pt x="932246" y="36987"/>
                </a:lnTo>
                <a:lnTo>
                  <a:pt x="931583" y="37303"/>
                </a:lnTo>
                <a:lnTo>
                  <a:pt x="930936" y="37634"/>
                </a:lnTo>
                <a:lnTo>
                  <a:pt x="930303" y="37980"/>
                </a:lnTo>
                <a:lnTo>
                  <a:pt x="929687" y="38342"/>
                </a:lnTo>
                <a:lnTo>
                  <a:pt x="929082" y="38714"/>
                </a:lnTo>
                <a:lnTo>
                  <a:pt x="928488" y="39090"/>
                </a:lnTo>
                <a:lnTo>
                  <a:pt x="927903" y="39471"/>
                </a:lnTo>
                <a:lnTo>
                  <a:pt x="927328" y="39856"/>
                </a:lnTo>
                <a:lnTo>
                  <a:pt x="926763" y="40246"/>
                </a:lnTo>
                <a:lnTo>
                  <a:pt x="926208" y="40641"/>
                </a:lnTo>
                <a:lnTo>
                  <a:pt x="925662" y="41041"/>
                </a:lnTo>
                <a:lnTo>
                  <a:pt x="925127" y="41444"/>
                </a:lnTo>
                <a:lnTo>
                  <a:pt x="924601" y="41853"/>
                </a:lnTo>
                <a:lnTo>
                  <a:pt x="924085" y="42266"/>
                </a:lnTo>
                <a:lnTo>
                  <a:pt x="923579" y="42684"/>
                </a:lnTo>
                <a:lnTo>
                  <a:pt x="923083" y="43106"/>
                </a:lnTo>
                <a:lnTo>
                  <a:pt x="922597" y="43533"/>
                </a:lnTo>
                <a:lnTo>
                  <a:pt x="922120" y="43965"/>
                </a:lnTo>
                <a:lnTo>
                  <a:pt x="921653" y="44401"/>
                </a:lnTo>
                <a:lnTo>
                  <a:pt x="921197" y="44841"/>
                </a:lnTo>
                <a:lnTo>
                  <a:pt x="920750" y="45287"/>
                </a:lnTo>
                <a:lnTo>
                  <a:pt x="920312" y="45737"/>
                </a:lnTo>
                <a:lnTo>
                  <a:pt x="919885" y="46191"/>
                </a:lnTo>
                <a:lnTo>
                  <a:pt x="919468" y="46650"/>
                </a:lnTo>
                <a:lnTo>
                  <a:pt x="919060" y="47114"/>
                </a:lnTo>
                <a:lnTo>
                  <a:pt x="918662" y="47582"/>
                </a:lnTo>
                <a:lnTo>
                  <a:pt x="918274" y="48055"/>
                </a:lnTo>
                <a:lnTo>
                  <a:pt x="917896" y="48533"/>
                </a:lnTo>
                <a:lnTo>
                  <a:pt x="917439" y="35280"/>
                </a:lnTo>
                <a:lnTo>
                  <a:pt x="894132" y="35280"/>
                </a:lnTo>
                <a:lnTo>
                  <a:pt x="894132" y="125582"/>
                </a:lnTo>
                <a:lnTo>
                  <a:pt x="918353" y="125582"/>
                </a:lnTo>
                <a:lnTo>
                  <a:pt x="918353" y="65088"/>
                </a:lnTo>
                <a:lnTo>
                  <a:pt x="918675" y="64680"/>
                </a:lnTo>
                <a:lnTo>
                  <a:pt x="919002" y="64277"/>
                </a:lnTo>
                <a:close/>
                <a:moveTo>
                  <a:pt x="737645" y="125582"/>
                </a:moveTo>
                <a:lnTo>
                  <a:pt x="761865" y="125582"/>
                </a:lnTo>
                <a:lnTo>
                  <a:pt x="761865" y="35280"/>
                </a:lnTo>
                <a:lnTo>
                  <a:pt x="737645" y="35280"/>
                </a:lnTo>
                <a:lnTo>
                  <a:pt x="737645" y="125582"/>
                </a:lnTo>
                <a:close/>
                <a:moveTo>
                  <a:pt x="595003" y="127135"/>
                </a:moveTo>
                <a:lnTo>
                  <a:pt x="595782" y="127083"/>
                </a:lnTo>
                <a:lnTo>
                  <a:pt x="596553" y="127019"/>
                </a:lnTo>
                <a:lnTo>
                  <a:pt x="597317" y="126944"/>
                </a:lnTo>
                <a:lnTo>
                  <a:pt x="598072" y="126857"/>
                </a:lnTo>
                <a:lnTo>
                  <a:pt x="598820" y="126758"/>
                </a:lnTo>
                <a:lnTo>
                  <a:pt x="599559" y="126648"/>
                </a:lnTo>
                <a:lnTo>
                  <a:pt x="600291" y="126527"/>
                </a:lnTo>
                <a:lnTo>
                  <a:pt x="601015" y="126394"/>
                </a:lnTo>
                <a:lnTo>
                  <a:pt x="601730" y="126249"/>
                </a:lnTo>
                <a:lnTo>
                  <a:pt x="602438" y="126092"/>
                </a:lnTo>
                <a:lnTo>
                  <a:pt x="603138" y="125924"/>
                </a:lnTo>
                <a:lnTo>
                  <a:pt x="603830" y="125745"/>
                </a:lnTo>
                <a:lnTo>
                  <a:pt x="604514" y="125554"/>
                </a:lnTo>
                <a:lnTo>
                  <a:pt x="605190" y="125351"/>
                </a:lnTo>
                <a:lnTo>
                  <a:pt x="605859" y="125137"/>
                </a:lnTo>
                <a:lnTo>
                  <a:pt x="606519" y="124911"/>
                </a:lnTo>
                <a:lnTo>
                  <a:pt x="607171" y="124673"/>
                </a:lnTo>
                <a:lnTo>
                  <a:pt x="607816" y="124424"/>
                </a:lnTo>
                <a:lnTo>
                  <a:pt x="608452" y="124164"/>
                </a:lnTo>
                <a:lnTo>
                  <a:pt x="609081" y="123892"/>
                </a:lnTo>
                <a:lnTo>
                  <a:pt x="609702" y="123608"/>
                </a:lnTo>
                <a:lnTo>
                  <a:pt x="610317" y="123314"/>
                </a:lnTo>
                <a:lnTo>
                  <a:pt x="610926" y="123008"/>
                </a:lnTo>
                <a:lnTo>
                  <a:pt x="611528" y="122692"/>
                </a:lnTo>
                <a:lnTo>
                  <a:pt x="612124" y="122365"/>
                </a:lnTo>
                <a:lnTo>
                  <a:pt x="612714" y="122026"/>
                </a:lnTo>
                <a:lnTo>
                  <a:pt x="613297" y="121677"/>
                </a:lnTo>
                <a:lnTo>
                  <a:pt x="613874" y="121317"/>
                </a:lnTo>
                <a:lnTo>
                  <a:pt x="614445" y="120946"/>
                </a:lnTo>
                <a:lnTo>
                  <a:pt x="615009" y="120564"/>
                </a:lnTo>
                <a:lnTo>
                  <a:pt x="615567" y="120171"/>
                </a:lnTo>
                <a:lnTo>
                  <a:pt x="616118" y="119767"/>
                </a:lnTo>
                <a:lnTo>
                  <a:pt x="616664" y="119352"/>
                </a:lnTo>
                <a:lnTo>
                  <a:pt x="617202" y="118926"/>
                </a:lnTo>
                <a:lnTo>
                  <a:pt x="617735" y="118490"/>
                </a:lnTo>
                <a:lnTo>
                  <a:pt x="618261" y="118042"/>
                </a:lnTo>
                <a:lnTo>
                  <a:pt x="618781" y="117583"/>
                </a:lnTo>
                <a:lnTo>
                  <a:pt x="619294" y="117114"/>
                </a:lnTo>
                <a:lnTo>
                  <a:pt x="619802" y="116633"/>
                </a:lnTo>
                <a:lnTo>
                  <a:pt x="620302" y="116142"/>
                </a:lnTo>
                <a:lnTo>
                  <a:pt x="620797" y="115639"/>
                </a:lnTo>
                <a:lnTo>
                  <a:pt x="621285" y="115126"/>
                </a:lnTo>
                <a:lnTo>
                  <a:pt x="621767" y="114601"/>
                </a:lnTo>
                <a:lnTo>
                  <a:pt x="622242" y="114066"/>
                </a:lnTo>
                <a:lnTo>
                  <a:pt x="622973" y="125582"/>
                </a:lnTo>
                <a:lnTo>
                  <a:pt x="645640" y="125582"/>
                </a:lnTo>
                <a:lnTo>
                  <a:pt x="645640" y="64990"/>
                </a:lnTo>
                <a:lnTo>
                  <a:pt x="645635" y="64240"/>
                </a:lnTo>
                <a:lnTo>
                  <a:pt x="645621" y="63500"/>
                </a:lnTo>
                <a:lnTo>
                  <a:pt x="645596" y="62771"/>
                </a:lnTo>
                <a:lnTo>
                  <a:pt x="645562" y="62052"/>
                </a:lnTo>
                <a:lnTo>
                  <a:pt x="645517" y="61344"/>
                </a:lnTo>
                <a:lnTo>
                  <a:pt x="645463" y="60646"/>
                </a:lnTo>
                <a:lnTo>
                  <a:pt x="645399" y="59958"/>
                </a:lnTo>
                <a:lnTo>
                  <a:pt x="645325" y="59281"/>
                </a:lnTo>
                <a:lnTo>
                  <a:pt x="645242" y="58614"/>
                </a:lnTo>
                <a:lnTo>
                  <a:pt x="645148" y="57958"/>
                </a:lnTo>
                <a:lnTo>
                  <a:pt x="645045" y="57312"/>
                </a:lnTo>
                <a:lnTo>
                  <a:pt x="644932" y="56677"/>
                </a:lnTo>
                <a:lnTo>
                  <a:pt x="644809" y="56052"/>
                </a:lnTo>
                <a:lnTo>
                  <a:pt x="644676" y="55437"/>
                </a:lnTo>
                <a:lnTo>
                  <a:pt x="644533" y="54833"/>
                </a:lnTo>
                <a:lnTo>
                  <a:pt x="644381" y="54240"/>
                </a:lnTo>
                <a:lnTo>
                  <a:pt x="644219" y="53657"/>
                </a:lnTo>
                <a:lnTo>
                  <a:pt x="644046" y="53084"/>
                </a:lnTo>
                <a:lnTo>
                  <a:pt x="643864" y="52522"/>
                </a:lnTo>
                <a:lnTo>
                  <a:pt x="643673" y="51970"/>
                </a:lnTo>
                <a:lnTo>
                  <a:pt x="643471" y="51428"/>
                </a:lnTo>
                <a:lnTo>
                  <a:pt x="643259" y="50897"/>
                </a:lnTo>
                <a:lnTo>
                  <a:pt x="643038" y="50377"/>
                </a:lnTo>
                <a:lnTo>
                  <a:pt x="642807" y="49867"/>
                </a:lnTo>
                <a:lnTo>
                  <a:pt x="642567" y="49366"/>
                </a:lnTo>
                <a:lnTo>
                  <a:pt x="642318" y="48874"/>
                </a:lnTo>
                <a:lnTo>
                  <a:pt x="642062" y="48391"/>
                </a:lnTo>
                <a:lnTo>
                  <a:pt x="641798" y="47917"/>
                </a:lnTo>
                <a:lnTo>
                  <a:pt x="641525" y="47452"/>
                </a:lnTo>
                <a:lnTo>
                  <a:pt x="641245" y="46996"/>
                </a:lnTo>
                <a:lnTo>
                  <a:pt x="640956" y="46548"/>
                </a:lnTo>
                <a:lnTo>
                  <a:pt x="640659" y="46109"/>
                </a:lnTo>
                <a:lnTo>
                  <a:pt x="640354" y="45679"/>
                </a:lnTo>
                <a:lnTo>
                  <a:pt x="640041" y="45258"/>
                </a:lnTo>
                <a:lnTo>
                  <a:pt x="639720" y="44846"/>
                </a:lnTo>
                <a:lnTo>
                  <a:pt x="639391" y="44443"/>
                </a:lnTo>
                <a:lnTo>
                  <a:pt x="639054" y="44048"/>
                </a:lnTo>
                <a:lnTo>
                  <a:pt x="638708" y="43663"/>
                </a:lnTo>
                <a:lnTo>
                  <a:pt x="638355" y="43286"/>
                </a:lnTo>
                <a:lnTo>
                  <a:pt x="637993" y="42918"/>
                </a:lnTo>
                <a:lnTo>
                  <a:pt x="637624" y="42559"/>
                </a:lnTo>
                <a:lnTo>
                  <a:pt x="637246" y="42209"/>
                </a:lnTo>
                <a:lnTo>
                  <a:pt x="636860" y="41867"/>
                </a:lnTo>
                <a:lnTo>
                  <a:pt x="636466" y="41535"/>
                </a:lnTo>
                <a:lnTo>
                  <a:pt x="636064" y="41211"/>
                </a:lnTo>
                <a:lnTo>
                  <a:pt x="635654" y="40896"/>
                </a:lnTo>
                <a:lnTo>
                  <a:pt x="635236" y="40590"/>
                </a:lnTo>
                <a:lnTo>
                  <a:pt x="634809" y="40293"/>
                </a:lnTo>
                <a:lnTo>
                  <a:pt x="634376" y="40003"/>
                </a:lnTo>
                <a:lnTo>
                  <a:pt x="633936" y="39721"/>
                </a:lnTo>
                <a:lnTo>
                  <a:pt x="633489" y="39446"/>
                </a:lnTo>
                <a:lnTo>
                  <a:pt x="633036" y="39179"/>
                </a:lnTo>
                <a:lnTo>
                  <a:pt x="632576" y="38918"/>
                </a:lnTo>
                <a:lnTo>
                  <a:pt x="632110" y="38665"/>
                </a:lnTo>
                <a:lnTo>
                  <a:pt x="631638" y="38419"/>
                </a:lnTo>
                <a:lnTo>
                  <a:pt x="631159" y="38180"/>
                </a:lnTo>
                <a:lnTo>
                  <a:pt x="630673" y="37949"/>
                </a:lnTo>
                <a:lnTo>
                  <a:pt x="630181" y="37724"/>
                </a:lnTo>
                <a:lnTo>
                  <a:pt x="629682" y="37507"/>
                </a:lnTo>
                <a:lnTo>
                  <a:pt x="629177" y="37297"/>
                </a:lnTo>
                <a:lnTo>
                  <a:pt x="628665" y="37095"/>
                </a:lnTo>
                <a:lnTo>
                  <a:pt x="628147" y="36899"/>
                </a:lnTo>
                <a:lnTo>
                  <a:pt x="627622" y="36711"/>
                </a:lnTo>
                <a:lnTo>
                  <a:pt x="627091" y="36530"/>
                </a:lnTo>
                <a:lnTo>
                  <a:pt x="626554" y="36356"/>
                </a:lnTo>
                <a:lnTo>
                  <a:pt x="626009" y="36190"/>
                </a:lnTo>
                <a:lnTo>
                  <a:pt x="625459" y="36031"/>
                </a:lnTo>
                <a:lnTo>
                  <a:pt x="624902" y="35879"/>
                </a:lnTo>
                <a:lnTo>
                  <a:pt x="624338" y="35734"/>
                </a:lnTo>
                <a:lnTo>
                  <a:pt x="623768" y="35596"/>
                </a:lnTo>
                <a:lnTo>
                  <a:pt x="623191" y="35466"/>
                </a:lnTo>
                <a:lnTo>
                  <a:pt x="622608" y="35343"/>
                </a:lnTo>
                <a:lnTo>
                  <a:pt x="622019" y="35226"/>
                </a:lnTo>
                <a:lnTo>
                  <a:pt x="621425" y="35114"/>
                </a:lnTo>
                <a:lnTo>
                  <a:pt x="620825" y="35007"/>
                </a:lnTo>
                <a:lnTo>
                  <a:pt x="620221" y="34905"/>
                </a:lnTo>
                <a:lnTo>
                  <a:pt x="619612" y="34808"/>
                </a:lnTo>
                <a:lnTo>
                  <a:pt x="618997" y="34716"/>
                </a:lnTo>
                <a:lnTo>
                  <a:pt x="618378" y="34628"/>
                </a:lnTo>
                <a:lnTo>
                  <a:pt x="617753" y="34546"/>
                </a:lnTo>
                <a:lnTo>
                  <a:pt x="617124" y="34469"/>
                </a:lnTo>
                <a:lnTo>
                  <a:pt x="616489" y="34397"/>
                </a:lnTo>
                <a:lnTo>
                  <a:pt x="615849" y="34330"/>
                </a:lnTo>
                <a:lnTo>
                  <a:pt x="615204" y="34268"/>
                </a:lnTo>
                <a:lnTo>
                  <a:pt x="614554" y="34210"/>
                </a:lnTo>
                <a:lnTo>
                  <a:pt x="613899" y="34158"/>
                </a:lnTo>
                <a:lnTo>
                  <a:pt x="613239" y="34111"/>
                </a:lnTo>
                <a:lnTo>
                  <a:pt x="612574" y="34068"/>
                </a:lnTo>
                <a:lnTo>
                  <a:pt x="611904" y="34031"/>
                </a:lnTo>
                <a:lnTo>
                  <a:pt x="611228" y="33999"/>
                </a:lnTo>
                <a:lnTo>
                  <a:pt x="610548" y="33971"/>
                </a:lnTo>
                <a:lnTo>
                  <a:pt x="609863" y="33949"/>
                </a:lnTo>
                <a:lnTo>
                  <a:pt x="609172" y="33931"/>
                </a:lnTo>
                <a:lnTo>
                  <a:pt x="608476" y="33919"/>
                </a:lnTo>
                <a:lnTo>
                  <a:pt x="607776" y="33912"/>
                </a:lnTo>
                <a:lnTo>
                  <a:pt x="607070" y="33909"/>
                </a:lnTo>
                <a:lnTo>
                  <a:pt x="606107" y="33914"/>
                </a:lnTo>
                <a:lnTo>
                  <a:pt x="605155" y="33930"/>
                </a:lnTo>
                <a:lnTo>
                  <a:pt x="604211" y="33955"/>
                </a:lnTo>
                <a:lnTo>
                  <a:pt x="603278" y="33991"/>
                </a:lnTo>
                <a:lnTo>
                  <a:pt x="602354" y="34038"/>
                </a:lnTo>
                <a:lnTo>
                  <a:pt x="601440" y="34094"/>
                </a:lnTo>
                <a:lnTo>
                  <a:pt x="600536" y="34161"/>
                </a:lnTo>
                <a:lnTo>
                  <a:pt x="599641" y="34238"/>
                </a:lnTo>
                <a:lnTo>
                  <a:pt x="598756" y="34326"/>
                </a:lnTo>
                <a:lnTo>
                  <a:pt x="597881" y="34423"/>
                </a:lnTo>
                <a:lnTo>
                  <a:pt x="597015" y="34531"/>
                </a:lnTo>
                <a:lnTo>
                  <a:pt x="596159" y="34650"/>
                </a:lnTo>
                <a:lnTo>
                  <a:pt x="595313" y="34778"/>
                </a:lnTo>
                <a:lnTo>
                  <a:pt x="594476" y="34917"/>
                </a:lnTo>
                <a:lnTo>
                  <a:pt x="593649" y="35066"/>
                </a:lnTo>
                <a:lnTo>
                  <a:pt x="592832" y="35225"/>
                </a:lnTo>
                <a:lnTo>
                  <a:pt x="592024" y="35395"/>
                </a:lnTo>
                <a:lnTo>
                  <a:pt x="591226" y="35575"/>
                </a:lnTo>
                <a:lnTo>
                  <a:pt x="590438" y="35765"/>
                </a:lnTo>
                <a:lnTo>
                  <a:pt x="589660" y="35966"/>
                </a:lnTo>
                <a:lnTo>
                  <a:pt x="588891" y="36177"/>
                </a:lnTo>
                <a:lnTo>
                  <a:pt x="588131" y="36398"/>
                </a:lnTo>
                <a:lnTo>
                  <a:pt x="587382" y="36629"/>
                </a:lnTo>
                <a:lnTo>
                  <a:pt x="586642" y="36871"/>
                </a:lnTo>
                <a:lnTo>
                  <a:pt x="585914" y="37124"/>
                </a:lnTo>
                <a:lnTo>
                  <a:pt x="585199" y="37391"/>
                </a:lnTo>
                <a:lnTo>
                  <a:pt x="584497" y="37671"/>
                </a:lnTo>
                <a:lnTo>
                  <a:pt x="583809" y="37964"/>
                </a:lnTo>
                <a:lnTo>
                  <a:pt x="583134" y="38270"/>
                </a:lnTo>
                <a:lnTo>
                  <a:pt x="582472" y="38589"/>
                </a:lnTo>
                <a:lnTo>
                  <a:pt x="581824" y="38922"/>
                </a:lnTo>
                <a:lnTo>
                  <a:pt x="581189" y="39268"/>
                </a:lnTo>
                <a:lnTo>
                  <a:pt x="580567" y="39627"/>
                </a:lnTo>
                <a:lnTo>
                  <a:pt x="579959" y="39999"/>
                </a:lnTo>
                <a:lnTo>
                  <a:pt x="579363" y="40384"/>
                </a:lnTo>
                <a:lnTo>
                  <a:pt x="578782" y="40783"/>
                </a:lnTo>
                <a:lnTo>
                  <a:pt x="578213" y="41194"/>
                </a:lnTo>
                <a:lnTo>
                  <a:pt x="577658" y="41619"/>
                </a:lnTo>
                <a:lnTo>
                  <a:pt x="577117" y="42057"/>
                </a:lnTo>
                <a:lnTo>
                  <a:pt x="576588" y="42509"/>
                </a:lnTo>
                <a:lnTo>
                  <a:pt x="576073" y="42973"/>
                </a:lnTo>
                <a:lnTo>
                  <a:pt x="575571" y="43451"/>
                </a:lnTo>
                <a:lnTo>
                  <a:pt x="575083" y="43941"/>
                </a:lnTo>
                <a:lnTo>
                  <a:pt x="574608" y="44446"/>
                </a:lnTo>
                <a:lnTo>
                  <a:pt x="574146" y="44963"/>
                </a:lnTo>
                <a:lnTo>
                  <a:pt x="573698" y="45493"/>
                </a:lnTo>
                <a:lnTo>
                  <a:pt x="573263" y="46037"/>
                </a:lnTo>
                <a:lnTo>
                  <a:pt x="572841" y="46594"/>
                </a:lnTo>
                <a:lnTo>
                  <a:pt x="572434" y="47165"/>
                </a:lnTo>
                <a:lnTo>
                  <a:pt x="572045" y="47753"/>
                </a:lnTo>
                <a:lnTo>
                  <a:pt x="571673" y="48358"/>
                </a:lnTo>
                <a:lnTo>
                  <a:pt x="571319" y="48980"/>
                </a:lnTo>
                <a:lnTo>
                  <a:pt x="570982" y="49618"/>
                </a:lnTo>
                <a:lnTo>
                  <a:pt x="570662" y="50273"/>
                </a:lnTo>
                <a:lnTo>
                  <a:pt x="570359" y="50945"/>
                </a:lnTo>
                <a:lnTo>
                  <a:pt x="570073" y="51634"/>
                </a:lnTo>
                <a:lnTo>
                  <a:pt x="569805" y="52339"/>
                </a:lnTo>
                <a:lnTo>
                  <a:pt x="569555" y="53061"/>
                </a:lnTo>
                <a:lnTo>
                  <a:pt x="569321" y="53799"/>
                </a:lnTo>
                <a:lnTo>
                  <a:pt x="569105" y="54555"/>
                </a:lnTo>
                <a:lnTo>
                  <a:pt x="568906" y="55327"/>
                </a:lnTo>
                <a:lnTo>
                  <a:pt x="568724" y="56115"/>
                </a:lnTo>
                <a:lnTo>
                  <a:pt x="568560" y="56921"/>
                </a:lnTo>
                <a:lnTo>
                  <a:pt x="568413" y="57743"/>
                </a:lnTo>
                <a:lnTo>
                  <a:pt x="568283" y="58582"/>
                </a:lnTo>
                <a:lnTo>
                  <a:pt x="568171" y="59437"/>
                </a:lnTo>
                <a:lnTo>
                  <a:pt x="568076" y="60310"/>
                </a:lnTo>
                <a:lnTo>
                  <a:pt x="567998" y="61199"/>
                </a:lnTo>
                <a:lnTo>
                  <a:pt x="567937" y="62105"/>
                </a:lnTo>
                <a:lnTo>
                  <a:pt x="567894" y="63027"/>
                </a:lnTo>
                <a:lnTo>
                  <a:pt x="567868" y="63966"/>
                </a:lnTo>
                <a:lnTo>
                  <a:pt x="567860" y="64922"/>
                </a:lnTo>
                <a:lnTo>
                  <a:pt x="590527" y="64922"/>
                </a:lnTo>
                <a:lnTo>
                  <a:pt x="590535" y="64272"/>
                </a:lnTo>
                <a:lnTo>
                  <a:pt x="590559" y="63638"/>
                </a:lnTo>
                <a:lnTo>
                  <a:pt x="590599" y="63019"/>
                </a:lnTo>
                <a:lnTo>
                  <a:pt x="590656" y="62415"/>
                </a:lnTo>
                <a:lnTo>
                  <a:pt x="590729" y="61826"/>
                </a:lnTo>
                <a:lnTo>
                  <a:pt x="590818" y="61252"/>
                </a:lnTo>
                <a:lnTo>
                  <a:pt x="590923" y="60693"/>
                </a:lnTo>
                <a:lnTo>
                  <a:pt x="591044" y="60150"/>
                </a:lnTo>
                <a:lnTo>
                  <a:pt x="591182" y="59622"/>
                </a:lnTo>
                <a:lnTo>
                  <a:pt x="591336" y="59108"/>
                </a:lnTo>
                <a:lnTo>
                  <a:pt x="591506" y="58610"/>
                </a:lnTo>
                <a:lnTo>
                  <a:pt x="591692" y="58128"/>
                </a:lnTo>
                <a:lnTo>
                  <a:pt x="591894" y="57660"/>
                </a:lnTo>
                <a:lnTo>
                  <a:pt x="592113" y="57208"/>
                </a:lnTo>
                <a:lnTo>
                  <a:pt x="592347" y="56770"/>
                </a:lnTo>
                <a:lnTo>
                  <a:pt x="592598" y="56348"/>
                </a:lnTo>
                <a:lnTo>
                  <a:pt x="592865" y="55941"/>
                </a:lnTo>
                <a:lnTo>
                  <a:pt x="593149" y="55549"/>
                </a:lnTo>
                <a:lnTo>
                  <a:pt x="593448" y="55173"/>
                </a:lnTo>
                <a:lnTo>
                  <a:pt x="593764" y="54811"/>
                </a:lnTo>
                <a:lnTo>
                  <a:pt x="594095" y="54465"/>
                </a:lnTo>
                <a:lnTo>
                  <a:pt x="594443" y="54134"/>
                </a:lnTo>
                <a:lnTo>
                  <a:pt x="594808" y="53818"/>
                </a:lnTo>
                <a:lnTo>
                  <a:pt x="595188" y="53517"/>
                </a:lnTo>
                <a:lnTo>
                  <a:pt x="595581" y="53230"/>
                </a:lnTo>
                <a:lnTo>
                  <a:pt x="595983" y="52955"/>
                </a:lnTo>
                <a:lnTo>
                  <a:pt x="596393" y="52692"/>
                </a:lnTo>
                <a:lnTo>
                  <a:pt x="596813" y="52441"/>
                </a:lnTo>
                <a:lnTo>
                  <a:pt x="597241" y="52203"/>
                </a:lnTo>
                <a:lnTo>
                  <a:pt x="597679" y="51976"/>
                </a:lnTo>
                <a:lnTo>
                  <a:pt x="598125" y="51762"/>
                </a:lnTo>
                <a:lnTo>
                  <a:pt x="598580" y="51561"/>
                </a:lnTo>
                <a:lnTo>
                  <a:pt x="599044" y="51371"/>
                </a:lnTo>
                <a:lnTo>
                  <a:pt x="599517" y="51194"/>
                </a:lnTo>
                <a:lnTo>
                  <a:pt x="599998" y="51029"/>
                </a:lnTo>
                <a:lnTo>
                  <a:pt x="600489" y="50876"/>
                </a:lnTo>
                <a:lnTo>
                  <a:pt x="600989" y="50735"/>
                </a:lnTo>
                <a:lnTo>
                  <a:pt x="601497" y="50607"/>
                </a:lnTo>
                <a:lnTo>
                  <a:pt x="602014" y="50491"/>
                </a:lnTo>
                <a:lnTo>
                  <a:pt x="602540" y="50387"/>
                </a:lnTo>
                <a:lnTo>
                  <a:pt x="603076" y="50295"/>
                </a:lnTo>
                <a:lnTo>
                  <a:pt x="603619" y="50215"/>
                </a:lnTo>
                <a:lnTo>
                  <a:pt x="604172" y="50148"/>
                </a:lnTo>
                <a:lnTo>
                  <a:pt x="604734" y="50093"/>
                </a:lnTo>
                <a:lnTo>
                  <a:pt x="605305" y="50050"/>
                </a:lnTo>
                <a:lnTo>
                  <a:pt x="605884" y="50020"/>
                </a:lnTo>
                <a:lnTo>
                  <a:pt x="606473" y="50001"/>
                </a:lnTo>
                <a:lnTo>
                  <a:pt x="607070" y="49995"/>
                </a:lnTo>
                <a:lnTo>
                  <a:pt x="607614" y="50001"/>
                </a:lnTo>
                <a:lnTo>
                  <a:pt x="608150" y="50018"/>
                </a:lnTo>
                <a:lnTo>
                  <a:pt x="608677" y="50047"/>
                </a:lnTo>
                <a:lnTo>
                  <a:pt x="609196" y="50087"/>
                </a:lnTo>
                <a:lnTo>
                  <a:pt x="609707" y="50139"/>
                </a:lnTo>
                <a:lnTo>
                  <a:pt x="610209" y="50202"/>
                </a:lnTo>
                <a:lnTo>
                  <a:pt x="610703" y="50276"/>
                </a:lnTo>
                <a:lnTo>
                  <a:pt x="611188" y="50362"/>
                </a:lnTo>
                <a:lnTo>
                  <a:pt x="611665" y="50460"/>
                </a:lnTo>
                <a:lnTo>
                  <a:pt x="612133" y="50569"/>
                </a:lnTo>
                <a:lnTo>
                  <a:pt x="612593" y="50689"/>
                </a:lnTo>
                <a:lnTo>
                  <a:pt x="613045" y="50821"/>
                </a:lnTo>
                <a:lnTo>
                  <a:pt x="613488" y="50964"/>
                </a:lnTo>
                <a:lnTo>
                  <a:pt x="613923" y="51119"/>
                </a:lnTo>
                <a:lnTo>
                  <a:pt x="614350" y="51285"/>
                </a:lnTo>
                <a:lnTo>
                  <a:pt x="614768" y="51463"/>
                </a:lnTo>
                <a:lnTo>
                  <a:pt x="615177" y="51652"/>
                </a:lnTo>
                <a:lnTo>
                  <a:pt x="615579" y="51853"/>
                </a:lnTo>
                <a:lnTo>
                  <a:pt x="615971" y="52065"/>
                </a:lnTo>
                <a:lnTo>
                  <a:pt x="616356" y="52288"/>
                </a:lnTo>
                <a:lnTo>
                  <a:pt x="616732" y="52523"/>
                </a:lnTo>
                <a:lnTo>
                  <a:pt x="617099" y="52770"/>
                </a:lnTo>
                <a:lnTo>
                  <a:pt x="617458" y="53028"/>
                </a:lnTo>
                <a:lnTo>
                  <a:pt x="617809" y="53297"/>
                </a:lnTo>
                <a:lnTo>
                  <a:pt x="618149" y="53582"/>
                </a:lnTo>
                <a:lnTo>
                  <a:pt x="618473" y="53887"/>
                </a:lnTo>
                <a:lnTo>
                  <a:pt x="618784" y="54211"/>
                </a:lnTo>
                <a:lnTo>
                  <a:pt x="619080" y="54555"/>
                </a:lnTo>
                <a:lnTo>
                  <a:pt x="619361" y="54919"/>
                </a:lnTo>
                <a:lnTo>
                  <a:pt x="619629" y="55302"/>
                </a:lnTo>
                <a:lnTo>
                  <a:pt x="619881" y="55705"/>
                </a:lnTo>
                <a:lnTo>
                  <a:pt x="620120" y="56127"/>
                </a:lnTo>
                <a:lnTo>
                  <a:pt x="620343" y="56570"/>
                </a:lnTo>
                <a:lnTo>
                  <a:pt x="620553" y="57031"/>
                </a:lnTo>
                <a:lnTo>
                  <a:pt x="620748" y="57513"/>
                </a:lnTo>
                <a:lnTo>
                  <a:pt x="620928" y="58014"/>
                </a:lnTo>
                <a:lnTo>
                  <a:pt x="621094" y="58535"/>
                </a:lnTo>
                <a:lnTo>
                  <a:pt x="621246" y="59076"/>
                </a:lnTo>
                <a:lnTo>
                  <a:pt x="621383" y="59636"/>
                </a:lnTo>
                <a:lnTo>
                  <a:pt x="621506" y="60216"/>
                </a:lnTo>
                <a:lnTo>
                  <a:pt x="621614" y="60815"/>
                </a:lnTo>
                <a:lnTo>
                  <a:pt x="621708" y="61434"/>
                </a:lnTo>
                <a:lnTo>
                  <a:pt x="621787" y="62073"/>
                </a:lnTo>
                <a:lnTo>
                  <a:pt x="621852" y="62731"/>
                </a:lnTo>
                <a:lnTo>
                  <a:pt x="621903" y="63409"/>
                </a:lnTo>
                <a:lnTo>
                  <a:pt x="621939" y="64107"/>
                </a:lnTo>
                <a:lnTo>
                  <a:pt x="621961" y="64825"/>
                </a:lnTo>
                <a:lnTo>
                  <a:pt x="621968" y="65562"/>
                </a:lnTo>
                <a:lnTo>
                  <a:pt x="621968" y="70466"/>
                </a:lnTo>
                <a:lnTo>
                  <a:pt x="620505" y="70500"/>
                </a:lnTo>
                <a:lnTo>
                  <a:pt x="619058" y="70540"/>
                </a:lnTo>
                <a:lnTo>
                  <a:pt x="617626" y="70588"/>
                </a:lnTo>
                <a:lnTo>
                  <a:pt x="616208" y="70641"/>
                </a:lnTo>
                <a:lnTo>
                  <a:pt x="614806" y="70702"/>
                </a:lnTo>
                <a:lnTo>
                  <a:pt x="613419" y="70768"/>
                </a:lnTo>
                <a:lnTo>
                  <a:pt x="612047" y="70842"/>
                </a:lnTo>
                <a:lnTo>
                  <a:pt x="610690" y="70922"/>
                </a:lnTo>
                <a:lnTo>
                  <a:pt x="609348" y="71009"/>
                </a:lnTo>
                <a:lnTo>
                  <a:pt x="608022" y="71102"/>
                </a:lnTo>
                <a:lnTo>
                  <a:pt x="606710" y="71201"/>
                </a:lnTo>
                <a:lnTo>
                  <a:pt x="605413" y="71308"/>
                </a:lnTo>
                <a:lnTo>
                  <a:pt x="604132" y="71421"/>
                </a:lnTo>
                <a:lnTo>
                  <a:pt x="602865" y="71540"/>
                </a:lnTo>
                <a:lnTo>
                  <a:pt x="601614" y="71666"/>
                </a:lnTo>
                <a:lnTo>
                  <a:pt x="600377" y="71799"/>
                </a:lnTo>
                <a:lnTo>
                  <a:pt x="599156" y="71938"/>
                </a:lnTo>
                <a:lnTo>
                  <a:pt x="597950" y="72084"/>
                </a:lnTo>
                <a:lnTo>
                  <a:pt x="596759" y="72236"/>
                </a:lnTo>
                <a:lnTo>
                  <a:pt x="595583" y="72395"/>
                </a:lnTo>
                <a:lnTo>
                  <a:pt x="594422" y="72561"/>
                </a:lnTo>
                <a:lnTo>
                  <a:pt x="593276" y="72733"/>
                </a:lnTo>
                <a:lnTo>
                  <a:pt x="592145" y="72911"/>
                </a:lnTo>
                <a:lnTo>
                  <a:pt x="591029" y="73096"/>
                </a:lnTo>
                <a:lnTo>
                  <a:pt x="589931" y="73292"/>
                </a:lnTo>
                <a:lnTo>
                  <a:pt x="588854" y="73502"/>
                </a:lnTo>
                <a:lnTo>
                  <a:pt x="587797" y="73725"/>
                </a:lnTo>
                <a:lnTo>
                  <a:pt x="586760" y="73963"/>
                </a:lnTo>
                <a:lnTo>
                  <a:pt x="585744" y="74215"/>
                </a:lnTo>
                <a:lnTo>
                  <a:pt x="584748" y="74481"/>
                </a:lnTo>
                <a:lnTo>
                  <a:pt x="583773" y="74762"/>
                </a:lnTo>
                <a:lnTo>
                  <a:pt x="582819" y="75056"/>
                </a:lnTo>
                <a:lnTo>
                  <a:pt x="581884" y="75364"/>
                </a:lnTo>
                <a:lnTo>
                  <a:pt x="580971" y="75687"/>
                </a:lnTo>
                <a:lnTo>
                  <a:pt x="580077" y="76023"/>
                </a:lnTo>
                <a:lnTo>
                  <a:pt x="579205" y="76374"/>
                </a:lnTo>
                <a:lnTo>
                  <a:pt x="578352" y="76739"/>
                </a:lnTo>
                <a:lnTo>
                  <a:pt x="577520" y="77118"/>
                </a:lnTo>
                <a:lnTo>
                  <a:pt x="576709" y="77511"/>
                </a:lnTo>
                <a:lnTo>
                  <a:pt x="575918" y="77918"/>
                </a:lnTo>
                <a:lnTo>
                  <a:pt x="575147" y="78339"/>
                </a:lnTo>
                <a:lnTo>
                  <a:pt x="574397" y="78774"/>
                </a:lnTo>
                <a:lnTo>
                  <a:pt x="573668" y="79224"/>
                </a:lnTo>
                <a:lnTo>
                  <a:pt x="572959" y="79687"/>
                </a:lnTo>
                <a:lnTo>
                  <a:pt x="572270" y="80165"/>
                </a:lnTo>
                <a:lnTo>
                  <a:pt x="571602" y="80657"/>
                </a:lnTo>
                <a:lnTo>
                  <a:pt x="570955" y="81162"/>
                </a:lnTo>
                <a:lnTo>
                  <a:pt x="570327" y="81682"/>
                </a:lnTo>
                <a:lnTo>
                  <a:pt x="569723" y="82220"/>
                </a:lnTo>
                <a:lnTo>
                  <a:pt x="569145" y="82778"/>
                </a:lnTo>
                <a:lnTo>
                  <a:pt x="568592" y="83358"/>
                </a:lnTo>
                <a:lnTo>
                  <a:pt x="568065" y="83960"/>
                </a:lnTo>
                <a:lnTo>
                  <a:pt x="567564" y="84582"/>
                </a:lnTo>
                <a:lnTo>
                  <a:pt x="567088" y="85226"/>
                </a:lnTo>
                <a:lnTo>
                  <a:pt x="566639" y="85892"/>
                </a:lnTo>
                <a:lnTo>
                  <a:pt x="566214" y="86578"/>
                </a:lnTo>
                <a:lnTo>
                  <a:pt x="565816" y="87286"/>
                </a:lnTo>
                <a:lnTo>
                  <a:pt x="565443" y="88015"/>
                </a:lnTo>
                <a:lnTo>
                  <a:pt x="565096" y="88766"/>
                </a:lnTo>
                <a:lnTo>
                  <a:pt x="564775" y="89538"/>
                </a:lnTo>
                <a:lnTo>
                  <a:pt x="564479" y="90331"/>
                </a:lnTo>
                <a:lnTo>
                  <a:pt x="564209" y="91145"/>
                </a:lnTo>
                <a:lnTo>
                  <a:pt x="563965" y="91981"/>
                </a:lnTo>
                <a:lnTo>
                  <a:pt x="563747" y="92838"/>
                </a:lnTo>
                <a:lnTo>
                  <a:pt x="563554" y="93716"/>
                </a:lnTo>
                <a:lnTo>
                  <a:pt x="563387" y="94616"/>
                </a:lnTo>
                <a:lnTo>
                  <a:pt x="563245" y="95537"/>
                </a:lnTo>
                <a:lnTo>
                  <a:pt x="563130" y="96479"/>
                </a:lnTo>
                <a:lnTo>
                  <a:pt x="563040" y="97443"/>
                </a:lnTo>
                <a:lnTo>
                  <a:pt x="562975" y="98428"/>
                </a:lnTo>
                <a:lnTo>
                  <a:pt x="562937" y="99434"/>
                </a:lnTo>
                <a:lnTo>
                  <a:pt x="562924" y="100462"/>
                </a:lnTo>
                <a:lnTo>
                  <a:pt x="562931" y="101203"/>
                </a:lnTo>
                <a:lnTo>
                  <a:pt x="562952" y="101933"/>
                </a:lnTo>
                <a:lnTo>
                  <a:pt x="562988" y="102653"/>
                </a:lnTo>
                <a:lnTo>
                  <a:pt x="563037" y="103363"/>
                </a:lnTo>
                <a:lnTo>
                  <a:pt x="563101" y="104062"/>
                </a:lnTo>
                <a:lnTo>
                  <a:pt x="563178" y="104750"/>
                </a:lnTo>
                <a:lnTo>
                  <a:pt x="563270" y="105429"/>
                </a:lnTo>
                <a:lnTo>
                  <a:pt x="563376" y="106097"/>
                </a:lnTo>
                <a:lnTo>
                  <a:pt x="563496" y="106754"/>
                </a:lnTo>
                <a:lnTo>
                  <a:pt x="563630" y="107401"/>
                </a:lnTo>
                <a:lnTo>
                  <a:pt x="563778" y="108038"/>
                </a:lnTo>
                <a:lnTo>
                  <a:pt x="563941" y="108664"/>
                </a:lnTo>
                <a:lnTo>
                  <a:pt x="564117" y="109280"/>
                </a:lnTo>
                <a:lnTo>
                  <a:pt x="564308" y="109886"/>
                </a:lnTo>
                <a:lnTo>
                  <a:pt x="564513" y="110481"/>
                </a:lnTo>
                <a:lnTo>
                  <a:pt x="564732" y="111065"/>
                </a:lnTo>
                <a:lnTo>
                  <a:pt x="564965" y="111640"/>
                </a:lnTo>
                <a:lnTo>
                  <a:pt x="565212" y="112204"/>
                </a:lnTo>
                <a:lnTo>
                  <a:pt x="565473" y="112757"/>
                </a:lnTo>
                <a:lnTo>
                  <a:pt x="565749" y="113300"/>
                </a:lnTo>
                <a:lnTo>
                  <a:pt x="566038" y="113833"/>
                </a:lnTo>
                <a:lnTo>
                  <a:pt x="566342" y="114355"/>
                </a:lnTo>
                <a:lnTo>
                  <a:pt x="566659" y="114867"/>
                </a:lnTo>
                <a:lnTo>
                  <a:pt x="566991" y="115369"/>
                </a:lnTo>
                <a:lnTo>
                  <a:pt x="567335" y="115859"/>
                </a:lnTo>
                <a:lnTo>
                  <a:pt x="567687" y="116340"/>
                </a:lnTo>
                <a:lnTo>
                  <a:pt x="568047" y="116810"/>
                </a:lnTo>
                <a:lnTo>
                  <a:pt x="568417" y="117269"/>
                </a:lnTo>
                <a:lnTo>
                  <a:pt x="568795" y="117719"/>
                </a:lnTo>
                <a:lnTo>
                  <a:pt x="569182" y="118157"/>
                </a:lnTo>
                <a:lnTo>
                  <a:pt x="569578" y="118586"/>
                </a:lnTo>
                <a:lnTo>
                  <a:pt x="569982" y="119004"/>
                </a:lnTo>
                <a:lnTo>
                  <a:pt x="570395" y="119411"/>
                </a:lnTo>
                <a:lnTo>
                  <a:pt x="570817" y="119808"/>
                </a:lnTo>
                <a:lnTo>
                  <a:pt x="571248" y="120195"/>
                </a:lnTo>
                <a:lnTo>
                  <a:pt x="571687" y="120571"/>
                </a:lnTo>
                <a:lnTo>
                  <a:pt x="572135" y="120937"/>
                </a:lnTo>
                <a:lnTo>
                  <a:pt x="572592" y="121292"/>
                </a:lnTo>
                <a:lnTo>
                  <a:pt x="573057" y="121638"/>
                </a:lnTo>
                <a:lnTo>
                  <a:pt x="573531" y="121972"/>
                </a:lnTo>
                <a:lnTo>
                  <a:pt x="574014" y="122296"/>
                </a:lnTo>
                <a:lnTo>
                  <a:pt x="574506" y="122610"/>
                </a:lnTo>
                <a:lnTo>
                  <a:pt x="575006" y="122914"/>
                </a:lnTo>
                <a:lnTo>
                  <a:pt x="575516" y="123207"/>
                </a:lnTo>
                <a:lnTo>
                  <a:pt x="576033" y="123489"/>
                </a:lnTo>
                <a:lnTo>
                  <a:pt x="576560" y="123761"/>
                </a:lnTo>
                <a:lnTo>
                  <a:pt x="577095" y="124023"/>
                </a:lnTo>
                <a:lnTo>
                  <a:pt x="577639" y="124274"/>
                </a:lnTo>
                <a:lnTo>
                  <a:pt x="578189" y="124515"/>
                </a:lnTo>
                <a:lnTo>
                  <a:pt x="578743" y="124746"/>
                </a:lnTo>
                <a:lnTo>
                  <a:pt x="579300" y="124966"/>
                </a:lnTo>
                <a:lnTo>
                  <a:pt x="579861" y="125177"/>
                </a:lnTo>
                <a:lnTo>
                  <a:pt x="580425" y="125377"/>
                </a:lnTo>
                <a:lnTo>
                  <a:pt x="580992" y="125566"/>
                </a:lnTo>
                <a:lnTo>
                  <a:pt x="581564" y="125746"/>
                </a:lnTo>
                <a:lnTo>
                  <a:pt x="582138" y="125915"/>
                </a:lnTo>
                <a:lnTo>
                  <a:pt x="582716" y="126074"/>
                </a:lnTo>
                <a:lnTo>
                  <a:pt x="583298" y="126223"/>
                </a:lnTo>
                <a:lnTo>
                  <a:pt x="583883" y="126361"/>
                </a:lnTo>
                <a:lnTo>
                  <a:pt x="584471" y="126489"/>
                </a:lnTo>
                <a:lnTo>
                  <a:pt x="585063" y="126607"/>
                </a:lnTo>
                <a:lnTo>
                  <a:pt x="585659" y="126715"/>
                </a:lnTo>
                <a:lnTo>
                  <a:pt x="586258" y="126812"/>
                </a:lnTo>
                <a:lnTo>
                  <a:pt x="586860" y="126899"/>
                </a:lnTo>
                <a:lnTo>
                  <a:pt x="587466" y="126976"/>
                </a:lnTo>
                <a:lnTo>
                  <a:pt x="588076" y="127043"/>
                </a:lnTo>
                <a:lnTo>
                  <a:pt x="588689" y="127099"/>
                </a:lnTo>
                <a:lnTo>
                  <a:pt x="589305" y="127146"/>
                </a:lnTo>
                <a:lnTo>
                  <a:pt x="589925" y="127181"/>
                </a:lnTo>
                <a:lnTo>
                  <a:pt x="590549" y="127207"/>
                </a:lnTo>
                <a:lnTo>
                  <a:pt x="591176" y="127222"/>
                </a:lnTo>
                <a:lnTo>
                  <a:pt x="591806" y="127228"/>
                </a:lnTo>
                <a:lnTo>
                  <a:pt x="592617" y="127222"/>
                </a:lnTo>
                <a:lnTo>
                  <a:pt x="593420" y="127204"/>
                </a:lnTo>
                <a:lnTo>
                  <a:pt x="594215" y="127175"/>
                </a:lnTo>
                <a:lnTo>
                  <a:pt x="595003" y="127135"/>
                </a:lnTo>
                <a:close/>
                <a:moveTo>
                  <a:pt x="597957" y="110515"/>
                </a:moveTo>
                <a:lnTo>
                  <a:pt x="597524" y="110471"/>
                </a:lnTo>
                <a:lnTo>
                  <a:pt x="597099" y="110418"/>
                </a:lnTo>
                <a:lnTo>
                  <a:pt x="596681" y="110355"/>
                </a:lnTo>
                <a:lnTo>
                  <a:pt x="596269" y="110282"/>
                </a:lnTo>
                <a:lnTo>
                  <a:pt x="595866" y="110199"/>
                </a:lnTo>
                <a:lnTo>
                  <a:pt x="595469" y="110107"/>
                </a:lnTo>
                <a:lnTo>
                  <a:pt x="595079" y="110005"/>
                </a:lnTo>
                <a:lnTo>
                  <a:pt x="594697" y="109893"/>
                </a:lnTo>
                <a:lnTo>
                  <a:pt x="594321" y="109772"/>
                </a:lnTo>
                <a:lnTo>
                  <a:pt x="593953" y="109640"/>
                </a:lnTo>
                <a:lnTo>
                  <a:pt x="593592" y="109500"/>
                </a:lnTo>
                <a:lnTo>
                  <a:pt x="593238" y="109349"/>
                </a:lnTo>
                <a:lnTo>
                  <a:pt x="592891" y="109189"/>
                </a:lnTo>
                <a:lnTo>
                  <a:pt x="592552" y="109018"/>
                </a:lnTo>
                <a:lnTo>
                  <a:pt x="592219" y="108839"/>
                </a:lnTo>
                <a:lnTo>
                  <a:pt x="591894" y="108649"/>
                </a:lnTo>
                <a:lnTo>
                  <a:pt x="591576" y="108450"/>
                </a:lnTo>
                <a:lnTo>
                  <a:pt x="591264" y="108241"/>
                </a:lnTo>
                <a:lnTo>
                  <a:pt x="590960" y="108022"/>
                </a:lnTo>
                <a:lnTo>
                  <a:pt x="590664" y="107794"/>
                </a:lnTo>
                <a:lnTo>
                  <a:pt x="590377" y="107555"/>
                </a:lnTo>
                <a:lnTo>
                  <a:pt x="590102" y="107307"/>
                </a:lnTo>
                <a:lnTo>
                  <a:pt x="589839" y="107047"/>
                </a:lnTo>
                <a:lnTo>
                  <a:pt x="589588" y="106778"/>
                </a:lnTo>
                <a:lnTo>
                  <a:pt x="589350" y="106498"/>
                </a:lnTo>
                <a:lnTo>
                  <a:pt x="589124" y="106208"/>
                </a:lnTo>
                <a:lnTo>
                  <a:pt x="588910" y="105907"/>
                </a:lnTo>
                <a:lnTo>
                  <a:pt x="588709" y="105596"/>
                </a:lnTo>
                <a:lnTo>
                  <a:pt x="588519" y="105274"/>
                </a:lnTo>
                <a:lnTo>
                  <a:pt x="588342" y="104943"/>
                </a:lnTo>
                <a:lnTo>
                  <a:pt x="588177" y="104600"/>
                </a:lnTo>
                <a:lnTo>
                  <a:pt x="588025" y="104248"/>
                </a:lnTo>
                <a:lnTo>
                  <a:pt x="587884" y="103885"/>
                </a:lnTo>
                <a:lnTo>
                  <a:pt x="587756" y="103512"/>
                </a:lnTo>
                <a:lnTo>
                  <a:pt x="587640" y="103128"/>
                </a:lnTo>
                <a:lnTo>
                  <a:pt x="587536" y="102734"/>
                </a:lnTo>
                <a:lnTo>
                  <a:pt x="587444" y="102329"/>
                </a:lnTo>
                <a:lnTo>
                  <a:pt x="587365" y="101915"/>
                </a:lnTo>
                <a:lnTo>
                  <a:pt x="587298" y="101490"/>
                </a:lnTo>
                <a:lnTo>
                  <a:pt x="587243" y="101054"/>
                </a:lnTo>
                <a:lnTo>
                  <a:pt x="587200" y="100608"/>
                </a:lnTo>
                <a:lnTo>
                  <a:pt x="587169" y="100152"/>
                </a:lnTo>
                <a:lnTo>
                  <a:pt x="587151" y="99685"/>
                </a:lnTo>
                <a:lnTo>
                  <a:pt x="587145" y="99208"/>
                </a:lnTo>
                <a:lnTo>
                  <a:pt x="587158" y="98547"/>
                </a:lnTo>
                <a:lnTo>
                  <a:pt x="587198" y="97901"/>
                </a:lnTo>
                <a:lnTo>
                  <a:pt x="587265" y="97271"/>
                </a:lnTo>
                <a:lnTo>
                  <a:pt x="587358" y="96656"/>
                </a:lnTo>
                <a:lnTo>
                  <a:pt x="587478" y="96056"/>
                </a:lnTo>
                <a:lnTo>
                  <a:pt x="587625" y="95472"/>
                </a:lnTo>
                <a:lnTo>
                  <a:pt x="587798" y="94903"/>
                </a:lnTo>
                <a:lnTo>
                  <a:pt x="587998" y="94350"/>
                </a:lnTo>
                <a:lnTo>
                  <a:pt x="588224" y="93812"/>
                </a:lnTo>
                <a:lnTo>
                  <a:pt x="588478" y="93289"/>
                </a:lnTo>
                <a:lnTo>
                  <a:pt x="588758" y="92782"/>
                </a:lnTo>
                <a:lnTo>
                  <a:pt x="589064" y="92290"/>
                </a:lnTo>
                <a:lnTo>
                  <a:pt x="589397" y="91814"/>
                </a:lnTo>
                <a:lnTo>
                  <a:pt x="589757" y="91353"/>
                </a:lnTo>
                <a:lnTo>
                  <a:pt x="590144" y="90907"/>
                </a:lnTo>
                <a:lnTo>
                  <a:pt x="590557" y="90477"/>
                </a:lnTo>
                <a:lnTo>
                  <a:pt x="590997" y="90062"/>
                </a:lnTo>
                <a:lnTo>
                  <a:pt x="591463" y="89663"/>
                </a:lnTo>
                <a:lnTo>
                  <a:pt x="591957" y="89278"/>
                </a:lnTo>
                <a:lnTo>
                  <a:pt x="592476" y="88910"/>
                </a:lnTo>
                <a:lnTo>
                  <a:pt x="593023" y="88556"/>
                </a:lnTo>
                <a:lnTo>
                  <a:pt x="593596" y="88219"/>
                </a:lnTo>
                <a:lnTo>
                  <a:pt x="594196" y="87896"/>
                </a:lnTo>
                <a:lnTo>
                  <a:pt x="594822" y="87589"/>
                </a:lnTo>
                <a:lnTo>
                  <a:pt x="595482" y="87296"/>
                </a:lnTo>
                <a:lnTo>
                  <a:pt x="596182" y="87014"/>
                </a:lnTo>
                <a:lnTo>
                  <a:pt x="596922" y="86745"/>
                </a:lnTo>
                <a:lnTo>
                  <a:pt x="597701" y="86488"/>
                </a:lnTo>
                <a:lnTo>
                  <a:pt x="598521" y="86244"/>
                </a:lnTo>
                <a:lnTo>
                  <a:pt x="599381" y="86011"/>
                </a:lnTo>
                <a:lnTo>
                  <a:pt x="600281" y="85791"/>
                </a:lnTo>
                <a:lnTo>
                  <a:pt x="601220" y="85582"/>
                </a:lnTo>
                <a:lnTo>
                  <a:pt x="602200" y="85386"/>
                </a:lnTo>
                <a:lnTo>
                  <a:pt x="603220" y="85202"/>
                </a:lnTo>
                <a:lnTo>
                  <a:pt x="604279" y="85030"/>
                </a:lnTo>
                <a:lnTo>
                  <a:pt x="605379" y="84871"/>
                </a:lnTo>
                <a:lnTo>
                  <a:pt x="606519" y="84723"/>
                </a:lnTo>
                <a:lnTo>
                  <a:pt x="607698" y="84588"/>
                </a:lnTo>
                <a:lnTo>
                  <a:pt x="608918" y="84464"/>
                </a:lnTo>
                <a:lnTo>
                  <a:pt x="610177" y="84353"/>
                </a:lnTo>
                <a:lnTo>
                  <a:pt x="611477" y="84254"/>
                </a:lnTo>
                <a:lnTo>
                  <a:pt x="612817" y="84167"/>
                </a:lnTo>
                <a:lnTo>
                  <a:pt x="614196" y="84093"/>
                </a:lnTo>
                <a:lnTo>
                  <a:pt x="615616" y="84030"/>
                </a:lnTo>
                <a:lnTo>
                  <a:pt x="617075" y="83980"/>
                </a:lnTo>
                <a:lnTo>
                  <a:pt x="618575" y="83942"/>
                </a:lnTo>
                <a:lnTo>
                  <a:pt x="620114" y="83915"/>
                </a:lnTo>
                <a:lnTo>
                  <a:pt x="621694" y="83902"/>
                </a:lnTo>
                <a:lnTo>
                  <a:pt x="621694" y="98648"/>
                </a:lnTo>
                <a:lnTo>
                  <a:pt x="621400" y="99035"/>
                </a:lnTo>
                <a:lnTo>
                  <a:pt x="621099" y="99418"/>
                </a:lnTo>
                <a:lnTo>
                  <a:pt x="620789" y="99798"/>
                </a:lnTo>
                <a:lnTo>
                  <a:pt x="620471" y="100175"/>
                </a:lnTo>
                <a:lnTo>
                  <a:pt x="620145" y="100547"/>
                </a:lnTo>
                <a:lnTo>
                  <a:pt x="619811" y="100916"/>
                </a:lnTo>
                <a:lnTo>
                  <a:pt x="619469" y="101282"/>
                </a:lnTo>
                <a:lnTo>
                  <a:pt x="619119" y="101644"/>
                </a:lnTo>
                <a:lnTo>
                  <a:pt x="618761" y="102003"/>
                </a:lnTo>
                <a:lnTo>
                  <a:pt x="618395" y="102358"/>
                </a:lnTo>
                <a:lnTo>
                  <a:pt x="618020" y="102709"/>
                </a:lnTo>
                <a:lnTo>
                  <a:pt x="617638" y="103057"/>
                </a:lnTo>
                <a:lnTo>
                  <a:pt x="617247" y="103401"/>
                </a:lnTo>
                <a:lnTo>
                  <a:pt x="616849" y="103742"/>
                </a:lnTo>
                <a:lnTo>
                  <a:pt x="616442" y="104079"/>
                </a:lnTo>
                <a:lnTo>
                  <a:pt x="616027" y="104413"/>
                </a:lnTo>
                <a:lnTo>
                  <a:pt x="615604" y="104743"/>
                </a:lnTo>
                <a:lnTo>
                  <a:pt x="615173" y="105069"/>
                </a:lnTo>
                <a:lnTo>
                  <a:pt x="614734" y="105392"/>
                </a:lnTo>
                <a:lnTo>
                  <a:pt x="614287" y="105712"/>
                </a:lnTo>
                <a:lnTo>
                  <a:pt x="613831" y="106028"/>
                </a:lnTo>
                <a:lnTo>
                  <a:pt x="613368" y="106340"/>
                </a:lnTo>
                <a:lnTo>
                  <a:pt x="612896" y="106649"/>
                </a:lnTo>
                <a:lnTo>
                  <a:pt x="612417" y="106954"/>
                </a:lnTo>
                <a:lnTo>
                  <a:pt x="611931" y="107251"/>
                </a:lnTo>
                <a:lnTo>
                  <a:pt x="611442" y="107535"/>
                </a:lnTo>
                <a:lnTo>
                  <a:pt x="610949" y="107807"/>
                </a:lnTo>
                <a:lnTo>
                  <a:pt x="610453" y="108066"/>
                </a:lnTo>
                <a:lnTo>
                  <a:pt x="609953" y="108312"/>
                </a:lnTo>
                <a:lnTo>
                  <a:pt x="609449" y="108546"/>
                </a:lnTo>
                <a:lnTo>
                  <a:pt x="608942" y="108767"/>
                </a:lnTo>
                <a:lnTo>
                  <a:pt x="608431" y="108976"/>
                </a:lnTo>
                <a:lnTo>
                  <a:pt x="607916" y="109172"/>
                </a:lnTo>
                <a:lnTo>
                  <a:pt x="607398" y="109355"/>
                </a:lnTo>
                <a:lnTo>
                  <a:pt x="606876" y="109525"/>
                </a:lnTo>
                <a:lnTo>
                  <a:pt x="606350" y="109683"/>
                </a:lnTo>
                <a:lnTo>
                  <a:pt x="605821" y="109829"/>
                </a:lnTo>
                <a:lnTo>
                  <a:pt x="605288" y="109961"/>
                </a:lnTo>
                <a:lnTo>
                  <a:pt x="604751" y="110081"/>
                </a:lnTo>
                <a:lnTo>
                  <a:pt x="604211" y="110189"/>
                </a:lnTo>
                <a:lnTo>
                  <a:pt x="603667" y="110283"/>
                </a:lnTo>
                <a:lnTo>
                  <a:pt x="603120" y="110366"/>
                </a:lnTo>
                <a:lnTo>
                  <a:pt x="602568" y="110435"/>
                </a:lnTo>
                <a:lnTo>
                  <a:pt x="602014" y="110492"/>
                </a:lnTo>
                <a:lnTo>
                  <a:pt x="601455" y="110536"/>
                </a:lnTo>
                <a:lnTo>
                  <a:pt x="600893" y="110568"/>
                </a:lnTo>
                <a:lnTo>
                  <a:pt x="600327" y="110587"/>
                </a:lnTo>
                <a:lnTo>
                  <a:pt x="599758" y="110593"/>
                </a:lnTo>
                <a:lnTo>
                  <a:pt x="599297" y="110588"/>
                </a:lnTo>
                <a:lnTo>
                  <a:pt x="598843" y="110574"/>
                </a:lnTo>
                <a:lnTo>
                  <a:pt x="598396" y="110549"/>
                </a:lnTo>
                <a:lnTo>
                  <a:pt x="597957" y="110515"/>
                </a:lnTo>
                <a:close/>
                <a:moveTo>
                  <a:pt x="832773" y="127076"/>
                </a:moveTo>
                <a:lnTo>
                  <a:pt x="833860" y="126991"/>
                </a:lnTo>
                <a:lnTo>
                  <a:pt x="834935" y="126887"/>
                </a:lnTo>
                <a:lnTo>
                  <a:pt x="835999" y="126764"/>
                </a:lnTo>
                <a:lnTo>
                  <a:pt x="837049" y="126621"/>
                </a:lnTo>
                <a:lnTo>
                  <a:pt x="838088" y="126460"/>
                </a:lnTo>
                <a:lnTo>
                  <a:pt x="839114" y="126280"/>
                </a:lnTo>
                <a:lnTo>
                  <a:pt x="840129" y="126082"/>
                </a:lnTo>
                <a:lnTo>
                  <a:pt x="841131" y="125864"/>
                </a:lnTo>
                <a:lnTo>
                  <a:pt x="842120" y="125627"/>
                </a:lnTo>
                <a:lnTo>
                  <a:pt x="843098" y="125371"/>
                </a:lnTo>
                <a:lnTo>
                  <a:pt x="844063" y="125097"/>
                </a:lnTo>
                <a:lnTo>
                  <a:pt x="845016" y="124803"/>
                </a:lnTo>
                <a:lnTo>
                  <a:pt x="845957" y="124490"/>
                </a:lnTo>
                <a:lnTo>
                  <a:pt x="846886" y="124159"/>
                </a:lnTo>
                <a:lnTo>
                  <a:pt x="847802" y="123809"/>
                </a:lnTo>
                <a:lnTo>
                  <a:pt x="848707" y="123439"/>
                </a:lnTo>
                <a:lnTo>
                  <a:pt x="849599" y="123051"/>
                </a:lnTo>
                <a:lnTo>
                  <a:pt x="850478" y="122644"/>
                </a:lnTo>
                <a:lnTo>
                  <a:pt x="851346" y="122217"/>
                </a:lnTo>
                <a:lnTo>
                  <a:pt x="852201" y="121772"/>
                </a:lnTo>
                <a:lnTo>
                  <a:pt x="853043" y="121309"/>
                </a:lnTo>
                <a:lnTo>
                  <a:pt x="853868" y="120828"/>
                </a:lnTo>
                <a:lnTo>
                  <a:pt x="854678" y="120331"/>
                </a:lnTo>
                <a:lnTo>
                  <a:pt x="855473" y="119817"/>
                </a:lnTo>
                <a:lnTo>
                  <a:pt x="856251" y="119285"/>
                </a:lnTo>
                <a:lnTo>
                  <a:pt x="857014" y="118737"/>
                </a:lnTo>
                <a:lnTo>
                  <a:pt x="857761" y="118172"/>
                </a:lnTo>
                <a:lnTo>
                  <a:pt x="858493" y="117589"/>
                </a:lnTo>
                <a:lnTo>
                  <a:pt x="859208" y="116990"/>
                </a:lnTo>
                <a:lnTo>
                  <a:pt x="859908" y="116373"/>
                </a:lnTo>
                <a:lnTo>
                  <a:pt x="860593" y="115740"/>
                </a:lnTo>
                <a:lnTo>
                  <a:pt x="861261" y="115089"/>
                </a:lnTo>
                <a:lnTo>
                  <a:pt x="861914" y="114422"/>
                </a:lnTo>
                <a:lnTo>
                  <a:pt x="862551" y="113737"/>
                </a:lnTo>
                <a:lnTo>
                  <a:pt x="863173" y="113036"/>
                </a:lnTo>
                <a:lnTo>
                  <a:pt x="863779" y="112317"/>
                </a:lnTo>
                <a:lnTo>
                  <a:pt x="864369" y="111582"/>
                </a:lnTo>
                <a:lnTo>
                  <a:pt x="864943" y="110829"/>
                </a:lnTo>
                <a:lnTo>
                  <a:pt x="865502" y="110060"/>
                </a:lnTo>
                <a:lnTo>
                  <a:pt x="866045" y="109273"/>
                </a:lnTo>
                <a:lnTo>
                  <a:pt x="866572" y="108470"/>
                </a:lnTo>
                <a:lnTo>
                  <a:pt x="867083" y="107649"/>
                </a:lnTo>
                <a:lnTo>
                  <a:pt x="867579" y="106812"/>
                </a:lnTo>
                <a:lnTo>
                  <a:pt x="868059" y="105957"/>
                </a:lnTo>
                <a:lnTo>
                  <a:pt x="868521" y="105086"/>
                </a:lnTo>
                <a:lnTo>
                  <a:pt x="868964" y="104201"/>
                </a:lnTo>
                <a:lnTo>
                  <a:pt x="869387" y="103299"/>
                </a:lnTo>
                <a:lnTo>
                  <a:pt x="869791" y="102383"/>
                </a:lnTo>
                <a:lnTo>
                  <a:pt x="870174" y="101452"/>
                </a:lnTo>
                <a:lnTo>
                  <a:pt x="870538" y="100506"/>
                </a:lnTo>
                <a:lnTo>
                  <a:pt x="870883" y="99544"/>
                </a:lnTo>
                <a:lnTo>
                  <a:pt x="871207" y="98568"/>
                </a:lnTo>
                <a:lnTo>
                  <a:pt x="871512" y="97576"/>
                </a:lnTo>
                <a:lnTo>
                  <a:pt x="871798" y="96570"/>
                </a:lnTo>
                <a:lnTo>
                  <a:pt x="872063" y="95548"/>
                </a:lnTo>
                <a:lnTo>
                  <a:pt x="872309" y="94511"/>
                </a:lnTo>
                <a:lnTo>
                  <a:pt x="872535" y="93459"/>
                </a:lnTo>
                <a:lnTo>
                  <a:pt x="872742" y="92392"/>
                </a:lnTo>
                <a:lnTo>
                  <a:pt x="872929" y="91310"/>
                </a:lnTo>
                <a:lnTo>
                  <a:pt x="873096" y="90213"/>
                </a:lnTo>
                <a:lnTo>
                  <a:pt x="873244" y="89100"/>
                </a:lnTo>
                <a:lnTo>
                  <a:pt x="873372" y="87973"/>
                </a:lnTo>
                <a:lnTo>
                  <a:pt x="873480" y="86830"/>
                </a:lnTo>
                <a:lnTo>
                  <a:pt x="873568" y="85673"/>
                </a:lnTo>
                <a:lnTo>
                  <a:pt x="873637" y="84500"/>
                </a:lnTo>
                <a:lnTo>
                  <a:pt x="873686" y="83312"/>
                </a:lnTo>
                <a:lnTo>
                  <a:pt x="873716" y="82109"/>
                </a:lnTo>
                <a:lnTo>
                  <a:pt x="873726" y="80891"/>
                </a:lnTo>
                <a:lnTo>
                  <a:pt x="873716" y="79650"/>
                </a:lnTo>
                <a:lnTo>
                  <a:pt x="873686" y="78425"/>
                </a:lnTo>
                <a:lnTo>
                  <a:pt x="873637" y="77216"/>
                </a:lnTo>
                <a:lnTo>
                  <a:pt x="873568" y="76022"/>
                </a:lnTo>
                <a:lnTo>
                  <a:pt x="873480" y="74844"/>
                </a:lnTo>
                <a:lnTo>
                  <a:pt x="873372" y="73681"/>
                </a:lnTo>
                <a:lnTo>
                  <a:pt x="873244" y="72534"/>
                </a:lnTo>
                <a:lnTo>
                  <a:pt x="873096" y="71402"/>
                </a:lnTo>
                <a:lnTo>
                  <a:pt x="872929" y="70286"/>
                </a:lnTo>
                <a:lnTo>
                  <a:pt x="872742" y="69186"/>
                </a:lnTo>
                <a:lnTo>
                  <a:pt x="872535" y="68101"/>
                </a:lnTo>
                <a:lnTo>
                  <a:pt x="872309" y="67031"/>
                </a:lnTo>
                <a:lnTo>
                  <a:pt x="872063" y="65977"/>
                </a:lnTo>
                <a:lnTo>
                  <a:pt x="871798" y="64939"/>
                </a:lnTo>
                <a:lnTo>
                  <a:pt x="871512" y="63917"/>
                </a:lnTo>
                <a:lnTo>
                  <a:pt x="871207" y="62910"/>
                </a:lnTo>
                <a:lnTo>
                  <a:pt x="870883" y="61918"/>
                </a:lnTo>
                <a:lnTo>
                  <a:pt x="870538" y="60942"/>
                </a:lnTo>
                <a:lnTo>
                  <a:pt x="870174" y="59982"/>
                </a:lnTo>
                <a:lnTo>
                  <a:pt x="869791" y="59037"/>
                </a:lnTo>
                <a:lnTo>
                  <a:pt x="869387" y="58108"/>
                </a:lnTo>
                <a:lnTo>
                  <a:pt x="868964" y="57194"/>
                </a:lnTo>
                <a:lnTo>
                  <a:pt x="868521" y="56296"/>
                </a:lnTo>
                <a:lnTo>
                  <a:pt x="868059" y="55414"/>
                </a:lnTo>
                <a:lnTo>
                  <a:pt x="867579" y="54547"/>
                </a:lnTo>
                <a:lnTo>
                  <a:pt x="867083" y="53698"/>
                </a:lnTo>
                <a:lnTo>
                  <a:pt x="866572" y="52867"/>
                </a:lnTo>
                <a:lnTo>
                  <a:pt x="866045" y="52053"/>
                </a:lnTo>
                <a:lnTo>
                  <a:pt x="865502" y="51256"/>
                </a:lnTo>
                <a:lnTo>
                  <a:pt x="864943" y="50476"/>
                </a:lnTo>
                <a:lnTo>
                  <a:pt x="864369" y="49714"/>
                </a:lnTo>
                <a:lnTo>
                  <a:pt x="863779" y="48969"/>
                </a:lnTo>
                <a:lnTo>
                  <a:pt x="863173" y="48242"/>
                </a:lnTo>
                <a:lnTo>
                  <a:pt x="862551" y="47532"/>
                </a:lnTo>
                <a:lnTo>
                  <a:pt x="861914" y="46839"/>
                </a:lnTo>
                <a:lnTo>
                  <a:pt x="861261" y="46164"/>
                </a:lnTo>
                <a:lnTo>
                  <a:pt x="860593" y="45506"/>
                </a:lnTo>
                <a:lnTo>
                  <a:pt x="859908" y="44865"/>
                </a:lnTo>
                <a:lnTo>
                  <a:pt x="859208" y="44242"/>
                </a:lnTo>
                <a:lnTo>
                  <a:pt x="858493" y="43636"/>
                </a:lnTo>
                <a:lnTo>
                  <a:pt x="857761" y="43047"/>
                </a:lnTo>
                <a:lnTo>
                  <a:pt x="857014" y="42476"/>
                </a:lnTo>
                <a:lnTo>
                  <a:pt x="856251" y="41922"/>
                </a:lnTo>
                <a:lnTo>
                  <a:pt x="855473" y="41386"/>
                </a:lnTo>
                <a:lnTo>
                  <a:pt x="854678" y="40866"/>
                </a:lnTo>
                <a:lnTo>
                  <a:pt x="853868" y="40365"/>
                </a:lnTo>
                <a:lnTo>
                  <a:pt x="853043" y="39880"/>
                </a:lnTo>
                <a:lnTo>
                  <a:pt x="852201" y="39413"/>
                </a:lnTo>
                <a:lnTo>
                  <a:pt x="851346" y="38964"/>
                </a:lnTo>
                <a:lnTo>
                  <a:pt x="850478" y="38534"/>
                </a:lnTo>
                <a:lnTo>
                  <a:pt x="849599" y="38123"/>
                </a:lnTo>
                <a:lnTo>
                  <a:pt x="848707" y="37731"/>
                </a:lnTo>
                <a:lnTo>
                  <a:pt x="847802" y="37359"/>
                </a:lnTo>
                <a:lnTo>
                  <a:pt x="846886" y="37005"/>
                </a:lnTo>
                <a:lnTo>
                  <a:pt x="845957" y="36671"/>
                </a:lnTo>
                <a:lnTo>
                  <a:pt x="845016" y="36355"/>
                </a:lnTo>
                <a:lnTo>
                  <a:pt x="844063" y="36059"/>
                </a:lnTo>
                <a:lnTo>
                  <a:pt x="843098" y="35782"/>
                </a:lnTo>
                <a:lnTo>
                  <a:pt x="842120" y="35524"/>
                </a:lnTo>
                <a:lnTo>
                  <a:pt x="841131" y="35285"/>
                </a:lnTo>
                <a:lnTo>
                  <a:pt x="840129" y="35065"/>
                </a:lnTo>
                <a:lnTo>
                  <a:pt x="839114" y="34865"/>
                </a:lnTo>
                <a:lnTo>
                  <a:pt x="838088" y="34683"/>
                </a:lnTo>
                <a:lnTo>
                  <a:pt x="837049" y="34521"/>
                </a:lnTo>
                <a:lnTo>
                  <a:pt x="835999" y="34377"/>
                </a:lnTo>
                <a:lnTo>
                  <a:pt x="834935" y="34253"/>
                </a:lnTo>
                <a:lnTo>
                  <a:pt x="833860" y="34148"/>
                </a:lnTo>
                <a:lnTo>
                  <a:pt x="832773" y="34062"/>
                </a:lnTo>
                <a:lnTo>
                  <a:pt x="831673" y="33995"/>
                </a:lnTo>
                <a:lnTo>
                  <a:pt x="830561" y="33947"/>
                </a:lnTo>
                <a:lnTo>
                  <a:pt x="829437" y="33919"/>
                </a:lnTo>
                <a:lnTo>
                  <a:pt x="828300" y="33909"/>
                </a:lnTo>
                <a:lnTo>
                  <a:pt x="827179" y="33919"/>
                </a:lnTo>
                <a:lnTo>
                  <a:pt x="826069" y="33947"/>
                </a:lnTo>
                <a:lnTo>
                  <a:pt x="824971" y="33995"/>
                </a:lnTo>
                <a:lnTo>
                  <a:pt x="823884" y="34062"/>
                </a:lnTo>
                <a:lnTo>
                  <a:pt x="822809" y="34148"/>
                </a:lnTo>
                <a:lnTo>
                  <a:pt x="821745" y="34253"/>
                </a:lnTo>
                <a:lnTo>
                  <a:pt x="820693" y="34377"/>
                </a:lnTo>
                <a:lnTo>
                  <a:pt x="819653" y="34521"/>
                </a:lnTo>
                <a:lnTo>
                  <a:pt x="818624" y="34683"/>
                </a:lnTo>
                <a:lnTo>
                  <a:pt x="817607" y="34865"/>
                </a:lnTo>
                <a:lnTo>
                  <a:pt x="816601" y="35065"/>
                </a:lnTo>
                <a:lnTo>
                  <a:pt x="815607" y="35285"/>
                </a:lnTo>
                <a:lnTo>
                  <a:pt x="814625" y="35524"/>
                </a:lnTo>
                <a:lnTo>
                  <a:pt x="813654" y="35782"/>
                </a:lnTo>
                <a:lnTo>
                  <a:pt x="812695" y="36059"/>
                </a:lnTo>
                <a:lnTo>
                  <a:pt x="811747" y="36355"/>
                </a:lnTo>
                <a:lnTo>
                  <a:pt x="810811" y="36671"/>
                </a:lnTo>
                <a:lnTo>
                  <a:pt x="809886" y="37005"/>
                </a:lnTo>
                <a:lnTo>
                  <a:pt x="808973" y="37359"/>
                </a:lnTo>
                <a:lnTo>
                  <a:pt x="808072" y="37731"/>
                </a:lnTo>
                <a:lnTo>
                  <a:pt x="807182" y="38123"/>
                </a:lnTo>
                <a:lnTo>
                  <a:pt x="806304" y="38534"/>
                </a:lnTo>
                <a:lnTo>
                  <a:pt x="805437" y="38964"/>
                </a:lnTo>
                <a:lnTo>
                  <a:pt x="804582" y="39413"/>
                </a:lnTo>
                <a:lnTo>
                  <a:pt x="803741" y="39880"/>
                </a:lnTo>
                <a:lnTo>
                  <a:pt x="802916" y="40365"/>
                </a:lnTo>
                <a:lnTo>
                  <a:pt x="802107" y="40866"/>
                </a:lnTo>
                <a:lnTo>
                  <a:pt x="801314" y="41386"/>
                </a:lnTo>
                <a:lnTo>
                  <a:pt x="800536" y="41922"/>
                </a:lnTo>
                <a:lnTo>
                  <a:pt x="799775" y="42476"/>
                </a:lnTo>
                <a:lnTo>
                  <a:pt x="799030" y="43047"/>
                </a:lnTo>
                <a:lnTo>
                  <a:pt x="798301" y="43636"/>
                </a:lnTo>
                <a:lnTo>
                  <a:pt x="797588" y="44242"/>
                </a:lnTo>
                <a:lnTo>
                  <a:pt x="796891" y="44865"/>
                </a:lnTo>
                <a:lnTo>
                  <a:pt x="796210" y="45506"/>
                </a:lnTo>
                <a:lnTo>
                  <a:pt x="795545" y="46164"/>
                </a:lnTo>
                <a:lnTo>
                  <a:pt x="794896" y="46839"/>
                </a:lnTo>
                <a:lnTo>
                  <a:pt x="794264" y="47532"/>
                </a:lnTo>
                <a:lnTo>
                  <a:pt x="793647" y="48242"/>
                </a:lnTo>
                <a:lnTo>
                  <a:pt x="793046" y="48969"/>
                </a:lnTo>
                <a:lnTo>
                  <a:pt x="792461" y="49714"/>
                </a:lnTo>
                <a:lnTo>
                  <a:pt x="791892" y="50476"/>
                </a:lnTo>
                <a:lnTo>
                  <a:pt x="791339" y="51256"/>
                </a:lnTo>
                <a:lnTo>
                  <a:pt x="790803" y="52053"/>
                </a:lnTo>
                <a:lnTo>
                  <a:pt x="790282" y="52867"/>
                </a:lnTo>
                <a:lnTo>
                  <a:pt x="789777" y="53698"/>
                </a:lnTo>
                <a:lnTo>
                  <a:pt x="789289" y="54547"/>
                </a:lnTo>
                <a:lnTo>
                  <a:pt x="788816" y="55414"/>
                </a:lnTo>
                <a:lnTo>
                  <a:pt x="788361" y="56296"/>
                </a:lnTo>
                <a:lnTo>
                  <a:pt x="787926" y="57194"/>
                </a:lnTo>
                <a:lnTo>
                  <a:pt x="787509" y="58108"/>
                </a:lnTo>
                <a:lnTo>
                  <a:pt x="787112" y="59037"/>
                </a:lnTo>
                <a:lnTo>
                  <a:pt x="786735" y="59982"/>
                </a:lnTo>
                <a:lnTo>
                  <a:pt x="786377" y="60942"/>
                </a:lnTo>
                <a:lnTo>
                  <a:pt x="786038" y="61918"/>
                </a:lnTo>
                <a:lnTo>
                  <a:pt x="785719" y="62910"/>
                </a:lnTo>
                <a:lnTo>
                  <a:pt x="785419" y="63917"/>
                </a:lnTo>
                <a:lnTo>
                  <a:pt x="785138" y="64939"/>
                </a:lnTo>
                <a:lnTo>
                  <a:pt x="784877" y="65977"/>
                </a:lnTo>
                <a:lnTo>
                  <a:pt x="784635" y="67031"/>
                </a:lnTo>
                <a:lnTo>
                  <a:pt x="784412" y="68101"/>
                </a:lnTo>
                <a:lnTo>
                  <a:pt x="784209" y="69186"/>
                </a:lnTo>
                <a:lnTo>
                  <a:pt x="784025" y="70286"/>
                </a:lnTo>
                <a:lnTo>
                  <a:pt x="783860" y="71402"/>
                </a:lnTo>
                <a:lnTo>
                  <a:pt x="783715" y="72534"/>
                </a:lnTo>
                <a:lnTo>
                  <a:pt x="783589" y="73681"/>
                </a:lnTo>
                <a:lnTo>
                  <a:pt x="783483" y="74844"/>
                </a:lnTo>
                <a:lnTo>
                  <a:pt x="783396" y="76022"/>
                </a:lnTo>
                <a:lnTo>
                  <a:pt x="783328" y="77216"/>
                </a:lnTo>
                <a:lnTo>
                  <a:pt x="783279" y="78425"/>
                </a:lnTo>
                <a:lnTo>
                  <a:pt x="783250" y="79650"/>
                </a:lnTo>
                <a:lnTo>
                  <a:pt x="783241" y="80891"/>
                </a:lnTo>
                <a:lnTo>
                  <a:pt x="783250" y="82109"/>
                </a:lnTo>
                <a:lnTo>
                  <a:pt x="783279" y="83312"/>
                </a:lnTo>
                <a:lnTo>
                  <a:pt x="783328" y="84500"/>
                </a:lnTo>
                <a:lnTo>
                  <a:pt x="783396" y="85673"/>
                </a:lnTo>
                <a:lnTo>
                  <a:pt x="783483" y="86830"/>
                </a:lnTo>
                <a:lnTo>
                  <a:pt x="783589" y="87973"/>
                </a:lnTo>
                <a:lnTo>
                  <a:pt x="783715" y="89100"/>
                </a:lnTo>
                <a:lnTo>
                  <a:pt x="783860" y="90213"/>
                </a:lnTo>
                <a:lnTo>
                  <a:pt x="784025" y="91310"/>
                </a:lnTo>
                <a:lnTo>
                  <a:pt x="784209" y="92392"/>
                </a:lnTo>
                <a:lnTo>
                  <a:pt x="784412" y="93459"/>
                </a:lnTo>
                <a:lnTo>
                  <a:pt x="784635" y="94511"/>
                </a:lnTo>
                <a:lnTo>
                  <a:pt x="784877" y="95548"/>
                </a:lnTo>
                <a:lnTo>
                  <a:pt x="785138" y="96570"/>
                </a:lnTo>
                <a:lnTo>
                  <a:pt x="785419" y="97576"/>
                </a:lnTo>
                <a:lnTo>
                  <a:pt x="785719" y="98568"/>
                </a:lnTo>
                <a:lnTo>
                  <a:pt x="786038" y="99544"/>
                </a:lnTo>
                <a:lnTo>
                  <a:pt x="786377" y="100506"/>
                </a:lnTo>
                <a:lnTo>
                  <a:pt x="786735" y="101452"/>
                </a:lnTo>
                <a:lnTo>
                  <a:pt x="787112" y="102383"/>
                </a:lnTo>
                <a:lnTo>
                  <a:pt x="787509" y="103299"/>
                </a:lnTo>
                <a:lnTo>
                  <a:pt x="787926" y="104201"/>
                </a:lnTo>
                <a:lnTo>
                  <a:pt x="788361" y="105086"/>
                </a:lnTo>
                <a:lnTo>
                  <a:pt x="788816" y="105957"/>
                </a:lnTo>
                <a:lnTo>
                  <a:pt x="789289" y="106812"/>
                </a:lnTo>
                <a:lnTo>
                  <a:pt x="789777" y="107649"/>
                </a:lnTo>
                <a:lnTo>
                  <a:pt x="790282" y="108470"/>
                </a:lnTo>
                <a:lnTo>
                  <a:pt x="790803" y="109273"/>
                </a:lnTo>
                <a:lnTo>
                  <a:pt x="791339" y="110060"/>
                </a:lnTo>
                <a:lnTo>
                  <a:pt x="791892" y="110829"/>
                </a:lnTo>
                <a:lnTo>
                  <a:pt x="792461" y="111582"/>
                </a:lnTo>
                <a:lnTo>
                  <a:pt x="793046" y="112317"/>
                </a:lnTo>
                <a:lnTo>
                  <a:pt x="793647" y="113036"/>
                </a:lnTo>
                <a:lnTo>
                  <a:pt x="794264" y="113737"/>
                </a:lnTo>
                <a:lnTo>
                  <a:pt x="794896" y="114422"/>
                </a:lnTo>
                <a:lnTo>
                  <a:pt x="795545" y="115089"/>
                </a:lnTo>
                <a:lnTo>
                  <a:pt x="796210" y="115740"/>
                </a:lnTo>
                <a:lnTo>
                  <a:pt x="796891" y="116373"/>
                </a:lnTo>
                <a:lnTo>
                  <a:pt x="797588" y="116990"/>
                </a:lnTo>
                <a:lnTo>
                  <a:pt x="798301" y="117589"/>
                </a:lnTo>
                <a:lnTo>
                  <a:pt x="799030" y="118172"/>
                </a:lnTo>
                <a:lnTo>
                  <a:pt x="799775" y="118737"/>
                </a:lnTo>
                <a:lnTo>
                  <a:pt x="800536" y="119285"/>
                </a:lnTo>
                <a:lnTo>
                  <a:pt x="801314" y="119817"/>
                </a:lnTo>
                <a:lnTo>
                  <a:pt x="802107" y="120331"/>
                </a:lnTo>
                <a:lnTo>
                  <a:pt x="802916" y="120828"/>
                </a:lnTo>
                <a:lnTo>
                  <a:pt x="803741" y="121309"/>
                </a:lnTo>
                <a:lnTo>
                  <a:pt x="804582" y="121772"/>
                </a:lnTo>
                <a:lnTo>
                  <a:pt x="805437" y="122217"/>
                </a:lnTo>
                <a:lnTo>
                  <a:pt x="806304" y="122644"/>
                </a:lnTo>
                <a:lnTo>
                  <a:pt x="807182" y="123051"/>
                </a:lnTo>
                <a:lnTo>
                  <a:pt x="808072" y="123439"/>
                </a:lnTo>
                <a:lnTo>
                  <a:pt x="808973" y="123809"/>
                </a:lnTo>
                <a:lnTo>
                  <a:pt x="809886" y="124159"/>
                </a:lnTo>
                <a:lnTo>
                  <a:pt x="810811" y="124490"/>
                </a:lnTo>
                <a:lnTo>
                  <a:pt x="811747" y="124803"/>
                </a:lnTo>
                <a:lnTo>
                  <a:pt x="812695" y="125097"/>
                </a:lnTo>
                <a:lnTo>
                  <a:pt x="813654" y="125371"/>
                </a:lnTo>
                <a:lnTo>
                  <a:pt x="814625" y="125627"/>
                </a:lnTo>
                <a:lnTo>
                  <a:pt x="815607" y="125864"/>
                </a:lnTo>
                <a:lnTo>
                  <a:pt x="816601" y="126082"/>
                </a:lnTo>
                <a:lnTo>
                  <a:pt x="817607" y="126280"/>
                </a:lnTo>
                <a:lnTo>
                  <a:pt x="818624" y="126460"/>
                </a:lnTo>
                <a:lnTo>
                  <a:pt x="819653" y="126621"/>
                </a:lnTo>
                <a:lnTo>
                  <a:pt x="820693" y="126764"/>
                </a:lnTo>
                <a:lnTo>
                  <a:pt x="821745" y="126887"/>
                </a:lnTo>
                <a:lnTo>
                  <a:pt x="822809" y="126991"/>
                </a:lnTo>
                <a:lnTo>
                  <a:pt x="823884" y="127076"/>
                </a:lnTo>
                <a:lnTo>
                  <a:pt x="824971" y="127142"/>
                </a:lnTo>
                <a:lnTo>
                  <a:pt x="826069" y="127190"/>
                </a:lnTo>
                <a:lnTo>
                  <a:pt x="827179" y="127218"/>
                </a:lnTo>
                <a:lnTo>
                  <a:pt x="828300" y="127228"/>
                </a:lnTo>
                <a:lnTo>
                  <a:pt x="829437" y="127218"/>
                </a:lnTo>
                <a:lnTo>
                  <a:pt x="830561" y="127190"/>
                </a:lnTo>
                <a:lnTo>
                  <a:pt x="831673" y="127142"/>
                </a:lnTo>
                <a:lnTo>
                  <a:pt x="832773" y="127076"/>
                </a:lnTo>
                <a:close/>
                <a:moveTo>
                  <a:pt x="825804" y="108660"/>
                </a:moveTo>
                <a:lnTo>
                  <a:pt x="825208" y="108601"/>
                </a:lnTo>
                <a:lnTo>
                  <a:pt x="824625" y="108529"/>
                </a:lnTo>
                <a:lnTo>
                  <a:pt x="824052" y="108444"/>
                </a:lnTo>
                <a:lnTo>
                  <a:pt x="823492" y="108345"/>
                </a:lnTo>
                <a:lnTo>
                  <a:pt x="822943" y="108234"/>
                </a:lnTo>
                <a:lnTo>
                  <a:pt x="822406" y="108109"/>
                </a:lnTo>
                <a:lnTo>
                  <a:pt x="821880" y="107972"/>
                </a:lnTo>
                <a:lnTo>
                  <a:pt x="821366" y="107821"/>
                </a:lnTo>
                <a:lnTo>
                  <a:pt x="820863" y="107657"/>
                </a:lnTo>
                <a:lnTo>
                  <a:pt x="820372" y="107480"/>
                </a:lnTo>
                <a:lnTo>
                  <a:pt x="819892" y="107290"/>
                </a:lnTo>
                <a:lnTo>
                  <a:pt x="819425" y="107087"/>
                </a:lnTo>
                <a:lnTo>
                  <a:pt x="818968" y="106870"/>
                </a:lnTo>
                <a:lnTo>
                  <a:pt x="818524" y="106641"/>
                </a:lnTo>
                <a:lnTo>
                  <a:pt x="818091" y="106398"/>
                </a:lnTo>
                <a:lnTo>
                  <a:pt x="817669" y="106143"/>
                </a:lnTo>
                <a:lnTo>
                  <a:pt x="817259" y="105874"/>
                </a:lnTo>
                <a:lnTo>
                  <a:pt x="816861" y="105592"/>
                </a:lnTo>
                <a:lnTo>
                  <a:pt x="816474" y="105297"/>
                </a:lnTo>
                <a:lnTo>
                  <a:pt x="816099" y="104989"/>
                </a:lnTo>
                <a:lnTo>
                  <a:pt x="815734" y="104670"/>
                </a:lnTo>
                <a:lnTo>
                  <a:pt x="815378" y="104342"/>
                </a:lnTo>
                <a:lnTo>
                  <a:pt x="815031" y="104005"/>
                </a:lnTo>
                <a:lnTo>
                  <a:pt x="814693" y="103659"/>
                </a:lnTo>
                <a:lnTo>
                  <a:pt x="814365" y="103305"/>
                </a:lnTo>
                <a:lnTo>
                  <a:pt x="814045" y="102941"/>
                </a:lnTo>
                <a:lnTo>
                  <a:pt x="813734" y="102568"/>
                </a:lnTo>
                <a:lnTo>
                  <a:pt x="813433" y="102187"/>
                </a:lnTo>
                <a:lnTo>
                  <a:pt x="813140" y="101797"/>
                </a:lnTo>
                <a:lnTo>
                  <a:pt x="812857" y="101398"/>
                </a:lnTo>
                <a:lnTo>
                  <a:pt x="812582" y="100990"/>
                </a:lnTo>
                <a:lnTo>
                  <a:pt x="812317" y="100573"/>
                </a:lnTo>
                <a:lnTo>
                  <a:pt x="812061" y="100147"/>
                </a:lnTo>
                <a:lnTo>
                  <a:pt x="811813" y="99712"/>
                </a:lnTo>
                <a:lnTo>
                  <a:pt x="811575" y="99268"/>
                </a:lnTo>
                <a:lnTo>
                  <a:pt x="811346" y="98816"/>
                </a:lnTo>
                <a:lnTo>
                  <a:pt x="811126" y="98354"/>
                </a:lnTo>
                <a:lnTo>
                  <a:pt x="810915" y="97884"/>
                </a:lnTo>
                <a:lnTo>
                  <a:pt x="810713" y="97405"/>
                </a:lnTo>
                <a:lnTo>
                  <a:pt x="810520" y="96917"/>
                </a:lnTo>
                <a:lnTo>
                  <a:pt x="810336" y="96420"/>
                </a:lnTo>
                <a:lnTo>
                  <a:pt x="810161" y="95914"/>
                </a:lnTo>
                <a:lnTo>
                  <a:pt x="809995" y="95399"/>
                </a:lnTo>
                <a:lnTo>
                  <a:pt x="809838" y="94875"/>
                </a:lnTo>
                <a:lnTo>
                  <a:pt x="809689" y="94345"/>
                </a:lnTo>
                <a:lnTo>
                  <a:pt x="809546" y="93810"/>
                </a:lnTo>
                <a:lnTo>
                  <a:pt x="809409" y="93270"/>
                </a:lnTo>
                <a:lnTo>
                  <a:pt x="809279" y="92726"/>
                </a:lnTo>
                <a:lnTo>
                  <a:pt x="809156" y="92178"/>
                </a:lnTo>
                <a:lnTo>
                  <a:pt x="809038" y="91625"/>
                </a:lnTo>
                <a:lnTo>
                  <a:pt x="808927" y="91067"/>
                </a:lnTo>
                <a:lnTo>
                  <a:pt x="808822" y="90505"/>
                </a:lnTo>
                <a:lnTo>
                  <a:pt x="808724" y="89938"/>
                </a:lnTo>
                <a:lnTo>
                  <a:pt x="808632" y="89367"/>
                </a:lnTo>
                <a:lnTo>
                  <a:pt x="808546" y="88791"/>
                </a:lnTo>
                <a:lnTo>
                  <a:pt x="808467" y="88211"/>
                </a:lnTo>
                <a:lnTo>
                  <a:pt x="808394" y="87626"/>
                </a:lnTo>
                <a:lnTo>
                  <a:pt x="808327" y="87037"/>
                </a:lnTo>
                <a:lnTo>
                  <a:pt x="808267" y="86443"/>
                </a:lnTo>
                <a:lnTo>
                  <a:pt x="808213" y="85844"/>
                </a:lnTo>
                <a:lnTo>
                  <a:pt x="808165" y="85241"/>
                </a:lnTo>
                <a:lnTo>
                  <a:pt x="808124" y="84634"/>
                </a:lnTo>
                <a:lnTo>
                  <a:pt x="808089" y="84022"/>
                </a:lnTo>
                <a:lnTo>
                  <a:pt x="808061" y="83405"/>
                </a:lnTo>
                <a:lnTo>
                  <a:pt x="808038" y="82784"/>
                </a:lnTo>
                <a:lnTo>
                  <a:pt x="808023" y="82159"/>
                </a:lnTo>
                <a:lnTo>
                  <a:pt x="808013" y="81529"/>
                </a:lnTo>
                <a:lnTo>
                  <a:pt x="808010" y="80894"/>
                </a:lnTo>
                <a:lnTo>
                  <a:pt x="808013" y="80244"/>
                </a:lnTo>
                <a:lnTo>
                  <a:pt x="808023" y="79598"/>
                </a:lnTo>
                <a:lnTo>
                  <a:pt x="808038" y="78958"/>
                </a:lnTo>
                <a:lnTo>
                  <a:pt x="808061" y="78322"/>
                </a:lnTo>
                <a:lnTo>
                  <a:pt x="808089" y="77691"/>
                </a:lnTo>
                <a:lnTo>
                  <a:pt x="808124" y="77066"/>
                </a:lnTo>
                <a:lnTo>
                  <a:pt x="808165" y="76444"/>
                </a:lnTo>
                <a:lnTo>
                  <a:pt x="808213" y="75828"/>
                </a:lnTo>
                <a:lnTo>
                  <a:pt x="808267" y="75217"/>
                </a:lnTo>
                <a:lnTo>
                  <a:pt x="808327" y="74610"/>
                </a:lnTo>
                <a:lnTo>
                  <a:pt x="808394" y="74009"/>
                </a:lnTo>
                <a:lnTo>
                  <a:pt x="808467" y="73412"/>
                </a:lnTo>
                <a:lnTo>
                  <a:pt x="808546" y="72820"/>
                </a:lnTo>
                <a:lnTo>
                  <a:pt x="808632" y="72233"/>
                </a:lnTo>
                <a:lnTo>
                  <a:pt x="808724" y="71651"/>
                </a:lnTo>
                <a:lnTo>
                  <a:pt x="808822" y="71074"/>
                </a:lnTo>
                <a:lnTo>
                  <a:pt x="808927" y="70501"/>
                </a:lnTo>
                <a:lnTo>
                  <a:pt x="809038" y="69934"/>
                </a:lnTo>
                <a:lnTo>
                  <a:pt x="809156" y="69371"/>
                </a:lnTo>
                <a:lnTo>
                  <a:pt x="809279" y="68813"/>
                </a:lnTo>
                <a:lnTo>
                  <a:pt x="809409" y="68260"/>
                </a:lnTo>
                <a:lnTo>
                  <a:pt x="809546" y="67712"/>
                </a:lnTo>
                <a:lnTo>
                  <a:pt x="809689" y="67168"/>
                </a:lnTo>
                <a:lnTo>
                  <a:pt x="809838" y="66630"/>
                </a:lnTo>
                <a:lnTo>
                  <a:pt x="809995" y="66098"/>
                </a:lnTo>
                <a:lnTo>
                  <a:pt x="810161" y="65576"/>
                </a:lnTo>
                <a:lnTo>
                  <a:pt x="810336" y="65063"/>
                </a:lnTo>
                <a:lnTo>
                  <a:pt x="810520" y="64558"/>
                </a:lnTo>
                <a:lnTo>
                  <a:pt x="810713" y="64063"/>
                </a:lnTo>
                <a:lnTo>
                  <a:pt x="810915" y="63577"/>
                </a:lnTo>
                <a:lnTo>
                  <a:pt x="811126" y="63100"/>
                </a:lnTo>
                <a:lnTo>
                  <a:pt x="811346" y="62632"/>
                </a:lnTo>
                <a:lnTo>
                  <a:pt x="811575" y="62173"/>
                </a:lnTo>
                <a:lnTo>
                  <a:pt x="811813" y="61723"/>
                </a:lnTo>
                <a:lnTo>
                  <a:pt x="812061" y="61282"/>
                </a:lnTo>
                <a:lnTo>
                  <a:pt x="812317" y="60850"/>
                </a:lnTo>
                <a:lnTo>
                  <a:pt x="812582" y="60428"/>
                </a:lnTo>
                <a:lnTo>
                  <a:pt x="812857" y="60014"/>
                </a:lnTo>
                <a:lnTo>
                  <a:pt x="813140" y="59609"/>
                </a:lnTo>
                <a:lnTo>
                  <a:pt x="813433" y="59214"/>
                </a:lnTo>
                <a:lnTo>
                  <a:pt x="813734" y="58827"/>
                </a:lnTo>
                <a:lnTo>
                  <a:pt x="814045" y="58450"/>
                </a:lnTo>
                <a:lnTo>
                  <a:pt x="814365" y="58082"/>
                </a:lnTo>
                <a:lnTo>
                  <a:pt x="814693" y="57723"/>
                </a:lnTo>
                <a:lnTo>
                  <a:pt x="815031" y="57372"/>
                </a:lnTo>
                <a:lnTo>
                  <a:pt x="815378" y="57031"/>
                </a:lnTo>
                <a:lnTo>
                  <a:pt x="815734" y="56699"/>
                </a:lnTo>
                <a:lnTo>
                  <a:pt x="816099" y="56376"/>
                </a:lnTo>
                <a:lnTo>
                  <a:pt x="816474" y="56064"/>
                </a:lnTo>
                <a:lnTo>
                  <a:pt x="816861" y="55766"/>
                </a:lnTo>
                <a:lnTo>
                  <a:pt x="817259" y="55480"/>
                </a:lnTo>
                <a:lnTo>
                  <a:pt x="817669" y="55208"/>
                </a:lnTo>
                <a:lnTo>
                  <a:pt x="818091" y="54950"/>
                </a:lnTo>
                <a:lnTo>
                  <a:pt x="818524" y="54704"/>
                </a:lnTo>
                <a:lnTo>
                  <a:pt x="818968" y="54472"/>
                </a:lnTo>
                <a:lnTo>
                  <a:pt x="819425" y="54253"/>
                </a:lnTo>
                <a:lnTo>
                  <a:pt x="819892" y="54047"/>
                </a:lnTo>
                <a:lnTo>
                  <a:pt x="820372" y="53855"/>
                </a:lnTo>
                <a:lnTo>
                  <a:pt x="820863" y="53676"/>
                </a:lnTo>
                <a:lnTo>
                  <a:pt x="821366" y="53510"/>
                </a:lnTo>
                <a:lnTo>
                  <a:pt x="821880" y="53357"/>
                </a:lnTo>
                <a:lnTo>
                  <a:pt x="822406" y="53218"/>
                </a:lnTo>
                <a:lnTo>
                  <a:pt x="822943" y="53092"/>
                </a:lnTo>
                <a:lnTo>
                  <a:pt x="823492" y="52979"/>
                </a:lnTo>
                <a:lnTo>
                  <a:pt x="824052" y="52880"/>
                </a:lnTo>
                <a:lnTo>
                  <a:pt x="824625" y="52793"/>
                </a:lnTo>
                <a:lnTo>
                  <a:pt x="825208" y="52720"/>
                </a:lnTo>
                <a:lnTo>
                  <a:pt x="825804" y="52661"/>
                </a:lnTo>
                <a:lnTo>
                  <a:pt x="826410" y="52614"/>
                </a:lnTo>
                <a:lnTo>
                  <a:pt x="827029" y="52581"/>
                </a:lnTo>
                <a:lnTo>
                  <a:pt x="827659" y="52561"/>
                </a:lnTo>
                <a:lnTo>
                  <a:pt x="828300" y="52555"/>
                </a:lnTo>
                <a:lnTo>
                  <a:pt x="828957" y="52561"/>
                </a:lnTo>
                <a:lnTo>
                  <a:pt x="829602" y="52581"/>
                </a:lnTo>
                <a:lnTo>
                  <a:pt x="830235" y="52614"/>
                </a:lnTo>
                <a:lnTo>
                  <a:pt x="830856" y="52661"/>
                </a:lnTo>
                <a:lnTo>
                  <a:pt x="831465" y="52720"/>
                </a:lnTo>
                <a:lnTo>
                  <a:pt x="832062" y="52793"/>
                </a:lnTo>
                <a:lnTo>
                  <a:pt x="832647" y="52880"/>
                </a:lnTo>
                <a:lnTo>
                  <a:pt x="833221" y="52979"/>
                </a:lnTo>
                <a:lnTo>
                  <a:pt x="833782" y="53092"/>
                </a:lnTo>
                <a:lnTo>
                  <a:pt x="834332" y="53218"/>
                </a:lnTo>
                <a:lnTo>
                  <a:pt x="834870" y="53357"/>
                </a:lnTo>
                <a:lnTo>
                  <a:pt x="835395" y="53510"/>
                </a:lnTo>
                <a:lnTo>
                  <a:pt x="835909" y="53676"/>
                </a:lnTo>
                <a:lnTo>
                  <a:pt x="836411" y="53855"/>
                </a:lnTo>
                <a:lnTo>
                  <a:pt x="836901" y="54047"/>
                </a:lnTo>
                <a:lnTo>
                  <a:pt x="837379" y="54253"/>
                </a:lnTo>
                <a:lnTo>
                  <a:pt x="837846" y="54472"/>
                </a:lnTo>
                <a:lnTo>
                  <a:pt x="838300" y="54704"/>
                </a:lnTo>
                <a:lnTo>
                  <a:pt x="838743" y="54950"/>
                </a:lnTo>
                <a:lnTo>
                  <a:pt x="839173" y="55208"/>
                </a:lnTo>
                <a:lnTo>
                  <a:pt x="839592" y="55480"/>
                </a:lnTo>
                <a:lnTo>
                  <a:pt x="839999" y="55766"/>
                </a:lnTo>
                <a:lnTo>
                  <a:pt x="840393" y="56064"/>
                </a:lnTo>
                <a:lnTo>
                  <a:pt x="840776" y="56376"/>
                </a:lnTo>
                <a:lnTo>
                  <a:pt x="841149" y="56699"/>
                </a:lnTo>
                <a:lnTo>
                  <a:pt x="841512" y="57031"/>
                </a:lnTo>
                <a:lnTo>
                  <a:pt x="841866" y="57372"/>
                </a:lnTo>
                <a:lnTo>
                  <a:pt x="842211" y="57723"/>
                </a:lnTo>
                <a:lnTo>
                  <a:pt x="842547" y="58082"/>
                </a:lnTo>
                <a:lnTo>
                  <a:pt x="842873" y="58450"/>
                </a:lnTo>
                <a:lnTo>
                  <a:pt x="843190" y="58827"/>
                </a:lnTo>
                <a:lnTo>
                  <a:pt x="843498" y="59214"/>
                </a:lnTo>
                <a:lnTo>
                  <a:pt x="843797" y="59609"/>
                </a:lnTo>
                <a:lnTo>
                  <a:pt x="844087" y="60014"/>
                </a:lnTo>
                <a:lnTo>
                  <a:pt x="844367" y="60428"/>
                </a:lnTo>
                <a:lnTo>
                  <a:pt x="844638" y="60850"/>
                </a:lnTo>
                <a:lnTo>
                  <a:pt x="844900" y="61282"/>
                </a:lnTo>
                <a:lnTo>
                  <a:pt x="845153" y="61723"/>
                </a:lnTo>
                <a:lnTo>
                  <a:pt x="845396" y="62173"/>
                </a:lnTo>
                <a:lnTo>
                  <a:pt x="845631" y="62632"/>
                </a:lnTo>
                <a:lnTo>
                  <a:pt x="845856" y="63100"/>
                </a:lnTo>
                <a:lnTo>
                  <a:pt x="846072" y="63577"/>
                </a:lnTo>
                <a:lnTo>
                  <a:pt x="846279" y="64063"/>
                </a:lnTo>
                <a:lnTo>
                  <a:pt x="846476" y="64558"/>
                </a:lnTo>
                <a:lnTo>
                  <a:pt x="846665" y="65063"/>
                </a:lnTo>
                <a:lnTo>
                  <a:pt x="846844" y="65576"/>
                </a:lnTo>
                <a:lnTo>
                  <a:pt x="847014" y="66098"/>
                </a:lnTo>
                <a:lnTo>
                  <a:pt x="847174" y="66630"/>
                </a:lnTo>
                <a:lnTo>
                  <a:pt x="847327" y="67168"/>
                </a:lnTo>
                <a:lnTo>
                  <a:pt x="847474" y="67712"/>
                </a:lnTo>
                <a:lnTo>
                  <a:pt x="847614" y="68260"/>
                </a:lnTo>
                <a:lnTo>
                  <a:pt x="847747" y="68813"/>
                </a:lnTo>
                <a:lnTo>
                  <a:pt x="847874" y="69371"/>
                </a:lnTo>
                <a:lnTo>
                  <a:pt x="847994" y="69934"/>
                </a:lnTo>
                <a:lnTo>
                  <a:pt x="848108" y="70501"/>
                </a:lnTo>
                <a:lnTo>
                  <a:pt x="848215" y="71074"/>
                </a:lnTo>
                <a:lnTo>
                  <a:pt x="848316" y="71651"/>
                </a:lnTo>
                <a:lnTo>
                  <a:pt x="848411" y="72233"/>
                </a:lnTo>
                <a:lnTo>
                  <a:pt x="848498" y="72820"/>
                </a:lnTo>
                <a:lnTo>
                  <a:pt x="848580" y="73412"/>
                </a:lnTo>
                <a:lnTo>
                  <a:pt x="848654" y="74009"/>
                </a:lnTo>
                <a:lnTo>
                  <a:pt x="848723" y="74610"/>
                </a:lnTo>
                <a:lnTo>
                  <a:pt x="848785" y="75217"/>
                </a:lnTo>
                <a:lnTo>
                  <a:pt x="848840" y="75828"/>
                </a:lnTo>
                <a:lnTo>
                  <a:pt x="848889" y="76444"/>
                </a:lnTo>
                <a:lnTo>
                  <a:pt x="848931" y="77066"/>
                </a:lnTo>
                <a:lnTo>
                  <a:pt x="848967" y="77691"/>
                </a:lnTo>
                <a:lnTo>
                  <a:pt x="848996" y="78322"/>
                </a:lnTo>
                <a:lnTo>
                  <a:pt x="849019" y="78958"/>
                </a:lnTo>
                <a:lnTo>
                  <a:pt x="849035" y="79598"/>
                </a:lnTo>
                <a:lnTo>
                  <a:pt x="849045" y="80244"/>
                </a:lnTo>
                <a:lnTo>
                  <a:pt x="849048" y="80894"/>
                </a:lnTo>
                <a:lnTo>
                  <a:pt x="849045" y="81529"/>
                </a:lnTo>
                <a:lnTo>
                  <a:pt x="849035" y="82159"/>
                </a:lnTo>
                <a:lnTo>
                  <a:pt x="849019" y="82784"/>
                </a:lnTo>
                <a:lnTo>
                  <a:pt x="848996" y="83405"/>
                </a:lnTo>
                <a:lnTo>
                  <a:pt x="848967" y="84022"/>
                </a:lnTo>
                <a:lnTo>
                  <a:pt x="848931" y="84634"/>
                </a:lnTo>
                <a:lnTo>
                  <a:pt x="848889" y="85241"/>
                </a:lnTo>
                <a:lnTo>
                  <a:pt x="848840" y="85844"/>
                </a:lnTo>
                <a:lnTo>
                  <a:pt x="848785" y="86443"/>
                </a:lnTo>
                <a:lnTo>
                  <a:pt x="848723" y="87037"/>
                </a:lnTo>
                <a:lnTo>
                  <a:pt x="848654" y="87626"/>
                </a:lnTo>
                <a:lnTo>
                  <a:pt x="848580" y="88211"/>
                </a:lnTo>
                <a:lnTo>
                  <a:pt x="848498" y="88791"/>
                </a:lnTo>
                <a:lnTo>
                  <a:pt x="848411" y="89367"/>
                </a:lnTo>
                <a:lnTo>
                  <a:pt x="848316" y="89938"/>
                </a:lnTo>
                <a:lnTo>
                  <a:pt x="848215" y="90505"/>
                </a:lnTo>
                <a:lnTo>
                  <a:pt x="848108" y="91067"/>
                </a:lnTo>
                <a:lnTo>
                  <a:pt x="847994" y="91625"/>
                </a:lnTo>
                <a:lnTo>
                  <a:pt x="847874" y="92178"/>
                </a:lnTo>
                <a:lnTo>
                  <a:pt x="847747" y="92726"/>
                </a:lnTo>
                <a:lnTo>
                  <a:pt x="847614" y="93270"/>
                </a:lnTo>
                <a:lnTo>
                  <a:pt x="847474" y="93810"/>
                </a:lnTo>
                <a:lnTo>
                  <a:pt x="847327" y="94345"/>
                </a:lnTo>
                <a:lnTo>
                  <a:pt x="847174" y="94875"/>
                </a:lnTo>
                <a:lnTo>
                  <a:pt x="847014" y="95399"/>
                </a:lnTo>
                <a:lnTo>
                  <a:pt x="846844" y="95914"/>
                </a:lnTo>
                <a:lnTo>
                  <a:pt x="846665" y="96420"/>
                </a:lnTo>
                <a:lnTo>
                  <a:pt x="846476" y="96917"/>
                </a:lnTo>
                <a:lnTo>
                  <a:pt x="846279" y="97405"/>
                </a:lnTo>
                <a:lnTo>
                  <a:pt x="846072" y="97884"/>
                </a:lnTo>
                <a:lnTo>
                  <a:pt x="845856" y="98354"/>
                </a:lnTo>
                <a:lnTo>
                  <a:pt x="845631" y="98816"/>
                </a:lnTo>
                <a:lnTo>
                  <a:pt x="845396" y="99268"/>
                </a:lnTo>
                <a:lnTo>
                  <a:pt x="845153" y="99712"/>
                </a:lnTo>
                <a:lnTo>
                  <a:pt x="844900" y="100147"/>
                </a:lnTo>
                <a:lnTo>
                  <a:pt x="844638" y="100573"/>
                </a:lnTo>
                <a:lnTo>
                  <a:pt x="844367" y="100990"/>
                </a:lnTo>
                <a:lnTo>
                  <a:pt x="844087" y="101398"/>
                </a:lnTo>
                <a:lnTo>
                  <a:pt x="843797" y="101797"/>
                </a:lnTo>
                <a:lnTo>
                  <a:pt x="843498" y="102187"/>
                </a:lnTo>
                <a:lnTo>
                  <a:pt x="843190" y="102568"/>
                </a:lnTo>
                <a:lnTo>
                  <a:pt x="842873" y="102941"/>
                </a:lnTo>
                <a:lnTo>
                  <a:pt x="842547" y="103305"/>
                </a:lnTo>
                <a:lnTo>
                  <a:pt x="842211" y="103659"/>
                </a:lnTo>
                <a:lnTo>
                  <a:pt x="841866" y="104005"/>
                </a:lnTo>
                <a:lnTo>
                  <a:pt x="841512" y="104342"/>
                </a:lnTo>
                <a:lnTo>
                  <a:pt x="841149" y="104670"/>
                </a:lnTo>
                <a:lnTo>
                  <a:pt x="840776" y="104989"/>
                </a:lnTo>
                <a:lnTo>
                  <a:pt x="840393" y="105297"/>
                </a:lnTo>
                <a:lnTo>
                  <a:pt x="839999" y="105592"/>
                </a:lnTo>
                <a:lnTo>
                  <a:pt x="839592" y="105874"/>
                </a:lnTo>
                <a:lnTo>
                  <a:pt x="839173" y="106143"/>
                </a:lnTo>
                <a:lnTo>
                  <a:pt x="838743" y="106398"/>
                </a:lnTo>
                <a:lnTo>
                  <a:pt x="838300" y="106641"/>
                </a:lnTo>
                <a:lnTo>
                  <a:pt x="837846" y="106870"/>
                </a:lnTo>
                <a:lnTo>
                  <a:pt x="837379" y="107087"/>
                </a:lnTo>
                <a:lnTo>
                  <a:pt x="836901" y="107290"/>
                </a:lnTo>
                <a:lnTo>
                  <a:pt x="836411" y="107480"/>
                </a:lnTo>
                <a:lnTo>
                  <a:pt x="835909" y="107657"/>
                </a:lnTo>
                <a:lnTo>
                  <a:pt x="835395" y="107821"/>
                </a:lnTo>
                <a:lnTo>
                  <a:pt x="834870" y="107972"/>
                </a:lnTo>
                <a:lnTo>
                  <a:pt x="834332" y="108109"/>
                </a:lnTo>
                <a:lnTo>
                  <a:pt x="833782" y="108234"/>
                </a:lnTo>
                <a:lnTo>
                  <a:pt x="833221" y="108345"/>
                </a:lnTo>
                <a:lnTo>
                  <a:pt x="832647" y="108444"/>
                </a:lnTo>
                <a:lnTo>
                  <a:pt x="832062" y="108529"/>
                </a:lnTo>
                <a:lnTo>
                  <a:pt x="831465" y="108601"/>
                </a:lnTo>
                <a:lnTo>
                  <a:pt x="830856" y="108660"/>
                </a:lnTo>
                <a:lnTo>
                  <a:pt x="830235" y="108706"/>
                </a:lnTo>
                <a:lnTo>
                  <a:pt x="829602" y="108739"/>
                </a:lnTo>
                <a:lnTo>
                  <a:pt x="828957" y="108758"/>
                </a:lnTo>
                <a:lnTo>
                  <a:pt x="828300" y="108765"/>
                </a:lnTo>
                <a:lnTo>
                  <a:pt x="827659" y="108758"/>
                </a:lnTo>
                <a:lnTo>
                  <a:pt x="827029" y="108739"/>
                </a:lnTo>
                <a:lnTo>
                  <a:pt x="826410" y="108706"/>
                </a:lnTo>
                <a:lnTo>
                  <a:pt x="825804" y="10866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34b5337374b3c"/>
          <a:stretch xmlns:a="http://schemas.openxmlformats.org/drawingml/2006/main"/>
        </p:blipFill>
        <p:spPr>
          <a:xfrm xmlns:a="http://schemas.openxmlformats.org/drawingml/2006/main">
            <a:off x="7278800" y="3881564"/>
            <a:ext cx="473248" cy="473248"/>
          </a:xfrm>
          <a:prstGeom xmlns:a="http://schemas.openxmlformats.org/drawingml/2006/main" prst="rect">
            <a:avLst/>
          </a:prstGeom>
        </p:spPr>
      </p:pic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6F957-ED90-43B4-A924-DE128ECD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681" y="3330415"/>
            <a:ext cx="105234" cy="762245"/>
          </a:xfrm>
          <a:custGeom xmlns:a="http://schemas.openxmlformats.org/drawingml/2006/main">
            <a:pathLst>
              <a:path w="105234" h="762245" fill="none">
                <a:moveTo>
                  <a:pt x="105234" y="0"/>
                </a:moveTo>
                <a:lnTo>
                  <a:pt x="0" y="0"/>
                </a:lnTo>
                <a:lnTo>
                  <a:pt x="0" y="762245"/>
                </a:lnTo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FF0000"/>
            </a:solidFill>
            <a:custDash>
              <a:ds d="300000" sp="100000"/>
            </a:custDash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1A86C-94F8-4851-81CE-D382B1A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777" y="4042371"/>
            <a:ext cx="601601" cy="433972"/>
          </a:xfrm>
          <a:custGeom xmlns:a="http://schemas.openxmlformats.org/drawingml/2006/main">
            <a:pathLst>
              <a:path w="601601" h="433972">
                <a:moveTo>
                  <a:pt x="139691" y="139691"/>
                </a:moveTo>
                <a:lnTo>
                  <a:pt x="139691" y="0"/>
                </a:lnTo>
                <a:lnTo>
                  <a:pt x="0" y="69845"/>
                </a:lnTo>
                <a:lnTo>
                  <a:pt x="139691" y="139691"/>
                </a:lnTo>
                <a:close/>
                <a:moveTo>
                  <a:pt x="145045" y="87307"/>
                </a:moveTo>
                <a:lnTo>
                  <a:pt x="249813" y="87307"/>
                </a:lnTo>
                <a:lnTo>
                  <a:pt x="249813" y="52384"/>
                </a:lnTo>
                <a:lnTo>
                  <a:pt x="145045" y="52384"/>
                </a:lnTo>
                <a:lnTo>
                  <a:pt x="145045" y="87307"/>
                </a:lnTo>
                <a:close/>
                <a:moveTo>
                  <a:pt x="284736" y="87307"/>
                </a:moveTo>
                <a:lnTo>
                  <a:pt x="389504" y="87307"/>
                </a:lnTo>
                <a:lnTo>
                  <a:pt x="389504" y="52384"/>
                </a:lnTo>
                <a:lnTo>
                  <a:pt x="284736" y="52384"/>
                </a:lnTo>
                <a:lnTo>
                  <a:pt x="284736" y="87307"/>
                </a:lnTo>
                <a:close/>
                <a:moveTo>
                  <a:pt x="424427" y="87307"/>
                </a:moveTo>
                <a:lnTo>
                  <a:pt x="529195" y="87307"/>
                </a:lnTo>
                <a:lnTo>
                  <a:pt x="529195" y="52384"/>
                </a:lnTo>
                <a:lnTo>
                  <a:pt x="424427" y="52384"/>
                </a:lnTo>
                <a:lnTo>
                  <a:pt x="424427" y="87307"/>
                </a:lnTo>
                <a:close/>
                <a:moveTo>
                  <a:pt x="521977" y="94524"/>
                </a:moveTo>
                <a:lnTo>
                  <a:pt x="521977" y="199292"/>
                </a:lnTo>
                <a:lnTo>
                  <a:pt x="556900" y="199292"/>
                </a:lnTo>
                <a:lnTo>
                  <a:pt x="556900" y="94524"/>
                </a:lnTo>
                <a:lnTo>
                  <a:pt x="521977" y="94524"/>
                </a:lnTo>
                <a:close/>
                <a:moveTo>
                  <a:pt x="521977" y="234215"/>
                </a:moveTo>
                <a:lnTo>
                  <a:pt x="521977" y="338983"/>
                </a:lnTo>
                <a:lnTo>
                  <a:pt x="556900" y="338983"/>
                </a:lnTo>
                <a:lnTo>
                  <a:pt x="556900" y="234215"/>
                </a:lnTo>
                <a:lnTo>
                  <a:pt x="521977" y="234215"/>
                </a:lnTo>
                <a:close/>
                <a:moveTo>
                  <a:pt x="521977" y="433972"/>
                </a:moveTo>
                <a:lnTo>
                  <a:pt x="601601" y="433972"/>
                </a:lnTo>
                <a:lnTo>
                  <a:pt x="601601" y="399049"/>
                </a:lnTo>
                <a:lnTo>
                  <a:pt x="556900" y="399049"/>
                </a:lnTo>
                <a:lnTo>
                  <a:pt x="556900" y="373905"/>
                </a:lnTo>
                <a:lnTo>
                  <a:pt x="521977" y="373905"/>
                </a:lnTo>
                <a:lnTo>
                  <a:pt x="521977" y="43397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4b82a6d3942a1"/>
          <a:stretch xmlns:a="http://schemas.openxmlformats.org/drawingml/2006/main"/>
        </p:blipFill>
        <p:spPr>
          <a:xfrm xmlns:a="http://schemas.openxmlformats.org/drawingml/2006/main">
            <a:off x="6236474" y="4215099"/>
            <a:ext cx="555702" cy="277851"/>
          </a:xfrm>
          <a:prstGeom xmlns:a="http://schemas.openxmlformats.org/drawingml/2006/main" prst="rect">
            <a:avLst/>
          </a:prstGeom>
        </p:spPr>
      </p:pic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8C8C7F-1F6B-4EC5-A258-68F91D4F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1" y="3008893"/>
            <a:ext cx="4769968" cy="589727"/>
          </a:xfrm>
          <a:custGeom xmlns:a="http://schemas.openxmlformats.org/drawingml/2006/main">
            <a:pathLst>
              <a:path w="4769968" h="589727">
                <a:moveTo>
                  <a:pt x="0" y="40743"/>
                </a:moveTo>
                <a:cubicBezTo>
                  <a:pt x="0" y="18160"/>
                  <a:pt x="18160" y="0"/>
                  <a:pt x="40743" y="0"/>
                </a:cubicBezTo>
                <a:lnTo>
                  <a:pt x="4729225" y="0"/>
                </a:lnTo>
                <a:cubicBezTo>
                  <a:pt x="4751576" y="0"/>
                  <a:pt x="4769968" y="18160"/>
                  <a:pt x="4769968" y="40743"/>
                </a:cubicBezTo>
                <a:lnTo>
                  <a:pt x="4769968" y="548984"/>
                </a:lnTo>
                <a:cubicBezTo>
                  <a:pt x="4769968" y="571567"/>
                  <a:pt x="4751576" y="589727"/>
                  <a:pt x="4729225" y="589727"/>
                </a:cubicBezTo>
                <a:lnTo>
                  <a:pt x="40743" y="589727"/>
                </a:lnTo>
                <a:cubicBezTo>
                  <a:pt x="18160" y="589727"/>
                  <a:pt x="0" y="571567"/>
                  <a:pt x="0" y="548984"/>
                </a:cubicBezTo>
                <a:lnTo>
                  <a:pt x="0" y="40743"/>
                </a:lnTo>
                <a:close/>
              </a:path>
            </a:pathLst>
          </a:custGeom>
          <a:solidFill xmlns:a="http://schemas.openxmlformats.org/drawingml/2006/main">
            <a:srgbClr val="FCD0E2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317D0-E122-4D81-B834-7EA948F9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1" y="3008893"/>
            <a:ext cx="4769968" cy="589727"/>
          </a:xfrm>
          <a:custGeom xmlns:a="http://schemas.openxmlformats.org/drawingml/2006/main">
            <a:pathLst>
              <a:path w="4769968" h="589727" fill="none">
                <a:moveTo>
                  <a:pt x="0" y="40743"/>
                </a:moveTo>
                <a:cubicBezTo>
                  <a:pt x="0" y="18160"/>
                  <a:pt x="18160" y="0"/>
                  <a:pt x="40743" y="0"/>
                </a:cubicBezTo>
                <a:lnTo>
                  <a:pt x="4729225" y="0"/>
                </a:lnTo>
                <a:cubicBezTo>
                  <a:pt x="4751576" y="0"/>
                  <a:pt x="4769968" y="18160"/>
                  <a:pt x="4769968" y="40743"/>
                </a:cubicBezTo>
                <a:lnTo>
                  <a:pt x="4769968" y="548984"/>
                </a:lnTo>
                <a:cubicBezTo>
                  <a:pt x="4769968" y="571567"/>
                  <a:pt x="4751576" y="589727"/>
                  <a:pt x="4729225" y="589727"/>
                </a:cubicBezTo>
                <a:lnTo>
                  <a:pt x="40743" y="589727"/>
                </a:lnTo>
                <a:cubicBezTo>
                  <a:pt x="18160" y="589727"/>
                  <a:pt x="0" y="571567"/>
                  <a:pt x="0" y="548984"/>
                </a:cubicBezTo>
                <a:lnTo>
                  <a:pt x="0" y="407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82093B"/>
            </a:solidFill>
            <a:miter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898d4d27e49b0"/>
          <a:stretch xmlns:a="http://schemas.openxmlformats.org/drawingml/2006/main"/>
        </p:blipFill>
        <p:spPr>
          <a:xfrm xmlns:a="http://schemas.openxmlformats.org/drawingml/2006/main">
            <a:off x="6172955" y="3633880"/>
            <a:ext cx="455585" cy="533888"/>
          </a:xfrm>
          <a:prstGeom xmlns:a="http://schemas.openxmlformats.org/drawingml/2006/main" prst="rect">
            <a:avLst/>
          </a:prstGeom>
        </p:spPr>
      </p:pic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FBF24-728D-402F-9B8A-2F92FC8F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491" y="3116222"/>
            <a:ext cx="1408081" cy="368783"/>
          </a:xfrm>
          <a:custGeom xmlns:a="http://schemas.openxmlformats.org/drawingml/2006/main">
            <a:pathLst>
              <a:path w="1408081" h="368783">
                <a:moveTo>
                  <a:pt x="0" y="25610"/>
                </a:moveTo>
                <a:cubicBezTo>
                  <a:pt x="0" y="11408"/>
                  <a:pt x="11408" y="0"/>
                  <a:pt x="25610" y="0"/>
                </a:cubicBezTo>
                <a:lnTo>
                  <a:pt x="1382704" y="0"/>
                </a:lnTo>
                <a:cubicBezTo>
                  <a:pt x="1396673" y="0"/>
                  <a:pt x="1408081" y="11408"/>
                  <a:pt x="1408081" y="25610"/>
                </a:cubicBezTo>
                <a:lnTo>
                  <a:pt x="1408081" y="343173"/>
                </a:lnTo>
                <a:cubicBezTo>
                  <a:pt x="1408081" y="357375"/>
                  <a:pt x="1396673" y="368783"/>
                  <a:pt x="1382704" y="368783"/>
                </a:cubicBezTo>
                <a:lnTo>
                  <a:pt x="25610" y="368783"/>
                </a:lnTo>
                <a:cubicBezTo>
                  <a:pt x="11408" y="368783"/>
                  <a:pt x="0" y="357375"/>
                  <a:pt x="0" y="343173"/>
                </a:cubicBezTo>
                <a:lnTo>
                  <a:pt x="0" y="25610"/>
                </a:lnTo>
                <a:close/>
              </a:path>
            </a:pathLst>
          </a:custGeom>
          <a:solidFill xmlns:a="http://schemas.openxmlformats.org/drawingml/2006/main">
            <a:srgbClr val="F2AA84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4F754-D9E4-4AF1-BD2A-CFEEF339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491" y="3116222"/>
            <a:ext cx="1408081" cy="368783"/>
          </a:xfrm>
          <a:custGeom xmlns:a="http://schemas.openxmlformats.org/drawingml/2006/main">
            <a:pathLst>
              <a:path w="1408081" h="368783" fill="none">
                <a:moveTo>
                  <a:pt x="0" y="25610"/>
                </a:moveTo>
                <a:cubicBezTo>
                  <a:pt x="0" y="11408"/>
                  <a:pt x="11408" y="0"/>
                  <a:pt x="25610" y="0"/>
                </a:cubicBezTo>
                <a:lnTo>
                  <a:pt x="1382704" y="0"/>
                </a:lnTo>
                <a:cubicBezTo>
                  <a:pt x="1396673" y="0"/>
                  <a:pt x="1408081" y="11408"/>
                  <a:pt x="1408081" y="25610"/>
                </a:cubicBezTo>
                <a:lnTo>
                  <a:pt x="1408081" y="343173"/>
                </a:lnTo>
                <a:cubicBezTo>
                  <a:pt x="1408081" y="357375"/>
                  <a:pt x="1396673" y="368783"/>
                  <a:pt x="1382704" y="368783"/>
                </a:cubicBezTo>
                <a:lnTo>
                  <a:pt x="25610" y="368783"/>
                </a:lnTo>
                <a:cubicBezTo>
                  <a:pt x="11408" y="368783"/>
                  <a:pt x="0" y="357375"/>
                  <a:pt x="0" y="343173"/>
                </a:cubicBezTo>
                <a:lnTo>
                  <a:pt x="0" y="256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82093B"/>
            </a:solidFill>
            <a:miter/>
          </a:ln>
        </p:spPr>
      </p:sp>
      <p:sp>
        <p:nvSpPr>
          <p:cNvPr id="92" name="Text Observation">
            <a:extLst xmlns:a="http://schemas.openxmlformats.org/drawingml/2006/main">
              <a:ext uri="{FF2B5EF4-FFF2-40B4-BE49-F238E27FC236}">
                <a16:creationId xmlns:a16="http://schemas.microsoft.com/office/drawing/2014/main" id="{C5AD1167-E3F2-4BF6-94AA-533F1C3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014" y="3225781"/>
            <a:ext cx="1147397" cy="142799"/>
          </a:xfrm>
          <a:custGeom xmlns:a="http://schemas.openxmlformats.org/drawingml/2006/main">
            <a:pathLst>
              <a:path w="1147397" h="142799">
                <a:moveTo>
                  <a:pt x="67296" y="142799"/>
                </a:moveTo>
                <a:cubicBezTo>
                  <a:pt x="52866" y="142799"/>
                  <a:pt x="40641" y="139875"/>
                  <a:pt x="30622" y="134028"/>
                </a:cubicBezTo>
                <a:cubicBezTo>
                  <a:pt x="20603" y="128180"/>
                  <a:pt x="12994" y="119974"/>
                  <a:pt x="7796" y="109407"/>
                </a:cubicBezTo>
                <a:cubicBezTo>
                  <a:pt x="2599" y="98841"/>
                  <a:pt x="0" y="86377"/>
                  <a:pt x="0" y="72015"/>
                </a:cubicBezTo>
                <a:cubicBezTo>
                  <a:pt x="0" y="57653"/>
                  <a:pt x="2599" y="45155"/>
                  <a:pt x="7796" y="34520"/>
                </a:cubicBezTo>
                <a:cubicBezTo>
                  <a:pt x="12994" y="23885"/>
                  <a:pt x="20603" y="15644"/>
                  <a:pt x="30622" y="9797"/>
                </a:cubicBezTo>
                <a:cubicBezTo>
                  <a:pt x="40641" y="3950"/>
                  <a:pt x="52866" y="1026"/>
                  <a:pt x="67296" y="1026"/>
                </a:cubicBezTo>
                <a:cubicBezTo>
                  <a:pt x="81726" y="1026"/>
                  <a:pt x="93934" y="3950"/>
                  <a:pt x="103919" y="9797"/>
                </a:cubicBezTo>
                <a:cubicBezTo>
                  <a:pt x="113904" y="15644"/>
                  <a:pt x="121495" y="23885"/>
                  <a:pt x="126693" y="34520"/>
                </a:cubicBezTo>
                <a:cubicBezTo>
                  <a:pt x="131890" y="45155"/>
                  <a:pt x="134489" y="57653"/>
                  <a:pt x="134489" y="72015"/>
                </a:cubicBezTo>
                <a:cubicBezTo>
                  <a:pt x="134489" y="86377"/>
                  <a:pt x="131890" y="98841"/>
                  <a:pt x="126693" y="109407"/>
                </a:cubicBezTo>
                <a:cubicBezTo>
                  <a:pt x="121495" y="119974"/>
                  <a:pt x="113904" y="128180"/>
                  <a:pt x="103919" y="134028"/>
                </a:cubicBezTo>
                <a:cubicBezTo>
                  <a:pt x="93934" y="139875"/>
                  <a:pt x="81726" y="142799"/>
                  <a:pt x="67296" y="142799"/>
                </a:cubicBezTo>
                <a:moveTo>
                  <a:pt x="67296" y="118794"/>
                </a:moveTo>
                <a:cubicBezTo>
                  <a:pt x="76255" y="118794"/>
                  <a:pt x="83470" y="116674"/>
                  <a:pt x="88941" y="112433"/>
                </a:cubicBezTo>
                <a:cubicBezTo>
                  <a:pt x="94413" y="108193"/>
                  <a:pt x="98414" y="102517"/>
                  <a:pt x="100944" y="95404"/>
                </a:cubicBezTo>
                <a:cubicBezTo>
                  <a:pt x="103474" y="88292"/>
                  <a:pt x="104740" y="80495"/>
                  <a:pt x="104740" y="72015"/>
                </a:cubicBezTo>
                <a:cubicBezTo>
                  <a:pt x="104740" y="63398"/>
                  <a:pt x="103474" y="55533"/>
                  <a:pt x="100944" y="48420"/>
                </a:cubicBezTo>
                <a:cubicBezTo>
                  <a:pt x="98414" y="41308"/>
                  <a:pt x="94413" y="35631"/>
                  <a:pt x="88941" y="31391"/>
                </a:cubicBezTo>
                <a:cubicBezTo>
                  <a:pt x="83470" y="27151"/>
                  <a:pt x="76255" y="25031"/>
                  <a:pt x="67296" y="25031"/>
                </a:cubicBezTo>
                <a:cubicBezTo>
                  <a:pt x="58268" y="25031"/>
                  <a:pt x="51002" y="27151"/>
                  <a:pt x="45497" y="31391"/>
                </a:cubicBezTo>
                <a:cubicBezTo>
                  <a:pt x="39991" y="35631"/>
                  <a:pt x="35990" y="41308"/>
                  <a:pt x="33494" y="48420"/>
                </a:cubicBezTo>
                <a:cubicBezTo>
                  <a:pt x="30998" y="55533"/>
                  <a:pt x="29750" y="63398"/>
                  <a:pt x="29750" y="72015"/>
                </a:cubicBezTo>
                <a:cubicBezTo>
                  <a:pt x="29750" y="80495"/>
                  <a:pt x="30998" y="88292"/>
                  <a:pt x="33494" y="95404"/>
                </a:cubicBezTo>
                <a:cubicBezTo>
                  <a:pt x="35990" y="102517"/>
                  <a:pt x="39991" y="108193"/>
                  <a:pt x="45497" y="112433"/>
                </a:cubicBezTo>
                <a:cubicBezTo>
                  <a:pt x="51002" y="116674"/>
                  <a:pt x="58268" y="118794"/>
                  <a:pt x="67296" y="118794"/>
                </a:cubicBezTo>
                <a:close/>
                <a:moveTo>
                  <a:pt x="215028" y="142799"/>
                </a:moveTo>
                <a:cubicBezTo>
                  <a:pt x="207710" y="142799"/>
                  <a:pt x="201692" y="141397"/>
                  <a:pt x="196973" y="138593"/>
                </a:cubicBezTo>
                <a:cubicBezTo>
                  <a:pt x="192254" y="135789"/>
                  <a:pt x="188219" y="131925"/>
                  <a:pt x="184868" y="127001"/>
                </a:cubicBezTo>
                <a:lnTo>
                  <a:pt x="183740" y="140952"/>
                </a:lnTo>
                <a:lnTo>
                  <a:pt x="157991" y="140952"/>
                </a:lnTo>
                <a:lnTo>
                  <a:pt x="157991" y="2872"/>
                </a:lnTo>
                <a:lnTo>
                  <a:pt x="185176" y="2872"/>
                </a:lnTo>
                <a:lnTo>
                  <a:pt x="185176" y="54062"/>
                </a:lnTo>
                <a:cubicBezTo>
                  <a:pt x="188732" y="49207"/>
                  <a:pt x="193075" y="45326"/>
                  <a:pt x="198204" y="42419"/>
                </a:cubicBezTo>
                <a:cubicBezTo>
                  <a:pt x="203333" y="39512"/>
                  <a:pt x="209659" y="38059"/>
                  <a:pt x="217182" y="38059"/>
                </a:cubicBezTo>
                <a:cubicBezTo>
                  <a:pt x="224842" y="38059"/>
                  <a:pt x="231681" y="39943"/>
                  <a:pt x="237699" y="43711"/>
                </a:cubicBezTo>
                <a:cubicBezTo>
                  <a:pt x="243718" y="47479"/>
                  <a:pt x="248471" y="53217"/>
                  <a:pt x="251959" y="60926"/>
                </a:cubicBezTo>
                <a:cubicBezTo>
                  <a:pt x="255447" y="68635"/>
                  <a:pt x="257191" y="78469"/>
                  <a:pt x="257191" y="90429"/>
                </a:cubicBezTo>
                <a:cubicBezTo>
                  <a:pt x="257191" y="102320"/>
                  <a:pt x="255327" y="112137"/>
                  <a:pt x="251600" y="119881"/>
                </a:cubicBezTo>
                <a:cubicBezTo>
                  <a:pt x="247872" y="127624"/>
                  <a:pt x="242829" y="133379"/>
                  <a:pt x="236468" y="137147"/>
                </a:cubicBezTo>
                <a:cubicBezTo>
                  <a:pt x="230108" y="140915"/>
                  <a:pt x="222961" y="142799"/>
                  <a:pt x="215028" y="142799"/>
                </a:cubicBezTo>
                <a:moveTo>
                  <a:pt x="208257" y="121974"/>
                </a:moveTo>
                <a:cubicBezTo>
                  <a:pt x="214891" y="121974"/>
                  <a:pt x="220072" y="119328"/>
                  <a:pt x="223799" y="114036"/>
                </a:cubicBezTo>
                <a:cubicBezTo>
                  <a:pt x="227526" y="108745"/>
                  <a:pt x="229390" y="101051"/>
                  <a:pt x="229390" y="90955"/>
                </a:cubicBezTo>
                <a:cubicBezTo>
                  <a:pt x="229390" y="80023"/>
                  <a:pt x="227629" y="71894"/>
                  <a:pt x="224107" y="66568"/>
                </a:cubicBezTo>
                <a:cubicBezTo>
                  <a:pt x="220585" y="61240"/>
                  <a:pt x="215678" y="58576"/>
                  <a:pt x="209386" y="58576"/>
                </a:cubicBezTo>
                <a:cubicBezTo>
                  <a:pt x="203778" y="58576"/>
                  <a:pt x="198871" y="60283"/>
                  <a:pt x="194665" y="63696"/>
                </a:cubicBezTo>
                <a:cubicBezTo>
                  <a:pt x="190459" y="67107"/>
                  <a:pt x="187296" y="71110"/>
                  <a:pt x="185176" y="75705"/>
                </a:cubicBezTo>
                <a:lnTo>
                  <a:pt x="185176" y="105576"/>
                </a:lnTo>
                <a:cubicBezTo>
                  <a:pt x="187159" y="109962"/>
                  <a:pt x="190117" y="113792"/>
                  <a:pt x="194049" y="117066"/>
                </a:cubicBezTo>
                <a:cubicBezTo>
                  <a:pt x="197982" y="120338"/>
                  <a:pt x="202718" y="121974"/>
                  <a:pt x="208257" y="121974"/>
                </a:cubicBezTo>
                <a:close/>
                <a:moveTo>
                  <a:pt x="321320" y="142799"/>
                </a:moveTo>
                <a:cubicBezTo>
                  <a:pt x="315780" y="142799"/>
                  <a:pt x="310343" y="142280"/>
                  <a:pt x="305009" y="141244"/>
                </a:cubicBezTo>
                <a:cubicBezTo>
                  <a:pt x="299675" y="140207"/>
                  <a:pt x="294853" y="138427"/>
                  <a:pt x="290544" y="135903"/>
                </a:cubicBezTo>
                <a:cubicBezTo>
                  <a:pt x="286236" y="133379"/>
                  <a:pt x="282816" y="129939"/>
                  <a:pt x="280286" y="125584"/>
                </a:cubicBezTo>
                <a:cubicBezTo>
                  <a:pt x="277755" y="121228"/>
                  <a:pt x="276490" y="115801"/>
                  <a:pt x="276490" y="109301"/>
                </a:cubicBezTo>
                <a:lnTo>
                  <a:pt x="301726" y="109301"/>
                </a:lnTo>
                <a:cubicBezTo>
                  <a:pt x="301726" y="115044"/>
                  <a:pt x="303692" y="119036"/>
                  <a:pt x="307625" y="121278"/>
                </a:cubicBezTo>
                <a:cubicBezTo>
                  <a:pt x="311557" y="123520"/>
                  <a:pt x="316157" y="124641"/>
                  <a:pt x="321423" y="124641"/>
                </a:cubicBezTo>
                <a:cubicBezTo>
                  <a:pt x="326620" y="124641"/>
                  <a:pt x="330655" y="123780"/>
                  <a:pt x="333528" y="122057"/>
                </a:cubicBezTo>
                <a:cubicBezTo>
                  <a:pt x="336400" y="120333"/>
                  <a:pt x="337836" y="117429"/>
                  <a:pt x="337836" y="113347"/>
                </a:cubicBezTo>
                <a:cubicBezTo>
                  <a:pt x="337836" y="109545"/>
                  <a:pt x="336144" y="106711"/>
                  <a:pt x="332758" y="104845"/>
                </a:cubicBezTo>
                <a:cubicBezTo>
                  <a:pt x="329373" y="102977"/>
                  <a:pt x="323440" y="101075"/>
                  <a:pt x="314960" y="99139"/>
                </a:cubicBezTo>
                <a:cubicBezTo>
                  <a:pt x="307847" y="97410"/>
                  <a:pt x="301504" y="95319"/>
                  <a:pt x="295930" y="92865"/>
                </a:cubicBezTo>
                <a:cubicBezTo>
                  <a:pt x="290356" y="90412"/>
                  <a:pt x="285997" y="87129"/>
                  <a:pt x="282851" y="83017"/>
                </a:cubicBezTo>
                <a:cubicBezTo>
                  <a:pt x="279705" y="78903"/>
                  <a:pt x="278132" y="73493"/>
                  <a:pt x="278132" y="66786"/>
                </a:cubicBezTo>
                <a:cubicBezTo>
                  <a:pt x="278132" y="61531"/>
                  <a:pt x="279328" y="57072"/>
                  <a:pt x="281722" y="53408"/>
                </a:cubicBezTo>
                <a:cubicBezTo>
                  <a:pt x="284116" y="49743"/>
                  <a:pt x="287313" y="46787"/>
                  <a:pt x="291314" y="44541"/>
                </a:cubicBezTo>
                <a:cubicBezTo>
                  <a:pt x="295315" y="42295"/>
                  <a:pt x="299828" y="40654"/>
                  <a:pt x="304855" y="39617"/>
                </a:cubicBezTo>
                <a:cubicBezTo>
                  <a:pt x="309882" y="38578"/>
                  <a:pt x="315028" y="38059"/>
                  <a:pt x="320294" y="38059"/>
                </a:cubicBezTo>
                <a:cubicBezTo>
                  <a:pt x="325423" y="38059"/>
                  <a:pt x="330450" y="38577"/>
                  <a:pt x="335374" y="39614"/>
                </a:cubicBezTo>
                <a:cubicBezTo>
                  <a:pt x="340298" y="40650"/>
                  <a:pt x="344744" y="42397"/>
                  <a:pt x="348710" y="44852"/>
                </a:cubicBezTo>
                <a:cubicBezTo>
                  <a:pt x="352677" y="47306"/>
                  <a:pt x="355857" y="50607"/>
                  <a:pt x="358251" y="54755"/>
                </a:cubicBezTo>
                <a:cubicBezTo>
                  <a:pt x="360644" y="58903"/>
                  <a:pt x="361841" y="64088"/>
                  <a:pt x="361841" y="70309"/>
                </a:cubicBezTo>
                <a:lnTo>
                  <a:pt x="336605" y="70309"/>
                </a:lnTo>
                <a:cubicBezTo>
                  <a:pt x="336605" y="65050"/>
                  <a:pt x="334981" y="61404"/>
                  <a:pt x="331732" y="59371"/>
                </a:cubicBezTo>
                <a:cubicBezTo>
                  <a:pt x="328484" y="57337"/>
                  <a:pt x="324671" y="56319"/>
                  <a:pt x="320294" y="56319"/>
                </a:cubicBezTo>
                <a:cubicBezTo>
                  <a:pt x="315575" y="56319"/>
                  <a:pt x="311865" y="57027"/>
                  <a:pt x="309164" y="58442"/>
                </a:cubicBezTo>
                <a:cubicBezTo>
                  <a:pt x="306462" y="59854"/>
                  <a:pt x="305112" y="62186"/>
                  <a:pt x="305112" y="65437"/>
                </a:cubicBezTo>
                <a:cubicBezTo>
                  <a:pt x="305112" y="67302"/>
                  <a:pt x="305966" y="68945"/>
                  <a:pt x="307676" y="70364"/>
                </a:cubicBezTo>
                <a:cubicBezTo>
                  <a:pt x="309386" y="71781"/>
                  <a:pt x="312122" y="73094"/>
                  <a:pt x="315883" y="74304"/>
                </a:cubicBezTo>
                <a:cubicBezTo>
                  <a:pt x="319644" y="75513"/>
                  <a:pt x="324603" y="76810"/>
                  <a:pt x="330758" y="78192"/>
                </a:cubicBezTo>
                <a:cubicBezTo>
                  <a:pt x="337255" y="79714"/>
                  <a:pt x="343068" y="81685"/>
                  <a:pt x="348197" y="84104"/>
                </a:cubicBezTo>
                <a:cubicBezTo>
                  <a:pt x="353327" y="86523"/>
                  <a:pt x="357396" y="89773"/>
                  <a:pt x="360405" y="93853"/>
                </a:cubicBezTo>
                <a:cubicBezTo>
                  <a:pt x="363414" y="97930"/>
                  <a:pt x="364919" y="103219"/>
                  <a:pt x="364919" y="109718"/>
                </a:cubicBezTo>
                <a:cubicBezTo>
                  <a:pt x="364919" y="115803"/>
                  <a:pt x="363705" y="120953"/>
                  <a:pt x="361277" y="125170"/>
                </a:cubicBezTo>
                <a:cubicBezTo>
                  <a:pt x="358849" y="129387"/>
                  <a:pt x="355601" y="132791"/>
                  <a:pt x="351531" y="135384"/>
                </a:cubicBezTo>
                <a:cubicBezTo>
                  <a:pt x="347462" y="137976"/>
                  <a:pt x="342812" y="139860"/>
                  <a:pt x="337580" y="141036"/>
                </a:cubicBezTo>
                <a:cubicBezTo>
                  <a:pt x="332348" y="142211"/>
                  <a:pt x="326928" y="142799"/>
                  <a:pt x="321320" y="142799"/>
                </a:cubicBezTo>
                <a:close/>
                <a:moveTo>
                  <a:pt x="435576" y="142799"/>
                </a:moveTo>
                <a:cubicBezTo>
                  <a:pt x="424429" y="142799"/>
                  <a:pt x="415059" y="140705"/>
                  <a:pt x="407468" y="136519"/>
                </a:cubicBezTo>
                <a:cubicBezTo>
                  <a:pt x="399877" y="132332"/>
                  <a:pt x="394132" y="126294"/>
                  <a:pt x="390234" y="118406"/>
                </a:cubicBezTo>
                <a:cubicBezTo>
                  <a:pt x="386335" y="110515"/>
                  <a:pt x="384386" y="101034"/>
                  <a:pt x="384386" y="89961"/>
                </a:cubicBezTo>
                <a:cubicBezTo>
                  <a:pt x="384386" y="79234"/>
                  <a:pt x="386284" y="69996"/>
                  <a:pt x="390080" y="62247"/>
                </a:cubicBezTo>
                <a:cubicBezTo>
                  <a:pt x="393875" y="54495"/>
                  <a:pt x="399449" y="48526"/>
                  <a:pt x="406801" y="44339"/>
                </a:cubicBezTo>
                <a:cubicBezTo>
                  <a:pt x="414153" y="40153"/>
                  <a:pt x="423198" y="38059"/>
                  <a:pt x="433935" y="38059"/>
                </a:cubicBezTo>
                <a:cubicBezTo>
                  <a:pt x="448844" y="38059"/>
                  <a:pt x="460624" y="42466"/>
                  <a:pt x="469276" y="51280"/>
                </a:cubicBezTo>
                <a:cubicBezTo>
                  <a:pt x="477927" y="60094"/>
                  <a:pt x="482253" y="72658"/>
                  <a:pt x="482253" y="88974"/>
                </a:cubicBezTo>
                <a:cubicBezTo>
                  <a:pt x="482253" y="89803"/>
                  <a:pt x="482218" y="90926"/>
                  <a:pt x="482150" y="92343"/>
                </a:cubicBezTo>
                <a:cubicBezTo>
                  <a:pt x="482082" y="93760"/>
                  <a:pt x="481979" y="94849"/>
                  <a:pt x="481842" y="95609"/>
                </a:cubicBezTo>
                <a:lnTo>
                  <a:pt x="411571" y="95609"/>
                </a:lnTo>
                <a:cubicBezTo>
                  <a:pt x="411708" y="100437"/>
                  <a:pt x="412580" y="104950"/>
                  <a:pt x="414187" y="109148"/>
                </a:cubicBezTo>
                <a:cubicBezTo>
                  <a:pt x="415795" y="113345"/>
                  <a:pt x="418342" y="116721"/>
                  <a:pt x="421830" y="119275"/>
                </a:cubicBezTo>
                <a:cubicBezTo>
                  <a:pt x="425318" y="121826"/>
                  <a:pt x="429900" y="123102"/>
                  <a:pt x="435576" y="123102"/>
                </a:cubicBezTo>
                <a:cubicBezTo>
                  <a:pt x="441458" y="123102"/>
                  <a:pt x="446177" y="121782"/>
                  <a:pt x="449733" y="119140"/>
                </a:cubicBezTo>
                <a:cubicBezTo>
                  <a:pt x="453289" y="116498"/>
                  <a:pt x="455102" y="112570"/>
                  <a:pt x="455170" y="107356"/>
                </a:cubicBezTo>
                <a:lnTo>
                  <a:pt x="481945" y="107356"/>
                </a:lnTo>
                <a:cubicBezTo>
                  <a:pt x="481603" y="115255"/>
                  <a:pt x="479466" y="121837"/>
                  <a:pt x="475533" y="127103"/>
                </a:cubicBezTo>
                <a:cubicBezTo>
                  <a:pt x="471601" y="132369"/>
                  <a:pt x="466232" y="136302"/>
                  <a:pt x="459427" y="138900"/>
                </a:cubicBezTo>
                <a:cubicBezTo>
                  <a:pt x="452623" y="141499"/>
                  <a:pt x="444672" y="142799"/>
                  <a:pt x="435576" y="142799"/>
                </a:cubicBezTo>
                <a:moveTo>
                  <a:pt x="411879" y="78375"/>
                </a:moveTo>
                <a:lnTo>
                  <a:pt x="455273" y="78375"/>
                </a:lnTo>
                <a:cubicBezTo>
                  <a:pt x="455068" y="71194"/>
                  <a:pt x="452999" y="65826"/>
                  <a:pt x="449066" y="62269"/>
                </a:cubicBezTo>
                <a:cubicBezTo>
                  <a:pt x="445134" y="58713"/>
                  <a:pt x="440090" y="56935"/>
                  <a:pt x="433935" y="56935"/>
                </a:cubicBezTo>
                <a:cubicBezTo>
                  <a:pt x="427643" y="56935"/>
                  <a:pt x="422497" y="58765"/>
                  <a:pt x="418496" y="62426"/>
                </a:cubicBezTo>
                <a:cubicBezTo>
                  <a:pt x="414495" y="66087"/>
                  <a:pt x="412290" y="71404"/>
                  <a:pt x="411879" y="78375"/>
                </a:cubicBezTo>
                <a:close/>
                <a:moveTo>
                  <a:pt x="506958" y="140952"/>
                </a:moveTo>
                <a:lnTo>
                  <a:pt x="506958" y="39598"/>
                </a:lnTo>
                <a:lnTo>
                  <a:pt x="533015" y="39598"/>
                </a:lnTo>
                <a:lnTo>
                  <a:pt x="533528" y="56730"/>
                </a:lnTo>
                <a:cubicBezTo>
                  <a:pt x="536127" y="50711"/>
                  <a:pt x="540025" y="46095"/>
                  <a:pt x="545223" y="42881"/>
                </a:cubicBezTo>
                <a:cubicBezTo>
                  <a:pt x="550420" y="39666"/>
                  <a:pt x="556712" y="38059"/>
                  <a:pt x="564098" y="38059"/>
                </a:cubicBezTo>
                <a:lnTo>
                  <a:pt x="566150" y="38059"/>
                </a:lnTo>
                <a:lnTo>
                  <a:pt x="566150" y="60936"/>
                </a:lnTo>
                <a:lnTo>
                  <a:pt x="563585" y="60936"/>
                </a:lnTo>
                <a:cubicBezTo>
                  <a:pt x="559550" y="60936"/>
                  <a:pt x="555686" y="61301"/>
                  <a:pt x="551993" y="62032"/>
                </a:cubicBezTo>
                <a:cubicBezTo>
                  <a:pt x="548300" y="62763"/>
                  <a:pt x="544949" y="64016"/>
                  <a:pt x="541940" y="65792"/>
                </a:cubicBezTo>
                <a:cubicBezTo>
                  <a:pt x="538931" y="67568"/>
                  <a:pt x="536332" y="70023"/>
                  <a:pt x="534143" y="73156"/>
                </a:cubicBezTo>
                <a:lnTo>
                  <a:pt x="534143" y="140952"/>
                </a:lnTo>
                <a:lnTo>
                  <a:pt x="506958" y="140952"/>
                </a:lnTo>
                <a:close/>
                <a:moveTo>
                  <a:pt x="606754" y="140952"/>
                </a:moveTo>
                <a:lnTo>
                  <a:pt x="570336" y="39598"/>
                </a:lnTo>
                <a:lnTo>
                  <a:pt x="598650" y="39598"/>
                </a:lnTo>
                <a:lnTo>
                  <a:pt x="622244" y="115303"/>
                </a:lnTo>
                <a:lnTo>
                  <a:pt x="646557" y="39598"/>
                </a:lnTo>
                <a:lnTo>
                  <a:pt x="674050" y="39598"/>
                </a:lnTo>
                <a:lnTo>
                  <a:pt x="637735" y="140952"/>
                </a:lnTo>
                <a:lnTo>
                  <a:pt x="606754" y="140952"/>
                </a:lnTo>
                <a:close/>
                <a:moveTo>
                  <a:pt x="715978" y="142799"/>
                </a:moveTo>
                <a:cubicBezTo>
                  <a:pt x="710301" y="142799"/>
                  <a:pt x="705001" y="141694"/>
                  <a:pt x="700077" y="139484"/>
                </a:cubicBezTo>
                <a:cubicBezTo>
                  <a:pt x="695153" y="137274"/>
                  <a:pt x="691169" y="133942"/>
                  <a:pt x="688126" y="129488"/>
                </a:cubicBezTo>
                <a:cubicBezTo>
                  <a:pt x="685083" y="125032"/>
                  <a:pt x="683561" y="119455"/>
                  <a:pt x="683561" y="112757"/>
                </a:cubicBezTo>
                <a:cubicBezTo>
                  <a:pt x="683561" y="103435"/>
                  <a:pt x="686331" y="96409"/>
                  <a:pt x="691870" y="91679"/>
                </a:cubicBezTo>
                <a:cubicBezTo>
                  <a:pt x="697410" y="86947"/>
                  <a:pt x="705155" y="83735"/>
                  <a:pt x="715106" y="82043"/>
                </a:cubicBezTo>
                <a:cubicBezTo>
                  <a:pt x="725057" y="80350"/>
                  <a:pt x="736632" y="79366"/>
                  <a:pt x="749831" y="79090"/>
                </a:cubicBezTo>
                <a:lnTo>
                  <a:pt x="749831" y="73586"/>
                </a:lnTo>
                <a:cubicBezTo>
                  <a:pt x="749831" y="66879"/>
                  <a:pt x="748275" y="62291"/>
                  <a:pt x="745163" y="59820"/>
                </a:cubicBezTo>
                <a:cubicBezTo>
                  <a:pt x="742052" y="57349"/>
                  <a:pt x="738034" y="56114"/>
                  <a:pt x="733110" y="56114"/>
                </a:cubicBezTo>
                <a:cubicBezTo>
                  <a:pt x="727707" y="56114"/>
                  <a:pt x="723261" y="57432"/>
                  <a:pt x="719773" y="60067"/>
                </a:cubicBezTo>
                <a:cubicBezTo>
                  <a:pt x="716286" y="62700"/>
                  <a:pt x="714542" y="66967"/>
                  <a:pt x="714542" y="72868"/>
                </a:cubicBezTo>
                <a:lnTo>
                  <a:pt x="689100" y="72868"/>
                </a:lnTo>
                <a:cubicBezTo>
                  <a:pt x="689100" y="64210"/>
                  <a:pt x="690964" y="57353"/>
                  <a:pt x="694691" y="52296"/>
                </a:cubicBezTo>
                <a:cubicBezTo>
                  <a:pt x="698419" y="47237"/>
                  <a:pt x="703582" y="43600"/>
                  <a:pt x="710182" y="41384"/>
                </a:cubicBezTo>
                <a:cubicBezTo>
                  <a:pt x="716781" y="39167"/>
                  <a:pt x="724424" y="38059"/>
                  <a:pt x="733110" y="38059"/>
                </a:cubicBezTo>
                <a:cubicBezTo>
                  <a:pt x="739470" y="38059"/>
                  <a:pt x="745283" y="38596"/>
                  <a:pt x="750549" y="39668"/>
                </a:cubicBezTo>
                <a:cubicBezTo>
                  <a:pt x="755815" y="40741"/>
                  <a:pt x="760380" y="42593"/>
                  <a:pt x="764244" y="45224"/>
                </a:cubicBezTo>
                <a:cubicBezTo>
                  <a:pt x="768108" y="47853"/>
                  <a:pt x="771100" y="51435"/>
                  <a:pt x="773220" y="55970"/>
                </a:cubicBezTo>
                <a:cubicBezTo>
                  <a:pt x="775341" y="60503"/>
                  <a:pt x="776401" y="66161"/>
                  <a:pt x="776401" y="72945"/>
                </a:cubicBezTo>
                <a:lnTo>
                  <a:pt x="776401" y="140952"/>
                </a:lnTo>
                <a:lnTo>
                  <a:pt x="750959" y="140952"/>
                </a:lnTo>
                <a:lnTo>
                  <a:pt x="750139" y="128026"/>
                </a:lnTo>
                <a:cubicBezTo>
                  <a:pt x="745899" y="132882"/>
                  <a:pt x="740974" y="136558"/>
                  <a:pt x="735366" y="139054"/>
                </a:cubicBezTo>
                <a:cubicBezTo>
                  <a:pt x="729758" y="141551"/>
                  <a:pt x="723296" y="142799"/>
                  <a:pt x="715978" y="142799"/>
                </a:cubicBezTo>
                <a:moveTo>
                  <a:pt x="724903" y="124128"/>
                </a:moveTo>
                <a:cubicBezTo>
                  <a:pt x="730032" y="124128"/>
                  <a:pt x="734768" y="122767"/>
                  <a:pt x="739111" y="120044"/>
                </a:cubicBezTo>
                <a:cubicBezTo>
                  <a:pt x="743454" y="117319"/>
                  <a:pt x="746924" y="114212"/>
                  <a:pt x="749523" y="110722"/>
                </a:cubicBezTo>
                <a:lnTo>
                  <a:pt x="749523" y="94170"/>
                </a:lnTo>
                <a:cubicBezTo>
                  <a:pt x="735161" y="94241"/>
                  <a:pt x="725108" y="95620"/>
                  <a:pt x="719363" y="98309"/>
                </a:cubicBezTo>
                <a:cubicBezTo>
                  <a:pt x="713618" y="100997"/>
                  <a:pt x="710746" y="105344"/>
                  <a:pt x="710746" y="111350"/>
                </a:cubicBezTo>
                <a:cubicBezTo>
                  <a:pt x="710746" y="115680"/>
                  <a:pt x="712062" y="118892"/>
                  <a:pt x="714695" y="120987"/>
                </a:cubicBezTo>
                <a:cubicBezTo>
                  <a:pt x="717329" y="123081"/>
                  <a:pt x="720731" y="124128"/>
                  <a:pt x="724903" y="124128"/>
                </a:cubicBezTo>
                <a:close/>
                <a:moveTo>
                  <a:pt x="845549" y="140952"/>
                </a:moveTo>
                <a:cubicBezTo>
                  <a:pt x="835428" y="140952"/>
                  <a:pt x="827580" y="139720"/>
                  <a:pt x="822006" y="137256"/>
                </a:cubicBezTo>
                <a:cubicBezTo>
                  <a:pt x="816432" y="134790"/>
                  <a:pt x="812551" y="130969"/>
                  <a:pt x="810363" y="125795"/>
                </a:cubicBezTo>
                <a:cubicBezTo>
                  <a:pt x="808174" y="120621"/>
                  <a:pt x="807080" y="113866"/>
                  <a:pt x="807080" y="105531"/>
                </a:cubicBezTo>
                <a:lnTo>
                  <a:pt x="807080" y="60525"/>
                </a:lnTo>
                <a:lnTo>
                  <a:pt x="790461" y="60525"/>
                </a:lnTo>
                <a:lnTo>
                  <a:pt x="790461" y="39598"/>
                </a:lnTo>
                <a:lnTo>
                  <a:pt x="807080" y="39598"/>
                </a:lnTo>
                <a:lnTo>
                  <a:pt x="807080" y="16003"/>
                </a:lnTo>
                <a:lnTo>
                  <a:pt x="834265" y="16003"/>
                </a:lnTo>
                <a:lnTo>
                  <a:pt x="834265" y="39598"/>
                </a:lnTo>
                <a:lnTo>
                  <a:pt x="856116" y="39598"/>
                </a:lnTo>
                <a:lnTo>
                  <a:pt x="856116" y="60525"/>
                </a:lnTo>
                <a:lnTo>
                  <a:pt x="834265" y="60525"/>
                </a:lnTo>
                <a:lnTo>
                  <a:pt x="834265" y="104105"/>
                </a:lnTo>
                <a:cubicBezTo>
                  <a:pt x="834265" y="109482"/>
                  <a:pt x="835000" y="113463"/>
                  <a:pt x="836471" y="116046"/>
                </a:cubicBezTo>
                <a:cubicBezTo>
                  <a:pt x="837941" y="118630"/>
                  <a:pt x="841275" y="119922"/>
                  <a:pt x="846473" y="119922"/>
                </a:cubicBezTo>
                <a:lnTo>
                  <a:pt x="856116" y="119922"/>
                </a:lnTo>
                <a:lnTo>
                  <a:pt x="856116" y="140952"/>
                </a:lnTo>
                <a:lnTo>
                  <a:pt x="845549" y="140952"/>
                </a:lnTo>
                <a:close/>
                <a:moveTo>
                  <a:pt x="877985" y="140952"/>
                </a:moveTo>
                <a:lnTo>
                  <a:pt x="877985" y="39598"/>
                </a:lnTo>
                <a:lnTo>
                  <a:pt x="905170" y="39598"/>
                </a:lnTo>
                <a:lnTo>
                  <a:pt x="905170" y="140952"/>
                </a:lnTo>
                <a:lnTo>
                  <a:pt x="877985" y="140952"/>
                </a:lnTo>
                <a:moveTo>
                  <a:pt x="891629" y="26467"/>
                </a:moveTo>
                <a:cubicBezTo>
                  <a:pt x="886637" y="26467"/>
                  <a:pt x="882824" y="25202"/>
                  <a:pt x="880191" y="22671"/>
                </a:cubicBezTo>
                <a:cubicBezTo>
                  <a:pt x="877558" y="20141"/>
                  <a:pt x="876241" y="16995"/>
                  <a:pt x="876241" y="13234"/>
                </a:cubicBezTo>
                <a:cubicBezTo>
                  <a:pt x="876241" y="9404"/>
                  <a:pt x="877558" y="6241"/>
                  <a:pt x="880191" y="3744"/>
                </a:cubicBezTo>
                <a:cubicBezTo>
                  <a:pt x="882824" y="1248"/>
                  <a:pt x="886637" y="0"/>
                  <a:pt x="891629" y="0"/>
                </a:cubicBezTo>
                <a:cubicBezTo>
                  <a:pt x="896622" y="0"/>
                  <a:pt x="900434" y="1248"/>
                  <a:pt x="903067" y="3744"/>
                </a:cubicBezTo>
                <a:cubicBezTo>
                  <a:pt x="905700" y="6241"/>
                  <a:pt x="907017" y="9404"/>
                  <a:pt x="907017" y="13234"/>
                </a:cubicBezTo>
                <a:cubicBezTo>
                  <a:pt x="907017" y="16995"/>
                  <a:pt x="905700" y="20141"/>
                  <a:pt x="903067" y="22671"/>
                </a:cubicBezTo>
                <a:cubicBezTo>
                  <a:pt x="900434" y="25202"/>
                  <a:pt x="896622" y="26467"/>
                  <a:pt x="891629" y="26467"/>
                </a:cubicBezTo>
                <a:close/>
                <a:moveTo>
                  <a:pt x="979736" y="142799"/>
                </a:moveTo>
                <a:cubicBezTo>
                  <a:pt x="969614" y="142799"/>
                  <a:pt x="960740" y="140758"/>
                  <a:pt x="953115" y="136676"/>
                </a:cubicBezTo>
                <a:cubicBezTo>
                  <a:pt x="945489" y="132591"/>
                  <a:pt x="939591" y="126675"/>
                  <a:pt x="935419" y="118925"/>
                </a:cubicBezTo>
                <a:cubicBezTo>
                  <a:pt x="931247" y="111174"/>
                  <a:pt x="929161" y="101796"/>
                  <a:pt x="929161" y="90791"/>
                </a:cubicBezTo>
                <a:cubicBezTo>
                  <a:pt x="929161" y="79582"/>
                  <a:pt x="931247" y="70050"/>
                  <a:pt x="935419" y="62196"/>
                </a:cubicBezTo>
                <a:cubicBezTo>
                  <a:pt x="939591" y="54339"/>
                  <a:pt x="945489" y="48353"/>
                  <a:pt x="953115" y="44237"/>
                </a:cubicBezTo>
                <a:cubicBezTo>
                  <a:pt x="960740" y="40118"/>
                  <a:pt x="969614" y="38059"/>
                  <a:pt x="979736" y="38059"/>
                </a:cubicBezTo>
                <a:cubicBezTo>
                  <a:pt x="989994" y="38059"/>
                  <a:pt x="998936" y="40118"/>
                  <a:pt x="1006562" y="44237"/>
                </a:cubicBezTo>
                <a:cubicBezTo>
                  <a:pt x="1014187" y="48353"/>
                  <a:pt x="1020120" y="54339"/>
                  <a:pt x="1024360" y="62196"/>
                </a:cubicBezTo>
                <a:cubicBezTo>
                  <a:pt x="1028601" y="70050"/>
                  <a:pt x="1030721" y="79582"/>
                  <a:pt x="1030721" y="90791"/>
                </a:cubicBezTo>
                <a:cubicBezTo>
                  <a:pt x="1030721" y="101796"/>
                  <a:pt x="1028601" y="111174"/>
                  <a:pt x="1024360" y="118925"/>
                </a:cubicBezTo>
                <a:cubicBezTo>
                  <a:pt x="1020120" y="126675"/>
                  <a:pt x="1014187" y="132591"/>
                  <a:pt x="1006562" y="136676"/>
                </a:cubicBezTo>
                <a:cubicBezTo>
                  <a:pt x="998936" y="140758"/>
                  <a:pt x="989994" y="142799"/>
                  <a:pt x="979736" y="142799"/>
                </a:cubicBezTo>
                <a:moveTo>
                  <a:pt x="979736" y="122077"/>
                </a:moveTo>
                <a:cubicBezTo>
                  <a:pt x="985686" y="122077"/>
                  <a:pt x="990353" y="120664"/>
                  <a:pt x="993739" y="117838"/>
                </a:cubicBezTo>
                <a:cubicBezTo>
                  <a:pt x="997124" y="115013"/>
                  <a:pt x="999518" y="111229"/>
                  <a:pt x="1000920" y="106487"/>
                </a:cubicBezTo>
                <a:cubicBezTo>
                  <a:pt x="1002322" y="101744"/>
                  <a:pt x="1003023" y="96514"/>
                  <a:pt x="1003023" y="90794"/>
                </a:cubicBezTo>
                <a:cubicBezTo>
                  <a:pt x="1003023" y="84934"/>
                  <a:pt x="1002322" y="79598"/>
                  <a:pt x="1000920" y="74785"/>
                </a:cubicBezTo>
                <a:cubicBezTo>
                  <a:pt x="999518" y="69972"/>
                  <a:pt x="997124" y="66135"/>
                  <a:pt x="993739" y="63276"/>
                </a:cubicBezTo>
                <a:cubicBezTo>
                  <a:pt x="990353" y="60416"/>
                  <a:pt x="985686" y="58987"/>
                  <a:pt x="979736" y="58987"/>
                </a:cubicBezTo>
                <a:cubicBezTo>
                  <a:pt x="973923" y="58987"/>
                  <a:pt x="969358" y="60416"/>
                  <a:pt x="966041" y="63276"/>
                </a:cubicBezTo>
                <a:cubicBezTo>
                  <a:pt x="962724" y="66135"/>
                  <a:pt x="960381" y="69972"/>
                  <a:pt x="959014" y="74785"/>
                </a:cubicBezTo>
                <a:cubicBezTo>
                  <a:pt x="957646" y="79598"/>
                  <a:pt x="956962" y="84934"/>
                  <a:pt x="956962" y="90794"/>
                </a:cubicBezTo>
                <a:cubicBezTo>
                  <a:pt x="956962" y="96514"/>
                  <a:pt x="957646" y="101744"/>
                  <a:pt x="959014" y="106487"/>
                </a:cubicBezTo>
                <a:cubicBezTo>
                  <a:pt x="960381" y="111229"/>
                  <a:pt x="962724" y="115013"/>
                  <a:pt x="966041" y="117838"/>
                </a:cubicBezTo>
                <a:cubicBezTo>
                  <a:pt x="969358" y="120664"/>
                  <a:pt x="973923" y="122077"/>
                  <a:pt x="979736" y="122077"/>
                </a:cubicBezTo>
                <a:close/>
                <a:moveTo>
                  <a:pt x="1054044" y="140952"/>
                </a:moveTo>
                <a:lnTo>
                  <a:pt x="1054044" y="39598"/>
                </a:lnTo>
                <a:lnTo>
                  <a:pt x="1080204" y="39598"/>
                </a:lnTo>
                <a:lnTo>
                  <a:pt x="1080717" y="54473"/>
                </a:lnTo>
                <a:cubicBezTo>
                  <a:pt x="1084068" y="50164"/>
                  <a:pt x="1088479" y="46351"/>
                  <a:pt x="1093950" y="43035"/>
                </a:cubicBezTo>
                <a:cubicBezTo>
                  <a:pt x="1099421" y="39718"/>
                  <a:pt x="1106534" y="38059"/>
                  <a:pt x="1115288" y="38059"/>
                </a:cubicBezTo>
                <a:cubicBezTo>
                  <a:pt x="1125478" y="38059"/>
                  <a:pt x="1133377" y="41194"/>
                  <a:pt x="1138985" y="47465"/>
                </a:cubicBezTo>
                <a:cubicBezTo>
                  <a:pt x="1144593" y="53735"/>
                  <a:pt x="1147397" y="62899"/>
                  <a:pt x="1147397" y="74955"/>
                </a:cubicBezTo>
                <a:lnTo>
                  <a:pt x="1147397" y="140952"/>
                </a:lnTo>
                <a:lnTo>
                  <a:pt x="1120417" y="140952"/>
                </a:lnTo>
                <a:lnTo>
                  <a:pt x="1120417" y="78269"/>
                </a:lnTo>
                <a:cubicBezTo>
                  <a:pt x="1120417" y="74583"/>
                  <a:pt x="1119904" y="71349"/>
                  <a:pt x="1118878" y="68569"/>
                </a:cubicBezTo>
                <a:cubicBezTo>
                  <a:pt x="1117852" y="65788"/>
                  <a:pt x="1116228" y="63633"/>
                  <a:pt x="1114005" y="62103"/>
                </a:cubicBezTo>
                <a:cubicBezTo>
                  <a:pt x="1111783" y="60572"/>
                  <a:pt x="1108859" y="59807"/>
                  <a:pt x="1105234" y="59807"/>
                </a:cubicBezTo>
                <a:cubicBezTo>
                  <a:pt x="1099832" y="59807"/>
                  <a:pt x="1095198" y="61094"/>
                  <a:pt x="1091334" y="63667"/>
                </a:cubicBezTo>
                <a:cubicBezTo>
                  <a:pt x="1087470" y="66240"/>
                  <a:pt x="1084102" y="69369"/>
                  <a:pt x="1081229" y="73054"/>
                </a:cubicBezTo>
                <a:lnTo>
                  <a:pt x="1081229" y="140952"/>
                </a:lnTo>
                <a:lnTo>
                  <a:pt x="1054044" y="140952"/>
                </a:lnTo>
                <a:close/>
              </a:path>
            </a:pathLst>
          </a:custGeom>
          <a:solidFill xmlns:a="http://schemas.openxmlformats.org/drawingml/2006/main">
            <a:srgbClr val="8035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9E2CD-FB83-4AEC-8D99-F1B902E8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832" y="3116222"/>
            <a:ext cx="603463" cy="368783"/>
          </a:xfrm>
          <a:custGeom xmlns:a="http://schemas.openxmlformats.org/drawingml/2006/main">
            <a:pathLst>
              <a:path w="603463" h="368783">
                <a:moveTo>
                  <a:pt x="0" y="25610"/>
                </a:moveTo>
                <a:cubicBezTo>
                  <a:pt x="0" y="11408"/>
                  <a:pt x="11408" y="0"/>
                  <a:pt x="25377" y="0"/>
                </a:cubicBezTo>
                <a:lnTo>
                  <a:pt x="577853" y="0"/>
                </a:lnTo>
                <a:cubicBezTo>
                  <a:pt x="592055" y="0"/>
                  <a:pt x="603463" y="11408"/>
                  <a:pt x="603463" y="25610"/>
                </a:cubicBezTo>
                <a:lnTo>
                  <a:pt x="603463" y="343173"/>
                </a:lnTo>
                <a:cubicBezTo>
                  <a:pt x="603463" y="357375"/>
                  <a:pt x="592055" y="368783"/>
                  <a:pt x="577853" y="368783"/>
                </a:cubicBezTo>
                <a:lnTo>
                  <a:pt x="25377" y="368783"/>
                </a:lnTo>
                <a:cubicBezTo>
                  <a:pt x="11408" y="368783"/>
                  <a:pt x="0" y="357375"/>
                  <a:pt x="0" y="343173"/>
                </a:cubicBezTo>
                <a:lnTo>
                  <a:pt x="0" y="25610"/>
                </a:lnTo>
                <a:close/>
              </a:path>
            </a:pathLst>
          </a:custGeom>
          <a:solidFill xmlns:a="http://schemas.openxmlformats.org/drawingml/2006/main">
            <a:srgbClr val="F2AA84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D92D1-91E5-45F8-BEA6-7CCB2DD0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832" y="3116222"/>
            <a:ext cx="603463" cy="368783"/>
          </a:xfrm>
          <a:custGeom xmlns:a="http://schemas.openxmlformats.org/drawingml/2006/main">
            <a:pathLst>
              <a:path w="603463" h="368783" fill="none">
                <a:moveTo>
                  <a:pt x="0" y="25610"/>
                </a:moveTo>
                <a:cubicBezTo>
                  <a:pt x="0" y="11408"/>
                  <a:pt x="11408" y="0"/>
                  <a:pt x="25377" y="0"/>
                </a:cubicBezTo>
                <a:lnTo>
                  <a:pt x="577853" y="0"/>
                </a:lnTo>
                <a:cubicBezTo>
                  <a:pt x="592055" y="0"/>
                  <a:pt x="603463" y="11408"/>
                  <a:pt x="603463" y="25610"/>
                </a:cubicBezTo>
                <a:lnTo>
                  <a:pt x="603463" y="343173"/>
                </a:lnTo>
                <a:cubicBezTo>
                  <a:pt x="603463" y="357375"/>
                  <a:pt x="592055" y="368783"/>
                  <a:pt x="577853" y="368783"/>
                </a:cubicBezTo>
                <a:lnTo>
                  <a:pt x="25377" y="368783"/>
                </a:lnTo>
                <a:cubicBezTo>
                  <a:pt x="11408" y="368783"/>
                  <a:pt x="0" y="357375"/>
                  <a:pt x="0" y="343173"/>
                </a:cubicBezTo>
                <a:lnTo>
                  <a:pt x="0" y="256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82093B"/>
            </a:solidFill>
            <a:miter/>
          </a:ln>
        </p:spPr>
      </p:sp>
      <p:sp>
        <p:nvSpPr>
          <p:cNvPr id="95" name="Text Rule">
            <a:extLst xmlns:a="http://schemas.openxmlformats.org/drawingml/2006/main">
              <a:ext uri="{FF2B5EF4-FFF2-40B4-BE49-F238E27FC236}">
                <a16:creationId xmlns:a16="http://schemas.microsoft.com/office/drawing/2014/main" id="{DEF5CA34-88C5-4D15-8BC8-F3DD505C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231" y="3228653"/>
            <a:ext cx="408872" cy="139926"/>
          </a:xfrm>
          <a:custGeom xmlns:a="http://schemas.openxmlformats.org/drawingml/2006/main">
            <a:pathLst>
              <a:path w="408872" h="139926">
                <a:moveTo>
                  <a:pt x="0" y="138080"/>
                </a:moveTo>
                <a:lnTo>
                  <a:pt x="0" y="0"/>
                </a:lnTo>
                <a:lnTo>
                  <a:pt x="56832" y="0"/>
                </a:lnTo>
                <a:cubicBezTo>
                  <a:pt x="65723" y="0"/>
                  <a:pt x="73656" y="1247"/>
                  <a:pt x="80632" y="3741"/>
                </a:cubicBezTo>
                <a:cubicBezTo>
                  <a:pt x="87608" y="6233"/>
                  <a:pt x="93130" y="10262"/>
                  <a:pt x="97200" y="15827"/>
                </a:cubicBezTo>
                <a:cubicBezTo>
                  <a:pt x="101269" y="21392"/>
                  <a:pt x="103303" y="28785"/>
                  <a:pt x="103303" y="38005"/>
                </a:cubicBezTo>
                <a:cubicBezTo>
                  <a:pt x="103303" y="46748"/>
                  <a:pt x="100961" y="54159"/>
                  <a:pt x="96276" y="60237"/>
                </a:cubicBezTo>
                <a:cubicBezTo>
                  <a:pt x="91592" y="66315"/>
                  <a:pt x="84496" y="70651"/>
                  <a:pt x="74990" y="73246"/>
                </a:cubicBezTo>
                <a:cubicBezTo>
                  <a:pt x="80803" y="74137"/>
                  <a:pt x="85454" y="75901"/>
                  <a:pt x="88941" y="78539"/>
                </a:cubicBezTo>
                <a:cubicBezTo>
                  <a:pt x="92429" y="81176"/>
                  <a:pt x="95250" y="84720"/>
                  <a:pt x="97405" y="89172"/>
                </a:cubicBezTo>
                <a:cubicBezTo>
                  <a:pt x="99559" y="93624"/>
                  <a:pt x="101525" y="99104"/>
                  <a:pt x="103303" y="105612"/>
                </a:cubicBezTo>
                <a:lnTo>
                  <a:pt x="112433" y="138080"/>
                </a:lnTo>
                <a:lnTo>
                  <a:pt x="82273" y="138080"/>
                </a:lnTo>
                <a:lnTo>
                  <a:pt x="75811" y="111356"/>
                </a:lnTo>
                <a:cubicBezTo>
                  <a:pt x="74443" y="105325"/>
                  <a:pt x="72870" y="100391"/>
                  <a:pt x="71092" y="96555"/>
                </a:cubicBezTo>
                <a:cubicBezTo>
                  <a:pt x="69313" y="92717"/>
                  <a:pt x="66903" y="89856"/>
                  <a:pt x="63859" y="87973"/>
                </a:cubicBezTo>
                <a:cubicBezTo>
                  <a:pt x="60816" y="86088"/>
                  <a:pt x="56627" y="85146"/>
                  <a:pt x="51293" y="85146"/>
                </a:cubicBezTo>
                <a:lnTo>
                  <a:pt x="28826" y="85146"/>
                </a:lnTo>
                <a:lnTo>
                  <a:pt x="28826" y="138080"/>
                </a:lnTo>
                <a:lnTo>
                  <a:pt x="0" y="138080"/>
                </a:lnTo>
                <a:moveTo>
                  <a:pt x="28826" y="61346"/>
                </a:moveTo>
                <a:lnTo>
                  <a:pt x="52011" y="61346"/>
                </a:lnTo>
                <a:cubicBezTo>
                  <a:pt x="56524" y="61346"/>
                  <a:pt x="60406" y="60630"/>
                  <a:pt x="63654" y="59198"/>
                </a:cubicBezTo>
                <a:cubicBezTo>
                  <a:pt x="66903" y="57766"/>
                  <a:pt x="69416" y="55618"/>
                  <a:pt x="71194" y="52754"/>
                </a:cubicBezTo>
                <a:cubicBezTo>
                  <a:pt x="72972" y="49889"/>
                  <a:pt x="73861" y="46375"/>
                  <a:pt x="73861" y="42214"/>
                </a:cubicBezTo>
                <a:cubicBezTo>
                  <a:pt x="73861" y="36144"/>
                  <a:pt x="72015" y="31575"/>
                  <a:pt x="68322" y="28506"/>
                </a:cubicBezTo>
                <a:cubicBezTo>
                  <a:pt x="64629" y="25437"/>
                  <a:pt x="59739" y="23902"/>
                  <a:pt x="53652" y="23902"/>
                </a:cubicBezTo>
                <a:lnTo>
                  <a:pt x="28826" y="23902"/>
                </a:lnTo>
                <a:lnTo>
                  <a:pt x="28826" y="61346"/>
                </a:lnTo>
                <a:close/>
                <a:moveTo>
                  <a:pt x="162760" y="139926"/>
                </a:moveTo>
                <a:cubicBezTo>
                  <a:pt x="152638" y="139926"/>
                  <a:pt x="144807" y="136744"/>
                  <a:pt x="139268" y="130380"/>
                </a:cubicBezTo>
                <a:cubicBezTo>
                  <a:pt x="133728" y="124013"/>
                  <a:pt x="130958" y="114951"/>
                  <a:pt x="130958" y="103194"/>
                </a:cubicBezTo>
                <a:lnTo>
                  <a:pt x="130958" y="36726"/>
                </a:lnTo>
                <a:lnTo>
                  <a:pt x="158143" y="36726"/>
                </a:lnTo>
                <a:lnTo>
                  <a:pt x="158143" y="100152"/>
                </a:lnTo>
                <a:cubicBezTo>
                  <a:pt x="158143" y="103646"/>
                  <a:pt x="158639" y="106739"/>
                  <a:pt x="159631" y="109430"/>
                </a:cubicBezTo>
                <a:cubicBezTo>
                  <a:pt x="160622" y="112120"/>
                  <a:pt x="162264" y="114200"/>
                  <a:pt x="164555" y="115668"/>
                </a:cubicBezTo>
                <a:cubicBezTo>
                  <a:pt x="166846" y="117136"/>
                  <a:pt x="169872" y="117871"/>
                  <a:pt x="173634" y="117871"/>
                </a:cubicBezTo>
                <a:cubicBezTo>
                  <a:pt x="179105" y="117871"/>
                  <a:pt x="183772" y="116630"/>
                  <a:pt x="187637" y="114149"/>
                </a:cubicBezTo>
                <a:cubicBezTo>
                  <a:pt x="191501" y="111667"/>
                  <a:pt x="194869" y="108644"/>
                  <a:pt x="197741" y="105079"/>
                </a:cubicBezTo>
                <a:lnTo>
                  <a:pt x="197741" y="36726"/>
                </a:lnTo>
                <a:lnTo>
                  <a:pt x="224926" y="36726"/>
                </a:lnTo>
                <a:lnTo>
                  <a:pt x="224926" y="138080"/>
                </a:lnTo>
                <a:lnTo>
                  <a:pt x="198664" y="138080"/>
                </a:lnTo>
                <a:lnTo>
                  <a:pt x="198254" y="123513"/>
                </a:lnTo>
                <a:cubicBezTo>
                  <a:pt x="194903" y="127753"/>
                  <a:pt x="190321" y="131549"/>
                  <a:pt x="184508" y="134900"/>
                </a:cubicBezTo>
                <a:cubicBezTo>
                  <a:pt x="178694" y="138251"/>
                  <a:pt x="171445" y="139926"/>
                  <a:pt x="162760" y="139926"/>
                </a:cubicBezTo>
                <a:close/>
                <a:moveTo>
                  <a:pt x="292123" y="138080"/>
                </a:moveTo>
                <a:cubicBezTo>
                  <a:pt x="281933" y="138080"/>
                  <a:pt x="274068" y="136866"/>
                  <a:pt x="268528" y="134438"/>
                </a:cubicBezTo>
                <a:cubicBezTo>
                  <a:pt x="262989" y="132010"/>
                  <a:pt x="259125" y="128249"/>
                  <a:pt x="256936" y="123154"/>
                </a:cubicBezTo>
                <a:cubicBezTo>
                  <a:pt x="254748" y="118059"/>
                  <a:pt x="253653" y="111408"/>
                  <a:pt x="253653" y="103201"/>
                </a:cubicBezTo>
                <a:lnTo>
                  <a:pt x="253653" y="0"/>
                </a:lnTo>
                <a:lnTo>
                  <a:pt x="280736" y="0"/>
                </a:lnTo>
                <a:lnTo>
                  <a:pt x="280736" y="101559"/>
                </a:lnTo>
                <a:cubicBezTo>
                  <a:pt x="280736" y="106825"/>
                  <a:pt x="281454" y="110690"/>
                  <a:pt x="282890" y="113152"/>
                </a:cubicBezTo>
                <a:cubicBezTo>
                  <a:pt x="284326" y="115614"/>
                  <a:pt x="287678" y="116845"/>
                  <a:pt x="292944" y="116845"/>
                </a:cubicBezTo>
                <a:lnTo>
                  <a:pt x="299201" y="116845"/>
                </a:lnTo>
                <a:lnTo>
                  <a:pt x="299201" y="138080"/>
                </a:lnTo>
                <a:lnTo>
                  <a:pt x="292123" y="138080"/>
                </a:lnTo>
                <a:close/>
                <a:moveTo>
                  <a:pt x="362196" y="139926"/>
                </a:moveTo>
                <a:cubicBezTo>
                  <a:pt x="351048" y="139926"/>
                  <a:pt x="341678" y="137833"/>
                  <a:pt x="334087" y="133646"/>
                </a:cubicBezTo>
                <a:cubicBezTo>
                  <a:pt x="326496" y="129459"/>
                  <a:pt x="320751" y="123422"/>
                  <a:pt x="316853" y="115533"/>
                </a:cubicBezTo>
                <a:cubicBezTo>
                  <a:pt x="312955" y="107643"/>
                  <a:pt x="311005" y="98161"/>
                  <a:pt x="311005" y="87089"/>
                </a:cubicBezTo>
                <a:cubicBezTo>
                  <a:pt x="311005" y="76362"/>
                  <a:pt x="312903" y="67124"/>
                  <a:pt x="316699" y="59374"/>
                </a:cubicBezTo>
                <a:cubicBezTo>
                  <a:pt x="320495" y="51623"/>
                  <a:pt x="326068" y="45654"/>
                  <a:pt x="333420" y="41467"/>
                </a:cubicBezTo>
                <a:cubicBezTo>
                  <a:pt x="340772" y="37280"/>
                  <a:pt x="349817" y="35187"/>
                  <a:pt x="360554" y="35187"/>
                </a:cubicBezTo>
                <a:cubicBezTo>
                  <a:pt x="375463" y="35187"/>
                  <a:pt x="387243" y="39594"/>
                  <a:pt x="395895" y="48407"/>
                </a:cubicBezTo>
                <a:cubicBezTo>
                  <a:pt x="404546" y="57221"/>
                  <a:pt x="408872" y="69786"/>
                  <a:pt x="408872" y="86101"/>
                </a:cubicBezTo>
                <a:cubicBezTo>
                  <a:pt x="408872" y="86930"/>
                  <a:pt x="408838" y="88053"/>
                  <a:pt x="408769" y="89470"/>
                </a:cubicBezTo>
                <a:cubicBezTo>
                  <a:pt x="408701" y="90887"/>
                  <a:pt x="408598" y="91976"/>
                  <a:pt x="408461" y="92737"/>
                </a:cubicBezTo>
                <a:lnTo>
                  <a:pt x="338191" y="92737"/>
                </a:lnTo>
                <a:cubicBezTo>
                  <a:pt x="338327" y="97565"/>
                  <a:pt x="339199" y="102078"/>
                  <a:pt x="340806" y="106275"/>
                </a:cubicBezTo>
                <a:cubicBezTo>
                  <a:pt x="342414" y="110473"/>
                  <a:pt x="344961" y="113848"/>
                  <a:pt x="348449" y="116402"/>
                </a:cubicBezTo>
                <a:cubicBezTo>
                  <a:pt x="351937" y="118954"/>
                  <a:pt x="356519" y="120230"/>
                  <a:pt x="362196" y="120230"/>
                </a:cubicBezTo>
                <a:cubicBezTo>
                  <a:pt x="368077" y="120230"/>
                  <a:pt x="372796" y="118909"/>
                  <a:pt x="376352" y="116268"/>
                </a:cubicBezTo>
                <a:cubicBezTo>
                  <a:pt x="379909" y="113626"/>
                  <a:pt x="381721" y="109698"/>
                  <a:pt x="381789" y="104483"/>
                </a:cubicBezTo>
                <a:lnTo>
                  <a:pt x="408564" y="104483"/>
                </a:lnTo>
                <a:cubicBezTo>
                  <a:pt x="408222" y="112382"/>
                  <a:pt x="406085" y="118965"/>
                  <a:pt x="402152" y="124231"/>
                </a:cubicBezTo>
                <a:cubicBezTo>
                  <a:pt x="398220" y="129497"/>
                  <a:pt x="392851" y="133429"/>
                  <a:pt x="386047" y="136028"/>
                </a:cubicBezTo>
                <a:cubicBezTo>
                  <a:pt x="379242" y="138627"/>
                  <a:pt x="371291" y="139926"/>
                  <a:pt x="362196" y="139926"/>
                </a:cubicBezTo>
                <a:moveTo>
                  <a:pt x="338498" y="75503"/>
                </a:moveTo>
                <a:lnTo>
                  <a:pt x="381892" y="75503"/>
                </a:lnTo>
                <a:cubicBezTo>
                  <a:pt x="381687" y="68322"/>
                  <a:pt x="379618" y="62953"/>
                  <a:pt x="375685" y="59397"/>
                </a:cubicBezTo>
                <a:cubicBezTo>
                  <a:pt x="371753" y="55841"/>
                  <a:pt x="366709" y="54062"/>
                  <a:pt x="360554" y="54062"/>
                </a:cubicBezTo>
                <a:cubicBezTo>
                  <a:pt x="354262" y="54062"/>
                  <a:pt x="349116" y="55893"/>
                  <a:pt x="345115" y="59554"/>
                </a:cubicBezTo>
                <a:cubicBezTo>
                  <a:pt x="341114" y="63215"/>
                  <a:pt x="338909" y="68531"/>
                  <a:pt x="338498" y="75503"/>
                </a:cubicBezTo>
                <a:close/>
              </a:path>
            </a:pathLst>
          </a:custGeom>
          <a:solidFill xmlns:a="http://schemas.openxmlformats.org/drawingml/2006/main">
            <a:srgbClr val="8035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70915-981F-40EB-89BC-9165ECE8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344" y="3120413"/>
            <a:ext cx="838376" cy="368550"/>
          </a:xfrm>
          <a:custGeom xmlns:a="http://schemas.openxmlformats.org/drawingml/2006/main">
            <a:pathLst>
              <a:path w="838376" h="368550">
                <a:moveTo>
                  <a:pt x="0" y="25377"/>
                </a:moveTo>
                <a:cubicBezTo>
                  <a:pt x="0" y="11408"/>
                  <a:pt x="11408" y="0"/>
                  <a:pt x="25377" y="0"/>
                </a:cubicBezTo>
                <a:lnTo>
                  <a:pt x="812999" y="0"/>
                </a:lnTo>
                <a:cubicBezTo>
                  <a:pt x="826968" y="0"/>
                  <a:pt x="838376" y="11408"/>
                  <a:pt x="838376" y="25377"/>
                </a:cubicBezTo>
                <a:lnTo>
                  <a:pt x="838376" y="342940"/>
                </a:lnTo>
                <a:cubicBezTo>
                  <a:pt x="838376" y="357142"/>
                  <a:pt x="826968" y="368550"/>
                  <a:pt x="812999" y="368550"/>
                </a:cubicBezTo>
                <a:lnTo>
                  <a:pt x="25377" y="368550"/>
                </a:lnTo>
                <a:cubicBezTo>
                  <a:pt x="11408" y="368550"/>
                  <a:pt x="0" y="357142"/>
                  <a:pt x="0" y="342940"/>
                </a:cubicBezTo>
                <a:lnTo>
                  <a:pt x="0" y="25377"/>
                </a:lnTo>
                <a:close/>
              </a:path>
            </a:pathLst>
          </a:custGeom>
          <a:solidFill xmlns:a="http://schemas.openxmlformats.org/drawingml/2006/main">
            <a:srgbClr val="F2AA84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10B5B-E658-47CC-B5F6-8F8EEE99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344" y="3120413"/>
            <a:ext cx="838376" cy="368550"/>
          </a:xfrm>
          <a:custGeom xmlns:a="http://schemas.openxmlformats.org/drawingml/2006/main">
            <a:pathLst>
              <a:path w="838376" h="368550" fill="none">
                <a:moveTo>
                  <a:pt x="0" y="25377"/>
                </a:moveTo>
                <a:cubicBezTo>
                  <a:pt x="0" y="11408"/>
                  <a:pt x="11408" y="0"/>
                  <a:pt x="25377" y="0"/>
                </a:cubicBezTo>
                <a:lnTo>
                  <a:pt x="812999" y="0"/>
                </a:lnTo>
                <a:cubicBezTo>
                  <a:pt x="826968" y="0"/>
                  <a:pt x="838376" y="11408"/>
                  <a:pt x="838376" y="25377"/>
                </a:cubicBezTo>
                <a:lnTo>
                  <a:pt x="838376" y="342940"/>
                </a:lnTo>
                <a:cubicBezTo>
                  <a:pt x="838376" y="357142"/>
                  <a:pt x="826968" y="368550"/>
                  <a:pt x="812999" y="368550"/>
                </a:cubicBezTo>
                <a:lnTo>
                  <a:pt x="25377" y="368550"/>
                </a:lnTo>
                <a:cubicBezTo>
                  <a:pt x="11408" y="368550"/>
                  <a:pt x="0" y="357142"/>
                  <a:pt x="0" y="342940"/>
                </a:cubicBezTo>
                <a:lnTo>
                  <a:pt x="0" y="253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82093B"/>
            </a:solidFill>
            <a:miter/>
          </a:ln>
        </p:spPr>
      </p:sp>
      <p:sp>
        <p:nvSpPr>
          <p:cNvPr id="98" name="Text Action">
            <a:extLst xmlns:a="http://schemas.openxmlformats.org/drawingml/2006/main">
              <a:ext uri="{FF2B5EF4-FFF2-40B4-BE49-F238E27FC236}">
                <a16:creationId xmlns:a16="http://schemas.microsoft.com/office/drawing/2014/main" id="{3DB57554-A6C7-4720-A376-61957B72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775" y="3225781"/>
            <a:ext cx="607006" cy="142799"/>
          </a:xfrm>
          <a:custGeom xmlns:a="http://schemas.openxmlformats.org/drawingml/2006/main">
            <a:pathLst>
              <a:path w="607006" h="142799">
                <a:moveTo>
                  <a:pt x="0" y="140952"/>
                </a:moveTo>
                <a:lnTo>
                  <a:pt x="49651" y="2872"/>
                </a:lnTo>
                <a:lnTo>
                  <a:pt x="79914" y="2872"/>
                </a:lnTo>
                <a:lnTo>
                  <a:pt x="129668" y="140952"/>
                </a:lnTo>
                <a:lnTo>
                  <a:pt x="99610" y="140952"/>
                </a:lnTo>
                <a:lnTo>
                  <a:pt x="89762" y="110587"/>
                </a:lnTo>
                <a:lnTo>
                  <a:pt x="39906" y="110587"/>
                </a:lnTo>
                <a:lnTo>
                  <a:pt x="29750" y="140952"/>
                </a:lnTo>
                <a:lnTo>
                  <a:pt x="0" y="140952"/>
                </a:lnTo>
                <a:moveTo>
                  <a:pt x="46779" y="86685"/>
                </a:moveTo>
                <a:lnTo>
                  <a:pt x="82684" y="86685"/>
                </a:lnTo>
                <a:lnTo>
                  <a:pt x="64731" y="31391"/>
                </a:lnTo>
                <a:lnTo>
                  <a:pt x="46779" y="86685"/>
                </a:lnTo>
                <a:close/>
                <a:moveTo>
                  <a:pt x="190921" y="142799"/>
                </a:moveTo>
                <a:cubicBezTo>
                  <a:pt x="181620" y="142799"/>
                  <a:pt x="173174" y="140993"/>
                  <a:pt x="165582" y="137381"/>
                </a:cubicBezTo>
                <a:cubicBezTo>
                  <a:pt x="157991" y="133767"/>
                  <a:pt x="151973" y="128139"/>
                  <a:pt x="147527" y="120496"/>
                </a:cubicBezTo>
                <a:cubicBezTo>
                  <a:pt x="143082" y="112853"/>
                  <a:pt x="140859" y="102987"/>
                  <a:pt x="140859" y="90897"/>
                </a:cubicBezTo>
                <a:cubicBezTo>
                  <a:pt x="140859" y="78809"/>
                  <a:pt x="142980" y="68874"/>
                  <a:pt x="147220" y="61093"/>
                </a:cubicBezTo>
                <a:cubicBezTo>
                  <a:pt x="151460" y="53311"/>
                  <a:pt x="157359" y="47527"/>
                  <a:pt x="164916" y="43740"/>
                </a:cubicBezTo>
                <a:cubicBezTo>
                  <a:pt x="172473" y="39953"/>
                  <a:pt x="181141" y="38059"/>
                  <a:pt x="190921" y="38059"/>
                </a:cubicBezTo>
                <a:cubicBezTo>
                  <a:pt x="199401" y="38059"/>
                  <a:pt x="207061" y="39485"/>
                  <a:pt x="213900" y="42336"/>
                </a:cubicBezTo>
                <a:cubicBezTo>
                  <a:pt x="220739" y="45185"/>
                  <a:pt x="226176" y="49441"/>
                  <a:pt x="230211" y="55104"/>
                </a:cubicBezTo>
                <a:cubicBezTo>
                  <a:pt x="234246" y="60768"/>
                  <a:pt x="236298" y="67909"/>
                  <a:pt x="236366" y="76529"/>
                </a:cubicBezTo>
                <a:lnTo>
                  <a:pt x="210002" y="76529"/>
                </a:lnTo>
                <a:cubicBezTo>
                  <a:pt x="209865" y="71211"/>
                  <a:pt x="208155" y="66975"/>
                  <a:pt x="204873" y="63821"/>
                </a:cubicBezTo>
                <a:cubicBezTo>
                  <a:pt x="201590" y="60666"/>
                  <a:pt x="196974" y="59089"/>
                  <a:pt x="191024" y="59089"/>
                </a:cubicBezTo>
                <a:cubicBezTo>
                  <a:pt x="183159" y="59089"/>
                  <a:pt x="177465" y="61863"/>
                  <a:pt x="173943" y="67411"/>
                </a:cubicBezTo>
                <a:cubicBezTo>
                  <a:pt x="170421" y="72960"/>
                  <a:pt x="168660" y="80790"/>
                  <a:pt x="168660" y="90903"/>
                </a:cubicBezTo>
                <a:cubicBezTo>
                  <a:pt x="168660" y="97435"/>
                  <a:pt x="169429" y="103001"/>
                  <a:pt x="170968" y="107602"/>
                </a:cubicBezTo>
                <a:cubicBezTo>
                  <a:pt x="172507" y="112202"/>
                  <a:pt x="174935" y="115713"/>
                  <a:pt x="178252" y="118137"/>
                </a:cubicBezTo>
                <a:cubicBezTo>
                  <a:pt x="181569" y="120558"/>
                  <a:pt x="185826" y="121769"/>
                  <a:pt x="191024" y="121769"/>
                </a:cubicBezTo>
                <a:cubicBezTo>
                  <a:pt x="197110" y="121769"/>
                  <a:pt x="201915" y="120048"/>
                  <a:pt x="205437" y="116607"/>
                </a:cubicBezTo>
                <a:cubicBezTo>
                  <a:pt x="208959" y="113164"/>
                  <a:pt x="210788" y="108285"/>
                  <a:pt x="210925" y="101970"/>
                </a:cubicBezTo>
                <a:lnTo>
                  <a:pt x="237290" y="101970"/>
                </a:lnTo>
                <a:cubicBezTo>
                  <a:pt x="237084" y="110811"/>
                  <a:pt x="234981" y="118261"/>
                  <a:pt x="230981" y="124317"/>
                </a:cubicBezTo>
                <a:cubicBezTo>
                  <a:pt x="226980" y="130372"/>
                  <a:pt x="221526" y="134966"/>
                  <a:pt x="214618" y="138099"/>
                </a:cubicBezTo>
                <a:cubicBezTo>
                  <a:pt x="207711" y="141232"/>
                  <a:pt x="199812" y="142799"/>
                  <a:pt x="190921" y="142799"/>
                </a:cubicBezTo>
                <a:close/>
                <a:moveTo>
                  <a:pt x="304108" y="140952"/>
                </a:moveTo>
                <a:cubicBezTo>
                  <a:pt x="293987" y="140952"/>
                  <a:pt x="286139" y="139720"/>
                  <a:pt x="280565" y="137256"/>
                </a:cubicBezTo>
                <a:cubicBezTo>
                  <a:pt x="274991" y="134790"/>
                  <a:pt x="271110" y="130969"/>
                  <a:pt x="268922" y="125795"/>
                </a:cubicBezTo>
                <a:cubicBezTo>
                  <a:pt x="266733" y="120621"/>
                  <a:pt x="265639" y="113866"/>
                  <a:pt x="265639" y="105531"/>
                </a:cubicBezTo>
                <a:lnTo>
                  <a:pt x="265639" y="60525"/>
                </a:lnTo>
                <a:lnTo>
                  <a:pt x="249020" y="60525"/>
                </a:lnTo>
                <a:lnTo>
                  <a:pt x="249020" y="39598"/>
                </a:lnTo>
                <a:lnTo>
                  <a:pt x="265639" y="39598"/>
                </a:lnTo>
                <a:lnTo>
                  <a:pt x="265639" y="16003"/>
                </a:lnTo>
                <a:lnTo>
                  <a:pt x="292824" y="16003"/>
                </a:lnTo>
                <a:lnTo>
                  <a:pt x="292824" y="39598"/>
                </a:lnTo>
                <a:lnTo>
                  <a:pt x="314675" y="39598"/>
                </a:lnTo>
                <a:lnTo>
                  <a:pt x="314675" y="60525"/>
                </a:lnTo>
                <a:lnTo>
                  <a:pt x="292824" y="60525"/>
                </a:lnTo>
                <a:lnTo>
                  <a:pt x="292824" y="104105"/>
                </a:lnTo>
                <a:cubicBezTo>
                  <a:pt x="292824" y="109482"/>
                  <a:pt x="293559" y="113463"/>
                  <a:pt x="295030" y="116046"/>
                </a:cubicBezTo>
                <a:cubicBezTo>
                  <a:pt x="296500" y="118630"/>
                  <a:pt x="299834" y="119922"/>
                  <a:pt x="305032" y="119922"/>
                </a:cubicBezTo>
                <a:lnTo>
                  <a:pt x="314675" y="119922"/>
                </a:lnTo>
                <a:lnTo>
                  <a:pt x="314675" y="140952"/>
                </a:lnTo>
                <a:lnTo>
                  <a:pt x="304108" y="140952"/>
                </a:lnTo>
                <a:close/>
                <a:moveTo>
                  <a:pt x="336964" y="140952"/>
                </a:moveTo>
                <a:lnTo>
                  <a:pt x="336964" y="39598"/>
                </a:lnTo>
                <a:lnTo>
                  <a:pt x="364149" y="39598"/>
                </a:lnTo>
                <a:lnTo>
                  <a:pt x="364149" y="140952"/>
                </a:lnTo>
                <a:lnTo>
                  <a:pt x="336964" y="140952"/>
                </a:lnTo>
                <a:moveTo>
                  <a:pt x="350608" y="26467"/>
                </a:moveTo>
                <a:cubicBezTo>
                  <a:pt x="345615" y="26467"/>
                  <a:pt x="341803" y="25202"/>
                  <a:pt x="339170" y="22671"/>
                </a:cubicBezTo>
                <a:cubicBezTo>
                  <a:pt x="336537" y="20141"/>
                  <a:pt x="335220" y="16995"/>
                  <a:pt x="335220" y="13234"/>
                </a:cubicBezTo>
                <a:cubicBezTo>
                  <a:pt x="335220" y="9404"/>
                  <a:pt x="336537" y="6241"/>
                  <a:pt x="339170" y="3744"/>
                </a:cubicBezTo>
                <a:cubicBezTo>
                  <a:pt x="341803" y="1248"/>
                  <a:pt x="345615" y="0"/>
                  <a:pt x="350608" y="0"/>
                </a:cubicBezTo>
                <a:cubicBezTo>
                  <a:pt x="355600" y="0"/>
                  <a:pt x="359413" y="1248"/>
                  <a:pt x="362046" y="3744"/>
                </a:cubicBezTo>
                <a:cubicBezTo>
                  <a:pt x="364679" y="6241"/>
                  <a:pt x="365996" y="9404"/>
                  <a:pt x="365996" y="13234"/>
                </a:cubicBezTo>
                <a:cubicBezTo>
                  <a:pt x="365996" y="16995"/>
                  <a:pt x="364679" y="20141"/>
                  <a:pt x="362046" y="22671"/>
                </a:cubicBezTo>
                <a:cubicBezTo>
                  <a:pt x="359413" y="25202"/>
                  <a:pt x="355600" y="26467"/>
                  <a:pt x="350608" y="26467"/>
                </a:cubicBezTo>
                <a:close/>
                <a:moveTo>
                  <a:pt x="438714" y="142799"/>
                </a:moveTo>
                <a:cubicBezTo>
                  <a:pt x="428593" y="142799"/>
                  <a:pt x="419719" y="140758"/>
                  <a:pt x="412093" y="136676"/>
                </a:cubicBezTo>
                <a:cubicBezTo>
                  <a:pt x="404468" y="132591"/>
                  <a:pt x="398569" y="126675"/>
                  <a:pt x="394397" y="118925"/>
                </a:cubicBezTo>
                <a:cubicBezTo>
                  <a:pt x="390226" y="111174"/>
                  <a:pt x="388140" y="101796"/>
                  <a:pt x="388140" y="90791"/>
                </a:cubicBezTo>
                <a:cubicBezTo>
                  <a:pt x="388140" y="79582"/>
                  <a:pt x="390226" y="70050"/>
                  <a:pt x="394397" y="62196"/>
                </a:cubicBezTo>
                <a:cubicBezTo>
                  <a:pt x="398569" y="54339"/>
                  <a:pt x="404468" y="48353"/>
                  <a:pt x="412093" y="44237"/>
                </a:cubicBezTo>
                <a:cubicBezTo>
                  <a:pt x="419719" y="40118"/>
                  <a:pt x="428593" y="38059"/>
                  <a:pt x="438714" y="38059"/>
                </a:cubicBezTo>
                <a:cubicBezTo>
                  <a:pt x="448973" y="38059"/>
                  <a:pt x="457915" y="40118"/>
                  <a:pt x="465540" y="44237"/>
                </a:cubicBezTo>
                <a:cubicBezTo>
                  <a:pt x="473166" y="48353"/>
                  <a:pt x="479099" y="54339"/>
                  <a:pt x="483339" y="62196"/>
                </a:cubicBezTo>
                <a:cubicBezTo>
                  <a:pt x="487579" y="70050"/>
                  <a:pt x="489699" y="79582"/>
                  <a:pt x="489699" y="90791"/>
                </a:cubicBezTo>
                <a:cubicBezTo>
                  <a:pt x="489699" y="101796"/>
                  <a:pt x="487579" y="111174"/>
                  <a:pt x="483339" y="118925"/>
                </a:cubicBezTo>
                <a:cubicBezTo>
                  <a:pt x="479099" y="126675"/>
                  <a:pt x="473166" y="132591"/>
                  <a:pt x="465540" y="136676"/>
                </a:cubicBezTo>
                <a:cubicBezTo>
                  <a:pt x="457915" y="140758"/>
                  <a:pt x="448973" y="142799"/>
                  <a:pt x="438714" y="142799"/>
                </a:cubicBezTo>
                <a:moveTo>
                  <a:pt x="438714" y="122077"/>
                </a:moveTo>
                <a:cubicBezTo>
                  <a:pt x="444664" y="122077"/>
                  <a:pt x="449332" y="120664"/>
                  <a:pt x="452717" y="117838"/>
                </a:cubicBezTo>
                <a:cubicBezTo>
                  <a:pt x="456103" y="115013"/>
                  <a:pt x="458496" y="111229"/>
                  <a:pt x="459898" y="106487"/>
                </a:cubicBezTo>
                <a:cubicBezTo>
                  <a:pt x="461300" y="101744"/>
                  <a:pt x="462001" y="96514"/>
                  <a:pt x="462001" y="90794"/>
                </a:cubicBezTo>
                <a:cubicBezTo>
                  <a:pt x="462001" y="84934"/>
                  <a:pt x="461300" y="79598"/>
                  <a:pt x="459898" y="74785"/>
                </a:cubicBezTo>
                <a:cubicBezTo>
                  <a:pt x="458496" y="69972"/>
                  <a:pt x="456103" y="66135"/>
                  <a:pt x="452717" y="63276"/>
                </a:cubicBezTo>
                <a:cubicBezTo>
                  <a:pt x="449332" y="60416"/>
                  <a:pt x="444664" y="58987"/>
                  <a:pt x="438714" y="58987"/>
                </a:cubicBezTo>
                <a:cubicBezTo>
                  <a:pt x="432901" y="58987"/>
                  <a:pt x="428336" y="60416"/>
                  <a:pt x="425019" y="63276"/>
                </a:cubicBezTo>
                <a:cubicBezTo>
                  <a:pt x="421702" y="66135"/>
                  <a:pt x="419360" y="69972"/>
                  <a:pt x="417992" y="74785"/>
                </a:cubicBezTo>
                <a:cubicBezTo>
                  <a:pt x="416624" y="79598"/>
                  <a:pt x="415940" y="84934"/>
                  <a:pt x="415940" y="90794"/>
                </a:cubicBezTo>
                <a:cubicBezTo>
                  <a:pt x="415940" y="96514"/>
                  <a:pt x="416624" y="101744"/>
                  <a:pt x="417992" y="106487"/>
                </a:cubicBezTo>
                <a:cubicBezTo>
                  <a:pt x="419360" y="111229"/>
                  <a:pt x="421702" y="115013"/>
                  <a:pt x="425019" y="117838"/>
                </a:cubicBezTo>
                <a:cubicBezTo>
                  <a:pt x="428336" y="120664"/>
                  <a:pt x="432901" y="122077"/>
                  <a:pt x="438714" y="122077"/>
                </a:cubicBezTo>
                <a:close/>
                <a:moveTo>
                  <a:pt x="513653" y="140952"/>
                </a:moveTo>
                <a:lnTo>
                  <a:pt x="513653" y="39598"/>
                </a:lnTo>
                <a:lnTo>
                  <a:pt x="539812" y="39598"/>
                </a:lnTo>
                <a:lnTo>
                  <a:pt x="540325" y="54473"/>
                </a:lnTo>
                <a:cubicBezTo>
                  <a:pt x="543676" y="50164"/>
                  <a:pt x="548088" y="46351"/>
                  <a:pt x="553559" y="43035"/>
                </a:cubicBezTo>
                <a:cubicBezTo>
                  <a:pt x="559030" y="39718"/>
                  <a:pt x="566143" y="38059"/>
                  <a:pt x="574897" y="38059"/>
                </a:cubicBezTo>
                <a:cubicBezTo>
                  <a:pt x="585087" y="38059"/>
                  <a:pt x="592986" y="41194"/>
                  <a:pt x="598594" y="47465"/>
                </a:cubicBezTo>
                <a:cubicBezTo>
                  <a:pt x="604202" y="53735"/>
                  <a:pt x="607006" y="62899"/>
                  <a:pt x="607006" y="74955"/>
                </a:cubicBezTo>
                <a:lnTo>
                  <a:pt x="607006" y="140952"/>
                </a:lnTo>
                <a:lnTo>
                  <a:pt x="580026" y="140952"/>
                </a:lnTo>
                <a:lnTo>
                  <a:pt x="580026" y="78269"/>
                </a:lnTo>
                <a:cubicBezTo>
                  <a:pt x="580026" y="74583"/>
                  <a:pt x="579513" y="71349"/>
                  <a:pt x="578487" y="68569"/>
                </a:cubicBezTo>
                <a:cubicBezTo>
                  <a:pt x="577461" y="65788"/>
                  <a:pt x="575837" y="63633"/>
                  <a:pt x="573614" y="62103"/>
                </a:cubicBezTo>
                <a:cubicBezTo>
                  <a:pt x="571392" y="60572"/>
                  <a:pt x="568468" y="59807"/>
                  <a:pt x="564843" y="59807"/>
                </a:cubicBezTo>
                <a:cubicBezTo>
                  <a:pt x="559440" y="59807"/>
                  <a:pt x="554807" y="61094"/>
                  <a:pt x="550943" y="63667"/>
                </a:cubicBezTo>
                <a:cubicBezTo>
                  <a:pt x="547079" y="66240"/>
                  <a:pt x="543711" y="69369"/>
                  <a:pt x="540838" y="73054"/>
                </a:cubicBezTo>
                <a:lnTo>
                  <a:pt x="540838" y="140952"/>
                </a:lnTo>
                <a:lnTo>
                  <a:pt x="513653" y="140952"/>
                </a:lnTo>
                <a:close/>
              </a:path>
            </a:pathLst>
          </a:custGeom>
          <a:solidFill xmlns:a="http://schemas.openxmlformats.org/drawingml/2006/main">
            <a:srgbClr val="8035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…">
            <a:extLst xmlns:a="http://schemas.openxmlformats.org/drawingml/2006/main">
              <a:ext uri="{FF2B5EF4-FFF2-40B4-BE49-F238E27FC236}">
                <a16:creationId xmlns:a16="http://schemas.microsoft.com/office/drawing/2014/main" id="{C1FDCAAD-4025-40CF-8CD0-F9BF27FC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473" y="3287762"/>
            <a:ext cx="184239" cy="40789"/>
          </a:xfrm>
          <a:custGeom xmlns:a="http://schemas.openxmlformats.org/drawingml/2006/main">
            <a:pathLst>
              <a:path w="184239" h="40789">
                <a:moveTo>
                  <a:pt x="92370" y="40789"/>
                </a:moveTo>
                <a:cubicBezTo>
                  <a:pt x="85928" y="40789"/>
                  <a:pt x="80720" y="38801"/>
                  <a:pt x="76745" y="34827"/>
                </a:cubicBezTo>
                <a:cubicBezTo>
                  <a:pt x="72771" y="30853"/>
                  <a:pt x="70784" y="26021"/>
                  <a:pt x="70784" y="20332"/>
                </a:cubicBezTo>
                <a:cubicBezTo>
                  <a:pt x="70784" y="14140"/>
                  <a:pt x="72771" y="9204"/>
                  <a:pt x="76745" y="5522"/>
                </a:cubicBezTo>
                <a:cubicBezTo>
                  <a:pt x="80720" y="1841"/>
                  <a:pt x="85928" y="0"/>
                  <a:pt x="92370" y="0"/>
                </a:cubicBezTo>
                <a:cubicBezTo>
                  <a:pt x="98646" y="0"/>
                  <a:pt x="103728" y="1841"/>
                  <a:pt x="107619" y="5522"/>
                </a:cubicBezTo>
                <a:cubicBezTo>
                  <a:pt x="111510" y="9204"/>
                  <a:pt x="113455" y="14140"/>
                  <a:pt x="113455" y="20332"/>
                </a:cubicBezTo>
                <a:cubicBezTo>
                  <a:pt x="113455" y="26021"/>
                  <a:pt x="111510" y="30853"/>
                  <a:pt x="107619" y="34827"/>
                </a:cubicBezTo>
                <a:cubicBezTo>
                  <a:pt x="103728" y="38801"/>
                  <a:pt x="98646" y="40789"/>
                  <a:pt x="92370" y="40789"/>
                </a:cubicBezTo>
                <a:moveTo>
                  <a:pt x="21587" y="40789"/>
                </a:moveTo>
                <a:cubicBezTo>
                  <a:pt x="15144" y="40789"/>
                  <a:pt x="9936" y="38801"/>
                  <a:pt x="5961" y="34827"/>
                </a:cubicBezTo>
                <a:cubicBezTo>
                  <a:pt x="1987" y="30853"/>
                  <a:pt x="0" y="26021"/>
                  <a:pt x="0" y="20332"/>
                </a:cubicBezTo>
                <a:cubicBezTo>
                  <a:pt x="0" y="14140"/>
                  <a:pt x="1987" y="9204"/>
                  <a:pt x="5961" y="5522"/>
                </a:cubicBezTo>
                <a:cubicBezTo>
                  <a:pt x="9936" y="1841"/>
                  <a:pt x="15144" y="0"/>
                  <a:pt x="21587" y="0"/>
                </a:cubicBezTo>
                <a:cubicBezTo>
                  <a:pt x="27862" y="0"/>
                  <a:pt x="32945" y="1841"/>
                  <a:pt x="36835" y="5522"/>
                </a:cubicBezTo>
                <a:cubicBezTo>
                  <a:pt x="40726" y="9204"/>
                  <a:pt x="42671" y="14140"/>
                  <a:pt x="42671" y="20332"/>
                </a:cubicBezTo>
                <a:cubicBezTo>
                  <a:pt x="42671" y="26021"/>
                  <a:pt x="40726" y="30853"/>
                  <a:pt x="36835" y="34827"/>
                </a:cubicBezTo>
                <a:cubicBezTo>
                  <a:pt x="32945" y="38801"/>
                  <a:pt x="27862" y="40789"/>
                  <a:pt x="21587" y="40789"/>
                </a:cubicBezTo>
                <a:moveTo>
                  <a:pt x="163154" y="40789"/>
                </a:moveTo>
                <a:cubicBezTo>
                  <a:pt x="156712" y="40789"/>
                  <a:pt x="151503" y="38801"/>
                  <a:pt x="147529" y="34827"/>
                </a:cubicBezTo>
                <a:cubicBezTo>
                  <a:pt x="143555" y="30853"/>
                  <a:pt x="141568" y="26021"/>
                  <a:pt x="141568" y="20332"/>
                </a:cubicBezTo>
                <a:cubicBezTo>
                  <a:pt x="141568" y="14140"/>
                  <a:pt x="143555" y="9204"/>
                  <a:pt x="147529" y="5522"/>
                </a:cubicBezTo>
                <a:cubicBezTo>
                  <a:pt x="151503" y="1841"/>
                  <a:pt x="156712" y="0"/>
                  <a:pt x="163154" y="0"/>
                </a:cubicBezTo>
                <a:cubicBezTo>
                  <a:pt x="169429" y="0"/>
                  <a:pt x="174512" y="1841"/>
                  <a:pt x="178403" y="5522"/>
                </a:cubicBezTo>
                <a:cubicBezTo>
                  <a:pt x="182294" y="9204"/>
                  <a:pt x="184239" y="14140"/>
                  <a:pt x="184239" y="20332"/>
                </a:cubicBezTo>
                <a:cubicBezTo>
                  <a:pt x="184239" y="26021"/>
                  <a:pt x="182294" y="30853"/>
                  <a:pt x="178403" y="34827"/>
                </a:cubicBezTo>
                <a:cubicBezTo>
                  <a:pt x="174512" y="38801"/>
                  <a:pt x="169429" y="40789"/>
                  <a:pt x="163154" y="407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CC2E3-A801-40A1-8035-7474A069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9407" y="3118551"/>
            <a:ext cx="1090751" cy="368550"/>
          </a:xfrm>
          <a:custGeom xmlns:a="http://schemas.openxmlformats.org/drawingml/2006/main">
            <a:pathLst>
              <a:path w="1090751" h="368550">
                <a:moveTo>
                  <a:pt x="0" y="25610"/>
                </a:moveTo>
                <a:cubicBezTo>
                  <a:pt x="0" y="11408"/>
                  <a:pt x="11408" y="0"/>
                  <a:pt x="25377" y="0"/>
                </a:cubicBezTo>
                <a:lnTo>
                  <a:pt x="1065141" y="0"/>
                </a:lnTo>
                <a:cubicBezTo>
                  <a:pt x="1079343" y="0"/>
                  <a:pt x="1090751" y="11408"/>
                  <a:pt x="1090751" y="25610"/>
                </a:cubicBezTo>
                <a:lnTo>
                  <a:pt x="1090751" y="343173"/>
                </a:lnTo>
                <a:cubicBezTo>
                  <a:pt x="1090751" y="357142"/>
                  <a:pt x="1079343" y="368550"/>
                  <a:pt x="1065141" y="368550"/>
                </a:cubicBezTo>
                <a:lnTo>
                  <a:pt x="25377" y="368550"/>
                </a:lnTo>
                <a:cubicBezTo>
                  <a:pt x="11408" y="368550"/>
                  <a:pt x="0" y="357142"/>
                  <a:pt x="0" y="343173"/>
                </a:cubicBezTo>
                <a:lnTo>
                  <a:pt x="0" y="25610"/>
                </a:lnTo>
                <a:close/>
              </a:path>
            </a:pathLst>
          </a:custGeom>
          <a:solidFill xmlns:a="http://schemas.openxmlformats.org/drawingml/2006/main">
            <a:srgbClr val="F2AA84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206CE-B0CB-4424-BDFB-6AEF3D09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9407" y="3118551"/>
            <a:ext cx="1090751" cy="368550"/>
          </a:xfrm>
          <a:custGeom xmlns:a="http://schemas.openxmlformats.org/drawingml/2006/main">
            <a:pathLst>
              <a:path w="1090751" h="368550" fill="none">
                <a:moveTo>
                  <a:pt x="0" y="25610"/>
                </a:moveTo>
                <a:cubicBezTo>
                  <a:pt x="0" y="11408"/>
                  <a:pt x="11408" y="0"/>
                  <a:pt x="25377" y="0"/>
                </a:cubicBezTo>
                <a:lnTo>
                  <a:pt x="1065141" y="0"/>
                </a:lnTo>
                <a:cubicBezTo>
                  <a:pt x="1079343" y="0"/>
                  <a:pt x="1090751" y="11408"/>
                  <a:pt x="1090751" y="25610"/>
                </a:cubicBezTo>
                <a:lnTo>
                  <a:pt x="1090751" y="343173"/>
                </a:lnTo>
                <a:cubicBezTo>
                  <a:pt x="1090751" y="357142"/>
                  <a:pt x="1079343" y="368550"/>
                  <a:pt x="1065141" y="368550"/>
                </a:cubicBezTo>
                <a:lnTo>
                  <a:pt x="25377" y="368550"/>
                </a:lnTo>
                <a:cubicBezTo>
                  <a:pt x="11408" y="368550"/>
                  <a:pt x="0" y="357142"/>
                  <a:pt x="0" y="343173"/>
                </a:cubicBezTo>
                <a:lnTo>
                  <a:pt x="0" y="256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82093B"/>
            </a:solidFill>
            <a:miter/>
          </a:ln>
        </p:spPr>
      </p:sp>
      <p:sp>
        <p:nvSpPr>
          <p:cNvPr id="102" name="Text Reward">
            <a:extLst xmlns:a="http://schemas.openxmlformats.org/drawingml/2006/main">
              <a:ext uri="{FF2B5EF4-FFF2-40B4-BE49-F238E27FC236}">
                <a16:creationId xmlns:a16="http://schemas.microsoft.com/office/drawing/2014/main" id="{353EC31B-BDBD-4AC5-8A99-2C7E17FE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176" y="3227158"/>
            <a:ext cx="695339" cy="139554"/>
          </a:xfrm>
          <a:custGeom xmlns:a="http://schemas.openxmlformats.org/drawingml/2006/main">
            <a:pathLst>
              <a:path w="695339" h="139554">
                <a:moveTo>
                  <a:pt x="0" y="137713"/>
                </a:moveTo>
                <a:lnTo>
                  <a:pt x="0" y="0"/>
                </a:lnTo>
                <a:lnTo>
                  <a:pt x="56681" y="0"/>
                </a:lnTo>
                <a:cubicBezTo>
                  <a:pt x="65548" y="0"/>
                  <a:pt x="73460" y="1244"/>
                  <a:pt x="80418" y="3731"/>
                </a:cubicBezTo>
                <a:cubicBezTo>
                  <a:pt x="87375" y="6217"/>
                  <a:pt x="92883" y="10234"/>
                  <a:pt x="96941" y="15785"/>
                </a:cubicBezTo>
                <a:cubicBezTo>
                  <a:pt x="100999" y="21335"/>
                  <a:pt x="103029" y="28708"/>
                  <a:pt x="103029" y="37904"/>
                </a:cubicBezTo>
                <a:cubicBezTo>
                  <a:pt x="103029" y="46624"/>
                  <a:pt x="100693" y="54015"/>
                  <a:pt x="96020" y="60077"/>
                </a:cubicBezTo>
                <a:cubicBezTo>
                  <a:pt x="91348" y="66139"/>
                  <a:pt x="84271" y="70463"/>
                  <a:pt x="74790" y="73051"/>
                </a:cubicBezTo>
                <a:cubicBezTo>
                  <a:pt x="80588" y="73940"/>
                  <a:pt x="85226" y="75700"/>
                  <a:pt x="88705" y="78330"/>
                </a:cubicBezTo>
                <a:cubicBezTo>
                  <a:pt x="92184" y="80960"/>
                  <a:pt x="94997" y="84495"/>
                  <a:pt x="97146" y="88935"/>
                </a:cubicBezTo>
                <a:cubicBezTo>
                  <a:pt x="99294" y="93375"/>
                  <a:pt x="101255" y="98840"/>
                  <a:pt x="103029" y="105331"/>
                </a:cubicBezTo>
                <a:lnTo>
                  <a:pt x="112134" y="137713"/>
                </a:lnTo>
                <a:lnTo>
                  <a:pt x="82055" y="137713"/>
                </a:lnTo>
                <a:lnTo>
                  <a:pt x="75609" y="111060"/>
                </a:lnTo>
                <a:cubicBezTo>
                  <a:pt x="74245" y="105045"/>
                  <a:pt x="72676" y="100124"/>
                  <a:pt x="70903" y="96298"/>
                </a:cubicBezTo>
                <a:cubicBezTo>
                  <a:pt x="69129" y="92470"/>
                  <a:pt x="66725" y="89617"/>
                  <a:pt x="63690" y="87739"/>
                </a:cubicBezTo>
                <a:cubicBezTo>
                  <a:pt x="60654" y="85859"/>
                  <a:pt x="56476" y="84919"/>
                  <a:pt x="51156" y="84919"/>
                </a:cubicBezTo>
                <a:lnTo>
                  <a:pt x="28750" y="84919"/>
                </a:lnTo>
                <a:lnTo>
                  <a:pt x="28750" y="137713"/>
                </a:lnTo>
                <a:lnTo>
                  <a:pt x="0" y="137713"/>
                </a:lnTo>
                <a:moveTo>
                  <a:pt x="28750" y="61183"/>
                </a:moveTo>
                <a:lnTo>
                  <a:pt x="51872" y="61183"/>
                </a:lnTo>
                <a:cubicBezTo>
                  <a:pt x="56374" y="61183"/>
                  <a:pt x="60245" y="60469"/>
                  <a:pt x="63485" y="59041"/>
                </a:cubicBezTo>
                <a:cubicBezTo>
                  <a:pt x="66725" y="57613"/>
                  <a:pt x="69231" y="55470"/>
                  <a:pt x="71005" y="52614"/>
                </a:cubicBezTo>
                <a:cubicBezTo>
                  <a:pt x="72778" y="49756"/>
                  <a:pt x="73665" y="46252"/>
                  <a:pt x="73665" y="42102"/>
                </a:cubicBezTo>
                <a:cubicBezTo>
                  <a:pt x="73665" y="36048"/>
                  <a:pt x="71823" y="31491"/>
                  <a:pt x="68140" y="28430"/>
                </a:cubicBezTo>
                <a:cubicBezTo>
                  <a:pt x="64457" y="25369"/>
                  <a:pt x="59580" y="23839"/>
                  <a:pt x="53509" y="23839"/>
                </a:cubicBezTo>
                <a:lnTo>
                  <a:pt x="28750" y="23839"/>
                </a:lnTo>
                <a:lnTo>
                  <a:pt x="28750" y="61183"/>
                </a:lnTo>
                <a:close/>
                <a:moveTo>
                  <a:pt x="177888" y="139554"/>
                </a:moveTo>
                <a:cubicBezTo>
                  <a:pt x="166770" y="139554"/>
                  <a:pt x="157426" y="137466"/>
                  <a:pt x="149855" y="133291"/>
                </a:cubicBezTo>
                <a:cubicBezTo>
                  <a:pt x="142284" y="129115"/>
                  <a:pt x="136554" y="123094"/>
                  <a:pt x="132666" y="115226"/>
                </a:cubicBezTo>
                <a:cubicBezTo>
                  <a:pt x="128778" y="107357"/>
                  <a:pt x="126834" y="97900"/>
                  <a:pt x="126834" y="86857"/>
                </a:cubicBezTo>
                <a:cubicBezTo>
                  <a:pt x="126834" y="76159"/>
                  <a:pt x="128727" y="66945"/>
                  <a:pt x="132513" y="59217"/>
                </a:cubicBezTo>
                <a:cubicBezTo>
                  <a:pt x="136298" y="51486"/>
                  <a:pt x="141857" y="45532"/>
                  <a:pt x="149190" y="41357"/>
                </a:cubicBezTo>
                <a:cubicBezTo>
                  <a:pt x="156522" y="37181"/>
                  <a:pt x="165543" y="35093"/>
                  <a:pt x="176251" y="35093"/>
                </a:cubicBezTo>
                <a:cubicBezTo>
                  <a:pt x="191121" y="35093"/>
                  <a:pt x="202870" y="39488"/>
                  <a:pt x="211498" y="48279"/>
                </a:cubicBezTo>
                <a:cubicBezTo>
                  <a:pt x="220126" y="57069"/>
                  <a:pt x="224440" y="69600"/>
                  <a:pt x="224440" y="85872"/>
                </a:cubicBezTo>
                <a:cubicBezTo>
                  <a:pt x="224440" y="86699"/>
                  <a:pt x="224406" y="87819"/>
                  <a:pt x="224338" y="89232"/>
                </a:cubicBezTo>
                <a:cubicBezTo>
                  <a:pt x="224270" y="90646"/>
                  <a:pt x="224168" y="91732"/>
                  <a:pt x="224031" y="92490"/>
                </a:cubicBezTo>
                <a:lnTo>
                  <a:pt x="153947" y="92490"/>
                </a:lnTo>
                <a:cubicBezTo>
                  <a:pt x="154084" y="97306"/>
                  <a:pt x="154953" y="101806"/>
                  <a:pt x="156556" y="105993"/>
                </a:cubicBezTo>
                <a:cubicBezTo>
                  <a:pt x="158159" y="110179"/>
                  <a:pt x="160700" y="113546"/>
                  <a:pt x="164178" y="116093"/>
                </a:cubicBezTo>
                <a:cubicBezTo>
                  <a:pt x="167657" y="118638"/>
                  <a:pt x="172227" y="119910"/>
                  <a:pt x="177888" y="119910"/>
                </a:cubicBezTo>
                <a:cubicBezTo>
                  <a:pt x="183754" y="119910"/>
                  <a:pt x="188461" y="118593"/>
                  <a:pt x="192007" y="115958"/>
                </a:cubicBezTo>
                <a:cubicBezTo>
                  <a:pt x="195554" y="113324"/>
                  <a:pt x="197362" y="109406"/>
                  <a:pt x="197430" y="104205"/>
                </a:cubicBezTo>
                <a:lnTo>
                  <a:pt x="224133" y="104205"/>
                </a:lnTo>
                <a:cubicBezTo>
                  <a:pt x="223792" y="112083"/>
                  <a:pt x="221661" y="118648"/>
                  <a:pt x="217739" y="123900"/>
                </a:cubicBezTo>
                <a:cubicBezTo>
                  <a:pt x="213817" y="129152"/>
                  <a:pt x="208463" y="133074"/>
                  <a:pt x="201676" y="135666"/>
                </a:cubicBezTo>
                <a:cubicBezTo>
                  <a:pt x="194889" y="138258"/>
                  <a:pt x="186960" y="139554"/>
                  <a:pt x="177888" y="139554"/>
                </a:cubicBezTo>
                <a:moveTo>
                  <a:pt x="154254" y="75302"/>
                </a:moveTo>
                <a:lnTo>
                  <a:pt x="197532" y="75302"/>
                </a:lnTo>
                <a:cubicBezTo>
                  <a:pt x="197328" y="68140"/>
                  <a:pt x="195264" y="62786"/>
                  <a:pt x="191342" y="59239"/>
                </a:cubicBezTo>
                <a:cubicBezTo>
                  <a:pt x="187420" y="55692"/>
                  <a:pt x="182390" y="53919"/>
                  <a:pt x="176251" y="53919"/>
                </a:cubicBezTo>
                <a:cubicBezTo>
                  <a:pt x="169976" y="53919"/>
                  <a:pt x="164843" y="55744"/>
                  <a:pt x="160853" y="59396"/>
                </a:cubicBezTo>
                <a:cubicBezTo>
                  <a:pt x="156863" y="63047"/>
                  <a:pt x="154663" y="68349"/>
                  <a:pt x="154254" y="75302"/>
                </a:cubicBezTo>
                <a:close/>
                <a:moveTo>
                  <a:pt x="266371" y="137713"/>
                </a:moveTo>
                <a:lnTo>
                  <a:pt x="234961" y="36628"/>
                </a:lnTo>
                <a:lnTo>
                  <a:pt x="262483" y="36628"/>
                </a:lnTo>
                <a:lnTo>
                  <a:pt x="281718" y="107988"/>
                </a:lnTo>
                <a:lnTo>
                  <a:pt x="300952" y="36628"/>
                </a:lnTo>
                <a:lnTo>
                  <a:pt x="329395" y="36628"/>
                </a:lnTo>
                <a:lnTo>
                  <a:pt x="349039" y="107885"/>
                </a:lnTo>
                <a:lnTo>
                  <a:pt x="367967" y="36628"/>
                </a:lnTo>
                <a:lnTo>
                  <a:pt x="393648" y="36628"/>
                </a:lnTo>
                <a:lnTo>
                  <a:pt x="362238" y="137713"/>
                </a:lnTo>
                <a:lnTo>
                  <a:pt x="334511" y="137713"/>
                </a:lnTo>
                <a:lnTo>
                  <a:pt x="314355" y="65007"/>
                </a:lnTo>
                <a:lnTo>
                  <a:pt x="293995" y="137713"/>
                </a:lnTo>
                <a:lnTo>
                  <a:pt x="266371" y="137713"/>
                </a:lnTo>
                <a:close/>
                <a:moveTo>
                  <a:pt x="435752" y="139554"/>
                </a:moveTo>
                <a:cubicBezTo>
                  <a:pt x="430091" y="139554"/>
                  <a:pt x="424805" y="138452"/>
                  <a:pt x="419894" y="136248"/>
                </a:cubicBezTo>
                <a:cubicBezTo>
                  <a:pt x="414983" y="134044"/>
                  <a:pt x="411010" y="130721"/>
                  <a:pt x="407974" y="126279"/>
                </a:cubicBezTo>
                <a:cubicBezTo>
                  <a:pt x="404939" y="121835"/>
                  <a:pt x="403421" y="116273"/>
                  <a:pt x="403421" y="109593"/>
                </a:cubicBezTo>
                <a:cubicBezTo>
                  <a:pt x="403421" y="100295"/>
                  <a:pt x="406184" y="93288"/>
                  <a:pt x="411709" y="88571"/>
                </a:cubicBezTo>
                <a:cubicBezTo>
                  <a:pt x="417234" y="83851"/>
                  <a:pt x="424958" y="80648"/>
                  <a:pt x="434883" y="78960"/>
                </a:cubicBezTo>
                <a:cubicBezTo>
                  <a:pt x="444807" y="77271"/>
                  <a:pt x="456351" y="76290"/>
                  <a:pt x="469515" y="76015"/>
                </a:cubicBezTo>
                <a:lnTo>
                  <a:pt x="469515" y="70525"/>
                </a:lnTo>
                <a:cubicBezTo>
                  <a:pt x="469515" y="63837"/>
                  <a:pt x="467964" y="59260"/>
                  <a:pt x="464860" y="56796"/>
                </a:cubicBezTo>
                <a:cubicBezTo>
                  <a:pt x="461757" y="54332"/>
                  <a:pt x="457749" y="53100"/>
                  <a:pt x="452838" y="53100"/>
                </a:cubicBezTo>
                <a:cubicBezTo>
                  <a:pt x="447450" y="53100"/>
                  <a:pt x="443016" y="54414"/>
                  <a:pt x="439538" y="57042"/>
                </a:cubicBezTo>
                <a:cubicBezTo>
                  <a:pt x="436059" y="59668"/>
                  <a:pt x="434320" y="63924"/>
                  <a:pt x="434320" y="69809"/>
                </a:cubicBezTo>
                <a:lnTo>
                  <a:pt x="408946" y="69809"/>
                </a:lnTo>
                <a:cubicBezTo>
                  <a:pt x="408946" y="61174"/>
                  <a:pt x="410805" y="54335"/>
                  <a:pt x="414522" y="49292"/>
                </a:cubicBezTo>
                <a:cubicBezTo>
                  <a:pt x="418240" y="44247"/>
                  <a:pt x="423389" y="40619"/>
                  <a:pt x="429972" y="38409"/>
                </a:cubicBezTo>
                <a:cubicBezTo>
                  <a:pt x="436554" y="36198"/>
                  <a:pt x="444176" y="35093"/>
                  <a:pt x="452838" y="35093"/>
                </a:cubicBezTo>
                <a:cubicBezTo>
                  <a:pt x="459182" y="35093"/>
                  <a:pt x="464979" y="35628"/>
                  <a:pt x="470231" y="36698"/>
                </a:cubicBezTo>
                <a:cubicBezTo>
                  <a:pt x="475484" y="37768"/>
                  <a:pt x="480036" y="39615"/>
                  <a:pt x="483890" y="42239"/>
                </a:cubicBezTo>
                <a:cubicBezTo>
                  <a:pt x="487744" y="44861"/>
                  <a:pt x="490728" y="48433"/>
                  <a:pt x="492843" y="52956"/>
                </a:cubicBezTo>
                <a:cubicBezTo>
                  <a:pt x="494957" y="57477"/>
                  <a:pt x="496014" y="63120"/>
                  <a:pt x="496014" y="69886"/>
                </a:cubicBezTo>
                <a:lnTo>
                  <a:pt x="496014" y="137713"/>
                </a:lnTo>
                <a:lnTo>
                  <a:pt x="470641" y="137713"/>
                </a:lnTo>
                <a:lnTo>
                  <a:pt x="469822" y="124821"/>
                </a:lnTo>
                <a:cubicBezTo>
                  <a:pt x="465593" y="129664"/>
                  <a:pt x="460682" y="133330"/>
                  <a:pt x="455089" y="135820"/>
                </a:cubicBezTo>
                <a:cubicBezTo>
                  <a:pt x="449496" y="138309"/>
                  <a:pt x="443050" y="139554"/>
                  <a:pt x="435752" y="139554"/>
                </a:cubicBezTo>
                <a:moveTo>
                  <a:pt x="444653" y="120933"/>
                </a:moveTo>
                <a:cubicBezTo>
                  <a:pt x="449769" y="120933"/>
                  <a:pt x="454492" y="119576"/>
                  <a:pt x="458824" y="116860"/>
                </a:cubicBezTo>
                <a:cubicBezTo>
                  <a:pt x="463155" y="114142"/>
                  <a:pt x="466616" y="111043"/>
                  <a:pt x="469208" y="107562"/>
                </a:cubicBezTo>
                <a:lnTo>
                  <a:pt x="469208" y="91055"/>
                </a:lnTo>
                <a:cubicBezTo>
                  <a:pt x="454885" y="91125"/>
                  <a:pt x="444858" y="92501"/>
                  <a:pt x="439129" y="95183"/>
                </a:cubicBezTo>
                <a:cubicBezTo>
                  <a:pt x="433399" y="97864"/>
                  <a:pt x="430534" y="102199"/>
                  <a:pt x="430534" y="108189"/>
                </a:cubicBezTo>
                <a:cubicBezTo>
                  <a:pt x="430534" y="112507"/>
                  <a:pt x="431847" y="115711"/>
                  <a:pt x="434473" y="117800"/>
                </a:cubicBezTo>
                <a:cubicBezTo>
                  <a:pt x="437099" y="119889"/>
                  <a:pt x="440493" y="120933"/>
                  <a:pt x="444653" y="120933"/>
                </a:cubicBezTo>
                <a:close/>
                <a:moveTo>
                  <a:pt x="522944" y="137713"/>
                </a:moveTo>
                <a:lnTo>
                  <a:pt x="522944" y="36628"/>
                </a:lnTo>
                <a:lnTo>
                  <a:pt x="548931" y="36628"/>
                </a:lnTo>
                <a:lnTo>
                  <a:pt x="549443" y="53714"/>
                </a:lnTo>
                <a:cubicBezTo>
                  <a:pt x="552035" y="47712"/>
                  <a:pt x="555922" y="43108"/>
                  <a:pt x="561106" y="39902"/>
                </a:cubicBezTo>
                <a:cubicBezTo>
                  <a:pt x="566290" y="36696"/>
                  <a:pt x="572565" y="35093"/>
                  <a:pt x="579932" y="35093"/>
                </a:cubicBezTo>
                <a:lnTo>
                  <a:pt x="581978" y="35093"/>
                </a:lnTo>
                <a:lnTo>
                  <a:pt x="581978" y="57909"/>
                </a:lnTo>
                <a:lnTo>
                  <a:pt x="579420" y="57909"/>
                </a:lnTo>
                <a:cubicBezTo>
                  <a:pt x="575396" y="57909"/>
                  <a:pt x="571542" y="58273"/>
                  <a:pt x="567859" y="59002"/>
                </a:cubicBezTo>
                <a:cubicBezTo>
                  <a:pt x="564176" y="59731"/>
                  <a:pt x="560833" y="60981"/>
                  <a:pt x="557832" y="62753"/>
                </a:cubicBezTo>
                <a:cubicBezTo>
                  <a:pt x="554831" y="64524"/>
                  <a:pt x="552239" y="66972"/>
                  <a:pt x="550056" y="70097"/>
                </a:cubicBezTo>
                <a:lnTo>
                  <a:pt x="550056" y="137713"/>
                </a:lnTo>
                <a:lnTo>
                  <a:pt x="522944" y="137713"/>
                </a:lnTo>
                <a:close/>
                <a:moveTo>
                  <a:pt x="635895" y="139554"/>
                </a:moveTo>
                <a:cubicBezTo>
                  <a:pt x="628392" y="139554"/>
                  <a:pt x="621657" y="137656"/>
                  <a:pt x="615689" y="133860"/>
                </a:cubicBezTo>
                <a:cubicBezTo>
                  <a:pt x="609720" y="130064"/>
                  <a:pt x="605014" y="124249"/>
                  <a:pt x="601570" y="116416"/>
                </a:cubicBezTo>
                <a:cubicBezTo>
                  <a:pt x="598125" y="108582"/>
                  <a:pt x="596403" y="98626"/>
                  <a:pt x="596403" y="86547"/>
                </a:cubicBezTo>
                <a:cubicBezTo>
                  <a:pt x="596403" y="74883"/>
                  <a:pt x="598261" y="65255"/>
                  <a:pt x="601979" y="57663"/>
                </a:cubicBezTo>
                <a:cubicBezTo>
                  <a:pt x="605696" y="50070"/>
                  <a:pt x="610726" y="44411"/>
                  <a:pt x="617070" y="40685"/>
                </a:cubicBezTo>
                <a:cubicBezTo>
                  <a:pt x="623413" y="36957"/>
                  <a:pt x="630541" y="35093"/>
                  <a:pt x="638453" y="35093"/>
                </a:cubicBezTo>
                <a:cubicBezTo>
                  <a:pt x="645410" y="35093"/>
                  <a:pt x="651379" y="36526"/>
                  <a:pt x="656358" y="39390"/>
                </a:cubicBezTo>
                <a:cubicBezTo>
                  <a:pt x="661337" y="42255"/>
                  <a:pt x="665293" y="46007"/>
                  <a:pt x="668226" y="50645"/>
                </a:cubicBezTo>
                <a:lnTo>
                  <a:pt x="668226" y="0"/>
                </a:lnTo>
                <a:lnTo>
                  <a:pt x="695339" y="0"/>
                </a:lnTo>
                <a:lnTo>
                  <a:pt x="695339" y="137713"/>
                </a:lnTo>
                <a:lnTo>
                  <a:pt x="669352" y="137713"/>
                </a:lnTo>
                <a:lnTo>
                  <a:pt x="668226" y="123593"/>
                </a:lnTo>
                <a:cubicBezTo>
                  <a:pt x="664679" y="128504"/>
                  <a:pt x="660280" y="132392"/>
                  <a:pt x="655028" y="135257"/>
                </a:cubicBezTo>
                <a:cubicBezTo>
                  <a:pt x="649776" y="138122"/>
                  <a:pt x="643398" y="139554"/>
                  <a:pt x="635895" y="139554"/>
                </a:cubicBezTo>
                <a:moveTo>
                  <a:pt x="643876" y="118887"/>
                </a:moveTo>
                <a:cubicBezTo>
                  <a:pt x="649605" y="118887"/>
                  <a:pt x="654550" y="117252"/>
                  <a:pt x="658711" y="113982"/>
                </a:cubicBezTo>
                <a:cubicBezTo>
                  <a:pt x="662872" y="110713"/>
                  <a:pt x="666043" y="106888"/>
                  <a:pt x="668226" y="102507"/>
                </a:cubicBezTo>
                <a:lnTo>
                  <a:pt x="668226" y="72770"/>
                </a:lnTo>
                <a:cubicBezTo>
                  <a:pt x="666112" y="68178"/>
                  <a:pt x="663145" y="64179"/>
                  <a:pt x="659325" y="60770"/>
                </a:cubicBezTo>
                <a:cubicBezTo>
                  <a:pt x="655505" y="57362"/>
                  <a:pt x="650799" y="55658"/>
                  <a:pt x="645206" y="55658"/>
                </a:cubicBezTo>
                <a:cubicBezTo>
                  <a:pt x="638521" y="55658"/>
                  <a:pt x="633338" y="58301"/>
                  <a:pt x="629654" y="63587"/>
                </a:cubicBezTo>
                <a:cubicBezTo>
                  <a:pt x="625971" y="68873"/>
                  <a:pt x="624129" y="76525"/>
                  <a:pt x="624129" y="86544"/>
                </a:cubicBezTo>
                <a:cubicBezTo>
                  <a:pt x="624129" y="97534"/>
                  <a:pt x="625886" y="105672"/>
                  <a:pt x="629398" y="110958"/>
                </a:cubicBezTo>
                <a:cubicBezTo>
                  <a:pt x="632911" y="116244"/>
                  <a:pt x="637737" y="118887"/>
                  <a:pt x="643876" y="118887"/>
                </a:cubicBezTo>
                <a:close/>
              </a:path>
            </a:pathLst>
          </a:custGeom>
          <a:solidFill xmlns:a="http://schemas.openxmlformats.org/drawingml/2006/main">
            <a:srgbClr val="8035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26C11-679D-48A9-9B80-6D775FF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870" y="2702273"/>
            <a:ext cx="139691" cy="306621"/>
          </a:xfrm>
          <a:custGeom xmlns:a="http://schemas.openxmlformats.org/drawingml/2006/main">
            <a:pathLst>
              <a:path w="139691" h="306621">
                <a:moveTo>
                  <a:pt x="52384" y="166930"/>
                </a:moveTo>
                <a:lnTo>
                  <a:pt x="0" y="166930"/>
                </a:lnTo>
                <a:lnTo>
                  <a:pt x="69845" y="306621"/>
                </a:lnTo>
                <a:lnTo>
                  <a:pt x="139691" y="166930"/>
                </a:lnTo>
                <a:lnTo>
                  <a:pt x="87307" y="166930"/>
                </a:lnTo>
                <a:lnTo>
                  <a:pt x="87307" y="0"/>
                </a:lnTo>
                <a:lnTo>
                  <a:pt x="52384" y="0"/>
                </a:lnTo>
                <a:lnTo>
                  <a:pt x="52384" y="166930"/>
                </a:lnTo>
                <a:close/>
              </a:path>
            </a:pathLst>
          </a:custGeom>
          <a:solidFill xmlns:a="http://schemas.openxmlformats.org/drawingml/2006/main">
            <a:srgbClr val="82093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A0E17-5DCC-4182-9DE9-91E7D30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975" y="3796050"/>
            <a:ext cx="1340564" cy="654218"/>
          </a:xfrm>
          <a:custGeom xmlns:a="http://schemas.openxmlformats.org/drawingml/2006/main">
            <a:pathLst>
              <a:path w="1340564" h="654218">
                <a:moveTo>
                  <a:pt x="0" y="45167"/>
                </a:moveTo>
                <a:cubicBezTo>
                  <a:pt x="0" y="20255"/>
                  <a:pt x="20255" y="0"/>
                  <a:pt x="45399" y="0"/>
                </a:cubicBezTo>
                <a:lnTo>
                  <a:pt x="1295398" y="0"/>
                </a:lnTo>
                <a:cubicBezTo>
                  <a:pt x="1320309" y="0"/>
                  <a:pt x="1340564" y="20255"/>
                  <a:pt x="1340564" y="45167"/>
                </a:cubicBezTo>
                <a:lnTo>
                  <a:pt x="1340564" y="609051"/>
                </a:lnTo>
                <a:cubicBezTo>
                  <a:pt x="1340564" y="633963"/>
                  <a:pt x="1320309" y="654218"/>
                  <a:pt x="1295398" y="654218"/>
                </a:cubicBezTo>
                <a:lnTo>
                  <a:pt x="45399" y="654218"/>
                </a:lnTo>
                <a:cubicBezTo>
                  <a:pt x="20255" y="654218"/>
                  <a:pt x="0" y="633963"/>
                  <a:pt x="0" y="609051"/>
                </a:cubicBezTo>
                <a:lnTo>
                  <a:pt x="0" y="45167"/>
                </a:lnTo>
                <a:close/>
              </a:path>
            </a:pathLst>
          </a:custGeom>
          <a:solidFill xmlns:a="http://schemas.openxmlformats.org/drawingml/2006/main">
            <a:srgbClr val="DCEAF7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6F75D-F05F-41F4-9179-9C11D429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975" y="3796050"/>
            <a:ext cx="1340564" cy="654218"/>
          </a:xfrm>
          <a:custGeom xmlns:a="http://schemas.openxmlformats.org/drawingml/2006/main">
            <a:pathLst>
              <a:path w="1340564" h="654218" fill="none">
                <a:moveTo>
                  <a:pt x="0" y="45167"/>
                </a:moveTo>
                <a:cubicBezTo>
                  <a:pt x="0" y="20255"/>
                  <a:pt x="20255" y="0"/>
                  <a:pt x="45399" y="0"/>
                </a:cubicBezTo>
                <a:lnTo>
                  <a:pt x="1295398" y="0"/>
                </a:lnTo>
                <a:cubicBezTo>
                  <a:pt x="1320309" y="0"/>
                  <a:pt x="1340564" y="20255"/>
                  <a:pt x="1340564" y="45167"/>
                </a:cubicBezTo>
                <a:lnTo>
                  <a:pt x="1340564" y="609051"/>
                </a:lnTo>
                <a:cubicBezTo>
                  <a:pt x="1340564" y="633963"/>
                  <a:pt x="1320309" y="654218"/>
                  <a:pt x="1295398" y="654218"/>
                </a:cubicBezTo>
                <a:lnTo>
                  <a:pt x="45399" y="654218"/>
                </a:lnTo>
                <a:cubicBezTo>
                  <a:pt x="20255" y="654218"/>
                  <a:pt x="0" y="633963"/>
                  <a:pt x="0" y="609051"/>
                </a:cubicBezTo>
                <a:lnTo>
                  <a:pt x="0" y="451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70C0"/>
            </a:solidFill>
            <a:miter/>
          </a:ln>
        </p:spPr>
      </p:sp>
      <p:sp>
        <p:nvSpPr>
          <p:cNvPr id="106" name="Text Code">
            <a:extLst xmlns:a="http://schemas.openxmlformats.org/drawingml/2006/main">
              <a:ext uri="{FF2B5EF4-FFF2-40B4-BE49-F238E27FC236}">
                <a16:creationId xmlns:a16="http://schemas.microsoft.com/office/drawing/2014/main" id="{AECA17CE-7C2A-4A66-9257-FE075560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451" y="3932150"/>
            <a:ext cx="487884" cy="141396"/>
          </a:xfrm>
          <a:custGeom xmlns:a="http://schemas.openxmlformats.org/drawingml/2006/main">
            <a:pathLst>
              <a:path w="487884" h="141396">
                <a:moveTo>
                  <a:pt x="67117" y="141396"/>
                </a:moveTo>
                <a:cubicBezTo>
                  <a:pt x="53202" y="141396"/>
                  <a:pt x="41232" y="138480"/>
                  <a:pt x="31205" y="132648"/>
                </a:cubicBezTo>
                <a:cubicBezTo>
                  <a:pt x="21179" y="126816"/>
                  <a:pt x="13471" y="118631"/>
                  <a:pt x="8083" y="108093"/>
                </a:cubicBezTo>
                <a:cubicBezTo>
                  <a:pt x="2694" y="97555"/>
                  <a:pt x="0" y="85124"/>
                  <a:pt x="0" y="70800"/>
                </a:cubicBezTo>
                <a:cubicBezTo>
                  <a:pt x="0" y="56476"/>
                  <a:pt x="2694" y="44011"/>
                  <a:pt x="8083" y="33405"/>
                </a:cubicBezTo>
                <a:cubicBezTo>
                  <a:pt x="13471" y="22799"/>
                  <a:pt x="21179" y="14580"/>
                  <a:pt x="31205" y="8748"/>
                </a:cubicBezTo>
                <a:cubicBezTo>
                  <a:pt x="41232" y="2916"/>
                  <a:pt x="53202" y="0"/>
                  <a:pt x="67117" y="0"/>
                </a:cubicBezTo>
                <a:cubicBezTo>
                  <a:pt x="77894" y="0"/>
                  <a:pt x="87818" y="1859"/>
                  <a:pt x="96890" y="5576"/>
                </a:cubicBezTo>
                <a:cubicBezTo>
                  <a:pt x="105962" y="9293"/>
                  <a:pt x="113328" y="14784"/>
                  <a:pt x="118989" y="22048"/>
                </a:cubicBezTo>
                <a:cubicBezTo>
                  <a:pt x="124651" y="29313"/>
                  <a:pt x="127754" y="38265"/>
                  <a:pt x="128300" y="48905"/>
                </a:cubicBezTo>
                <a:lnTo>
                  <a:pt x="98834" y="48905"/>
                </a:lnTo>
                <a:cubicBezTo>
                  <a:pt x="98084" y="43312"/>
                  <a:pt x="96259" y="38674"/>
                  <a:pt x="93360" y="34991"/>
                </a:cubicBezTo>
                <a:cubicBezTo>
                  <a:pt x="90461" y="31308"/>
                  <a:pt x="86761" y="28545"/>
                  <a:pt x="82259" y="26704"/>
                </a:cubicBezTo>
                <a:cubicBezTo>
                  <a:pt x="77757" y="24862"/>
                  <a:pt x="72710" y="23941"/>
                  <a:pt x="67117" y="23941"/>
                </a:cubicBezTo>
                <a:cubicBezTo>
                  <a:pt x="58113" y="23941"/>
                  <a:pt x="50866" y="26124"/>
                  <a:pt x="45376" y="30489"/>
                </a:cubicBezTo>
                <a:cubicBezTo>
                  <a:pt x="39885" y="34854"/>
                  <a:pt x="35895" y="40567"/>
                  <a:pt x="33405" y="47626"/>
                </a:cubicBezTo>
                <a:cubicBezTo>
                  <a:pt x="30915" y="54686"/>
                  <a:pt x="29671" y="62411"/>
                  <a:pt x="29671" y="70800"/>
                </a:cubicBezTo>
                <a:cubicBezTo>
                  <a:pt x="29671" y="79122"/>
                  <a:pt x="30915" y="86829"/>
                  <a:pt x="33405" y="93923"/>
                </a:cubicBezTo>
                <a:cubicBezTo>
                  <a:pt x="35895" y="101016"/>
                  <a:pt x="39885" y="106712"/>
                  <a:pt x="45376" y="111009"/>
                </a:cubicBezTo>
                <a:cubicBezTo>
                  <a:pt x="50866" y="115306"/>
                  <a:pt x="58113" y="117455"/>
                  <a:pt x="67117" y="117455"/>
                </a:cubicBezTo>
                <a:cubicBezTo>
                  <a:pt x="76598" y="117455"/>
                  <a:pt x="84084" y="115016"/>
                  <a:pt x="89575" y="110139"/>
                </a:cubicBezTo>
                <a:cubicBezTo>
                  <a:pt x="95065" y="105262"/>
                  <a:pt x="98220" y="98322"/>
                  <a:pt x="99038" y="89319"/>
                </a:cubicBezTo>
                <a:lnTo>
                  <a:pt x="128504" y="89319"/>
                </a:lnTo>
                <a:cubicBezTo>
                  <a:pt x="127686" y="100573"/>
                  <a:pt x="124719" y="110071"/>
                  <a:pt x="119603" y="117813"/>
                </a:cubicBezTo>
                <a:cubicBezTo>
                  <a:pt x="114488" y="125554"/>
                  <a:pt x="107496" y="131420"/>
                  <a:pt x="98629" y="135411"/>
                </a:cubicBezTo>
                <a:cubicBezTo>
                  <a:pt x="89762" y="139401"/>
                  <a:pt x="79258" y="141396"/>
                  <a:pt x="67117" y="141396"/>
                </a:cubicBezTo>
                <a:close/>
                <a:moveTo>
                  <a:pt x="197866" y="141396"/>
                </a:moveTo>
                <a:cubicBezTo>
                  <a:pt x="187771" y="141396"/>
                  <a:pt x="178921" y="139360"/>
                  <a:pt x="171316" y="135289"/>
                </a:cubicBezTo>
                <a:cubicBezTo>
                  <a:pt x="163710" y="131216"/>
                  <a:pt x="157828" y="125315"/>
                  <a:pt x="153667" y="117586"/>
                </a:cubicBezTo>
                <a:cubicBezTo>
                  <a:pt x="149506" y="109855"/>
                  <a:pt x="147426" y="100502"/>
                  <a:pt x="147426" y="89527"/>
                </a:cubicBezTo>
                <a:cubicBezTo>
                  <a:pt x="147426" y="78347"/>
                  <a:pt x="149506" y="68840"/>
                  <a:pt x="153667" y="61007"/>
                </a:cubicBezTo>
                <a:cubicBezTo>
                  <a:pt x="157828" y="53172"/>
                  <a:pt x="163710" y="47201"/>
                  <a:pt x="171316" y="43096"/>
                </a:cubicBezTo>
                <a:cubicBezTo>
                  <a:pt x="178921" y="38989"/>
                  <a:pt x="187771" y="36935"/>
                  <a:pt x="197866" y="36935"/>
                </a:cubicBezTo>
                <a:cubicBezTo>
                  <a:pt x="208097" y="36935"/>
                  <a:pt x="217015" y="38989"/>
                  <a:pt x="224621" y="43096"/>
                </a:cubicBezTo>
                <a:cubicBezTo>
                  <a:pt x="232226" y="47201"/>
                  <a:pt x="238143" y="53172"/>
                  <a:pt x="242372" y="61007"/>
                </a:cubicBezTo>
                <a:cubicBezTo>
                  <a:pt x="246601" y="68840"/>
                  <a:pt x="248715" y="78347"/>
                  <a:pt x="248715" y="89527"/>
                </a:cubicBezTo>
                <a:cubicBezTo>
                  <a:pt x="248715" y="100502"/>
                  <a:pt x="246601" y="109855"/>
                  <a:pt x="242372" y="117586"/>
                </a:cubicBezTo>
                <a:cubicBezTo>
                  <a:pt x="238143" y="125315"/>
                  <a:pt x="232226" y="131216"/>
                  <a:pt x="224621" y="135289"/>
                </a:cubicBezTo>
                <a:cubicBezTo>
                  <a:pt x="217015" y="139360"/>
                  <a:pt x="208097" y="141396"/>
                  <a:pt x="197866" y="141396"/>
                </a:cubicBezTo>
                <a:moveTo>
                  <a:pt x="197866" y="120729"/>
                </a:moveTo>
                <a:cubicBezTo>
                  <a:pt x="203800" y="120729"/>
                  <a:pt x="208455" y="119320"/>
                  <a:pt x="211831" y="116502"/>
                </a:cubicBezTo>
                <a:cubicBezTo>
                  <a:pt x="215208" y="113684"/>
                  <a:pt x="217595" y="109910"/>
                  <a:pt x="218993" y="105180"/>
                </a:cubicBezTo>
                <a:cubicBezTo>
                  <a:pt x="220392" y="100451"/>
                  <a:pt x="221091" y="95234"/>
                  <a:pt x="221091" y="89530"/>
                </a:cubicBezTo>
                <a:cubicBezTo>
                  <a:pt x="221091" y="83685"/>
                  <a:pt x="220392" y="78363"/>
                  <a:pt x="218993" y="73563"/>
                </a:cubicBezTo>
                <a:cubicBezTo>
                  <a:pt x="217595" y="68762"/>
                  <a:pt x="215208" y="64936"/>
                  <a:pt x="211831" y="62084"/>
                </a:cubicBezTo>
                <a:cubicBezTo>
                  <a:pt x="208455" y="59233"/>
                  <a:pt x="203800" y="57807"/>
                  <a:pt x="197866" y="57807"/>
                </a:cubicBezTo>
                <a:cubicBezTo>
                  <a:pt x="192068" y="57807"/>
                  <a:pt x="187515" y="59233"/>
                  <a:pt x="184207" y="62084"/>
                </a:cubicBezTo>
                <a:cubicBezTo>
                  <a:pt x="180899" y="64936"/>
                  <a:pt x="178563" y="68762"/>
                  <a:pt x="177199" y="73563"/>
                </a:cubicBezTo>
                <a:cubicBezTo>
                  <a:pt x="175835" y="78363"/>
                  <a:pt x="175152" y="83685"/>
                  <a:pt x="175152" y="89530"/>
                </a:cubicBezTo>
                <a:cubicBezTo>
                  <a:pt x="175152" y="95234"/>
                  <a:pt x="175835" y="100451"/>
                  <a:pt x="177199" y="105180"/>
                </a:cubicBezTo>
                <a:cubicBezTo>
                  <a:pt x="178563" y="109910"/>
                  <a:pt x="180899" y="113684"/>
                  <a:pt x="184207" y="116502"/>
                </a:cubicBezTo>
                <a:cubicBezTo>
                  <a:pt x="187515" y="119320"/>
                  <a:pt x="192068" y="120729"/>
                  <a:pt x="197866" y="120729"/>
                </a:cubicBezTo>
                <a:close/>
                <a:moveTo>
                  <a:pt x="306983" y="141396"/>
                </a:moveTo>
                <a:cubicBezTo>
                  <a:pt x="299480" y="141396"/>
                  <a:pt x="292744" y="139498"/>
                  <a:pt x="286776" y="135701"/>
                </a:cubicBezTo>
                <a:cubicBezTo>
                  <a:pt x="280808" y="131905"/>
                  <a:pt x="276101" y="126091"/>
                  <a:pt x="272657" y="118257"/>
                </a:cubicBezTo>
                <a:cubicBezTo>
                  <a:pt x="269212" y="110424"/>
                  <a:pt x="267490" y="100468"/>
                  <a:pt x="267490" y="88388"/>
                </a:cubicBezTo>
                <a:cubicBezTo>
                  <a:pt x="267490" y="76725"/>
                  <a:pt x="269349" y="67097"/>
                  <a:pt x="273066" y="59504"/>
                </a:cubicBezTo>
                <a:cubicBezTo>
                  <a:pt x="276783" y="51912"/>
                  <a:pt x="281814" y="46253"/>
                  <a:pt x="288157" y="42527"/>
                </a:cubicBezTo>
                <a:cubicBezTo>
                  <a:pt x="294500" y="38799"/>
                  <a:pt x="301628" y="36935"/>
                  <a:pt x="309540" y="36935"/>
                </a:cubicBezTo>
                <a:cubicBezTo>
                  <a:pt x="316498" y="36935"/>
                  <a:pt x="322466" y="38367"/>
                  <a:pt x="327445" y="41232"/>
                </a:cubicBezTo>
                <a:cubicBezTo>
                  <a:pt x="332424" y="44097"/>
                  <a:pt x="336380" y="47848"/>
                  <a:pt x="339313" y="52486"/>
                </a:cubicBezTo>
                <a:lnTo>
                  <a:pt x="339313" y="1842"/>
                </a:lnTo>
                <a:lnTo>
                  <a:pt x="366426" y="1842"/>
                </a:lnTo>
                <a:lnTo>
                  <a:pt x="366426" y="139554"/>
                </a:lnTo>
                <a:lnTo>
                  <a:pt x="340439" y="139554"/>
                </a:lnTo>
                <a:lnTo>
                  <a:pt x="339313" y="125435"/>
                </a:lnTo>
                <a:cubicBezTo>
                  <a:pt x="335766" y="130346"/>
                  <a:pt x="331367" y="134234"/>
                  <a:pt x="326115" y="137099"/>
                </a:cubicBezTo>
                <a:cubicBezTo>
                  <a:pt x="320863" y="139963"/>
                  <a:pt x="314485" y="141396"/>
                  <a:pt x="306983" y="141396"/>
                </a:cubicBezTo>
                <a:moveTo>
                  <a:pt x="314963" y="120729"/>
                </a:moveTo>
                <a:cubicBezTo>
                  <a:pt x="320692" y="120729"/>
                  <a:pt x="325637" y="119094"/>
                  <a:pt x="329798" y="115824"/>
                </a:cubicBezTo>
                <a:cubicBezTo>
                  <a:pt x="333959" y="112554"/>
                  <a:pt x="337131" y="108729"/>
                  <a:pt x="339313" y="104349"/>
                </a:cubicBezTo>
                <a:lnTo>
                  <a:pt x="339313" y="74611"/>
                </a:lnTo>
                <a:cubicBezTo>
                  <a:pt x="337199" y="70020"/>
                  <a:pt x="334232" y="66020"/>
                  <a:pt x="330412" y="62612"/>
                </a:cubicBezTo>
                <a:cubicBezTo>
                  <a:pt x="326592" y="59204"/>
                  <a:pt x="321886" y="57500"/>
                  <a:pt x="316293" y="57500"/>
                </a:cubicBezTo>
                <a:cubicBezTo>
                  <a:pt x="309609" y="57500"/>
                  <a:pt x="304425" y="60143"/>
                  <a:pt x="300741" y="65429"/>
                </a:cubicBezTo>
                <a:cubicBezTo>
                  <a:pt x="297058" y="70715"/>
                  <a:pt x="295217" y="78367"/>
                  <a:pt x="295217" y="88385"/>
                </a:cubicBezTo>
                <a:cubicBezTo>
                  <a:pt x="295217" y="99375"/>
                  <a:pt x="296973" y="107513"/>
                  <a:pt x="300486" y="112799"/>
                </a:cubicBezTo>
                <a:cubicBezTo>
                  <a:pt x="303998" y="118086"/>
                  <a:pt x="308824" y="120729"/>
                  <a:pt x="314963" y="120729"/>
                </a:cubicBezTo>
                <a:close/>
                <a:moveTo>
                  <a:pt x="441332" y="141396"/>
                </a:moveTo>
                <a:cubicBezTo>
                  <a:pt x="430214" y="141396"/>
                  <a:pt x="420870" y="139308"/>
                  <a:pt x="413298" y="135132"/>
                </a:cubicBezTo>
                <a:cubicBezTo>
                  <a:pt x="405727" y="130957"/>
                  <a:pt x="399998" y="124935"/>
                  <a:pt x="396110" y="117068"/>
                </a:cubicBezTo>
                <a:cubicBezTo>
                  <a:pt x="392222" y="109198"/>
                  <a:pt x="390278" y="99742"/>
                  <a:pt x="390278" y="88699"/>
                </a:cubicBezTo>
                <a:cubicBezTo>
                  <a:pt x="390278" y="78000"/>
                  <a:pt x="392171" y="68787"/>
                  <a:pt x="395956" y="61058"/>
                </a:cubicBezTo>
                <a:cubicBezTo>
                  <a:pt x="399742" y="53327"/>
                  <a:pt x="405301" y="47374"/>
                  <a:pt x="412633" y="43198"/>
                </a:cubicBezTo>
                <a:cubicBezTo>
                  <a:pt x="419966" y="39023"/>
                  <a:pt x="428986" y="36935"/>
                  <a:pt x="439695" y="36935"/>
                </a:cubicBezTo>
                <a:cubicBezTo>
                  <a:pt x="454564" y="36935"/>
                  <a:pt x="466313" y="41330"/>
                  <a:pt x="474942" y="50120"/>
                </a:cubicBezTo>
                <a:cubicBezTo>
                  <a:pt x="483570" y="58911"/>
                  <a:pt x="487884" y="71442"/>
                  <a:pt x="487884" y="87714"/>
                </a:cubicBezTo>
                <a:cubicBezTo>
                  <a:pt x="487884" y="88541"/>
                  <a:pt x="487850" y="89661"/>
                  <a:pt x="487782" y="91074"/>
                </a:cubicBezTo>
                <a:cubicBezTo>
                  <a:pt x="487714" y="92487"/>
                  <a:pt x="487611" y="93573"/>
                  <a:pt x="487475" y="94332"/>
                </a:cubicBezTo>
                <a:lnTo>
                  <a:pt x="417391" y="94332"/>
                </a:lnTo>
                <a:cubicBezTo>
                  <a:pt x="417527" y="99147"/>
                  <a:pt x="418397" y="103648"/>
                  <a:pt x="420000" y="107834"/>
                </a:cubicBezTo>
                <a:cubicBezTo>
                  <a:pt x="421603" y="112020"/>
                  <a:pt x="424144" y="115387"/>
                  <a:pt x="427622" y="117934"/>
                </a:cubicBezTo>
                <a:cubicBezTo>
                  <a:pt x="431101" y="120479"/>
                  <a:pt x="435671" y="121752"/>
                  <a:pt x="441332" y="121752"/>
                </a:cubicBezTo>
                <a:cubicBezTo>
                  <a:pt x="447198" y="121752"/>
                  <a:pt x="451904" y="120435"/>
                  <a:pt x="455451" y="117800"/>
                </a:cubicBezTo>
                <a:cubicBezTo>
                  <a:pt x="458998" y="115165"/>
                  <a:pt x="460805" y="111248"/>
                  <a:pt x="460874" y="106047"/>
                </a:cubicBezTo>
                <a:lnTo>
                  <a:pt x="487577" y="106047"/>
                </a:lnTo>
                <a:cubicBezTo>
                  <a:pt x="487236" y="113925"/>
                  <a:pt x="485105" y="120490"/>
                  <a:pt x="481183" y="125742"/>
                </a:cubicBezTo>
                <a:cubicBezTo>
                  <a:pt x="477261" y="130994"/>
                  <a:pt x="471906" y="134916"/>
                  <a:pt x="465120" y="137508"/>
                </a:cubicBezTo>
                <a:cubicBezTo>
                  <a:pt x="458333" y="140100"/>
                  <a:pt x="450404" y="141396"/>
                  <a:pt x="441332" y="141396"/>
                </a:cubicBezTo>
                <a:moveTo>
                  <a:pt x="417698" y="77144"/>
                </a:moveTo>
                <a:lnTo>
                  <a:pt x="460976" y="77144"/>
                </a:lnTo>
                <a:cubicBezTo>
                  <a:pt x="460771" y="69982"/>
                  <a:pt x="458708" y="64627"/>
                  <a:pt x="454786" y="61081"/>
                </a:cubicBezTo>
                <a:cubicBezTo>
                  <a:pt x="450864" y="57534"/>
                  <a:pt x="445834" y="55760"/>
                  <a:pt x="439695" y="55760"/>
                </a:cubicBezTo>
                <a:cubicBezTo>
                  <a:pt x="433420" y="55760"/>
                  <a:pt x="428287" y="57586"/>
                  <a:pt x="424297" y="61237"/>
                </a:cubicBezTo>
                <a:cubicBezTo>
                  <a:pt x="420307" y="64888"/>
                  <a:pt x="418107" y="70191"/>
                  <a:pt x="417698" y="77144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Structure">
            <a:extLst xmlns:a="http://schemas.openxmlformats.org/drawingml/2006/main">
              <a:ext uri="{FF2B5EF4-FFF2-40B4-BE49-F238E27FC236}">
                <a16:creationId xmlns:a16="http://schemas.microsoft.com/office/drawing/2014/main" id="{9A1CF2DD-E6B8-4BCB-AC3C-40153D7D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944" y="4183594"/>
            <a:ext cx="891498" cy="141396"/>
          </a:xfrm>
          <a:custGeom xmlns:a="http://schemas.openxmlformats.org/drawingml/2006/main">
            <a:pathLst>
              <a:path w="891498" h="141396">
                <a:moveTo>
                  <a:pt x="55453" y="141396"/>
                </a:moveTo>
                <a:cubicBezTo>
                  <a:pt x="45017" y="141396"/>
                  <a:pt x="35622" y="139911"/>
                  <a:pt x="27266" y="136942"/>
                </a:cubicBezTo>
                <a:cubicBezTo>
                  <a:pt x="18911" y="133973"/>
                  <a:pt x="12277" y="129246"/>
                  <a:pt x="7366" y="122762"/>
                </a:cubicBezTo>
                <a:cubicBezTo>
                  <a:pt x="2455" y="116278"/>
                  <a:pt x="0" y="107814"/>
                  <a:pt x="0" y="97369"/>
                </a:cubicBezTo>
                <a:lnTo>
                  <a:pt x="29466" y="97369"/>
                </a:lnTo>
                <a:cubicBezTo>
                  <a:pt x="29602" y="102698"/>
                  <a:pt x="30830" y="106882"/>
                  <a:pt x="33149" y="109922"/>
                </a:cubicBezTo>
                <a:cubicBezTo>
                  <a:pt x="35468" y="112961"/>
                  <a:pt x="38589" y="115130"/>
                  <a:pt x="42511" y="116428"/>
                </a:cubicBezTo>
                <a:cubicBezTo>
                  <a:pt x="46433" y="117726"/>
                  <a:pt x="50918" y="118376"/>
                  <a:pt x="55965" y="118376"/>
                </a:cubicBezTo>
                <a:cubicBezTo>
                  <a:pt x="60808" y="118376"/>
                  <a:pt x="65071" y="117795"/>
                  <a:pt x="68754" y="116633"/>
                </a:cubicBezTo>
                <a:cubicBezTo>
                  <a:pt x="72437" y="115471"/>
                  <a:pt x="75319" y="113678"/>
                  <a:pt x="77399" y="111252"/>
                </a:cubicBezTo>
                <a:cubicBezTo>
                  <a:pt x="79480" y="108826"/>
                  <a:pt x="80520" y="105735"/>
                  <a:pt x="80520" y="101977"/>
                </a:cubicBezTo>
                <a:cubicBezTo>
                  <a:pt x="80520" y="98360"/>
                  <a:pt x="79633" y="95373"/>
                  <a:pt x="77860" y="93018"/>
                </a:cubicBezTo>
                <a:cubicBezTo>
                  <a:pt x="76086" y="90663"/>
                  <a:pt x="72949" y="88513"/>
                  <a:pt x="68447" y="86569"/>
                </a:cubicBezTo>
                <a:cubicBezTo>
                  <a:pt x="63945" y="84623"/>
                  <a:pt x="57636" y="82524"/>
                  <a:pt x="49519" y="80271"/>
                </a:cubicBezTo>
                <a:cubicBezTo>
                  <a:pt x="40038" y="77540"/>
                  <a:pt x="31836" y="74537"/>
                  <a:pt x="24913" y="71261"/>
                </a:cubicBezTo>
                <a:cubicBezTo>
                  <a:pt x="17990" y="67984"/>
                  <a:pt x="12636" y="63753"/>
                  <a:pt x="8850" y="58567"/>
                </a:cubicBezTo>
                <a:cubicBezTo>
                  <a:pt x="5064" y="53379"/>
                  <a:pt x="3172" y="46621"/>
                  <a:pt x="3172" y="38294"/>
                </a:cubicBezTo>
                <a:cubicBezTo>
                  <a:pt x="3172" y="29352"/>
                  <a:pt x="5337" y="22065"/>
                  <a:pt x="9669" y="16434"/>
                </a:cubicBezTo>
                <a:cubicBezTo>
                  <a:pt x="14000" y="10802"/>
                  <a:pt x="19985" y="6656"/>
                  <a:pt x="27624" y="3993"/>
                </a:cubicBezTo>
                <a:cubicBezTo>
                  <a:pt x="35264" y="1331"/>
                  <a:pt x="44028" y="0"/>
                  <a:pt x="53919" y="0"/>
                </a:cubicBezTo>
                <a:cubicBezTo>
                  <a:pt x="63331" y="0"/>
                  <a:pt x="71977" y="1433"/>
                  <a:pt x="79855" y="4300"/>
                </a:cubicBezTo>
                <a:cubicBezTo>
                  <a:pt x="87733" y="7167"/>
                  <a:pt x="94025" y="11536"/>
                  <a:pt x="98732" y="17406"/>
                </a:cubicBezTo>
                <a:cubicBezTo>
                  <a:pt x="103438" y="23276"/>
                  <a:pt x="105791" y="30750"/>
                  <a:pt x="105791" y="39828"/>
                </a:cubicBezTo>
                <a:lnTo>
                  <a:pt x="76325" y="39828"/>
                </a:lnTo>
                <a:cubicBezTo>
                  <a:pt x="76393" y="33952"/>
                  <a:pt x="74211" y="29562"/>
                  <a:pt x="69777" y="26659"/>
                </a:cubicBezTo>
                <a:cubicBezTo>
                  <a:pt x="65344" y="23756"/>
                  <a:pt x="60023" y="22304"/>
                  <a:pt x="53816" y="22304"/>
                </a:cubicBezTo>
                <a:cubicBezTo>
                  <a:pt x="47678" y="22304"/>
                  <a:pt x="42596" y="23449"/>
                  <a:pt x="38572" y="25738"/>
                </a:cubicBezTo>
                <a:cubicBezTo>
                  <a:pt x="34548" y="28027"/>
                  <a:pt x="32535" y="31563"/>
                  <a:pt x="32535" y="36346"/>
                </a:cubicBezTo>
                <a:cubicBezTo>
                  <a:pt x="32535" y="39077"/>
                  <a:pt x="33388" y="41483"/>
                  <a:pt x="35093" y="43566"/>
                </a:cubicBezTo>
                <a:cubicBezTo>
                  <a:pt x="36798" y="45648"/>
                  <a:pt x="39953" y="47680"/>
                  <a:pt x="44557" y="49660"/>
                </a:cubicBezTo>
                <a:cubicBezTo>
                  <a:pt x="49161" y="51638"/>
                  <a:pt x="55829" y="53890"/>
                  <a:pt x="64559" y="56416"/>
                </a:cubicBezTo>
                <a:cubicBezTo>
                  <a:pt x="74995" y="59487"/>
                  <a:pt x="83555" y="62712"/>
                  <a:pt x="90240" y="66091"/>
                </a:cubicBezTo>
                <a:cubicBezTo>
                  <a:pt x="96924" y="69469"/>
                  <a:pt x="101886" y="73838"/>
                  <a:pt x="105126" y="79196"/>
                </a:cubicBezTo>
                <a:cubicBezTo>
                  <a:pt x="108366" y="84555"/>
                  <a:pt x="109986" y="91603"/>
                  <a:pt x="109986" y="100340"/>
                </a:cubicBezTo>
                <a:cubicBezTo>
                  <a:pt x="109986" y="110100"/>
                  <a:pt x="107599" y="117983"/>
                  <a:pt x="102824" y="123990"/>
                </a:cubicBezTo>
                <a:cubicBezTo>
                  <a:pt x="98049" y="129997"/>
                  <a:pt x="91553" y="134399"/>
                  <a:pt x="83334" y="137198"/>
                </a:cubicBezTo>
                <a:cubicBezTo>
                  <a:pt x="75114" y="139996"/>
                  <a:pt x="65821" y="141396"/>
                  <a:pt x="55453" y="141396"/>
                </a:cubicBezTo>
                <a:close/>
                <a:moveTo>
                  <a:pt x="174719" y="139554"/>
                </a:moveTo>
                <a:cubicBezTo>
                  <a:pt x="164625" y="139554"/>
                  <a:pt x="156798" y="138325"/>
                  <a:pt x="151239" y="135868"/>
                </a:cubicBezTo>
                <a:cubicBezTo>
                  <a:pt x="145680" y="133408"/>
                  <a:pt x="141809" y="129598"/>
                  <a:pt x="139626" y="124438"/>
                </a:cubicBezTo>
                <a:cubicBezTo>
                  <a:pt x="137444" y="119277"/>
                  <a:pt x="136352" y="112541"/>
                  <a:pt x="136352" y="104228"/>
                </a:cubicBezTo>
                <a:lnTo>
                  <a:pt x="136352" y="59341"/>
                </a:lnTo>
                <a:lnTo>
                  <a:pt x="119778" y="59341"/>
                </a:lnTo>
                <a:lnTo>
                  <a:pt x="119778" y="38469"/>
                </a:lnTo>
                <a:lnTo>
                  <a:pt x="136352" y="38469"/>
                </a:lnTo>
                <a:lnTo>
                  <a:pt x="136352" y="14938"/>
                </a:lnTo>
                <a:lnTo>
                  <a:pt x="163465" y="14938"/>
                </a:lnTo>
                <a:lnTo>
                  <a:pt x="163465" y="38469"/>
                </a:lnTo>
                <a:lnTo>
                  <a:pt x="185258" y="38469"/>
                </a:lnTo>
                <a:lnTo>
                  <a:pt x="185258" y="59341"/>
                </a:lnTo>
                <a:lnTo>
                  <a:pt x="163465" y="59341"/>
                </a:lnTo>
                <a:lnTo>
                  <a:pt x="163465" y="102805"/>
                </a:lnTo>
                <a:cubicBezTo>
                  <a:pt x="163465" y="108168"/>
                  <a:pt x="164198" y="112138"/>
                  <a:pt x="165665" y="114715"/>
                </a:cubicBezTo>
                <a:cubicBezTo>
                  <a:pt x="167131" y="117292"/>
                  <a:pt x="170456" y="118580"/>
                  <a:pt x="175640" y="118580"/>
                </a:cubicBezTo>
                <a:lnTo>
                  <a:pt x="185258" y="118580"/>
                </a:lnTo>
                <a:lnTo>
                  <a:pt x="185258" y="139554"/>
                </a:lnTo>
                <a:lnTo>
                  <a:pt x="174719" y="139554"/>
                </a:lnTo>
                <a:close/>
                <a:moveTo>
                  <a:pt x="207697" y="139554"/>
                </a:moveTo>
                <a:lnTo>
                  <a:pt x="207697" y="38469"/>
                </a:lnTo>
                <a:lnTo>
                  <a:pt x="233685" y="38469"/>
                </a:lnTo>
                <a:lnTo>
                  <a:pt x="234196" y="55556"/>
                </a:lnTo>
                <a:cubicBezTo>
                  <a:pt x="236788" y="49553"/>
                  <a:pt x="240676" y="44949"/>
                  <a:pt x="245860" y="41743"/>
                </a:cubicBezTo>
                <a:cubicBezTo>
                  <a:pt x="251044" y="38538"/>
                  <a:pt x="257319" y="36935"/>
                  <a:pt x="264685" y="36935"/>
                </a:cubicBezTo>
                <a:lnTo>
                  <a:pt x="266732" y="36935"/>
                </a:lnTo>
                <a:lnTo>
                  <a:pt x="266732" y="59750"/>
                </a:lnTo>
                <a:lnTo>
                  <a:pt x="264174" y="59750"/>
                </a:lnTo>
                <a:cubicBezTo>
                  <a:pt x="260150" y="59750"/>
                  <a:pt x="256296" y="60115"/>
                  <a:pt x="252613" y="60844"/>
                </a:cubicBezTo>
                <a:cubicBezTo>
                  <a:pt x="248929" y="61573"/>
                  <a:pt x="245587" y="62823"/>
                  <a:pt x="242586" y="64594"/>
                </a:cubicBezTo>
                <a:cubicBezTo>
                  <a:pt x="239585" y="66366"/>
                  <a:pt x="236993" y="68814"/>
                  <a:pt x="234810" y="71938"/>
                </a:cubicBezTo>
                <a:lnTo>
                  <a:pt x="234810" y="139554"/>
                </a:lnTo>
                <a:lnTo>
                  <a:pt x="207697" y="139554"/>
                </a:lnTo>
                <a:close/>
                <a:moveTo>
                  <a:pt x="316441" y="141396"/>
                </a:moveTo>
                <a:cubicBezTo>
                  <a:pt x="306346" y="141396"/>
                  <a:pt x="298536" y="138222"/>
                  <a:pt x="293011" y="131874"/>
                </a:cubicBezTo>
                <a:cubicBezTo>
                  <a:pt x="287487" y="125525"/>
                  <a:pt x="284724" y="116487"/>
                  <a:pt x="284724" y="104762"/>
                </a:cubicBezTo>
                <a:lnTo>
                  <a:pt x="284724" y="38469"/>
                </a:lnTo>
                <a:lnTo>
                  <a:pt x="311837" y="38469"/>
                </a:lnTo>
                <a:lnTo>
                  <a:pt x="311837" y="101727"/>
                </a:lnTo>
                <a:cubicBezTo>
                  <a:pt x="311837" y="105212"/>
                  <a:pt x="312331" y="108297"/>
                  <a:pt x="313320" y="110980"/>
                </a:cubicBezTo>
                <a:cubicBezTo>
                  <a:pt x="314309" y="113664"/>
                  <a:pt x="315946" y="115738"/>
                  <a:pt x="318231" y="117202"/>
                </a:cubicBezTo>
                <a:cubicBezTo>
                  <a:pt x="320516" y="118666"/>
                  <a:pt x="323535" y="119399"/>
                  <a:pt x="327286" y="119399"/>
                </a:cubicBezTo>
                <a:cubicBezTo>
                  <a:pt x="332743" y="119399"/>
                  <a:pt x="337398" y="118161"/>
                  <a:pt x="341252" y="115687"/>
                </a:cubicBezTo>
                <a:cubicBezTo>
                  <a:pt x="345106" y="113212"/>
                  <a:pt x="348465" y="110197"/>
                  <a:pt x="351330" y="106642"/>
                </a:cubicBezTo>
                <a:lnTo>
                  <a:pt x="351330" y="38469"/>
                </a:lnTo>
                <a:lnTo>
                  <a:pt x="378442" y="38469"/>
                </a:lnTo>
                <a:lnTo>
                  <a:pt x="378442" y="139554"/>
                </a:lnTo>
                <a:lnTo>
                  <a:pt x="352250" y="139554"/>
                </a:lnTo>
                <a:lnTo>
                  <a:pt x="351841" y="125026"/>
                </a:lnTo>
                <a:cubicBezTo>
                  <a:pt x="348499" y="129255"/>
                  <a:pt x="343929" y="133040"/>
                  <a:pt x="338131" y="136383"/>
                </a:cubicBezTo>
                <a:cubicBezTo>
                  <a:pt x="332333" y="139725"/>
                  <a:pt x="325103" y="141396"/>
                  <a:pt x="316441" y="141396"/>
                </a:cubicBezTo>
                <a:close/>
                <a:moveTo>
                  <a:pt x="453246" y="141396"/>
                </a:moveTo>
                <a:cubicBezTo>
                  <a:pt x="443969" y="141396"/>
                  <a:pt x="435546" y="139595"/>
                  <a:pt x="427975" y="135992"/>
                </a:cubicBezTo>
                <a:cubicBezTo>
                  <a:pt x="420403" y="132388"/>
                  <a:pt x="414401" y="126775"/>
                  <a:pt x="409968" y="119152"/>
                </a:cubicBezTo>
                <a:cubicBezTo>
                  <a:pt x="405534" y="111530"/>
                  <a:pt x="403317" y="101690"/>
                  <a:pt x="403317" y="89632"/>
                </a:cubicBezTo>
                <a:cubicBezTo>
                  <a:pt x="403317" y="77576"/>
                  <a:pt x="405432" y="67668"/>
                  <a:pt x="409661" y="59907"/>
                </a:cubicBezTo>
                <a:cubicBezTo>
                  <a:pt x="413889" y="52146"/>
                  <a:pt x="419772" y="46377"/>
                  <a:pt x="427309" y="42600"/>
                </a:cubicBezTo>
                <a:cubicBezTo>
                  <a:pt x="434846" y="38823"/>
                  <a:pt x="443492" y="36935"/>
                  <a:pt x="453246" y="36935"/>
                </a:cubicBezTo>
                <a:cubicBezTo>
                  <a:pt x="461704" y="36935"/>
                  <a:pt x="469343" y="38357"/>
                  <a:pt x="476164" y="41200"/>
                </a:cubicBezTo>
                <a:cubicBezTo>
                  <a:pt x="482985" y="44041"/>
                  <a:pt x="488407" y="48286"/>
                  <a:pt x="492431" y="53935"/>
                </a:cubicBezTo>
                <a:cubicBezTo>
                  <a:pt x="496456" y="59583"/>
                  <a:pt x="498502" y="66706"/>
                  <a:pt x="498570" y="75302"/>
                </a:cubicBezTo>
                <a:lnTo>
                  <a:pt x="472276" y="75302"/>
                </a:lnTo>
                <a:cubicBezTo>
                  <a:pt x="472139" y="69999"/>
                  <a:pt x="470434" y="65774"/>
                  <a:pt x="467160" y="62628"/>
                </a:cubicBezTo>
                <a:cubicBezTo>
                  <a:pt x="463886" y="59482"/>
                  <a:pt x="459282" y="57909"/>
                  <a:pt x="453348" y="57909"/>
                </a:cubicBezTo>
                <a:cubicBezTo>
                  <a:pt x="445504" y="57909"/>
                  <a:pt x="439826" y="60676"/>
                  <a:pt x="436313" y="66209"/>
                </a:cubicBezTo>
                <a:cubicBezTo>
                  <a:pt x="432800" y="71742"/>
                  <a:pt x="431044" y="79552"/>
                  <a:pt x="431044" y="89638"/>
                </a:cubicBezTo>
                <a:cubicBezTo>
                  <a:pt x="431044" y="96152"/>
                  <a:pt x="431811" y="101704"/>
                  <a:pt x="433346" y="106293"/>
                </a:cubicBezTo>
                <a:cubicBezTo>
                  <a:pt x="434881" y="110880"/>
                  <a:pt x="437302" y="114382"/>
                  <a:pt x="440610" y="116799"/>
                </a:cubicBezTo>
                <a:cubicBezTo>
                  <a:pt x="443918" y="119214"/>
                  <a:pt x="448164" y="120422"/>
                  <a:pt x="453348" y="120422"/>
                </a:cubicBezTo>
                <a:cubicBezTo>
                  <a:pt x="459419" y="120422"/>
                  <a:pt x="464210" y="118706"/>
                  <a:pt x="467723" y="115274"/>
                </a:cubicBezTo>
                <a:cubicBezTo>
                  <a:pt x="471236" y="111840"/>
                  <a:pt x="473060" y="106974"/>
                  <a:pt x="473197" y="100675"/>
                </a:cubicBezTo>
                <a:lnTo>
                  <a:pt x="499491" y="100675"/>
                </a:lnTo>
                <a:cubicBezTo>
                  <a:pt x="499286" y="109494"/>
                  <a:pt x="497189" y="116923"/>
                  <a:pt x="493199" y="122964"/>
                </a:cubicBezTo>
                <a:cubicBezTo>
                  <a:pt x="489209" y="129002"/>
                  <a:pt x="483769" y="133584"/>
                  <a:pt x="476880" y="136709"/>
                </a:cubicBezTo>
                <a:cubicBezTo>
                  <a:pt x="469991" y="139833"/>
                  <a:pt x="462113" y="141396"/>
                  <a:pt x="453246" y="141396"/>
                </a:cubicBezTo>
                <a:close/>
                <a:moveTo>
                  <a:pt x="566132" y="139554"/>
                </a:moveTo>
                <a:cubicBezTo>
                  <a:pt x="556038" y="139554"/>
                  <a:pt x="548211" y="138325"/>
                  <a:pt x="542652" y="135868"/>
                </a:cubicBezTo>
                <a:cubicBezTo>
                  <a:pt x="537093" y="133408"/>
                  <a:pt x="533222" y="129598"/>
                  <a:pt x="531039" y="124438"/>
                </a:cubicBezTo>
                <a:cubicBezTo>
                  <a:pt x="528857" y="119277"/>
                  <a:pt x="527765" y="112541"/>
                  <a:pt x="527765" y="104228"/>
                </a:cubicBezTo>
                <a:lnTo>
                  <a:pt x="527765" y="59341"/>
                </a:lnTo>
                <a:lnTo>
                  <a:pt x="511191" y="59341"/>
                </a:lnTo>
                <a:lnTo>
                  <a:pt x="511191" y="38469"/>
                </a:lnTo>
                <a:lnTo>
                  <a:pt x="527765" y="38469"/>
                </a:lnTo>
                <a:lnTo>
                  <a:pt x="527765" y="14938"/>
                </a:lnTo>
                <a:lnTo>
                  <a:pt x="554878" y="14938"/>
                </a:lnTo>
                <a:lnTo>
                  <a:pt x="554878" y="38469"/>
                </a:lnTo>
                <a:lnTo>
                  <a:pt x="576671" y="38469"/>
                </a:lnTo>
                <a:lnTo>
                  <a:pt x="576671" y="59341"/>
                </a:lnTo>
                <a:lnTo>
                  <a:pt x="554878" y="59341"/>
                </a:lnTo>
                <a:lnTo>
                  <a:pt x="554878" y="102805"/>
                </a:lnTo>
                <a:cubicBezTo>
                  <a:pt x="554878" y="108168"/>
                  <a:pt x="555611" y="112138"/>
                  <a:pt x="557078" y="114715"/>
                </a:cubicBezTo>
                <a:cubicBezTo>
                  <a:pt x="558544" y="117292"/>
                  <a:pt x="561869" y="118580"/>
                  <a:pt x="567053" y="118580"/>
                </a:cubicBezTo>
                <a:lnTo>
                  <a:pt x="576671" y="118580"/>
                </a:lnTo>
                <a:lnTo>
                  <a:pt x="576671" y="139554"/>
                </a:lnTo>
                <a:lnTo>
                  <a:pt x="566132" y="139554"/>
                </a:lnTo>
                <a:close/>
                <a:moveTo>
                  <a:pt x="628649" y="141396"/>
                </a:moveTo>
                <a:cubicBezTo>
                  <a:pt x="618555" y="141396"/>
                  <a:pt x="610745" y="138222"/>
                  <a:pt x="605220" y="131874"/>
                </a:cubicBezTo>
                <a:cubicBezTo>
                  <a:pt x="599695" y="125525"/>
                  <a:pt x="596933" y="116487"/>
                  <a:pt x="596933" y="104762"/>
                </a:cubicBezTo>
                <a:lnTo>
                  <a:pt x="596933" y="38469"/>
                </a:lnTo>
                <a:lnTo>
                  <a:pt x="624045" y="38469"/>
                </a:lnTo>
                <a:lnTo>
                  <a:pt x="624045" y="101727"/>
                </a:lnTo>
                <a:cubicBezTo>
                  <a:pt x="624045" y="105212"/>
                  <a:pt x="624540" y="108297"/>
                  <a:pt x="625529" y="110980"/>
                </a:cubicBezTo>
                <a:cubicBezTo>
                  <a:pt x="626518" y="113664"/>
                  <a:pt x="628155" y="115738"/>
                  <a:pt x="630440" y="117202"/>
                </a:cubicBezTo>
                <a:cubicBezTo>
                  <a:pt x="632725" y="118666"/>
                  <a:pt x="635743" y="119399"/>
                  <a:pt x="639495" y="119399"/>
                </a:cubicBezTo>
                <a:cubicBezTo>
                  <a:pt x="644951" y="119399"/>
                  <a:pt x="649606" y="118161"/>
                  <a:pt x="653460" y="115687"/>
                </a:cubicBezTo>
                <a:cubicBezTo>
                  <a:pt x="657314" y="113212"/>
                  <a:pt x="660673" y="110197"/>
                  <a:pt x="663538" y="106642"/>
                </a:cubicBezTo>
                <a:lnTo>
                  <a:pt x="663538" y="38469"/>
                </a:lnTo>
                <a:lnTo>
                  <a:pt x="690651" y="38469"/>
                </a:lnTo>
                <a:lnTo>
                  <a:pt x="690651" y="139554"/>
                </a:lnTo>
                <a:lnTo>
                  <a:pt x="664459" y="139554"/>
                </a:lnTo>
                <a:lnTo>
                  <a:pt x="664050" y="125026"/>
                </a:lnTo>
                <a:cubicBezTo>
                  <a:pt x="660707" y="129255"/>
                  <a:pt x="656137" y="133040"/>
                  <a:pt x="650340" y="136383"/>
                </a:cubicBezTo>
                <a:cubicBezTo>
                  <a:pt x="644542" y="139725"/>
                  <a:pt x="637312" y="141396"/>
                  <a:pt x="628649" y="141396"/>
                </a:cubicBezTo>
                <a:close/>
                <a:moveTo>
                  <a:pt x="721061" y="139554"/>
                </a:moveTo>
                <a:lnTo>
                  <a:pt x="721061" y="38469"/>
                </a:lnTo>
                <a:lnTo>
                  <a:pt x="747048" y="38469"/>
                </a:lnTo>
                <a:lnTo>
                  <a:pt x="747560" y="55556"/>
                </a:lnTo>
                <a:cubicBezTo>
                  <a:pt x="750152" y="49553"/>
                  <a:pt x="754039" y="44949"/>
                  <a:pt x="759223" y="41743"/>
                </a:cubicBezTo>
                <a:cubicBezTo>
                  <a:pt x="764407" y="38538"/>
                  <a:pt x="770682" y="36935"/>
                  <a:pt x="778049" y="36935"/>
                </a:cubicBezTo>
                <a:lnTo>
                  <a:pt x="780095" y="36935"/>
                </a:lnTo>
                <a:lnTo>
                  <a:pt x="780095" y="59750"/>
                </a:lnTo>
                <a:lnTo>
                  <a:pt x="777537" y="59750"/>
                </a:lnTo>
                <a:cubicBezTo>
                  <a:pt x="773513" y="59750"/>
                  <a:pt x="769659" y="60115"/>
                  <a:pt x="765976" y="60844"/>
                </a:cubicBezTo>
                <a:cubicBezTo>
                  <a:pt x="762293" y="61573"/>
                  <a:pt x="758950" y="62823"/>
                  <a:pt x="755949" y="64594"/>
                </a:cubicBezTo>
                <a:cubicBezTo>
                  <a:pt x="752948" y="66366"/>
                  <a:pt x="750356" y="68814"/>
                  <a:pt x="748174" y="71938"/>
                </a:cubicBezTo>
                <a:lnTo>
                  <a:pt x="748174" y="139554"/>
                </a:lnTo>
                <a:lnTo>
                  <a:pt x="721061" y="139554"/>
                </a:lnTo>
                <a:close/>
                <a:moveTo>
                  <a:pt x="844946" y="141396"/>
                </a:moveTo>
                <a:cubicBezTo>
                  <a:pt x="833828" y="141396"/>
                  <a:pt x="824483" y="139308"/>
                  <a:pt x="816912" y="135132"/>
                </a:cubicBezTo>
                <a:cubicBezTo>
                  <a:pt x="809341" y="130957"/>
                  <a:pt x="803612" y="124935"/>
                  <a:pt x="799724" y="117068"/>
                </a:cubicBezTo>
                <a:cubicBezTo>
                  <a:pt x="795836" y="109198"/>
                  <a:pt x="793892" y="99742"/>
                  <a:pt x="793892" y="88699"/>
                </a:cubicBezTo>
                <a:cubicBezTo>
                  <a:pt x="793892" y="78000"/>
                  <a:pt x="795785" y="68787"/>
                  <a:pt x="799570" y="61058"/>
                </a:cubicBezTo>
                <a:cubicBezTo>
                  <a:pt x="803356" y="53327"/>
                  <a:pt x="808915" y="47374"/>
                  <a:pt x="816247" y="43198"/>
                </a:cubicBezTo>
                <a:cubicBezTo>
                  <a:pt x="823580" y="39023"/>
                  <a:pt x="832600" y="36935"/>
                  <a:pt x="843309" y="36935"/>
                </a:cubicBezTo>
                <a:cubicBezTo>
                  <a:pt x="858178" y="36935"/>
                  <a:pt x="869927" y="41330"/>
                  <a:pt x="878556" y="50120"/>
                </a:cubicBezTo>
                <a:cubicBezTo>
                  <a:pt x="887184" y="58911"/>
                  <a:pt x="891498" y="71442"/>
                  <a:pt x="891498" y="87714"/>
                </a:cubicBezTo>
                <a:cubicBezTo>
                  <a:pt x="891498" y="88541"/>
                  <a:pt x="891464" y="89661"/>
                  <a:pt x="891396" y="91074"/>
                </a:cubicBezTo>
                <a:cubicBezTo>
                  <a:pt x="891328" y="92487"/>
                  <a:pt x="891225" y="93573"/>
                  <a:pt x="891089" y="94332"/>
                </a:cubicBezTo>
                <a:lnTo>
                  <a:pt x="821005" y="94332"/>
                </a:lnTo>
                <a:cubicBezTo>
                  <a:pt x="821141" y="99147"/>
                  <a:pt x="822011" y="103648"/>
                  <a:pt x="823614" y="107834"/>
                </a:cubicBezTo>
                <a:cubicBezTo>
                  <a:pt x="825217" y="112020"/>
                  <a:pt x="827757" y="115387"/>
                  <a:pt x="831236" y="117934"/>
                </a:cubicBezTo>
                <a:cubicBezTo>
                  <a:pt x="834715" y="120479"/>
                  <a:pt x="839285" y="121752"/>
                  <a:pt x="844946" y="121752"/>
                </a:cubicBezTo>
                <a:cubicBezTo>
                  <a:pt x="850812" y="121752"/>
                  <a:pt x="855518" y="120435"/>
                  <a:pt x="859065" y="117800"/>
                </a:cubicBezTo>
                <a:cubicBezTo>
                  <a:pt x="862612" y="115165"/>
                  <a:pt x="864419" y="111248"/>
                  <a:pt x="864488" y="106047"/>
                </a:cubicBezTo>
                <a:lnTo>
                  <a:pt x="891191" y="106047"/>
                </a:lnTo>
                <a:cubicBezTo>
                  <a:pt x="890850" y="113925"/>
                  <a:pt x="888719" y="120490"/>
                  <a:pt x="884797" y="125742"/>
                </a:cubicBezTo>
                <a:cubicBezTo>
                  <a:pt x="880875" y="130994"/>
                  <a:pt x="875520" y="134916"/>
                  <a:pt x="868734" y="137508"/>
                </a:cubicBezTo>
                <a:cubicBezTo>
                  <a:pt x="861947" y="140100"/>
                  <a:pt x="854018" y="141396"/>
                  <a:pt x="844946" y="141396"/>
                </a:cubicBezTo>
                <a:moveTo>
                  <a:pt x="821312" y="77144"/>
                </a:moveTo>
                <a:lnTo>
                  <a:pt x="864590" y="77144"/>
                </a:lnTo>
                <a:cubicBezTo>
                  <a:pt x="864385" y="69982"/>
                  <a:pt x="862322" y="64627"/>
                  <a:pt x="858400" y="61081"/>
                </a:cubicBezTo>
                <a:cubicBezTo>
                  <a:pt x="854478" y="57534"/>
                  <a:pt x="849448" y="55760"/>
                  <a:pt x="843309" y="55760"/>
                </a:cubicBezTo>
                <a:cubicBezTo>
                  <a:pt x="837034" y="55760"/>
                  <a:pt x="831901" y="57586"/>
                  <a:pt x="827911" y="61237"/>
                </a:cubicBezTo>
                <a:cubicBezTo>
                  <a:pt x="823921" y="64888"/>
                  <a:pt x="821721" y="70191"/>
                  <a:pt x="821312" y="77144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0c6cc550d449b"/>
          <a:stretch xmlns:a="http://schemas.openxmlformats.org/drawingml/2006/main"/>
        </p:blipFill>
        <p:spPr>
          <a:xfrm xmlns:a="http://schemas.openxmlformats.org/drawingml/2006/main">
            <a:off x="4879824" y="3833765"/>
            <a:ext cx="553789" cy="369193"/>
          </a:xfrm>
          <a:prstGeom xmlns:a="http://schemas.openxmlformats.org/drawingml/2006/main" prst="rect">
            <a:avLst/>
          </a:prstGeom>
        </p:spPr>
      </p:pic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61784-29F9-4064-8D9F-98C9065E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1" y="4628140"/>
            <a:ext cx="1625533" cy="583441"/>
          </a:xfrm>
          <a:custGeom xmlns:a="http://schemas.openxmlformats.org/drawingml/2006/main">
            <a:pathLst>
              <a:path w="1625533" h="583441">
                <a:moveTo>
                  <a:pt x="0" y="40277"/>
                </a:moveTo>
                <a:cubicBezTo>
                  <a:pt x="0" y="17927"/>
                  <a:pt x="17927" y="0"/>
                  <a:pt x="40277" y="0"/>
                </a:cubicBezTo>
                <a:lnTo>
                  <a:pt x="1585023" y="0"/>
                </a:lnTo>
                <a:cubicBezTo>
                  <a:pt x="1607373" y="0"/>
                  <a:pt x="1625533" y="17927"/>
                  <a:pt x="1625533" y="40277"/>
                </a:cubicBezTo>
                <a:lnTo>
                  <a:pt x="1625533" y="543164"/>
                </a:lnTo>
                <a:cubicBezTo>
                  <a:pt x="1625533" y="565281"/>
                  <a:pt x="1607373" y="583441"/>
                  <a:pt x="1585023" y="583441"/>
                </a:cubicBezTo>
                <a:lnTo>
                  <a:pt x="40277" y="583441"/>
                </a:lnTo>
                <a:cubicBezTo>
                  <a:pt x="17927" y="583441"/>
                  <a:pt x="0" y="565281"/>
                  <a:pt x="0" y="543164"/>
                </a:cubicBezTo>
                <a:lnTo>
                  <a:pt x="0" y="40277"/>
                </a:lnTo>
                <a:close/>
              </a:path>
            </a:pathLst>
          </a:custGeom>
          <a:solidFill xmlns:a="http://schemas.openxmlformats.org/drawingml/2006/main">
            <a:srgbClr val="FFF6E7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1FACA-C929-4223-A433-39268ED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1" y="4628140"/>
            <a:ext cx="1625533" cy="583441"/>
          </a:xfrm>
          <a:custGeom xmlns:a="http://schemas.openxmlformats.org/drawingml/2006/main">
            <a:pathLst>
              <a:path w="1625533" h="583441" fill="none">
                <a:moveTo>
                  <a:pt x="0" y="40277"/>
                </a:moveTo>
                <a:cubicBezTo>
                  <a:pt x="0" y="17927"/>
                  <a:pt x="17927" y="0"/>
                  <a:pt x="40277" y="0"/>
                </a:cubicBezTo>
                <a:lnTo>
                  <a:pt x="1585023" y="0"/>
                </a:lnTo>
                <a:cubicBezTo>
                  <a:pt x="1607373" y="0"/>
                  <a:pt x="1625533" y="17927"/>
                  <a:pt x="1625533" y="40277"/>
                </a:cubicBezTo>
                <a:lnTo>
                  <a:pt x="1625533" y="543164"/>
                </a:lnTo>
                <a:cubicBezTo>
                  <a:pt x="1625533" y="565281"/>
                  <a:pt x="1607373" y="583441"/>
                  <a:pt x="1585023" y="583441"/>
                </a:cubicBezTo>
                <a:lnTo>
                  <a:pt x="40277" y="583441"/>
                </a:lnTo>
                <a:cubicBezTo>
                  <a:pt x="17927" y="583441"/>
                  <a:pt x="0" y="565281"/>
                  <a:pt x="0" y="543164"/>
                </a:cubicBezTo>
                <a:lnTo>
                  <a:pt x="0" y="402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FFC04D"/>
            </a:solidFill>
            <a:miter/>
          </a:ln>
        </p:spPr>
      </p:sp>
      <p:sp>
        <p:nvSpPr>
          <p:cNvPr id="111" name="Text Other">
            <a:extLst xmlns:a="http://schemas.openxmlformats.org/drawingml/2006/main">
              <a:ext uri="{FF2B5EF4-FFF2-40B4-BE49-F238E27FC236}">
                <a16:creationId xmlns:a16="http://schemas.microsoft.com/office/drawing/2014/main" id="{9B7768B4-8CE3-43BC-9CBC-30C818E1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596" y="4714418"/>
            <a:ext cx="529441" cy="141396"/>
          </a:xfrm>
          <a:custGeom xmlns:a="http://schemas.openxmlformats.org/drawingml/2006/main">
            <a:pathLst>
              <a:path w="529441" h="141396">
                <a:moveTo>
                  <a:pt x="67117" y="141396"/>
                </a:moveTo>
                <a:cubicBezTo>
                  <a:pt x="52725" y="141396"/>
                  <a:pt x="40533" y="138480"/>
                  <a:pt x="30540" y="132648"/>
                </a:cubicBezTo>
                <a:cubicBezTo>
                  <a:pt x="20548" y="126816"/>
                  <a:pt x="12960" y="118631"/>
                  <a:pt x="7776" y="108093"/>
                </a:cubicBezTo>
                <a:cubicBezTo>
                  <a:pt x="2592" y="97555"/>
                  <a:pt x="0" y="85124"/>
                  <a:pt x="0" y="70800"/>
                </a:cubicBezTo>
                <a:cubicBezTo>
                  <a:pt x="0" y="56476"/>
                  <a:pt x="2592" y="44011"/>
                  <a:pt x="7776" y="33405"/>
                </a:cubicBezTo>
                <a:cubicBezTo>
                  <a:pt x="12960" y="22799"/>
                  <a:pt x="20548" y="14580"/>
                  <a:pt x="30540" y="8748"/>
                </a:cubicBezTo>
                <a:cubicBezTo>
                  <a:pt x="40533" y="2916"/>
                  <a:pt x="52725" y="0"/>
                  <a:pt x="67117" y="0"/>
                </a:cubicBezTo>
                <a:cubicBezTo>
                  <a:pt x="81509" y="0"/>
                  <a:pt x="93684" y="2916"/>
                  <a:pt x="103643" y="8748"/>
                </a:cubicBezTo>
                <a:cubicBezTo>
                  <a:pt x="113601" y="14580"/>
                  <a:pt x="121172" y="22799"/>
                  <a:pt x="126356" y="33405"/>
                </a:cubicBezTo>
                <a:cubicBezTo>
                  <a:pt x="131540" y="44011"/>
                  <a:pt x="134132" y="56476"/>
                  <a:pt x="134132" y="70800"/>
                </a:cubicBezTo>
                <a:cubicBezTo>
                  <a:pt x="134132" y="85124"/>
                  <a:pt x="131540" y="97555"/>
                  <a:pt x="126356" y="108093"/>
                </a:cubicBezTo>
                <a:cubicBezTo>
                  <a:pt x="121172" y="118631"/>
                  <a:pt x="113601" y="126816"/>
                  <a:pt x="103643" y="132648"/>
                </a:cubicBezTo>
                <a:cubicBezTo>
                  <a:pt x="93684" y="138480"/>
                  <a:pt x="81509" y="141396"/>
                  <a:pt x="67117" y="141396"/>
                </a:cubicBezTo>
                <a:moveTo>
                  <a:pt x="67117" y="117455"/>
                </a:moveTo>
                <a:cubicBezTo>
                  <a:pt x="76052" y="117455"/>
                  <a:pt x="83248" y="115340"/>
                  <a:pt x="88705" y="111111"/>
                </a:cubicBezTo>
                <a:cubicBezTo>
                  <a:pt x="94162" y="106882"/>
                  <a:pt x="98152" y="101221"/>
                  <a:pt x="100675" y="94127"/>
                </a:cubicBezTo>
                <a:cubicBezTo>
                  <a:pt x="103199" y="87034"/>
                  <a:pt x="104461" y="79258"/>
                  <a:pt x="104461" y="70800"/>
                </a:cubicBezTo>
                <a:cubicBezTo>
                  <a:pt x="104461" y="62206"/>
                  <a:pt x="103199" y="54362"/>
                  <a:pt x="100675" y="47268"/>
                </a:cubicBezTo>
                <a:cubicBezTo>
                  <a:pt x="98152" y="40175"/>
                  <a:pt x="94162" y="34513"/>
                  <a:pt x="88705" y="30284"/>
                </a:cubicBezTo>
                <a:cubicBezTo>
                  <a:pt x="83248" y="26056"/>
                  <a:pt x="76052" y="23941"/>
                  <a:pt x="67117" y="23941"/>
                </a:cubicBezTo>
                <a:cubicBezTo>
                  <a:pt x="58113" y="23941"/>
                  <a:pt x="50866" y="26056"/>
                  <a:pt x="45376" y="30284"/>
                </a:cubicBezTo>
                <a:cubicBezTo>
                  <a:pt x="39885" y="34513"/>
                  <a:pt x="35895" y="40175"/>
                  <a:pt x="33405" y="47268"/>
                </a:cubicBezTo>
                <a:cubicBezTo>
                  <a:pt x="30915" y="54362"/>
                  <a:pt x="29671" y="62206"/>
                  <a:pt x="29671" y="70800"/>
                </a:cubicBezTo>
                <a:cubicBezTo>
                  <a:pt x="29671" y="79258"/>
                  <a:pt x="30915" y="87034"/>
                  <a:pt x="33405" y="94127"/>
                </a:cubicBezTo>
                <a:cubicBezTo>
                  <a:pt x="35895" y="101221"/>
                  <a:pt x="39885" y="106882"/>
                  <a:pt x="45376" y="111111"/>
                </a:cubicBezTo>
                <a:cubicBezTo>
                  <a:pt x="50866" y="115340"/>
                  <a:pt x="58113" y="117455"/>
                  <a:pt x="67117" y="117455"/>
                </a:cubicBezTo>
                <a:close/>
                <a:moveTo>
                  <a:pt x="200654" y="139554"/>
                </a:moveTo>
                <a:cubicBezTo>
                  <a:pt x="190559" y="139554"/>
                  <a:pt x="182732" y="138325"/>
                  <a:pt x="177173" y="135868"/>
                </a:cubicBezTo>
                <a:cubicBezTo>
                  <a:pt x="171614" y="133408"/>
                  <a:pt x="167743" y="129598"/>
                  <a:pt x="165560" y="124438"/>
                </a:cubicBezTo>
                <a:cubicBezTo>
                  <a:pt x="163378" y="119277"/>
                  <a:pt x="162286" y="112541"/>
                  <a:pt x="162286" y="104228"/>
                </a:cubicBezTo>
                <a:lnTo>
                  <a:pt x="162286" y="59341"/>
                </a:lnTo>
                <a:lnTo>
                  <a:pt x="145712" y="59341"/>
                </a:lnTo>
                <a:lnTo>
                  <a:pt x="145712" y="38469"/>
                </a:lnTo>
                <a:lnTo>
                  <a:pt x="162286" y="38469"/>
                </a:lnTo>
                <a:lnTo>
                  <a:pt x="162286" y="14938"/>
                </a:lnTo>
                <a:lnTo>
                  <a:pt x="189399" y="14938"/>
                </a:lnTo>
                <a:lnTo>
                  <a:pt x="189399" y="38469"/>
                </a:lnTo>
                <a:lnTo>
                  <a:pt x="211192" y="38469"/>
                </a:lnTo>
                <a:lnTo>
                  <a:pt x="211192" y="59341"/>
                </a:lnTo>
                <a:lnTo>
                  <a:pt x="189399" y="59341"/>
                </a:lnTo>
                <a:lnTo>
                  <a:pt x="189399" y="102805"/>
                </a:lnTo>
                <a:cubicBezTo>
                  <a:pt x="189399" y="108168"/>
                  <a:pt x="190132" y="112138"/>
                  <a:pt x="191599" y="114715"/>
                </a:cubicBezTo>
                <a:cubicBezTo>
                  <a:pt x="193065" y="117292"/>
                  <a:pt x="196390" y="118580"/>
                  <a:pt x="201574" y="118580"/>
                </a:cubicBezTo>
                <a:lnTo>
                  <a:pt x="211192" y="118580"/>
                </a:lnTo>
                <a:lnTo>
                  <a:pt x="211192" y="139554"/>
                </a:lnTo>
                <a:lnTo>
                  <a:pt x="200654" y="139554"/>
                </a:lnTo>
                <a:close/>
                <a:moveTo>
                  <a:pt x="233213" y="139554"/>
                </a:moveTo>
                <a:lnTo>
                  <a:pt x="233213" y="1842"/>
                </a:lnTo>
                <a:lnTo>
                  <a:pt x="259814" y="1842"/>
                </a:lnTo>
                <a:lnTo>
                  <a:pt x="259814" y="53305"/>
                </a:lnTo>
                <a:cubicBezTo>
                  <a:pt x="263156" y="49008"/>
                  <a:pt x="267555" y="45205"/>
                  <a:pt x="273012" y="41897"/>
                </a:cubicBezTo>
                <a:cubicBezTo>
                  <a:pt x="278469" y="38589"/>
                  <a:pt x="285494" y="36935"/>
                  <a:pt x="294089" y="36935"/>
                </a:cubicBezTo>
                <a:cubicBezTo>
                  <a:pt x="304456" y="36935"/>
                  <a:pt x="312420" y="40028"/>
                  <a:pt x="317978" y="46213"/>
                </a:cubicBezTo>
                <a:cubicBezTo>
                  <a:pt x="323537" y="52397"/>
                  <a:pt x="326317" y="61570"/>
                  <a:pt x="326317" y="73732"/>
                </a:cubicBezTo>
                <a:lnTo>
                  <a:pt x="326317" y="139554"/>
                </a:lnTo>
                <a:lnTo>
                  <a:pt x="299204" y="139554"/>
                </a:lnTo>
                <a:lnTo>
                  <a:pt x="299204" y="76933"/>
                </a:lnTo>
                <a:cubicBezTo>
                  <a:pt x="299204" y="73326"/>
                  <a:pt x="298710" y="70136"/>
                  <a:pt x="297721" y="67363"/>
                </a:cubicBezTo>
                <a:cubicBezTo>
                  <a:pt x="296732" y="64590"/>
                  <a:pt x="295146" y="62440"/>
                  <a:pt x="292963" y="60914"/>
                </a:cubicBezTo>
                <a:cubicBezTo>
                  <a:pt x="290780" y="59388"/>
                  <a:pt x="287882" y="58625"/>
                  <a:pt x="284267" y="58625"/>
                </a:cubicBezTo>
                <a:cubicBezTo>
                  <a:pt x="278878" y="58625"/>
                  <a:pt x="274257" y="59908"/>
                  <a:pt x="270403" y="62475"/>
                </a:cubicBezTo>
                <a:cubicBezTo>
                  <a:pt x="266549" y="65041"/>
                  <a:pt x="263190" y="68161"/>
                  <a:pt x="260325" y="71836"/>
                </a:cubicBezTo>
                <a:lnTo>
                  <a:pt x="260325" y="139554"/>
                </a:lnTo>
                <a:lnTo>
                  <a:pt x="233213" y="139554"/>
                </a:lnTo>
                <a:close/>
                <a:moveTo>
                  <a:pt x="399215" y="141396"/>
                </a:moveTo>
                <a:cubicBezTo>
                  <a:pt x="388097" y="141396"/>
                  <a:pt x="378753" y="139308"/>
                  <a:pt x="371182" y="135132"/>
                </a:cubicBezTo>
                <a:cubicBezTo>
                  <a:pt x="363611" y="130957"/>
                  <a:pt x="357881" y="124935"/>
                  <a:pt x="353993" y="117068"/>
                </a:cubicBezTo>
                <a:cubicBezTo>
                  <a:pt x="350105" y="109198"/>
                  <a:pt x="348161" y="99742"/>
                  <a:pt x="348161" y="88699"/>
                </a:cubicBezTo>
                <a:cubicBezTo>
                  <a:pt x="348161" y="78000"/>
                  <a:pt x="350054" y="68787"/>
                  <a:pt x="353840" y="61058"/>
                </a:cubicBezTo>
                <a:cubicBezTo>
                  <a:pt x="357625" y="53327"/>
                  <a:pt x="363184" y="47374"/>
                  <a:pt x="370517" y="43198"/>
                </a:cubicBezTo>
                <a:cubicBezTo>
                  <a:pt x="377849" y="39023"/>
                  <a:pt x="386870" y="36935"/>
                  <a:pt x="397578" y="36935"/>
                </a:cubicBezTo>
                <a:cubicBezTo>
                  <a:pt x="412448" y="36935"/>
                  <a:pt x="424197" y="41330"/>
                  <a:pt x="432825" y="50120"/>
                </a:cubicBezTo>
                <a:cubicBezTo>
                  <a:pt x="441453" y="58911"/>
                  <a:pt x="445768" y="71442"/>
                  <a:pt x="445768" y="87714"/>
                </a:cubicBezTo>
                <a:cubicBezTo>
                  <a:pt x="445768" y="88541"/>
                  <a:pt x="445733" y="89661"/>
                  <a:pt x="445665" y="91074"/>
                </a:cubicBezTo>
                <a:cubicBezTo>
                  <a:pt x="445597" y="92487"/>
                  <a:pt x="445495" y="93573"/>
                  <a:pt x="445358" y="94332"/>
                </a:cubicBezTo>
                <a:lnTo>
                  <a:pt x="375274" y="94332"/>
                </a:lnTo>
                <a:cubicBezTo>
                  <a:pt x="375411" y="99147"/>
                  <a:pt x="376280" y="103648"/>
                  <a:pt x="377883" y="107834"/>
                </a:cubicBezTo>
                <a:cubicBezTo>
                  <a:pt x="379486" y="112020"/>
                  <a:pt x="382027" y="115387"/>
                  <a:pt x="385505" y="117934"/>
                </a:cubicBezTo>
                <a:cubicBezTo>
                  <a:pt x="388984" y="120479"/>
                  <a:pt x="393554" y="121752"/>
                  <a:pt x="399215" y="121752"/>
                </a:cubicBezTo>
                <a:cubicBezTo>
                  <a:pt x="405081" y="121752"/>
                  <a:pt x="409788" y="120435"/>
                  <a:pt x="413334" y="117800"/>
                </a:cubicBezTo>
                <a:cubicBezTo>
                  <a:pt x="416881" y="115165"/>
                  <a:pt x="418689" y="111248"/>
                  <a:pt x="418757" y="106047"/>
                </a:cubicBezTo>
                <a:lnTo>
                  <a:pt x="445461" y="106047"/>
                </a:lnTo>
                <a:cubicBezTo>
                  <a:pt x="445120" y="113925"/>
                  <a:pt x="442988" y="120490"/>
                  <a:pt x="439066" y="125742"/>
                </a:cubicBezTo>
                <a:cubicBezTo>
                  <a:pt x="435144" y="130994"/>
                  <a:pt x="429790" y="134916"/>
                  <a:pt x="423003" y="137508"/>
                </a:cubicBezTo>
                <a:cubicBezTo>
                  <a:pt x="416216" y="140100"/>
                  <a:pt x="408287" y="141396"/>
                  <a:pt x="399215" y="141396"/>
                </a:cubicBezTo>
                <a:moveTo>
                  <a:pt x="375581" y="77144"/>
                </a:moveTo>
                <a:lnTo>
                  <a:pt x="418859" y="77144"/>
                </a:lnTo>
                <a:cubicBezTo>
                  <a:pt x="418655" y="69982"/>
                  <a:pt x="416591" y="64627"/>
                  <a:pt x="412669" y="61081"/>
                </a:cubicBezTo>
                <a:cubicBezTo>
                  <a:pt x="408747" y="57534"/>
                  <a:pt x="403717" y="55760"/>
                  <a:pt x="397578" y="55760"/>
                </a:cubicBezTo>
                <a:cubicBezTo>
                  <a:pt x="391303" y="55760"/>
                  <a:pt x="386170" y="57586"/>
                  <a:pt x="382180" y="61237"/>
                </a:cubicBezTo>
                <a:cubicBezTo>
                  <a:pt x="378190" y="64888"/>
                  <a:pt x="375990" y="70191"/>
                  <a:pt x="375581" y="77144"/>
                </a:cubicBezTo>
                <a:close/>
                <a:moveTo>
                  <a:pt x="470407" y="139554"/>
                </a:moveTo>
                <a:lnTo>
                  <a:pt x="470407" y="38469"/>
                </a:lnTo>
                <a:lnTo>
                  <a:pt x="496394" y="38469"/>
                </a:lnTo>
                <a:lnTo>
                  <a:pt x="496906" y="55556"/>
                </a:lnTo>
                <a:cubicBezTo>
                  <a:pt x="499498" y="49553"/>
                  <a:pt x="503386" y="44949"/>
                  <a:pt x="508570" y="41743"/>
                </a:cubicBezTo>
                <a:cubicBezTo>
                  <a:pt x="513753" y="38538"/>
                  <a:pt x="520029" y="36935"/>
                  <a:pt x="527395" y="36935"/>
                </a:cubicBezTo>
                <a:lnTo>
                  <a:pt x="529441" y="36935"/>
                </a:lnTo>
                <a:lnTo>
                  <a:pt x="529441" y="59750"/>
                </a:lnTo>
                <a:lnTo>
                  <a:pt x="526884" y="59750"/>
                </a:lnTo>
                <a:cubicBezTo>
                  <a:pt x="522859" y="59750"/>
                  <a:pt x="519006" y="60115"/>
                  <a:pt x="515322" y="60844"/>
                </a:cubicBezTo>
                <a:cubicBezTo>
                  <a:pt x="511639" y="61573"/>
                  <a:pt x="508297" y="62823"/>
                  <a:pt x="505296" y="64594"/>
                </a:cubicBezTo>
                <a:cubicBezTo>
                  <a:pt x="502294" y="66366"/>
                  <a:pt x="499703" y="68814"/>
                  <a:pt x="497520" y="71938"/>
                </a:cubicBezTo>
                <a:lnTo>
                  <a:pt x="497520" y="139554"/>
                </a:lnTo>
                <a:lnTo>
                  <a:pt x="470407" y="139554"/>
                </a:lnTo>
                <a:close/>
              </a:path>
            </a:pathLst>
          </a:custGeom>
          <a:solidFill xmlns:a="http://schemas.openxmlformats.org/drawingml/2006/main">
            <a:srgbClr val="FFC0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Requirements">
            <a:extLst xmlns:a="http://schemas.openxmlformats.org/drawingml/2006/main">
              <a:ext uri="{FF2B5EF4-FFF2-40B4-BE49-F238E27FC236}">
                <a16:creationId xmlns:a16="http://schemas.microsoft.com/office/drawing/2014/main" id="{8D2E2C59-B5FF-42AC-A280-D6202A13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36" y="4964838"/>
            <a:ext cx="1328593" cy="177205"/>
          </a:xfrm>
          <a:custGeom xmlns:a="http://schemas.openxmlformats.org/drawingml/2006/main">
            <a:pathLst>
              <a:path w="1328593" h="177205">
                <a:moveTo>
                  <a:pt x="510076" y="26337"/>
                </a:moveTo>
                <a:lnTo>
                  <a:pt x="510656" y="26291"/>
                </a:lnTo>
                <a:lnTo>
                  <a:pt x="511223" y="26232"/>
                </a:lnTo>
                <a:lnTo>
                  <a:pt x="511778" y="26160"/>
                </a:lnTo>
                <a:lnTo>
                  <a:pt x="512321" y="26075"/>
                </a:lnTo>
                <a:lnTo>
                  <a:pt x="512851" y="25976"/>
                </a:lnTo>
                <a:lnTo>
                  <a:pt x="513369" y="25864"/>
                </a:lnTo>
                <a:lnTo>
                  <a:pt x="513875" y="25739"/>
                </a:lnTo>
                <a:lnTo>
                  <a:pt x="514369" y="25601"/>
                </a:lnTo>
                <a:lnTo>
                  <a:pt x="514850" y="25450"/>
                </a:lnTo>
                <a:lnTo>
                  <a:pt x="515320" y="25286"/>
                </a:lnTo>
                <a:lnTo>
                  <a:pt x="515776" y="25108"/>
                </a:lnTo>
                <a:lnTo>
                  <a:pt x="516221" y="24918"/>
                </a:lnTo>
                <a:lnTo>
                  <a:pt x="516654" y="24714"/>
                </a:lnTo>
                <a:lnTo>
                  <a:pt x="517074" y="24497"/>
                </a:lnTo>
                <a:lnTo>
                  <a:pt x="517482" y="24267"/>
                </a:lnTo>
                <a:lnTo>
                  <a:pt x="517877" y="24024"/>
                </a:lnTo>
                <a:lnTo>
                  <a:pt x="518261" y="23768"/>
                </a:lnTo>
                <a:lnTo>
                  <a:pt x="518632" y="23498"/>
                </a:lnTo>
                <a:lnTo>
                  <a:pt x="518991" y="23216"/>
                </a:lnTo>
                <a:lnTo>
                  <a:pt x="519337" y="22920"/>
                </a:lnTo>
                <a:lnTo>
                  <a:pt x="519672" y="22611"/>
                </a:lnTo>
                <a:lnTo>
                  <a:pt x="519993" y="22292"/>
                </a:lnTo>
                <a:lnTo>
                  <a:pt x="520301" y="21967"/>
                </a:lnTo>
                <a:lnTo>
                  <a:pt x="520595" y="21636"/>
                </a:lnTo>
                <a:lnTo>
                  <a:pt x="520875" y="21298"/>
                </a:lnTo>
                <a:lnTo>
                  <a:pt x="521142" y="20954"/>
                </a:lnTo>
                <a:lnTo>
                  <a:pt x="521395" y="20603"/>
                </a:lnTo>
                <a:lnTo>
                  <a:pt x="521634" y="20246"/>
                </a:lnTo>
                <a:lnTo>
                  <a:pt x="521860" y="19883"/>
                </a:lnTo>
                <a:lnTo>
                  <a:pt x="522072" y="19513"/>
                </a:lnTo>
                <a:lnTo>
                  <a:pt x="522270" y="19137"/>
                </a:lnTo>
                <a:lnTo>
                  <a:pt x="522455" y="18754"/>
                </a:lnTo>
                <a:lnTo>
                  <a:pt x="522626" y="18365"/>
                </a:lnTo>
                <a:lnTo>
                  <a:pt x="522783" y="17970"/>
                </a:lnTo>
                <a:lnTo>
                  <a:pt x="522927" y="17568"/>
                </a:lnTo>
                <a:lnTo>
                  <a:pt x="523057" y="17160"/>
                </a:lnTo>
                <a:lnTo>
                  <a:pt x="523173" y="16745"/>
                </a:lnTo>
                <a:lnTo>
                  <a:pt x="523276" y="16324"/>
                </a:lnTo>
                <a:lnTo>
                  <a:pt x="523365" y="15897"/>
                </a:lnTo>
                <a:lnTo>
                  <a:pt x="523440" y="15463"/>
                </a:lnTo>
                <a:lnTo>
                  <a:pt x="523501" y="15023"/>
                </a:lnTo>
                <a:lnTo>
                  <a:pt x="523549" y="14576"/>
                </a:lnTo>
                <a:lnTo>
                  <a:pt x="523583" y="14123"/>
                </a:lnTo>
                <a:lnTo>
                  <a:pt x="523604" y="13664"/>
                </a:lnTo>
                <a:lnTo>
                  <a:pt x="523611" y="13198"/>
                </a:lnTo>
                <a:lnTo>
                  <a:pt x="523604" y="12724"/>
                </a:lnTo>
                <a:lnTo>
                  <a:pt x="523583" y="12257"/>
                </a:lnTo>
                <a:lnTo>
                  <a:pt x="523549" y="11797"/>
                </a:lnTo>
                <a:lnTo>
                  <a:pt x="523501" y="11344"/>
                </a:lnTo>
                <a:lnTo>
                  <a:pt x="523440" y="10898"/>
                </a:lnTo>
                <a:lnTo>
                  <a:pt x="523365" y="10458"/>
                </a:lnTo>
                <a:lnTo>
                  <a:pt x="523276" y="10026"/>
                </a:lnTo>
                <a:lnTo>
                  <a:pt x="523173" y="9600"/>
                </a:lnTo>
                <a:lnTo>
                  <a:pt x="523057" y="9182"/>
                </a:lnTo>
                <a:lnTo>
                  <a:pt x="522927" y="8770"/>
                </a:lnTo>
                <a:lnTo>
                  <a:pt x="522783" y="8365"/>
                </a:lnTo>
                <a:lnTo>
                  <a:pt x="522626" y="7968"/>
                </a:lnTo>
                <a:lnTo>
                  <a:pt x="522455" y="7577"/>
                </a:lnTo>
                <a:lnTo>
                  <a:pt x="522270" y="7193"/>
                </a:lnTo>
                <a:lnTo>
                  <a:pt x="522072" y="6816"/>
                </a:lnTo>
                <a:lnTo>
                  <a:pt x="521860" y="6446"/>
                </a:lnTo>
                <a:lnTo>
                  <a:pt x="521634" y="6083"/>
                </a:lnTo>
                <a:lnTo>
                  <a:pt x="521395" y="5726"/>
                </a:lnTo>
                <a:lnTo>
                  <a:pt x="521142" y="5377"/>
                </a:lnTo>
                <a:lnTo>
                  <a:pt x="520875" y="5035"/>
                </a:lnTo>
                <a:lnTo>
                  <a:pt x="520595" y="4699"/>
                </a:lnTo>
                <a:lnTo>
                  <a:pt x="520301" y="4371"/>
                </a:lnTo>
                <a:lnTo>
                  <a:pt x="519993" y="4049"/>
                </a:lnTo>
                <a:lnTo>
                  <a:pt x="519672" y="3734"/>
                </a:lnTo>
                <a:lnTo>
                  <a:pt x="519337" y="3430"/>
                </a:lnTo>
                <a:lnTo>
                  <a:pt x="518991" y="3138"/>
                </a:lnTo>
                <a:lnTo>
                  <a:pt x="518632" y="2859"/>
                </a:lnTo>
                <a:lnTo>
                  <a:pt x="518261" y="2593"/>
                </a:lnTo>
                <a:lnTo>
                  <a:pt x="517877" y="2340"/>
                </a:lnTo>
                <a:lnTo>
                  <a:pt x="517482" y="2101"/>
                </a:lnTo>
                <a:lnTo>
                  <a:pt x="517074" y="1874"/>
                </a:lnTo>
                <a:lnTo>
                  <a:pt x="516654" y="1660"/>
                </a:lnTo>
                <a:lnTo>
                  <a:pt x="516221" y="1459"/>
                </a:lnTo>
                <a:lnTo>
                  <a:pt x="515776" y="1271"/>
                </a:lnTo>
                <a:lnTo>
                  <a:pt x="515320" y="1096"/>
                </a:lnTo>
                <a:lnTo>
                  <a:pt x="514850" y="934"/>
                </a:lnTo>
                <a:lnTo>
                  <a:pt x="514369" y="784"/>
                </a:lnTo>
                <a:lnTo>
                  <a:pt x="513875" y="648"/>
                </a:lnTo>
                <a:lnTo>
                  <a:pt x="513369" y="525"/>
                </a:lnTo>
                <a:lnTo>
                  <a:pt x="512851" y="415"/>
                </a:lnTo>
                <a:lnTo>
                  <a:pt x="512321" y="318"/>
                </a:lnTo>
                <a:lnTo>
                  <a:pt x="511778" y="233"/>
                </a:lnTo>
                <a:lnTo>
                  <a:pt x="511223" y="162"/>
                </a:lnTo>
                <a:lnTo>
                  <a:pt x="510656" y="104"/>
                </a:lnTo>
                <a:lnTo>
                  <a:pt x="510076" y="58"/>
                </a:lnTo>
                <a:lnTo>
                  <a:pt x="509484" y="26"/>
                </a:lnTo>
                <a:lnTo>
                  <a:pt x="508880" y="6"/>
                </a:lnTo>
                <a:lnTo>
                  <a:pt x="508264" y="0"/>
                </a:lnTo>
                <a:lnTo>
                  <a:pt x="507648" y="6"/>
                </a:lnTo>
                <a:lnTo>
                  <a:pt x="507044" y="26"/>
                </a:lnTo>
                <a:lnTo>
                  <a:pt x="506452" y="58"/>
                </a:lnTo>
                <a:lnTo>
                  <a:pt x="505872" y="104"/>
                </a:lnTo>
                <a:lnTo>
                  <a:pt x="505305" y="162"/>
                </a:lnTo>
                <a:lnTo>
                  <a:pt x="504750" y="233"/>
                </a:lnTo>
                <a:lnTo>
                  <a:pt x="504207" y="318"/>
                </a:lnTo>
                <a:lnTo>
                  <a:pt x="503677" y="415"/>
                </a:lnTo>
                <a:lnTo>
                  <a:pt x="503159" y="525"/>
                </a:lnTo>
                <a:lnTo>
                  <a:pt x="502653" y="648"/>
                </a:lnTo>
                <a:lnTo>
                  <a:pt x="502159" y="784"/>
                </a:lnTo>
                <a:lnTo>
                  <a:pt x="501678" y="934"/>
                </a:lnTo>
                <a:lnTo>
                  <a:pt x="501208" y="1096"/>
                </a:lnTo>
                <a:lnTo>
                  <a:pt x="500751" y="1271"/>
                </a:lnTo>
                <a:lnTo>
                  <a:pt x="500307" y="1459"/>
                </a:lnTo>
                <a:lnTo>
                  <a:pt x="499874" y="1660"/>
                </a:lnTo>
                <a:lnTo>
                  <a:pt x="499454" y="1874"/>
                </a:lnTo>
                <a:lnTo>
                  <a:pt x="499046" y="2101"/>
                </a:lnTo>
                <a:lnTo>
                  <a:pt x="498651" y="2340"/>
                </a:lnTo>
                <a:lnTo>
                  <a:pt x="498267" y="2593"/>
                </a:lnTo>
                <a:lnTo>
                  <a:pt x="497896" y="2859"/>
                </a:lnTo>
                <a:lnTo>
                  <a:pt x="497537" y="3138"/>
                </a:lnTo>
                <a:lnTo>
                  <a:pt x="497191" y="3430"/>
                </a:lnTo>
                <a:lnTo>
                  <a:pt x="496856" y="3734"/>
                </a:lnTo>
                <a:lnTo>
                  <a:pt x="496535" y="4049"/>
                </a:lnTo>
                <a:lnTo>
                  <a:pt x="496227" y="4371"/>
                </a:lnTo>
                <a:lnTo>
                  <a:pt x="495933" y="4699"/>
                </a:lnTo>
                <a:lnTo>
                  <a:pt x="495653" y="5035"/>
                </a:lnTo>
                <a:lnTo>
                  <a:pt x="495386" y="5377"/>
                </a:lnTo>
                <a:lnTo>
                  <a:pt x="495133" y="5726"/>
                </a:lnTo>
                <a:lnTo>
                  <a:pt x="494893" y="6083"/>
                </a:lnTo>
                <a:lnTo>
                  <a:pt x="494668" y="6446"/>
                </a:lnTo>
                <a:lnTo>
                  <a:pt x="494456" y="6816"/>
                </a:lnTo>
                <a:lnTo>
                  <a:pt x="494257" y="7193"/>
                </a:lnTo>
                <a:lnTo>
                  <a:pt x="494073" y="7577"/>
                </a:lnTo>
                <a:lnTo>
                  <a:pt x="493902" y="7968"/>
                </a:lnTo>
                <a:lnTo>
                  <a:pt x="493745" y="8365"/>
                </a:lnTo>
                <a:lnTo>
                  <a:pt x="493601" y="8770"/>
                </a:lnTo>
                <a:lnTo>
                  <a:pt x="493471" y="9182"/>
                </a:lnTo>
                <a:lnTo>
                  <a:pt x="493355" y="9600"/>
                </a:lnTo>
                <a:lnTo>
                  <a:pt x="493252" y="10026"/>
                </a:lnTo>
                <a:lnTo>
                  <a:pt x="493163" y="10458"/>
                </a:lnTo>
                <a:lnTo>
                  <a:pt x="493088" y="10898"/>
                </a:lnTo>
                <a:lnTo>
                  <a:pt x="493027" y="11344"/>
                </a:lnTo>
                <a:lnTo>
                  <a:pt x="492979" y="11797"/>
                </a:lnTo>
                <a:lnTo>
                  <a:pt x="492944" y="12257"/>
                </a:lnTo>
                <a:lnTo>
                  <a:pt x="492924" y="12724"/>
                </a:lnTo>
                <a:lnTo>
                  <a:pt x="492917" y="13198"/>
                </a:lnTo>
                <a:lnTo>
                  <a:pt x="492924" y="13664"/>
                </a:lnTo>
                <a:lnTo>
                  <a:pt x="492944" y="14123"/>
                </a:lnTo>
                <a:lnTo>
                  <a:pt x="492979" y="14576"/>
                </a:lnTo>
                <a:lnTo>
                  <a:pt x="493027" y="15023"/>
                </a:lnTo>
                <a:lnTo>
                  <a:pt x="493088" y="15463"/>
                </a:lnTo>
                <a:lnTo>
                  <a:pt x="493163" y="15897"/>
                </a:lnTo>
                <a:lnTo>
                  <a:pt x="493252" y="16324"/>
                </a:lnTo>
                <a:lnTo>
                  <a:pt x="493355" y="16745"/>
                </a:lnTo>
                <a:lnTo>
                  <a:pt x="493471" y="17160"/>
                </a:lnTo>
                <a:lnTo>
                  <a:pt x="493601" y="17568"/>
                </a:lnTo>
                <a:lnTo>
                  <a:pt x="493745" y="17970"/>
                </a:lnTo>
                <a:lnTo>
                  <a:pt x="493902" y="18365"/>
                </a:lnTo>
                <a:lnTo>
                  <a:pt x="494073" y="18754"/>
                </a:lnTo>
                <a:lnTo>
                  <a:pt x="494257" y="19137"/>
                </a:lnTo>
                <a:lnTo>
                  <a:pt x="494456" y="19513"/>
                </a:lnTo>
                <a:lnTo>
                  <a:pt x="494668" y="19883"/>
                </a:lnTo>
                <a:lnTo>
                  <a:pt x="494893" y="20246"/>
                </a:lnTo>
                <a:lnTo>
                  <a:pt x="495133" y="20603"/>
                </a:lnTo>
                <a:lnTo>
                  <a:pt x="495386" y="20954"/>
                </a:lnTo>
                <a:lnTo>
                  <a:pt x="495653" y="21298"/>
                </a:lnTo>
                <a:lnTo>
                  <a:pt x="495933" y="21636"/>
                </a:lnTo>
                <a:lnTo>
                  <a:pt x="496227" y="21967"/>
                </a:lnTo>
                <a:lnTo>
                  <a:pt x="496535" y="22292"/>
                </a:lnTo>
                <a:lnTo>
                  <a:pt x="496856" y="22611"/>
                </a:lnTo>
                <a:lnTo>
                  <a:pt x="497191" y="22920"/>
                </a:lnTo>
                <a:lnTo>
                  <a:pt x="497537" y="23216"/>
                </a:lnTo>
                <a:lnTo>
                  <a:pt x="497896" y="23498"/>
                </a:lnTo>
                <a:lnTo>
                  <a:pt x="498267" y="23768"/>
                </a:lnTo>
                <a:lnTo>
                  <a:pt x="498651" y="24024"/>
                </a:lnTo>
                <a:lnTo>
                  <a:pt x="499046" y="24267"/>
                </a:lnTo>
                <a:lnTo>
                  <a:pt x="499454" y="24497"/>
                </a:lnTo>
                <a:lnTo>
                  <a:pt x="499874" y="24714"/>
                </a:lnTo>
                <a:lnTo>
                  <a:pt x="500307" y="24918"/>
                </a:lnTo>
                <a:lnTo>
                  <a:pt x="500751" y="25108"/>
                </a:lnTo>
                <a:lnTo>
                  <a:pt x="501208" y="25286"/>
                </a:lnTo>
                <a:lnTo>
                  <a:pt x="501678" y="25450"/>
                </a:lnTo>
                <a:lnTo>
                  <a:pt x="502159" y="25601"/>
                </a:lnTo>
                <a:lnTo>
                  <a:pt x="502653" y="25739"/>
                </a:lnTo>
                <a:lnTo>
                  <a:pt x="503159" y="25864"/>
                </a:lnTo>
                <a:lnTo>
                  <a:pt x="503677" y="25976"/>
                </a:lnTo>
                <a:lnTo>
                  <a:pt x="504207" y="26075"/>
                </a:lnTo>
                <a:lnTo>
                  <a:pt x="504750" y="26160"/>
                </a:lnTo>
                <a:lnTo>
                  <a:pt x="505305" y="26232"/>
                </a:lnTo>
                <a:lnTo>
                  <a:pt x="505872" y="26291"/>
                </a:lnTo>
                <a:lnTo>
                  <a:pt x="506452" y="26337"/>
                </a:lnTo>
                <a:lnTo>
                  <a:pt x="507044" y="26370"/>
                </a:lnTo>
                <a:lnTo>
                  <a:pt x="507648" y="26390"/>
                </a:lnTo>
                <a:lnTo>
                  <a:pt x="508264" y="26397"/>
                </a:lnTo>
                <a:lnTo>
                  <a:pt x="508880" y="26390"/>
                </a:lnTo>
                <a:lnTo>
                  <a:pt x="509484" y="26370"/>
                </a:lnTo>
                <a:lnTo>
                  <a:pt x="510076" y="26337"/>
                </a:lnTo>
                <a:close/>
                <a:moveTo>
                  <a:pt x="51815" y="87789"/>
                </a:moveTo>
                <a:lnTo>
                  <a:pt x="52462" y="87804"/>
                </a:lnTo>
                <a:lnTo>
                  <a:pt x="53098" y="87828"/>
                </a:lnTo>
                <a:lnTo>
                  <a:pt x="53721" y="87862"/>
                </a:lnTo>
                <a:lnTo>
                  <a:pt x="54333" y="87906"/>
                </a:lnTo>
                <a:lnTo>
                  <a:pt x="54932" y="87960"/>
                </a:lnTo>
                <a:lnTo>
                  <a:pt x="55520" y="88024"/>
                </a:lnTo>
                <a:lnTo>
                  <a:pt x="56096" y="88097"/>
                </a:lnTo>
                <a:lnTo>
                  <a:pt x="56660" y="88181"/>
                </a:lnTo>
                <a:lnTo>
                  <a:pt x="57211" y="88274"/>
                </a:lnTo>
                <a:lnTo>
                  <a:pt x="57752" y="88376"/>
                </a:lnTo>
                <a:lnTo>
                  <a:pt x="58280" y="88489"/>
                </a:lnTo>
                <a:lnTo>
                  <a:pt x="58796" y="88611"/>
                </a:lnTo>
                <a:lnTo>
                  <a:pt x="59300" y="88744"/>
                </a:lnTo>
                <a:lnTo>
                  <a:pt x="59793" y="88886"/>
                </a:lnTo>
                <a:lnTo>
                  <a:pt x="60273" y="89037"/>
                </a:lnTo>
                <a:lnTo>
                  <a:pt x="60742" y="89199"/>
                </a:lnTo>
                <a:lnTo>
                  <a:pt x="61199" y="89370"/>
                </a:lnTo>
                <a:lnTo>
                  <a:pt x="61644" y="89551"/>
                </a:lnTo>
                <a:lnTo>
                  <a:pt x="62077" y="89742"/>
                </a:lnTo>
                <a:lnTo>
                  <a:pt x="62498" y="89943"/>
                </a:lnTo>
                <a:lnTo>
                  <a:pt x="62907" y="90154"/>
                </a:lnTo>
                <a:lnTo>
                  <a:pt x="63304" y="90374"/>
                </a:lnTo>
                <a:lnTo>
                  <a:pt x="63690" y="90604"/>
                </a:lnTo>
                <a:lnTo>
                  <a:pt x="64066" y="90844"/>
                </a:lnTo>
                <a:lnTo>
                  <a:pt x="64435" y="91094"/>
                </a:lnTo>
                <a:lnTo>
                  <a:pt x="64798" y="91354"/>
                </a:lnTo>
                <a:lnTo>
                  <a:pt x="65155" y="91624"/>
                </a:lnTo>
                <a:lnTo>
                  <a:pt x="65504" y="91905"/>
                </a:lnTo>
                <a:lnTo>
                  <a:pt x="65848" y="92195"/>
                </a:lnTo>
                <a:lnTo>
                  <a:pt x="66184" y="92496"/>
                </a:lnTo>
                <a:lnTo>
                  <a:pt x="66514" y="92807"/>
                </a:lnTo>
                <a:lnTo>
                  <a:pt x="66838" y="93128"/>
                </a:lnTo>
                <a:lnTo>
                  <a:pt x="67155" y="93459"/>
                </a:lnTo>
                <a:lnTo>
                  <a:pt x="67465" y="93801"/>
                </a:lnTo>
                <a:lnTo>
                  <a:pt x="67769" y="94152"/>
                </a:lnTo>
                <a:lnTo>
                  <a:pt x="68066" y="94514"/>
                </a:lnTo>
                <a:lnTo>
                  <a:pt x="68357" y="94886"/>
                </a:lnTo>
                <a:lnTo>
                  <a:pt x="68641" y="95268"/>
                </a:lnTo>
                <a:lnTo>
                  <a:pt x="68919" y="95660"/>
                </a:lnTo>
                <a:lnTo>
                  <a:pt x="69190" y="96062"/>
                </a:lnTo>
                <a:lnTo>
                  <a:pt x="69454" y="96475"/>
                </a:lnTo>
                <a:lnTo>
                  <a:pt x="69712" y="96898"/>
                </a:lnTo>
                <a:lnTo>
                  <a:pt x="69963" y="97330"/>
                </a:lnTo>
                <a:lnTo>
                  <a:pt x="70208" y="97773"/>
                </a:lnTo>
                <a:lnTo>
                  <a:pt x="70446" y="98226"/>
                </a:lnTo>
                <a:lnTo>
                  <a:pt x="70678" y="98690"/>
                </a:lnTo>
                <a:lnTo>
                  <a:pt x="70903" y="99163"/>
                </a:lnTo>
                <a:lnTo>
                  <a:pt x="71123" y="99647"/>
                </a:lnTo>
                <a:lnTo>
                  <a:pt x="71342" y="100142"/>
                </a:lnTo>
                <a:lnTo>
                  <a:pt x="71558" y="100649"/>
                </a:lnTo>
                <a:lnTo>
                  <a:pt x="71772" y="101167"/>
                </a:lnTo>
                <a:lnTo>
                  <a:pt x="71984" y="101697"/>
                </a:lnTo>
                <a:lnTo>
                  <a:pt x="72194" y="102238"/>
                </a:lnTo>
                <a:lnTo>
                  <a:pt x="72402" y="102790"/>
                </a:lnTo>
                <a:lnTo>
                  <a:pt x="72608" y="103354"/>
                </a:lnTo>
                <a:lnTo>
                  <a:pt x="72811" y="103929"/>
                </a:lnTo>
                <a:lnTo>
                  <a:pt x="73013" y="104516"/>
                </a:lnTo>
                <a:lnTo>
                  <a:pt x="73212" y="105114"/>
                </a:lnTo>
                <a:lnTo>
                  <a:pt x="73409" y="105723"/>
                </a:lnTo>
                <a:lnTo>
                  <a:pt x="73604" y="106344"/>
                </a:lnTo>
                <a:lnTo>
                  <a:pt x="73797" y="106976"/>
                </a:lnTo>
                <a:lnTo>
                  <a:pt x="73988" y="107620"/>
                </a:lnTo>
                <a:lnTo>
                  <a:pt x="74177" y="108275"/>
                </a:lnTo>
                <a:lnTo>
                  <a:pt x="74363" y="108941"/>
                </a:lnTo>
                <a:lnTo>
                  <a:pt x="74547" y="109619"/>
                </a:lnTo>
                <a:lnTo>
                  <a:pt x="74730" y="110308"/>
                </a:lnTo>
                <a:lnTo>
                  <a:pt x="74910" y="111009"/>
                </a:lnTo>
                <a:lnTo>
                  <a:pt x="75088" y="111721"/>
                </a:lnTo>
                <a:lnTo>
                  <a:pt x="75264" y="112444"/>
                </a:lnTo>
                <a:lnTo>
                  <a:pt x="75437" y="113179"/>
                </a:lnTo>
                <a:lnTo>
                  <a:pt x="75609" y="113925"/>
                </a:lnTo>
                <a:lnTo>
                  <a:pt x="82055" y="140577"/>
                </a:lnTo>
                <a:lnTo>
                  <a:pt x="112134" y="140577"/>
                </a:lnTo>
                <a:lnTo>
                  <a:pt x="103029" y="108195"/>
                </a:lnTo>
                <a:lnTo>
                  <a:pt x="102806" y="107389"/>
                </a:lnTo>
                <a:lnTo>
                  <a:pt x="102581" y="106594"/>
                </a:lnTo>
                <a:lnTo>
                  <a:pt x="102355" y="105810"/>
                </a:lnTo>
                <a:lnTo>
                  <a:pt x="102126" y="105036"/>
                </a:lnTo>
                <a:lnTo>
                  <a:pt x="101896" y="104272"/>
                </a:lnTo>
                <a:lnTo>
                  <a:pt x="101663" y="103520"/>
                </a:lnTo>
                <a:lnTo>
                  <a:pt x="101429" y="102778"/>
                </a:lnTo>
                <a:lnTo>
                  <a:pt x="101193" y="102047"/>
                </a:lnTo>
                <a:lnTo>
                  <a:pt x="100954" y="101326"/>
                </a:lnTo>
                <a:lnTo>
                  <a:pt x="100714" y="100616"/>
                </a:lnTo>
                <a:lnTo>
                  <a:pt x="100472" y="99917"/>
                </a:lnTo>
                <a:lnTo>
                  <a:pt x="100228" y="99229"/>
                </a:lnTo>
                <a:lnTo>
                  <a:pt x="99982" y="98551"/>
                </a:lnTo>
                <a:lnTo>
                  <a:pt x="99734" y="97884"/>
                </a:lnTo>
                <a:lnTo>
                  <a:pt x="99484" y="97227"/>
                </a:lnTo>
                <a:lnTo>
                  <a:pt x="99232" y="96582"/>
                </a:lnTo>
                <a:lnTo>
                  <a:pt x="98978" y="95946"/>
                </a:lnTo>
                <a:lnTo>
                  <a:pt x="98722" y="95322"/>
                </a:lnTo>
                <a:lnTo>
                  <a:pt x="98464" y="94708"/>
                </a:lnTo>
                <a:lnTo>
                  <a:pt x="98204" y="94105"/>
                </a:lnTo>
                <a:lnTo>
                  <a:pt x="97943" y="93513"/>
                </a:lnTo>
                <a:lnTo>
                  <a:pt x="97679" y="92931"/>
                </a:lnTo>
                <a:lnTo>
                  <a:pt x="97413" y="92360"/>
                </a:lnTo>
                <a:lnTo>
                  <a:pt x="97146" y="91800"/>
                </a:lnTo>
                <a:lnTo>
                  <a:pt x="96874" y="91250"/>
                </a:lnTo>
                <a:lnTo>
                  <a:pt x="96595" y="90709"/>
                </a:lnTo>
                <a:lnTo>
                  <a:pt x="96309" y="90177"/>
                </a:lnTo>
                <a:lnTo>
                  <a:pt x="96016" y="89655"/>
                </a:lnTo>
                <a:lnTo>
                  <a:pt x="95716" y="89143"/>
                </a:lnTo>
                <a:lnTo>
                  <a:pt x="95410" y="88640"/>
                </a:lnTo>
                <a:lnTo>
                  <a:pt x="95096" y="88146"/>
                </a:lnTo>
                <a:lnTo>
                  <a:pt x="94775" y="87662"/>
                </a:lnTo>
                <a:lnTo>
                  <a:pt x="94448" y="87187"/>
                </a:lnTo>
                <a:lnTo>
                  <a:pt x="94114" y="86721"/>
                </a:lnTo>
                <a:lnTo>
                  <a:pt x="93772" y="86265"/>
                </a:lnTo>
                <a:lnTo>
                  <a:pt x="93424" y="85819"/>
                </a:lnTo>
                <a:lnTo>
                  <a:pt x="93069" y="85381"/>
                </a:lnTo>
                <a:lnTo>
                  <a:pt x="92707" y="84954"/>
                </a:lnTo>
                <a:lnTo>
                  <a:pt x="92338" y="84535"/>
                </a:lnTo>
                <a:lnTo>
                  <a:pt x="91962" y="84126"/>
                </a:lnTo>
                <a:lnTo>
                  <a:pt x="91579" y="83727"/>
                </a:lnTo>
                <a:lnTo>
                  <a:pt x="91189" y="83337"/>
                </a:lnTo>
                <a:lnTo>
                  <a:pt x="90792" y="82956"/>
                </a:lnTo>
                <a:lnTo>
                  <a:pt x="90389" y="82585"/>
                </a:lnTo>
                <a:lnTo>
                  <a:pt x="89978" y="82223"/>
                </a:lnTo>
                <a:lnTo>
                  <a:pt x="89561" y="81871"/>
                </a:lnTo>
                <a:lnTo>
                  <a:pt x="89136" y="81528"/>
                </a:lnTo>
                <a:lnTo>
                  <a:pt x="88705" y="81195"/>
                </a:lnTo>
                <a:lnTo>
                  <a:pt x="88264" y="80870"/>
                </a:lnTo>
                <a:lnTo>
                  <a:pt x="87811" y="80555"/>
                </a:lnTo>
                <a:lnTo>
                  <a:pt x="87346" y="80249"/>
                </a:lnTo>
                <a:lnTo>
                  <a:pt x="86869" y="79952"/>
                </a:lnTo>
                <a:lnTo>
                  <a:pt x="86380" y="79664"/>
                </a:lnTo>
                <a:lnTo>
                  <a:pt x="85879" y="79385"/>
                </a:lnTo>
                <a:lnTo>
                  <a:pt x="85365" y="79115"/>
                </a:lnTo>
                <a:lnTo>
                  <a:pt x="84840" y="78854"/>
                </a:lnTo>
                <a:lnTo>
                  <a:pt x="84302" y="78603"/>
                </a:lnTo>
                <a:lnTo>
                  <a:pt x="83753" y="78360"/>
                </a:lnTo>
                <a:lnTo>
                  <a:pt x="83191" y="78127"/>
                </a:lnTo>
                <a:lnTo>
                  <a:pt x="82617" y="77902"/>
                </a:lnTo>
                <a:lnTo>
                  <a:pt x="82032" y="77687"/>
                </a:lnTo>
                <a:lnTo>
                  <a:pt x="81434" y="77480"/>
                </a:lnTo>
                <a:lnTo>
                  <a:pt x="80824" y="77283"/>
                </a:lnTo>
                <a:lnTo>
                  <a:pt x="80202" y="77095"/>
                </a:lnTo>
                <a:lnTo>
                  <a:pt x="79567" y="76916"/>
                </a:lnTo>
                <a:lnTo>
                  <a:pt x="78921" y="76746"/>
                </a:lnTo>
                <a:lnTo>
                  <a:pt x="78263" y="76585"/>
                </a:lnTo>
                <a:lnTo>
                  <a:pt x="77593" y="76433"/>
                </a:lnTo>
                <a:lnTo>
                  <a:pt x="76910" y="76290"/>
                </a:lnTo>
                <a:lnTo>
                  <a:pt x="76216" y="76156"/>
                </a:lnTo>
                <a:lnTo>
                  <a:pt x="75509" y="76031"/>
                </a:lnTo>
                <a:lnTo>
                  <a:pt x="74790" y="75916"/>
                </a:lnTo>
                <a:lnTo>
                  <a:pt x="75963" y="75583"/>
                </a:lnTo>
                <a:lnTo>
                  <a:pt x="77111" y="75233"/>
                </a:lnTo>
                <a:lnTo>
                  <a:pt x="78233" y="74864"/>
                </a:lnTo>
                <a:lnTo>
                  <a:pt x="79331" y="74477"/>
                </a:lnTo>
                <a:lnTo>
                  <a:pt x="80403" y="74072"/>
                </a:lnTo>
                <a:lnTo>
                  <a:pt x="81450" y="73649"/>
                </a:lnTo>
                <a:lnTo>
                  <a:pt x="82473" y="73208"/>
                </a:lnTo>
                <a:lnTo>
                  <a:pt x="83470" y="72749"/>
                </a:lnTo>
                <a:lnTo>
                  <a:pt x="84442" y="72272"/>
                </a:lnTo>
                <a:lnTo>
                  <a:pt x="85389" y="71777"/>
                </a:lnTo>
                <a:lnTo>
                  <a:pt x="86311" y="71263"/>
                </a:lnTo>
                <a:lnTo>
                  <a:pt x="87209" y="70731"/>
                </a:lnTo>
                <a:lnTo>
                  <a:pt x="88081" y="70182"/>
                </a:lnTo>
                <a:lnTo>
                  <a:pt x="88928" y="69614"/>
                </a:lnTo>
                <a:lnTo>
                  <a:pt x="89750" y="69028"/>
                </a:lnTo>
                <a:lnTo>
                  <a:pt x="90547" y="68424"/>
                </a:lnTo>
                <a:lnTo>
                  <a:pt x="91318" y="67802"/>
                </a:lnTo>
                <a:lnTo>
                  <a:pt x="92065" y="67162"/>
                </a:lnTo>
                <a:lnTo>
                  <a:pt x="92787" y="66504"/>
                </a:lnTo>
                <a:lnTo>
                  <a:pt x="93484" y="65828"/>
                </a:lnTo>
                <a:lnTo>
                  <a:pt x="94155" y="65133"/>
                </a:lnTo>
                <a:lnTo>
                  <a:pt x="94802" y="64421"/>
                </a:lnTo>
                <a:lnTo>
                  <a:pt x="95424" y="63690"/>
                </a:lnTo>
                <a:lnTo>
                  <a:pt x="96020" y="62941"/>
                </a:lnTo>
                <a:lnTo>
                  <a:pt x="96592" y="62177"/>
                </a:lnTo>
                <a:lnTo>
                  <a:pt x="97140" y="61398"/>
                </a:lnTo>
                <a:lnTo>
                  <a:pt x="97663" y="60606"/>
                </a:lnTo>
                <a:lnTo>
                  <a:pt x="98162" y="59800"/>
                </a:lnTo>
                <a:lnTo>
                  <a:pt x="98636" y="58980"/>
                </a:lnTo>
                <a:lnTo>
                  <a:pt x="99086" y="58146"/>
                </a:lnTo>
                <a:lnTo>
                  <a:pt x="99512" y="57298"/>
                </a:lnTo>
                <a:lnTo>
                  <a:pt x="99914" y="56436"/>
                </a:lnTo>
                <a:lnTo>
                  <a:pt x="100291" y="55561"/>
                </a:lnTo>
                <a:lnTo>
                  <a:pt x="100644" y="54672"/>
                </a:lnTo>
                <a:lnTo>
                  <a:pt x="100972" y="53769"/>
                </a:lnTo>
                <a:lnTo>
                  <a:pt x="101277" y="52852"/>
                </a:lnTo>
                <a:lnTo>
                  <a:pt x="101556" y="51921"/>
                </a:lnTo>
                <a:lnTo>
                  <a:pt x="101812" y="50976"/>
                </a:lnTo>
                <a:lnTo>
                  <a:pt x="102043" y="50018"/>
                </a:lnTo>
                <a:lnTo>
                  <a:pt x="102250" y="49045"/>
                </a:lnTo>
                <a:lnTo>
                  <a:pt x="102432" y="48059"/>
                </a:lnTo>
                <a:lnTo>
                  <a:pt x="102591" y="47059"/>
                </a:lnTo>
                <a:lnTo>
                  <a:pt x="102724" y="46045"/>
                </a:lnTo>
                <a:lnTo>
                  <a:pt x="102834" y="45018"/>
                </a:lnTo>
                <a:lnTo>
                  <a:pt x="102919" y="43976"/>
                </a:lnTo>
                <a:lnTo>
                  <a:pt x="102980" y="42921"/>
                </a:lnTo>
                <a:lnTo>
                  <a:pt x="103016" y="41851"/>
                </a:lnTo>
                <a:lnTo>
                  <a:pt x="103029" y="40768"/>
                </a:lnTo>
                <a:lnTo>
                  <a:pt x="103018" y="39628"/>
                </a:lnTo>
                <a:lnTo>
                  <a:pt x="102986" y="38507"/>
                </a:lnTo>
                <a:lnTo>
                  <a:pt x="102934" y="37405"/>
                </a:lnTo>
                <a:lnTo>
                  <a:pt x="102860" y="36323"/>
                </a:lnTo>
                <a:lnTo>
                  <a:pt x="102764" y="35259"/>
                </a:lnTo>
                <a:lnTo>
                  <a:pt x="102648" y="34214"/>
                </a:lnTo>
                <a:lnTo>
                  <a:pt x="102511" y="33188"/>
                </a:lnTo>
                <a:lnTo>
                  <a:pt x="102352" y="32180"/>
                </a:lnTo>
                <a:lnTo>
                  <a:pt x="102173" y="31192"/>
                </a:lnTo>
                <a:lnTo>
                  <a:pt x="101972" y="30223"/>
                </a:lnTo>
                <a:lnTo>
                  <a:pt x="101750" y="29273"/>
                </a:lnTo>
                <a:lnTo>
                  <a:pt x="101507" y="28342"/>
                </a:lnTo>
                <a:lnTo>
                  <a:pt x="101243" y="27430"/>
                </a:lnTo>
                <a:lnTo>
                  <a:pt x="100957" y="26537"/>
                </a:lnTo>
                <a:lnTo>
                  <a:pt x="100651" y="25663"/>
                </a:lnTo>
                <a:lnTo>
                  <a:pt x="100323" y="24808"/>
                </a:lnTo>
                <a:lnTo>
                  <a:pt x="99974" y="23971"/>
                </a:lnTo>
                <a:lnTo>
                  <a:pt x="99604" y="23154"/>
                </a:lnTo>
                <a:lnTo>
                  <a:pt x="99213" y="22356"/>
                </a:lnTo>
                <a:lnTo>
                  <a:pt x="98801" y="21577"/>
                </a:lnTo>
                <a:lnTo>
                  <a:pt x="98368" y="20816"/>
                </a:lnTo>
                <a:lnTo>
                  <a:pt x="97913" y="20075"/>
                </a:lnTo>
                <a:lnTo>
                  <a:pt x="97438" y="19353"/>
                </a:lnTo>
                <a:lnTo>
                  <a:pt x="96941" y="18650"/>
                </a:lnTo>
                <a:lnTo>
                  <a:pt x="96426" y="17964"/>
                </a:lnTo>
                <a:lnTo>
                  <a:pt x="95896" y="17294"/>
                </a:lnTo>
                <a:lnTo>
                  <a:pt x="95351" y="16640"/>
                </a:lnTo>
                <a:lnTo>
                  <a:pt x="94791" y="16002"/>
                </a:lnTo>
                <a:lnTo>
                  <a:pt x="94216" y="15380"/>
                </a:lnTo>
                <a:lnTo>
                  <a:pt x="93625" y="14774"/>
                </a:lnTo>
                <a:lnTo>
                  <a:pt x="93020" y="14184"/>
                </a:lnTo>
                <a:lnTo>
                  <a:pt x="92400" y="13610"/>
                </a:lnTo>
                <a:lnTo>
                  <a:pt x="91764" y="13052"/>
                </a:lnTo>
                <a:lnTo>
                  <a:pt x="91113" y="12510"/>
                </a:lnTo>
                <a:lnTo>
                  <a:pt x="90447" y="11984"/>
                </a:lnTo>
                <a:lnTo>
                  <a:pt x="89766" y="11473"/>
                </a:lnTo>
                <a:lnTo>
                  <a:pt x="89070" y="10979"/>
                </a:lnTo>
                <a:lnTo>
                  <a:pt x="88359" y="10501"/>
                </a:lnTo>
                <a:lnTo>
                  <a:pt x="87633" y="10039"/>
                </a:lnTo>
                <a:lnTo>
                  <a:pt x="86892" y="9592"/>
                </a:lnTo>
                <a:lnTo>
                  <a:pt x="86135" y="9162"/>
                </a:lnTo>
                <a:lnTo>
                  <a:pt x="85364" y="8747"/>
                </a:lnTo>
                <a:lnTo>
                  <a:pt x="84577" y="8349"/>
                </a:lnTo>
                <a:lnTo>
                  <a:pt x="83775" y="7966"/>
                </a:lnTo>
                <a:lnTo>
                  <a:pt x="82959" y="7600"/>
                </a:lnTo>
                <a:lnTo>
                  <a:pt x="82127" y="7249"/>
                </a:lnTo>
                <a:lnTo>
                  <a:pt x="81280" y="6915"/>
                </a:lnTo>
                <a:lnTo>
                  <a:pt x="80418" y="6596"/>
                </a:lnTo>
                <a:lnTo>
                  <a:pt x="79543" y="6292"/>
                </a:lnTo>
                <a:lnTo>
                  <a:pt x="78658" y="6000"/>
                </a:lnTo>
                <a:lnTo>
                  <a:pt x="77764" y="5721"/>
                </a:lnTo>
                <a:lnTo>
                  <a:pt x="76859" y="5456"/>
                </a:lnTo>
                <a:lnTo>
                  <a:pt x="75945" y="5203"/>
                </a:lnTo>
                <a:lnTo>
                  <a:pt x="75021" y="4964"/>
                </a:lnTo>
                <a:lnTo>
                  <a:pt x="74086" y="4737"/>
                </a:lnTo>
                <a:lnTo>
                  <a:pt x="73142" y="4523"/>
                </a:lnTo>
                <a:lnTo>
                  <a:pt x="72188" y="4322"/>
                </a:lnTo>
                <a:lnTo>
                  <a:pt x="71224" y="4134"/>
                </a:lnTo>
                <a:lnTo>
                  <a:pt x="70250" y="3959"/>
                </a:lnTo>
                <a:lnTo>
                  <a:pt x="69266" y="3798"/>
                </a:lnTo>
                <a:lnTo>
                  <a:pt x="68272" y="3649"/>
                </a:lnTo>
                <a:lnTo>
                  <a:pt x="67268" y="3513"/>
                </a:lnTo>
                <a:lnTo>
                  <a:pt x="66254" y="3389"/>
                </a:lnTo>
                <a:lnTo>
                  <a:pt x="65230" y="3279"/>
                </a:lnTo>
                <a:lnTo>
                  <a:pt x="64196" y="3182"/>
                </a:lnTo>
                <a:lnTo>
                  <a:pt x="63152" y="3098"/>
                </a:lnTo>
                <a:lnTo>
                  <a:pt x="62099" y="3027"/>
                </a:lnTo>
                <a:lnTo>
                  <a:pt x="61035" y="2968"/>
                </a:lnTo>
                <a:lnTo>
                  <a:pt x="59961" y="2923"/>
                </a:lnTo>
                <a:lnTo>
                  <a:pt x="58878" y="2891"/>
                </a:lnTo>
                <a:lnTo>
                  <a:pt x="57785" y="2871"/>
                </a:lnTo>
                <a:lnTo>
                  <a:pt x="56681" y="2865"/>
                </a:lnTo>
                <a:lnTo>
                  <a:pt x="0" y="2865"/>
                </a:lnTo>
                <a:lnTo>
                  <a:pt x="0" y="140577"/>
                </a:lnTo>
                <a:lnTo>
                  <a:pt x="28750" y="140577"/>
                </a:lnTo>
                <a:lnTo>
                  <a:pt x="28750" y="87784"/>
                </a:lnTo>
                <a:lnTo>
                  <a:pt x="51156" y="87784"/>
                </a:lnTo>
                <a:lnTo>
                  <a:pt x="51815" y="87789"/>
                </a:lnTo>
                <a:close/>
                <a:moveTo>
                  <a:pt x="55002" y="26735"/>
                </a:moveTo>
                <a:lnTo>
                  <a:pt x="55730" y="26775"/>
                </a:lnTo>
                <a:lnTo>
                  <a:pt x="56445" y="26831"/>
                </a:lnTo>
                <a:lnTo>
                  <a:pt x="57148" y="26903"/>
                </a:lnTo>
                <a:lnTo>
                  <a:pt x="57839" y="26991"/>
                </a:lnTo>
                <a:lnTo>
                  <a:pt x="58517" y="27094"/>
                </a:lnTo>
                <a:lnTo>
                  <a:pt x="59182" y="27214"/>
                </a:lnTo>
                <a:lnTo>
                  <a:pt x="59835" y="27349"/>
                </a:lnTo>
                <a:lnTo>
                  <a:pt x="60476" y="27501"/>
                </a:lnTo>
                <a:lnTo>
                  <a:pt x="61104" y="27668"/>
                </a:lnTo>
                <a:lnTo>
                  <a:pt x="61720" y="27851"/>
                </a:lnTo>
                <a:lnTo>
                  <a:pt x="62323" y="28051"/>
                </a:lnTo>
                <a:lnTo>
                  <a:pt x="62914" y="28266"/>
                </a:lnTo>
                <a:lnTo>
                  <a:pt x="63493" y="28497"/>
                </a:lnTo>
                <a:lnTo>
                  <a:pt x="64059" y="28744"/>
                </a:lnTo>
                <a:lnTo>
                  <a:pt x="64613" y="29007"/>
                </a:lnTo>
                <a:lnTo>
                  <a:pt x="65154" y="29286"/>
                </a:lnTo>
                <a:lnTo>
                  <a:pt x="65683" y="29581"/>
                </a:lnTo>
                <a:lnTo>
                  <a:pt x="66199" y="29892"/>
                </a:lnTo>
                <a:lnTo>
                  <a:pt x="66703" y="30219"/>
                </a:lnTo>
                <a:lnTo>
                  <a:pt x="67194" y="30562"/>
                </a:lnTo>
                <a:lnTo>
                  <a:pt x="67673" y="30920"/>
                </a:lnTo>
                <a:lnTo>
                  <a:pt x="68140" y="31295"/>
                </a:lnTo>
                <a:lnTo>
                  <a:pt x="68591" y="31685"/>
                </a:lnTo>
                <a:lnTo>
                  <a:pt x="69023" y="32091"/>
                </a:lnTo>
                <a:lnTo>
                  <a:pt x="69435" y="32513"/>
                </a:lnTo>
                <a:lnTo>
                  <a:pt x="69828" y="32950"/>
                </a:lnTo>
                <a:lnTo>
                  <a:pt x="70202" y="33403"/>
                </a:lnTo>
                <a:lnTo>
                  <a:pt x="70557" y="33871"/>
                </a:lnTo>
                <a:lnTo>
                  <a:pt x="70893" y="34355"/>
                </a:lnTo>
                <a:lnTo>
                  <a:pt x="71209" y="34854"/>
                </a:lnTo>
                <a:lnTo>
                  <a:pt x="71507" y="35370"/>
                </a:lnTo>
                <a:lnTo>
                  <a:pt x="71785" y="35900"/>
                </a:lnTo>
                <a:lnTo>
                  <a:pt x="72044" y="36446"/>
                </a:lnTo>
                <a:lnTo>
                  <a:pt x="72284" y="37008"/>
                </a:lnTo>
                <a:lnTo>
                  <a:pt x="72504" y="37586"/>
                </a:lnTo>
                <a:lnTo>
                  <a:pt x="72706" y="38179"/>
                </a:lnTo>
                <a:lnTo>
                  <a:pt x="72888" y="38787"/>
                </a:lnTo>
                <a:lnTo>
                  <a:pt x="73051" y="39412"/>
                </a:lnTo>
                <a:lnTo>
                  <a:pt x="73195" y="40051"/>
                </a:lnTo>
                <a:lnTo>
                  <a:pt x="73320" y="40707"/>
                </a:lnTo>
                <a:lnTo>
                  <a:pt x="73425" y="41378"/>
                </a:lnTo>
                <a:lnTo>
                  <a:pt x="73512" y="42064"/>
                </a:lnTo>
                <a:lnTo>
                  <a:pt x="73579" y="42766"/>
                </a:lnTo>
                <a:lnTo>
                  <a:pt x="73627" y="43484"/>
                </a:lnTo>
                <a:lnTo>
                  <a:pt x="73655" y="44217"/>
                </a:lnTo>
                <a:lnTo>
                  <a:pt x="73665" y="44966"/>
                </a:lnTo>
                <a:lnTo>
                  <a:pt x="73660" y="45482"/>
                </a:lnTo>
                <a:lnTo>
                  <a:pt x="73647" y="45990"/>
                </a:lnTo>
                <a:lnTo>
                  <a:pt x="73623" y="46492"/>
                </a:lnTo>
                <a:lnTo>
                  <a:pt x="73591" y="46988"/>
                </a:lnTo>
                <a:lnTo>
                  <a:pt x="73550" y="47476"/>
                </a:lnTo>
                <a:lnTo>
                  <a:pt x="73499" y="47958"/>
                </a:lnTo>
                <a:lnTo>
                  <a:pt x="73439" y="48433"/>
                </a:lnTo>
                <a:lnTo>
                  <a:pt x="73369" y="48901"/>
                </a:lnTo>
                <a:lnTo>
                  <a:pt x="73291" y="49363"/>
                </a:lnTo>
                <a:lnTo>
                  <a:pt x="73203" y="49818"/>
                </a:lnTo>
                <a:lnTo>
                  <a:pt x="73106" y="50266"/>
                </a:lnTo>
                <a:lnTo>
                  <a:pt x="73000" y="50707"/>
                </a:lnTo>
                <a:lnTo>
                  <a:pt x="72884" y="51142"/>
                </a:lnTo>
                <a:lnTo>
                  <a:pt x="72760" y="51570"/>
                </a:lnTo>
                <a:lnTo>
                  <a:pt x="72626" y="51991"/>
                </a:lnTo>
                <a:lnTo>
                  <a:pt x="72483" y="52405"/>
                </a:lnTo>
                <a:lnTo>
                  <a:pt x="72330" y="52813"/>
                </a:lnTo>
                <a:lnTo>
                  <a:pt x="72169" y="53214"/>
                </a:lnTo>
                <a:lnTo>
                  <a:pt x="71998" y="53608"/>
                </a:lnTo>
                <a:lnTo>
                  <a:pt x="71818" y="53996"/>
                </a:lnTo>
                <a:lnTo>
                  <a:pt x="71628" y="54377"/>
                </a:lnTo>
                <a:lnTo>
                  <a:pt x="71430" y="54751"/>
                </a:lnTo>
                <a:lnTo>
                  <a:pt x="71222" y="55118"/>
                </a:lnTo>
                <a:lnTo>
                  <a:pt x="71005" y="55479"/>
                </a:lnTo>
                <a:lnTo>
                  <a:pt x="70779" y="55832"/>
                </a:lnTo>
                <a:lnTo>
                  <a:pt x="70546" y="56178"/>
                </a:lnTo>
                <a:lnTo>
                  <a:pt x="70305" y="56517"/>
                </a:lnTo>
                <a:lnTo>
                  <a:pt x="70057" y="56848"/>
                </a:lnTo>
                <a:lnTo>
                  <a:pt x="69801" y="57171"/>
                </a:lnTo>
                <a:lnTo>
                  <a:pt x="69537" y="57487"/>
                </a:lnTo>
                <a:lnTo>
                  <a:pt x="69266" y="57796"/>
                </a:lnTo>
                <a:lnTo>
                  <a:pt x="68987" y="58097"/>
                </a:lnTo>
                <a:lnTo>
                  <a:pt x="68700" y="58391"/>
                </a:lnTo>
                <a:lnTo>
                  <a:pt x="68406" y="58677"/>
                </a:lnTo>
                <a:lnTo>
                  <a:pt x="68104" y="58956"/>
                </a:lnTo>
                <a:lnTo>
                  <a:pt x="67795" y="59228"/>
                </a:lnTo>
                <a:lnTo>
                  <a:pt x="67478" y="59492"/>
                </a:lnTo>
                <a:lnTo>
                  <a:pt x="67153" y="59748"/>
                </a:lnTo>
                <a:lnTo>
                  <a:pt x="66820" y="59998"/>
                </a:lnTo>
                <a:lnTo>
                  <a:pt x="66480" y="60239"/>
                </a:lnTo>
                <a:lnTo>
                  <a:pt x="66133" y="60474"/>
                </a:lnTo>
                <a:lnTo>
                  <a:pt x="65777" y="60700"/>
                </a:lnTo>
                <a:lnTo>
                  <a:pt x="65414" y="60920"/>
                </a:lnTo>
                <a:lnTo>
                  <a:pt x="65044" y="61132"/>
                </a:lnTo>
                <a:lnTo>
                  <a:pt x="64665" y="61336"/>
                </a:lnTo>
                <a:lnTo>
                  <a:pt x="64280" y="61534"/>
                </a:lnTo>
                <a:lnTo>
                  <a:pt x="63886" y="61723"/>
                </a:lnTo>
                <a:lnTo>
                  <a:pt x="63485" y="61905"/>
                </a:lnTo>
                <a:lnTo>
                  <a:pt x="63077" y="62080"/>
                </a:lnTo>
                <a:lnTo>
                  <a:pt x="62662" y="62248"/>
                </a:lnTo>
                <a:lnTo>
                  <a:pt x="62240" y="62408"/>
                </a:lnTo>
                <a:lnTo>
                  <a:pt x="61812" y="62560"/>
                </a:lnTo>
                <a:lnTo>
                  <a:pt x="61378" y="62705"/>
                </a:lnTo>
                <a:lnTo>
                  <a:pt x="60937" y="62843"/>
                </a:lnTo>
                <a:lnTo>
                  <a:pt x="60489" y="62973"/>
                </a:lnTo>
                <a:lnTo>
                  <a:pt x="60035" y="63096"/>
                </a:lnTo>
                <a:lnTo>
                  <a:pt x="59574" y="63211"/>
                </a:lnTo>
                <a:lnTo>
                  <a:pt x="59106" y="63319"/>
                </a:lnTo>
                <a:lnTo>
                  <a:pt x="58632" y="63419"/>
                </a:lnTo>
                <a:lnTo>
                  <a:pt x="58152" y="63512"/>
                </a:lnTo>
                <a:lnTo>
                  <a:pt x="57665" y="63598"/>
                </a:lnTo>
                <a:lnTo>
                  <a:pt x="57171" y="63676"/>
                </a:lnTo>
                <a:lnTo>
                  <a:pt x="56671" y="63746"/>
                </a:lnTo>
                <a:lnTo>
                  <a:pt x="56164" y="63810"/>
                </a:lnTo>
                <a:lnTo>
                  <a:pt x="55650" y="63865"/>
                </a:lnTo>
                <a:lnTo>
                  <a:pt x="55130" y="63914"/>
                </a:lnTo>
                <a:lnTo>
                  <a:pt x="54604" y="63955"/>
                </a:lnTo>
                <a:lnTo>
                  <a:pt x="54071" y="63988"/>
                </a:lnTo>
                <a:lnTo>
                  <a:pt x="53531" y="64014"/>
                </a:lnTo>
                <a:lnTo>
                  <a:pt x="52985" y="64033"/>
                </a:lnTo>
                <a:lnTo>
                  <a:pt x="52432" y="64044"/>
                </a:lnTo>
                <a:lnTo>
                  <a:pt x="51872" y="64048"/>
                </a:lnTo>
                <a:lnTo>
                  <a:pt x="28750" y="64048"/>
                </a:lnTo>
                <a:lnTo>
                  <a:pt x="28750" y="26704"/>
                </a:lnTo>
                <a:lnTo>
                  <a:pt x="53509" y="26704"/>
                </a:lnTo>
                <a:lnTo>
                  <a:pt x="54262" y="26712"/>
                </a:lnTo>
                <a:lnTo>
                  <a:pt x="55002" y="26735"/>
                </a:lnTo>
                <a:close/>
                <a:moveTo>
                  <a:pt x="578479" y="72194"/>
                </a:moveTo>
                <a:lnTo>
                  <a:pt x="578762" y="71822"/>
                </a:lnTo>
                <a:lnTo>
                  <a:pt x="579050" y="71456"/>
                </a:lnTo>
                <a:lnTo>
                  <a:pt x="579342" y="71097"/>
                </a:lnTo>
                <a:lnTo>
                  <a:pt x="579639" y="70745"/>
                </a:lnTo>
                <a:lnTo>
                  <a:pt x="579939" y="70400"/>
                </a:lnTo>
                <a:lnTo>
                  <a:pt x="580244" y="70062"/>
                </a:lnTo>
                <a:lnTo>
                  <a:pt x="580553" y="69732"/>
                </a:lnTo>
                <a:lnTo>
                  <a:pt x="580866" y="69408"/>
                </a:lnTo>
                <a:lnTo>
                  <a:pt x="581184" y="69091"/>
                </a:lnTo>
                <a:lnTo>
                  <a:pt x="581506" y="68782"/>
                </a:lnTo>
                <a:lnTo>
                  <a:pt x="581832" y="68479"/>
                </a:lnTo>
                <a:lnTo>
                  <a:pt x="582162" y="68184"/>
                </a:lnTo>
                <a:lnTo>
                  <a:pt x="582497" y="67896"/>
                </a:lnTo>
                <a:lnTo>
                  <a:pt x="582836" y="67614"/>
                </a:lnTo>
                <a:lnTo>
                  <a:pt x="583179" y="67340"/>
                </a:lnTo>
                <a:lnTo>
                  <a:pt x="583526" y="67073"/>
                </a:lnTo>
                <a:lnTo>
                  <a:pt x="583878" y="66813"/>
                </a:lnTo>
                <a:lnTo>
                  <a:pt x="584234" y="66560"/>
                </a:lnTo>
                <a:lnTo>
                  <a:pt x="584594" y="66313"/>
                </a:lnTo>
                <a:lnTo>
                  <a:pt x="584959" y="66074"/>
                </a:lnTo>
                <a:lnTo>
                  <a:pt x="585328" y="65842"/>
                </a:lnTo>
                <a:lnTo>
                  <a:pt x="585701" y="65617"/>
                </a:lnTo>
                <a:lnTo>
                  <a:pt x="586077" y="65399"/>
                </a:lnTo>
                <a:lnTo>
                  <a:pt x="586458" y="65185"/>
                </a:lnTo>
                <a:lnTo>
                  <a:pt x="586842" y="64978"/>
                </a:lnTo>
                <a:lnTo>
                  <a:pt x="587230" y="64775"/>
                </a:lnTo>
                <a:lnTo>
                  <a:pt x="587621" y="64578"/>
                </a:lnTo>
                <a:lnTo>
                  <a:pt x="588015" y="64387"/>
                </a:lnTo>
                <a:lnTo>
                  <a:pt x="588414" y="64201"/>
                </a:lnTo>
                <a:lnTo>
                  <a:pt x="588815" y="64020"/>
                </a:lnTo>
                <a:lnTo>
                  <a:pt x="589221" y="63845"/>
                </a:lnTo>
                <a:lnTo>
                  <a:pt x="589630" y="63675"/>
                </a:lnTo>
                <a:lnTo>
                  <a:pt x="590042" y="63510"/>
                </a:lnTo>
                <a:lnTo>
                  <a:pt x="590458" y="63351"/>
                </a:lnTo>
                <a:lnTo>
                  <a:pt x="590878" y="63198"/>
                </a:lnTo>
                <a:lnTo>
                  <a:pt x="591301" y="63050"/>
                </a:lnTo>
                <a:lnTo>
                  <a:pt x="591727" y="62907"/>
                </a:lnTo>
                <a:lnTo>
                  <a:pt x="592158" y="62770"/>
                </a:lnTo>
                <a:lnTo>
                  <a:pt x="592591" y="62638"/>
                </a:lnTo>
                <a:lnTo>
                  <a:pt x="593029" y="62512"/>
                </a:lnTo>
                <a:lnTo>
                  <a:pt x="593470" y="62391"/>
                </a:lnTo>
                <a:lnTo>
                  <a:pt x="593914" y="62275"/>
                </a:lnTo>
                <a:lnTo>
                  <a:pt x="594362" y="62165"/>
                </a:lnTo>
                <a:lnTo>
                  <a:pt x="594813" y="62060"/>
                </a:lnTo>
                <a:lnTo>
                  <a:pt x="595269" y="61961"/>
                </a:lnTo>
                <a:lnTo>
                  <a:pt x="595727" y="61867"/>
                </a:lnTo>
                <a:lnTo>
                  <a:pt x="596188" y="61778"/>
                </a:lnTo>
                <a:lnTo>
                  <a:pt x="596652" y="61692"/>
                </a:lnTo>
                <a:lnTo>
                  <a:pt x="597116" y="61611"/>
                </a:lnTo>
                <a:lnTo>
                  <a:pt x="597583" y="61533"/>
                </a:lnTo>
                <a:lnTo>
                  <a:pt x="598051" y="61459"/>
                </a:lnTo>
                <a:lnTo>
                  <a:pt x="598522" y="61389"/>
                </a:lnTo>
                <a:lnTo>
                  <a:pt x="598994" y="61322"/>
                </a:lnTo>
                <a:lnTo>
                  <a:pt x="599467" y="61260"/>
                </a:lnTo>
                <a:lnTo>
                  <a:pt x="599943" y="61201"/>
                </a:lnTo>
                <a:lnTo>
                  <a:pt x="600420" y="61146"/>
                </a:lnTo>
                <a:lnTo>
                  <a:pt x="600899" y="61094"/>
                </a:lnTo>
                <a:lnTo>
                  <a:pt x="601380" y="61047"/>
                </a:lnTo>
                <a:lnTo>
                  <a:pt x="601863" y="61003"/>
                </a:lnTo>
                <a:lnTo>
                  <a:pt x="602347" y="60963"/>
                </a:lnTo>
                <a:lnTo>
                  <a:pt x="602833" y="60927"/>
                </a:lnTo>
                <a:lnTo>
                  <a:pt x="603321" y="60895"/>
                </a:lnTo>
                <a:lnTo>
                  <a:pt x="603811" y="60867"/>
                </a:lnTo>
                <a:lnTo>
                  <a:pt x="604302" y="60842"/>
                </a:lnTo>
                <a:lnTo>
                  <a:pt x="604796" y="60821"/>
                </a:lnTo>
                <a:lnTo>
                  <a:pt x="605291" y="60804"/>
                </a:lnTo>
                <a:lnTo>
                  <a:pt x="605787" y="60791"/>
                </a:lnTo>
                <a:lnTo>
                  <a:pt x="606286" y="60781"/>
                </a:lnTo>
                <a:lnTo>
                  <a:pt x="606786" y="60776"/>
                </a:lnTo>
                <a:lnTo>
                  <a:pt x="607288" y="60774"/>
                </a:lnTo>
                <a:lnTo>
                  <a:pt x="609846" y="60774"/>
                </a:lnTo>
                <a:lnTo>
                  <a:pt x="609846" y="37958"/>
                </a:lnTo>
                <a:lnTo>
                  <a:pt x="607800" y="37958"/>
                </a:lnTo>
                <a:lnTo>
                  <a:pt x="606885" y="37966"/>
                </a:lnTo>
                <a:lnTo>
                  <a:pt x="605981" y="37991"/>
                </a:lnTo>
                <a:lnTo>
                  <a:pt x="605089" y="38033"/>
                </a:lnTo>
                <a:lnTo>
                  <a:pt x="604208" y="38092"/>
                </a:lnTo>
                <a:lnTo>
                  <a:pt x="603338" y="38167"/>
                </a:lnTo>
                <a:lnTo>
                  <a:pt x="602480" y="38258"/>
                </a:lnTo>
                <a:lnTo>
                  <a:pt x="601633" y="38367"/>
                </a:lnTo>
                <a:lnTo>
                  <a:pt x="600797" y="38492"/>
                </a:lnTo>
                <a:lnTo>
                  <a:pt x="599973" y="38634"/>
                </a:lnTo>
                <a:lnTo>
                  <a:pt x="599160" y="38793"/>
                </a:lnTo>
                <a:lnTo>
                  <a:pt x="598359" y="38968"/>
                </a:lnTo>
                <a:lnTo>
                  <a:pt x="597569" y="39160"/>
                </a:lnTo>
                <a:lnTo>
                  <a:pt x="596790" y="39369"/>
                </a:lnTo>
                <a:lnTo>
                  <a:pt x="596023" y="39594"/>
                </a:lnTo>
                <a:lnTo>
                  <a:pt x="595267" y="39836"/>
                </a:lnTo>
                <a:lnTo>
                  <a:pt x="594522" y="40095"/>
                </a:lnTo>
                <a:lnTo>
                  <a:pt x="593789" y="40371"/>
                </a:lnTo>
                <a:lnTo>
                  <a:pt x="593067" y="40663"/>
                </a:lnTo>
                <a:lnTo>
                  <a:pt x="592357" y="40972"/>
                </a:lnTo>
                <a:lnTo>
                  <a:pt x="591657" y="41297"/>
                </a:lnTo>
                <a:lnTo>
                  <a:pt x="590970" y="41640"/>
                </a:lnTo>
                <a:lnTo>
                  <a:pt x="590293" y="41999"/>
                </a:lnTo>
                <a:lnTo>
                  <a:pt x="589628" y="42374"/>
                </a:lnTo>
                <a:lnTo>
                  <a:pt x="588975" y="42767"/>
                </a:lnTo>
                <a:lnTo>
                  <a:pt x="588333" y="43175"/>
                </a:lnTo>
                <a:lnTo>
                  <a:pt x="587706" y="43597"/>
                </a:lnTo>
                <a:lnTo>
                  <a:pt x="587091" y="44034"/>
                </a:lnTo>
                <a:lnTo>
                  <a:pt x="586491" y="44486"/>
                </a:lnTo>
                <a:lnTo>
                  <a:pt x="585903" y="44952"/>
                </a:lnTo>
                <a:lnTo>
                  <a:pt x="585330" y="45433"/>
                </a:lnTo>
                <a:lnTo>
                  <a:pt x="584769" y="45929"/>
                </a:lnTo>
                <a:lnTo>
                  <a:pt x="584223" y="46438"/>
                </a:lnTo>
                <a:lnTo>
                  <a:pt x="583689" y="46963"/>
                </a:lnTo>
                <a:lnTo>
                  <a:pt x="583170" y="47502"/>
                </a:lnTo>
                <a:lnTo>
                  <a:pt x="582664" y="48056"/>
                </a:lnTo>
                <a:lnTo>
                  <a:pt x="582171" y="48624"/>
                </a:lnTo>
                <a:lnTo>
                  <a:pt x="581692" y="49207"/>
                </a:lnTo>
                <a:lnTo>
                  <a:pt x="581226" y="49804"/>
                </a:lnTo>
                <a:lnTo>
                  <a:pt x="580774" y="50416"/>
                </a:lnTo>
                <a:lnTo>
                  <a:pt x="580335" y="51043"/>
                </a:lnTo>
                <a:lnTo>
                  <a:pt x="579910" y="51684"/>
                </a:lnTo>
                <a:lnTo>
                  <a:pt x="579498" y="52339"/>
                </a:lnTo>
                <a:lnTo>
                  <a:pt x="579100" y="53009"/>
                </a:lnTo>
                <a:lnTo>
                  <a:pt x="578715" y="53694"/>
                </a:lnTo>
                <a:lnTo>
                  <a:pt x="578344" y="54393"/>
                </a:lnTo>
                <a:lnTo>
                  <a:pt x="577986" y="55107"/>
                </a:lnTo>
                <a:lnTo>
                  <a:pt x="577642" y="55836"/>
                </a:lnTo>
                <a:lnTo>
                  <a:pt x="577311" y="56579"/>
                </a:lnTo>
                <a:lnTo>
                  <a:pt x="576799" y="39493"/>
                </a:lnTo>
                <a:lnTo>
                  <a:pt x="550812" y="39493"/>
                </a:lnTo>
                <a:lnTo>
                  <a:pt x="550812" y="140577"/>
                </a:lnTo>
                <a:lnTo>
                  <a:pt x="577925" y="140577"/>
                </a:lnTo>
                <a:lnTo>
                  <a:pt x="577925" y="72962"/>
                </a:lnTo>
                <a:lnTo>
                  <a:pt x="578200" y="72575"/>
                </a:lnTo>
                <a:lnTo>
                  <a:pt x="578479" y="72194"/>
                </a:lnTo>
                <a:close/>
                <a:moveTo>
                  <a:pt x="494656" y="140577"/>
                </a:moveTo>
                <a:lnTo>
                  <a:pt x="521769" y="140577"/>
                </a:lnTo>
                <a:lnTo>
                  <a:pt x="521769" y="39493"/>
                </a:lnTo>
                <a:lnTo>
                  <a:pt x="494656" y="39493"/>
                </a:lnTo>
                <a:lnTo>
                  <a:pt x="494656" y="140577"/>
                </a:lnTo>
                <a:close/>
                <a:moveTo>
                  <a:pt x="182329" y="142311"/>
                </a:moveTo>
                <a:lnTo>
                  <a:pt x="183409" y="142250"/>
                </a:lnTo>
                <a:lnTo>
                  <a:pt x="184478" y="142176"/>
                </a:lnTo>
                <a:lnTo>
                  <a:pt x="185534" y="142088"/>
                </a:lnTo>
                <a:lnTo>
                  <a:pt x="186579" y="141987"/>
                </a:lnTo>
                <a:lnTo>
                  <a:pt x="187612" y="141872"/>
                </a:lnTo>
                <a:lnTo>
                  <a:pt x="188633" y="141744"/>
                </a:lnTo>
                <a:lnTo>
                  <a:pt x="189642" y="141602"/>
                </a:lnTo>
                <a:lnTo>
                  <a:pt x="190639" y="141447"/>
                </a:lnTo>
                <a:lnTo>
                  <a:pt x="191624" y="141278"/>
                </a:lnTo>
                <a:lnTo>
                  <a:pt x="192597" y="141096"/>
                </a:lnTo>
                <a:lnTo>
                  <a:pt x="193559" y="140900"/>
                </a:lnTo>
                <a:lnTo>
                  <a:pt x="194508" y="140691"/>
                </a:lnTo>
                <a:lnTo>
                  <a:pt x="195446" y="140468"/>
                </a:lnTo>
                <a:lnTo>
                  <a:pt x="196372" y="140232"/>
                </a:lnTo>
                <a:lnTo>
                  <a:pt x="197285" y="139982"/>
                </a:lnTo>
                <a:lnTo>
                  <a:pt x="198187" y="139719"/>
                </a:lnTo>
                <a:lnTo>
                  <a:pt x="199077" y="139442"/>
                </a:lnTo>
                <a:lnTo>
                  <a:pt x="199955" y="139152"/>
                </a:lnTo>
                <a:lnTo>
                  <a:pt x="200822" y="138848"/>
                </a:lnTo>
                <a:lnTo>
                  <a:pt x="201676" y="138531"/>
                </a:lnTo>
                <a:lnTo>
                  <a:pt x="202517" y="138200"/>
                </a:lnTo>
                <a:lnTo>
                  <a:pt x="203343" y="137855"/>
                </a:lnTo>
                <a:lnTo>
                  <a:pt x="204154" y="137497"/>
                </a:lnTo>
                <a:lnTo>
                  <a:pt x="204950" y="137124"/>
                </a:lnTo>
                <a:lnTo>
                  <a:pt x="205731" y="136738"/>
                </a:lnTo>
                <a:lnTo>
                  <a:pt x="206497" y="136338"/>
                </a:lnTo>
                <a:lnTo>
                  <a:pt x="207249" y="135924"/>
                </a:lnTo>
                <a:lnTo>
                  <a:pt x="207985" y="135496"/>
                </a:lnTo>
                <a:lnTo>
                  <a:pt x="208707" y="135054"/>
                </a:lnTo>
                <a:lnTo>
                  <a:pt x="209413" y="134598"/>
                </a:lnTo>
                <a:lnTo>
                  <a:pt x="210105" y="134129"/>
                </a:lnTo>
                <a:lnTo>
                  <a:pt x="210782" y="133646"/>
                </a:lnTo>
                <a:lnTo>
                  <a:pt x="211444" y="133148"/>
                </a:lnTo>
                <a:lnTo>
                  <a:pt x="212090" y="132637"/>
                </a:lnTo>
                <a:lnTo>
                  <a:pt x="212722" y="132113"/>
                </a:lnTo>
                <a:lnTo>
                  <a:pt x="213340" y="131574"/>
                </a:lnTo>
                <a:lnTo>
                  <a:pt x="213942" y="131021"/>
                </a:lnTo>
                <a:lnTo>
                  <a:pt x="214529" y="130455"/>
                </a:lnTo>
                <a:lnTo>
                  <a:pt x="215101" y="129874"/>
                </a:lnTo>
                <a:lnTo>
                  <a:pt x="215659" y="129280"/>
                </a:lnTo>
                <a:lnTo>
                  <a:pt x="216201" y="128672"/>
                </a:lnTo>
                <a:lnTo>
                  <a:pt x="216729" y="128050"/>
                </a:lnTo>
                <a:lnTo>
                  <a:pt x="217241" y="127415"/>
                </a:lnTo>
                <a:lnTo>
                  <a:pt x="217739" y="126765"/>
                </a:lnTo>
                <a:lnTo>
                  <a:pt x="218220" y="126102"/>
                </a:lnTo>
                <a:lnTo>
                  <a:pt x="218682" y="125425"/>
                </a:lnTo>
                <a:lnTo>
                  <a:pt x="219126" y="124734"/>
                </a:lnTo>
                <a:lnTo>
                  <a:pt x="219551" y="124030"/>
                </a:lnTo>
                <a:lnTo>
                  <a:pt x="219957" y="123312"/>
                </a:lnTo>
                <a:lnTo>
                  <a:pt x="220345" y="122580"/>
                </a:lnTo>
                <a:lnTo>
                  <a:pt x="220714" y="121835"/>
                </a:lnTo>
                <a:lnTo>
                  <a:pt x="221064" y="121075"/>
                </a:lnTo>
                <a:lnTo>
                  <a:pt x="221396" y="120303"/>
                </a:lnTo>
                <a:lnTo>
                  <a:pt x="221709" y="119516"/>
                </a:lnTo>
                <a:lnTo>
                  <a:pt x="222003" y="118716"/>
                </a:lnTo>
                <a:lnTo>
                  <a:pt x="222279" y="117902"/>
                </a:lnTo>
                <a:lnTo>
                  <a:pt x="222536" y="117075"/>
                </a:lnTo>
                <a:lnTo>
                  <a:pt x="222775" y="116234"/>
                </a:lnTo>
                <a:lnTo>
                  <a:pt x="222994" y="115379"/>
                </a:lnTo>
                <a:lnTo>
                  <a:pt x="223196" y="114510"/>
                </a:lnTo>
                <a:lnTo>
                  <a:pt x="223378" y="113628"/>
                </a:lnTo>
                <a:lnTo>
                  <a:pt x="223542" y="112732"/>
                </a:lnTo>
                <a:lnTo>
                  <a:pt x="223687" y="111823"/>
                </a:lnTo>
                <a:lnTo>
                  <a:pt x="223814" y="110900"/>
                </a:lnTo>
                <a:lnTo>
                  <a:pt x="223922" y="109963"/>
                </a:lnTo>
                <a:lnTo>
                  <a:pt x="224011" y="109012"/>
                </a:lnTo>
                <a:lnTo>
                  <a:pt x="224082" y="108048"/>
                </a:lnTo>
                <a:lnTo>
                  <a:pt x="224133" y="107070"/>
                </a:lnTo>
                <a:lnTo>
                  <a:pt x="197430" y="107070"/>
                </a:lnTo>
                <a:lnTo>
                  <a:pt x="197412" y="107713"/>
                </a:lnTo>
                <a:lnTo>
                  <a:pt x="197377" y="108343"/>
                </a:lnTo>
                <a:lnTo>
                  <a:pt x="197323" y="108960"/>
                </a:lnTo>
                <a:lnTo>
                  <a:pt x="197251" y="109564"/>
                </a:lnTo>
                <a:lnTo>
                  <a:pt x="197161" y="110153"/>
                </a:lnTo>
                <a:lnTo>
                  <a:pt x="197053" y="110730"/>
                </a:lnTo>
                <a:lnTo>
                  <a:pt x="196926" y="111293"/>
                </a:lnTo>
                <a:lnTo>
                  <a:pt x="196782" y="111843"/>
                </a:lnTo>
                <a:lnTo>
                  <a:pt x="196619" y="112380"/>
                </a:lnTo>
                <a:lnTo>
                  <a:pt x="196439" y="112903"/>
                </a:lnTo>
                <a:lnTo>
                  <a:pt x="196240" y="113413"/>
                </a:lnTo>
                <a:lnTo>
                  <a:pt x="196023" y="113909"/>
                </a:lnTo>
                <a:lnTo>
                  <a:pt x="195788" y="114392"/>
                </a:lnTo>
                <a:lnTo>
                  <a:pt x="195535" y="114862"/>
                </a:lnTo>
                <a:lnTo>
                  <a:pt x="195264" y="115318"/>
                </a:lnTo>
                <a:lnTo>
                  <a:pt x="194974" y="115761"/>
                </a:lnTo>
                <a:lnTo>
                  <a:pt x="194667" y="116190"/>
                </a:lnTo>
                <a:lnTo>
                  <a:pt x="194341" y="116607"/>
                </a:lnTo>
                <a:lnTo>
                  <a:pt x="193998" y="117009"/>
                </a:lnTo>
                <a:lnTo>
                  <a:pt x="193636" y="117399"/>
                </a:lnTo>
                <a:lnTo>
                  <a:pt x="193256" y="117775"/>
                </a:lnTo>
                <a:lnTo>
                  <a:pt x="192858" y="118138"/>
                </a:lnTo>
                <a:lnTo>
                  <a:pt x="192442" y="118487"/>
                </a:lnTo>
                <a:lnTo>
                  <a:pt x="192007" y="118823"/>
                </a:lnTo>
                <a:lnTo>
                  <a:pt x="191558" y="119146"/>
                </a:lnTo>
                <a:lnTo>
                  <a:pt x="191096" y="119454"/>
                </a:lnTo>
                <a:lnTo>
                  <a:pt x="190623" y="119749"/>
                </a:lnTo>
                <a:lnTo>
                  <a:pt x="190137" y="120031"/>
                </a:lnTo>
                <a:lnTo>
                  <a:pt x="189640" y="120298"/>
                </a:lnTo>
                <a:lnTo>
                  <a:pt x="189130" y="120552"/>
                </a:lnTo>
                <a:lnTo>
                  <a:pt x="188608" y="120792"/>
                </a:lnTo>
                <a:lnTo>
                  <a:pt x="188074" y="121019"/>
                </a:lnTo>
                <a:lnTo>
                  <a:pt x="187528" y="121231"/>
                </a:lnTo>
                <a:lnTo>
                  <a:pt x="186970" y="121430"/>
                </a:lnTo>
                <a:lnTo>
                  <a:pt x="186400" y="121615"/>
                </a:lnTo>
                <a:lnTo>
                  <a:pt x="185817" y="121787"/>
                </a:lnTo>
                <a:lnTo>
                  <a:pt x="185223" y="121945"/>
                </a:lnTo>
                <a:lnTo>
                  <a:pt x="184617" y="122089"/>
                </a:lnTo>
                <a:lnTo>
                  <a:pt x="183998" y="122219"/>
                </a:lnTo>
                <a:lnTo>
                  <a:pt x="183368" y="122336"/>
                </a:lnTo>
                <a:lnTo>
                  <a:pt x="182725" y="122439"/>
                </a:lnTo>
                <a:lnTo>
                  <a:pt x="182070" y="122528"/>
                </a:lnTo>
                <a:lnTo>
                  <a:pt x="181403" y="122603"/>
                </a:lnTo>
                <a:lnTo>
                  <a:pt x="180725" y="122665"/>
                </a:lnTo>
                <a:lnTo>
                  <a:pt x="180034" y="122713"/>
                </a:lnTo>
                <a:lnTo>
                  <a:pt x="179331" y="122748"/>
                </a:lnTo>
                <a:lnTo>
                  <a:pt x="178615" y="122768"/>
                </a:lnTo>
                <a:lnTo>
                  <a:pt x="177888" y="122775"/>
                </a:lnTo>
                <a:lnTo>
                  <a:pt x="177186" y="122768"/>
                </a:lnTo>
                <a:lnTo>
                  <a:pt x="176496" y="122748"/>
                </a:lnTo>
                <a:lnTo>
                  <a:pt x="175816" y="122715"/>
                </a:lnTo>
                <a:lnTo>
                  <a:pt x="175149" y="122669"/>
                </a:lnTo>
                <a:lnTo>
                  <a:pt x="174492" y="122609"/>
                </a:lnTo>
                <a:lnTo>
                  <a:pt x="173847" y="122536"/>
                </a:lnTo>
                <a:lnTo>
                  <a:pt x="173213" y="122450"/>
                </a:lnTo>
                <a:lnTo>
                  <a:pt x="172591" y="122351"/>
                </a:lnTo>
                <a:lnTo>
                  <a:pt x="171980" y="122238"/>
                </a:lnTo>
                <a:lnTo>
                  <a:pt x="171380" y="122112"/>
                </a:lnTo>
                <a:lnTo>
                  <a:pt x="170792" y="121973"/>
                </a:lnTo>
                <a:lnTo>
                  <a:pt x="170215" y="121821"/>
                </a:lnTo>
                <a:lnTo>
                  <a:pt x="169649" y="121655"/>
                </a:lnTo>
                <a:lnTo>
                  <a:pt x="169095" y="121476"/>
                </a:lnTo>
                <a:lnTo>
                  <a:pt x="168552" y="121284"/>
                </a:lnTo>
                <a:lnTo>
                  <a:pt x="168021" y="121078"/>
                </a:lnTo>
                <a:lnTo>
                  <a:pt x="167501" y="120860"/>
                </a:lnTo>
                <a:lnTo>
                  <a:pt x="166992" y="120628"/>
                </a:lnTo>
                <a:lnTo>
                  <a:pt x="166495" y="120382"/>
                </a:lnTo>
                <a:lnTo>
                  <a:pt x="166009" y="120124"/>
                </a:lnTo>
                <a:lnTo>
                  <a:pt x="165534" y="119852"/>
                </a:lnTo>
                <a:lnTo>
                  <a:pt x="165071" y="119567"/>
                </a:lnTo>
                <a:lnTo>
                  <a:pt x="164619" y="119269"/>
                </a:lnTo>
                <a:lnTo>
                  <a:pt x="164178" y="118957"/>
                </a:lnTo>
                <a:lnTo>
                  <a:pt x="163748" y="118635"/>
                </a:lnTo>
                <a:lnTo>
                  <a:pt x="163328" y="118304"/>
                </a:lnTo>
                <a:lnTo>
                  <a:pt x="162918" y="117964"/>
                </a:lnTo>
                <a:lnTo>
                  <a:pt x="162517" y="117616"/>
                </a:lnTo>
                <a:lnTo>
                  <a:pt x="162126" y="117259"/>
                </a:lnTo>
                <a:lnTo>
                  <a:pt x="161745" y="116893"/>
                </a:lnTo>
                <a:lnTo>
                  <a:pt x="161374" y="116520"/>
                </a:lnTo>
                <a:lnTo>
                  <a:pt x="161012" y="116137"/>
                </a:lnTo>
                <a:lnTo>
                  <a:pt x="160661" y="115746"/>
                </a:lnTo>
                <a:lnTo>
                  <a:pt x="160319" y="115347"/>
                </a:lnTo>
                <a:lnTo>
                  <a:pt x="159986" y="114939"/>
                </a:lnTo>
                <a:lnTo>
                  <a:pt x="159664" y="114522"/>
                </a:lnTo>
                <a:lnTo>
                  <a:pt x="159351" y="114097"/>
                </a:lnTo>
                <a:lnTo>
                  <a:pt x="159048" y="113663"/>
                </a:lnTo>
                <a:lnTo>
                  <a:pt x="158755" y="113221"/>
                </a:lnTo>
                <a:lnTo>
                  <a:pt x="158472" y="112770"/>
                </a:lnTo>
                <a:lnTo>
                  <a:pt x="158198" y="112311"/>
                </a:lnTo>
                <a:lnTo>
                  <a:pt x="157934" y="111843"/>
                </a:lnTo>
                <a:lnTo>
                  <a:pt x="157680" y="111367"/>
                </a:lnTo>
                <a:lnTo>
                  <a:pt x="157436" y="110882"/>
                </a:lnTo>
                <a:lnTo>
                  <a:pt x="157201" y="110389"/>
                </a:lnTo>
                <a:lnTo>
                  <a:pt x="156976" y="109887"/>
                </a:lnTo>
                <a:lnTo>
                  <a:pt x="156761" y="109376"/>
                </a:lnTo>
                <a:lnTo>
                  <a:pt x="156556" y="108857"/>
                </a:lnTo>
                <a:lnTo>
                  <a:pt x="156360" y="108332"/>
                </a:lnTo>
                <a:lnTo>
                  <a:pt x="156171" y="107804"/>
                </a:lnTo>
                <a:lnTo>
                  <a:pt x="155989" y="107273"/>
                </a:lnTo>
                <a:lnTo>
                  <a:pt x="155816" y="106738"/>
                </a:lnTo>
                <a:lnTo>
                  <a:pt x="155650" y="106200"/>
                </a:lnTo>
                <a:lnTo>
                  <a:pt x="155491" y="105659"/>
                </a:lnTo>
                <a:lnTo>
                  <a:pt x="155341" y="105114"/>
                </a:lnTo>
                <a:lnTo>
                  <a:pt x="155198" y="104566"/>
                </a:lnTo>
                <a:lnTo>
                  <a:pt x="155062" y="104015"/>
                </a:lnTo>
                <a:lnTo>
                  <a:pt x="154934" y="103461"/>
                </a:lnTo>
                <a:lnTo>
                  <a:pt x="154814" y="102903"/>
                </a:lnTo>
                <a:lnTo>
                  <a:pt x="154702" y="102342"/>
                </a:lnTo>
                <a:lnTo>
                  <a:pt x="154597" y="101778"/>
                </a:lnTo>
                <a:lnTo>
                  <a:pt x="154500" y="101210"/>
                </a:lnTo>
                <a:lnTo>
                  <a:pt x="154410" y="100640"/>
                </a:lnTo>
                <a:lnTo>
                  <a:pt x="154328" y="100065"/>
                </a:lnTo>
                <a:lnTo>
                  <a:pt x="154254" y="99488"/>
                </a:lnTo>
                <a:lnTo>
                  <a:pt x="154187" y="98908"/>
                </a:lnTo>
                <a:lnTo>
                  <a:pt x="154128" y="98324"/>
                </a:lnTo>
                <a:lnTo>
                  <a:pt x="154076" y="97737"/>
                </a:lnTo>
                <a:lnTo>
                  <a:pt x="154033" y="97146"/>
                </a:lnTo>
                <a:lnTo>
                  <a:pt x="153996" y="96552"/>
                </a:lnTo>
                <a:lnTo>
                  <a:pt x="153968" y="95955"/>
                </a:lnTo>
                <a:lnTo>
                  <a:pt x="153947" y="95355"/>
                </a:lnTo>
                <a:lnTo>
                  <a:pt x="224031" y="95355"/>
                </a:lnTo>
                <a:lnTo>
                  <a:pt x="224048" y="95259"/>
                </a:lnTo>
                <a:lnTo>
                  <a:pt x="224065" y="95159"/>
                </a:lnTo>
                <a:lnTo>
                  <a:pt x="224081" y="95055"/>
                </a:lnTo>
                <a:lnTo>
                  <a:pt x="224097" y="94949"/>
                </a:lnTo>
                <a:lnTo>
                  <a:pt x="224112" y="94838"/>
                </a:lnTo>
                <a:lnTo>
                  <a:pt x="224127" y="94725"/>
                </a:lnTo>
                <a:lnTo>
                  <a:pt x="224142" y="94608"/>
                </a:lnTo>
                <a:lnTo>
                  <a:pt x="224156" y="94487"/>
                </a:lnTo>
                <a:lnTo>
                  <a:pt x="224170" y="94364"/>
                </a:lnTo>
                <a:lnTo>
                  <a:pt x="224184" y="94236"/>
                </a:lnTo>
                <a:lnTo>
                  <a:pt x="224197" y="94106"/>
                </a:lnTo>
                <a:lnTo>
                  <a:pt x="224210" y="93972"/>
                </a:lnTo>
                <a:lnTo>
                  <a:pt x="224223" y="93834"/>
                </a:lnTo>
                <a:lnTo>
                  <a:pt x="224235" y="93693"/>
                </a:lnTo>
                <a:lnTo>
                  <a:pt x="224247" y="93549"/>
                </a:lnTo>
                <a:lnTo>
                  <a:pt x="224259" y="93401"/>
                </a:lnTo>
                <a:lnTo>
                  <a:pt x="224270" y="93250"/>
                </a:lnTo>
                <a:lnTo>
                  <a:pt x="224281" y="93096"/>
                </a:lnTo>
                <a:lnTo>
                  <a:pt x="224291" y="92938"/>
                </a:lnTo>
                <a:lnTo>
                  <a:pt x="224301" y="92777"/>
                </a:lnTo>
                <a:lnTo>
                  <a:pt x="224311" y="92612"/>
                </a:lnTo>
                <a:lnTo>
                  <a:pt x="224320" y="92444"/>
                </a:lnTo>
                <a:lnTo>
                  <a:pt x="224329" y="92272"/>
                </a:lnTo>
                <a:lnTo>
                  <a:pt x="224338" y="92097"/>
                </a:lnTo>
                <a:lnTo>
                  <a:pt x="224346" y="91922"/>
                </a:lnTo>
                <a:lnTo>
                  <a:pt x="224354" y="91750"/>
                </a:lnTo>
                <a:lnTo>
                  <a:pt x="224362" y="91581"/>
                </a:lnTo>
                <a:lnTo>
                  <a:pt x="224369" y="91415"/>
                </a:lnTo>
                <a:lnTo>
                  <a:pt x="224376" y="91252"/>
                </a:lnTo>
                <a:lnTo>
                  <a:pt x="224383" y="91092"/>
                </a:lnTo>
                <a:lnTo>
                  <a:pt x="224389" y="90935"/>
                </a:lnTo>
                <a:lnTo>
                  <a:pt x="224395" y="90782"/>
                </a:lnTo>
                <a:lnTo>
                  <a:pt x="224400" y="90631"/>
                </a:lnTo>
                <a:lnTo>
                  <a:pt x="224406" y="90483"/>
                </a:lnTo>
                <a:lnTo>
                  <a:pt x="224410" y="90339"/>
                </a:lnTo>
                <a:lnTo>
                  <a:pt x="224415" y="90197"/>
                </a:lnTo>
                <a:lnTo>
                  <a:pt x="224419" y="90059"/>
                </a:lnTo>
                <a:lnTo>
                  <a:pt x="224423" y="89923"/>
                </a:lnTo>
                <a:lnTo>
                  <a:pt x="224426" y="89791"/>
                </a:lnTo>
                <a:lnTo>
                  <a:pt x="224429" y="89662"/>
                </a:lnTo>
                <a:lnTo>
                  <a:pt x="224432" y="89535"/>
                </a:lnTo>
                <a:lnTo>
                  <a:pt x="224434" y="89412"/>
                </a:lnTo>
                <a:lnTo>
                  <a:pt x="224436" y="89292"/>
                </a:lnTo>
                <a:lnTo>
                  <a:pt x="224438" y="89175"/>
                </a:lnTo>
                <a:lnTo>
                  <a:pt x="224439" y="89061"/>
                </a:lnTo>
                <a:lnTo>
                  <a:pt x="224440" y="88950"/>
                </a:lnTo>
                <a:lnTo>
                  <a:pt x="224440" y="88842"/>
                </a:lnTo>
                <a:lnTo>
                  <a:pt x="224440" y="88737"/>
                </a:lnTo>
                <a:lnTo>
                  <a:pt x="224418" y="86722"/>
                </a:lnTo>
                <a:lnTo>
                  <a:pt x="224351" y="84747"/>
                </a:lnTo>
                <a:lnTo>
                  <a:pt x="224238" y="82810"/>
                </a:lnTo>
                <a:lnTo>
                  <a:pt x="224081" y="80913"/>
                </a:lnTo>
                <a:lnTo>
                  <a:pt x="223879" y="79054"/>
                </a:lnTo>
                <a:lnTo>
                  <a:pt x="223631" y="77234"/>
                </a:lnTo>
                <a:lnTo>
                  <a:pt x="223339" y="75454"/>
                </a:lnTo>
                <a:lnTo>
                  <a:pt x="223002" y="73712"/>
                </a:lnTo>
                <a:lnTo>
                  <a:pt x="222620" y="72009"/>
                </a:lnTo>
                <a:lnTo>
                  <a:pt x="222193" y="70345"/>
                </a:lnTo>
                <a:lnTo>
                  <a:pt x="221722" y="68720"/>
                </a:lnTo>
                <a:lnTo>
                  <a:pt x="221205" y="67135"/>
                </a:lnTo>
                <a:lnTo>
                  <a:pt x="220643" y="65588"/>
                </a:lnTo>
                <a:lnTo>
                  <a:pt x="220036" y="64080"/>
                </a:lnTo>
                <a:lnTo>
                  <a:pt x="219385" y="62611"/>
                </a:lnTo>
                <a:lnTo>
                  <a:pt x="218688" y="61181"/>
                </a:lnTo>
                <a:lnTo>
                  <a:pt x="217947" y="59790"/>
                </a:lnTo>
                <a:lnTo>
                  <a:pt x="217160" y="58438"/>
                </a:lnTo>
                <a:lnTo>
                  <a:pt x="216329" y="57124"/>
                </a:lnTo>
                <a:lnTo>
                  <a:pt x="215453" y="55850"/>
                </a:lnTo>
                <a:lnTo>
                  <a:pt x="214531" y="54615"/>
                </a:lnTo>
                <a:lnTo>
                  <a:pt x="213565" y="53419"/>
                </a:lnTo>
                <a:lnTo>
                  <a:pt x="212554" y="52262"/>
                </a:lnTo>
                <a:lnTo>
                  <a:pt x="211498" y="51143"/>
                </a:lnTo>
                <a:lnTo>
                  <a:pt x="210403" y="50068"/>
                </a:lnTo>
                <a:lnTo>
                  <a:pt x="209276" y="49037"/>
                </a:lnTo>
                <a:lnTo>
                  <a:pt x="208116" y="48053"/>
                </a:lnTo>
                <a:lnTo>
                  <a:pt x="206924" y="47115"/>
                </a:lnTo>
                <a:lnTo>
                  <a:pt x="205699" y="46222"/>
                </a:lnTo>
                <a:lnTo>
                  <a:pt x="204442" y="45375"/>
                </a:lnTo>
                <a:lnTo>
                  <a:pt x="203152" y="44574"/>
                </a:lnTo>
                <a:lnTo>
                  <a:pt x="201829" y="43818"/>
                </a:lnTo>
                <a:lnTo>
                  <a:pt x="200475" y="43109"/>
                </a:lnTo>
                <a:lnTo>
                  <a:pt x="199087" y="42445"/>
                </a:lnTo>
                <a:lnTo>
                  <a:pt x="197667" y="41827"/>
                </a:lnTo>
                <a:lnTo>
                  <a:pt x="196215" y="41254"/>
                </a:lnTo>
                <a:lnTo>
                  <a:pt x="194730" y="40728"/>
                </a:lnTo>
                <a:lnTo>
                  <a:pt x="193213" y="40247"/>
                </a:lnTo>
                <a:lnTo>
                  <a:pt x="191663" y="39812"/>
                </a:lnTo>
                <a:lnTo>
                  <a:pt x="190080" y="39423"/>
                </a:lnTo>
                <a:lnTo>
                  <a:pt x="188466" y="39080"/>
                </a:lnTo>
                <a:lnTo>
                  <a:pt x="186818" y="38782"/>
                </a:lnTo>
                <a:lnTo>
                  <a:pt x="185138" y="38530"/>
                </a:lnTo>
                <a:lnTo>
                  <a:pt x="183426" y="38324"/>
                </a:lnTo>
                <a:lnTo>
                  <a:pt x="181681" y="38164"/>
                </a:lnTo>
                <a:lnTo>
                  <a:pt x="179904" y="38049"/>
                </a:lnTo>
                <a:lnTo>
                  <a:pt x="178094" y="37981"/>
                </a:lnTo>
                <a:lnTo>
                  <a:pt x="176251" y="37958"/>
                </a:lnTo>
                <a:lnTo>
                  <a:pt x="174921" y="37969"/>
                </a:lnTo>
                <a:lnTo>
                  <a:pt x="173609" y="38001"/>
                </a:lnTo>
                <a:lnTo>
                  <a:pt x="172315" y="38056"/>
                </a:lnTo>
                <a:lnTo>
                  <a:pt x="171038" y="38132"/>
                </a:lnTo>
                <a:lnTo>
                  <a:pt x="169778" y="38230"/>
                </a:lnTo>
                <a:lnTo>
                  <a:pt x="168536" y="38349"/>
                </a:lnTo>
                <a:lnTo>
                  <a:pt x="167312" y="38491"/>
                </a:lnTo>
                <a:lnTo>
                  <a:pt x="166105" y="38654"/>
                </a:lnTo>
                <a:lnTo>
                  <a:pt x="164916" y="38839"/>
                </a:lnTo>
                <a:lnTo>
                  <a:pt x="163745" y="39045"/>
                </a:lnTo>
                <a:lnTo>
                  <a:pt x="162591" y="39274"/>
                </a:lnTo>
                <a:lnTo>
                  <a:pt x="161454" y="39524"/>
                </a:lnTo>
                <a:lnTo>
                  <a:pt x="160336" y="39796"/>
                </a:lnTo>
                <a:lnTo>
                  <a:pt x="159234" y="40089"/>
                </a:lnTo>
                <a:lnTo>
                  <a:pt x="158151" y="40405"/>
                </a:lnTo>
                <a:lnTo>
                  <a:pt x="157085" y="40742"/>
                </a:lnTo>
                <a:lnTo>
                  <a:pt x="156036" y="41101"/>
                </a:lnTo>
                <a:lnTo>
                  <a:pt x="155005" y="41481"/>
                </a:lnTo>
                <a:lnTo>
                  <a:pt x="153992" y="41883"/>
                </a:lnTo>
                <a:lnTo>
                  <a:pt x="152996" y="42308"/>
                </a:lnTo>
                <a:lnTo>
                  <a:pt x="152018" y="42753"/>
                </a:lnTo>
                <a:lnTo>
                  <a:pt x="151058" y="43221"/>
                </a:lnTo>
                <a:lnTo>
                  <a:pt x="150115" y="43710"/>
                </a:lnTo>
                <a:lnTo>
                  <a:pt x="149190" y="44221"/>
                </a:lnTo>
                <a:lnTo>
                  <a:pt x="148282" y="44753"/>
                </a:lnTo>
                <a:lnTo>
                  <a:pt x="147393" y="45302"/>
                </a:lnTo>
                <a:lnTo>
                  <a:pt x="146523" y="45871"/>
                </a:lnTo>
                <a:lnTo>
                  <a:pt x="145671" y="46457"/>
                </a:lnTo>
                <a:lnTo>
                  <a:pt x="144838" y="47063"/>
                </a:lnTo>
                <a:lnTo>
                  <a:pt x="144023" y="47686"/>
                </a:lnTo>
                <a:lnTo>
                  <a:pt x="143226" y="48329"/>
                </a:lnTo>
                <a:lnTo>
                  <a:pt x="142448" y="48990"/>
                </a:lnTo>
                <a:lnTo>
                  <a:pt x="141689" y="49669"/>
                </a:lnTo>
                <a:lnTo>
                  <a:pt x="140948" y="50367"/>
                </a:lnTo>
                <a:lnTo>
                  <a:pt x="140225" y="51083"/>
                </a:lnTo>
                <a:lnTo>
                  <a:pt x="139521" y="51818"/>
                </a:lnTo>
                <a:lnTo>
                  <a:pt x="138835" y="52571"/>
                </a:lnTo>
                <a:lnTo>
                  <a:pt x="138168" y="53343"/>
                </a:lnTo>
                <a:lnTo>
                  <a:pt x="137520" y="54134"/>
                </a:lnTo>
                <a:lnTo>
                  <a:pt x="136889" y="54943"/>
                </a:lnTo>
                <a:lnTo>
                  <a:pt x="136278" y="55770"/>
                </a:lnTo>
                <a:lnTo>
                  <a:pt x="135684" y="56616"/>
                </a:lnTo>
                <a:lnTo>
                  <a:pt x="135110" y="57481"/>
                </a:lnTo>
                <a:lnTo>
                  <a:pt x="134553" y="58364"/>
                </a:lnTo>
                <a:lnTo>
                  <a:pt x="134015" y="59265"/>
                </a:lnTo>
                <a:lnTo>
                  <a:pt x="133496" y="60186"/>
                </a:lnTo>
                <a:lnTo>
                  <a:pt x="132995" y="61124"/>
                </a:lnTo>
                <a:lnTo>
                  <a:pt x="132513" y="62081"/>
                </a:lnTo>
                <a:lnTo>
                  <a:pt x="132049" y="63055"/>
                </a:lnTo>
                <a:lnTo>
                  <a:pt x="131606" y="64044"/>
                </a:lnTo>
                <a:lnTo>
                  <a:pt x="131182" y="65049"/>
                </a:lnTo>
                <a:lnTo>
                  <a:pt x="130778" y="66069"/>
                </a:lnTo>
                <a:lnTo>
                  <a:pt x="130393" y="67105"/>
                </a:lnTo>
                <a:lnTo>
                  <a:pt x="130028" y="68156"/>
                </a:lnTo>
                <a:lnTo>
                  <a:pt x="129683" y="69223"/>
                </a:lnTo>
                <a:lnTo>
                  <a:pt x="129358" y="70305"/>
                </a:lnTo>
                <a:lnTo>
                  <a:pt x="129052" y="71403"/>
                </a:lnTo>
                <a:lnTo>
                  <a:pt x="128767" y="72516"/>
                </a:lnTo>
                <a:lnTo>
                  <a:pt x="128500" y="73644"/>
                </a:lnTo>
                <a:lnTo>
                  <a:pt x="128254" y="74788"/>
                </a:lnTo>
                <a:lnTo>
                  <a:pt x="128027" y="75947"/>
                </a:lnTo>
                <a:lnTo>
                  <a:pt x="127820" y="77122"/>
                </a:lnTo>
                <a:lnTo>
                  <a:pt x="127633" y="78313"/>
                </a:lnTo>
                <a:lnTo>
                  <a:pt x="127465" y="79518"/>
                </a:lnTo>
                <a:lnTo>
                  <a:pt x="127317" y="80740"/>
                </a:lnTo>
                <a:lnTo>
                  <a:pt x="127189" y="81976"/>
                </a:lnTo>
                <a:lnTo>
                  <a:pt x="127081" y="83229"/>
                </a:lnTo>
                <a:lnTo>
                  <a:pt x="126992" y="84496"/>
                </a:lnTo>
                <a:lnTo>
                  <a:pt x="126923" y="85779"/>
                </a:lnTo>
                <a:lnTo>
                  <a:pt x="126874" y="87078"/>
                </a:lnTo>
                <a:lnTo>
                  <a:pt x="126844" y="88392"/>
                </a:lnTo>
                <a:lnTo>
                  <a:pt x="126834" y="89722"/>
                </a:lnTo>
                <a:lnTo>
                  <a:pt x="126844" y="91094"/>
                </a:lnTo>
                <a:lnTo>
                  <a:pt x="126875" y="92449"/>
                </a:lnTo>
                <a:lnTo>
                  <a:pt x="126925" y="93789"/>
                </a:lnTo>
                <a:lnTo>
                  <a:pt x="126996" y="95111"/>
                </a:lnTo>
                <a:lnTo>
                  <a:pt x="127087" y="96417"/>
                </a:lnTo>
                <a:lnTo>
                  <a:pt x="127199" y="97707"/>
                </a:lnTo>
                <a:lnTo>
                  <a:pt x="127330" y="98980"/>
                </a:lnTo>
                <a:lnTo>
                  <a:pt x="127482" y="100236"/>
                </a:lnTo>
                <a:lnTo>
                  <a:pt x="127654" y="101476"/>
                </a:lnTo>
                <a:lnTo>
                  <a:pt x="127847" y="102699"/>
                </a:lnTo>
                <a:lnTo>
                  <a:pt x="128059" y="103906"/>
                </a:lnTo>
                <a:lnTo>
                  <a:pt x="128292" y="105096"/>
                </a:lnTo>
                <a:lnTo>
                  <a:pt x="128545" y="106270"/>
                </a:lnTo>
                <a:lnTo>
                  <a:pt x="128819" y="107428"/>
                </a:lnTo>
                <a:lnTo>
                  <a:pt x="129112" y="108568"/>
                </a:lnTo>
                <a:lnTo>
                  <a:pt x="129426" y="109692"/>
                </a:lnTo>
                <a:lnTo>
                  <a:pt x="129760" y="110800"/>
                </a:lnTo>
                <a:lnTo>
                  <a:pt x="130115" y="111891"/>
                </a:lnTo>
                <a:lnTo>
                  <a:pt x="130489" y="112966"/>
                </a:lnTo>
                <a:lnTo>
                  <a:pt x="130884" y="114024"/>
                </a:lnTo>
                <a:lnTo>
                  <a:pt x="131299" y="115066"/>
                </a:lnTo>
                <a:lnTo>
                  <a:pt x="131735" y="116091"/>
                </a:lnTo>
                <a:lnTo>
                  <a:pt x="132190" y="117099"/>
                </a:lnTo>
                <a:lnTo>
                  <a:pt x="132666" y="118091"/>
                </a:lnTo>
                <a:lnTo>
                  <a:pt x="133162" y="119065"/>
                </a:lnTo>
                <a:lnTo>
                  <a:pt x="133676" y="120019"/>
                </a:lnTo>
                <a:lnTo>
                  <a:pt x="134210" y="120955"/>
                </a:lnTo>
                <a:lnTo>
                  <a:pt x="134764" y="121871"/>
                </a:lnTo>
                <a:lnTo>
                  <a:pt x="135336" y="122768"/>
                </a:lnTo>
                <a:lnTo>
                  <a:pt x="135927" y="123645"/>
                </a:lnTo>
                <a:lnTo>
                  <a:pt x="136538" y="124504"/>
                </a:lnTo>
                <a:lnTo>
                  <a:pt x="137168" y="125343"/>
                </a:lnTo>
                <a:lnTo>
                  <a:pt x="137817" y="126163"/>
                </a:lnTo>
                <a:lnTo>
                  <a:pt x="138485" y="126964"/>
                </a:lnTo>
                <a:lnTo>
                  <a:pt x="139173" y="127745"/>
                </a:lnTo>
                <a:lnTo>
                  <a:pt x="139879" y="128508"/>
                </a:lnTo>
                <a:lnTo>
                  <a:pt x="140605" y="129251"/>
                </a:lnTo>
                <a:lnTo>
                  <a:pt x="141350" y="129975"/>
                </a:lnTo>
                <a:lnTo>
                  <a:pt x="142114" y="130679"/>
                </a:lnTo>
                <a:lnTo>
                  <a:pt x="142897" y="131365"/>
                </a:lnTo>
                <a:lnTo>
                  <a:pt x="143700" y="132031"/>
                </a:lnTo>
                <a:lnTo>
                  <a:pt x="144522" y="132678"/>
                </a:lnTo>
                <a:lnTo>
                  <a:pt x="145362" y="133305"/>
                </a:lnTo>
                <a:lnTo>
                  <a:pt x="146223" y="133914"/>
                </a:lnTo>
                <a:lnTo>
                  <a:pt x="147102" y="134503"/>
                </a:lnTo>
                <a:lnTo>
                  <a:pt x="148000" y="135073"/>
                </a:lnTo>
                <a:lnTo>
                  <a:pt x="148918" y="135624"/>
                </a:lnTo>
                <a:lnTo>
                  <a:pt x="149855" y="136156"/>
                </a:lnTo>
                <a:lnTo>
                  <a:pt x="150810" y="136667"/>
                </a:lnTo>
                <a:lnTo>
                  <a:pt x="151784" y="137156"/>
                </a:lnTo>
                <a:lnTo>
                  <a:pt x="152777" y="137624"/>
                </a:lnTo>
                <a:lnTo>
                  <a:pt x="153788" y="138069"/>
                </a:lnTo>
                <a:lnTo>
                  <a:pt x="154817" y="138493"/>
                </a:lnTo>
                <a:lnTo>
                  <a:pt x="155865" y="138896"/>
                </a:lnTo>
                <a:lnTo>
                  <a:pt x="156932" y="139276"/>
                </a:lnTo>
                <a:lnTo>
                  <a:pt x="158017" y="139635"/>
                </a:lnTo>
                <a:lnTo>
                  <a:pt x="159120" y="139972"/>
                </a:lnTo>
                <a:lnTo>
                  <a:pt x="160242" y="140288"/>
                </a:lnTo>
                <a:lnTo>
                  <a:pt x="161383" y="140581"/>
                </a:lnTo>
                <a:lnTo>
                  <a:pt x="162541" y="140853"/>
                </a:lnTo>
                <a:lnTo>
                  <a:pt x="163719" y="141103"/>
                </a:lnTo>
                <a:lnTo>
                  <a:pt x="164914" y="141332"/>
                </a:lnTo>
                <a:lnTo>
                  <a:pt x="166129" y="141538"/>
                </a:lnTo>
                <a:lnTo>
                  <a:pt x="167361" y="141723"/>
                </a:lnTo>
                <a:lnTo>
                  <a:pt x="168613" y="141886"/>
                </a:lnTo>
                <a:lnTo>
                  <a:pt x="169882" y="142027"/>
                </a:lnTo>
                <a:lnTo>
                  <a:pt x="171170" y="142147"/>
                </a:lnTo>
                <a:lnTo>
                  <a:pt x="172477" y="142245"/>
                </a:lnTo>
                <a:lnTo>
                  <a:pt x="173802" y="142321"/>
                </a:lnTo>
                <a:lnTo>
                  <a:pt x="175146" y="142375"/>
                </a:lnTo>
                <a:lnTo>
                  <a:pt x="176508" y="142408"/>
                </a:lnTo>
                <a:lnTo>
                  <a:pt x="177888" y="142419"/>
                </a:lnTo>
                <a:lnTo>
                  <a:pt x="179016" y="142412"/>
                </a:lnTo>
                <a:lnTo>
                  <a:pt x="180132" y="142392"/>
                </a:lnTo>
                <a:lnTo>
                  <a:pt x="181237" y="142358"/>
                </a:lnTo>
                <a:lnTo>
                  <a:pt x="182329" y="142311"/>
                </a:lnTo>
                <a:close/>
                <a:moveTo>
                  <a:pt x="154608" y="74828"/>
                </a:moveTo>
                <a:lnTo>
                  <a:pt x="154743" y="74036"/>
                </a:lnTo>
                <a:lnTo>
                  <a:pt x="154897" y="73262"/>
                </a:lnTo>
                <a:lnTo>
                  <a:pt x="155069" y="72504"/>
                </a:lnTo>
                <a:lnTo>
                  <a:pt x="155260" y="71764"/>
                </a:lnTo>
                <a:lnTo>
                  <a:pt x="155470" y="71041"/>
                </a:lnTo>
                <a:lnTo>
                  <a:pt x="155698" y="70335"/>
                </a:lnTo>
                <a:lnTo>
                  <a:pt x="155945" y="69647"/>
                </a:lnTo>
                <a:lnTo>
                  <a:pt x="156211" y="68975"/>
                </a:lnTo>
                <a:lnTo>
                  <a:pt x="156495" y="68321"/>
                </a:lnTo>
                <a:lnTo>
                  <a:pt x="156798" y="67684"/>
                </a:lnTo>
                <a:lnTo>
                  <a:pt x="157120" y="67064"/>
                </a:lnTo>
                <a:lnTo>
                  <a:pt x="157460" y="66462"/>
                </a:lnTo>
                <a:lnTo>
                  <a:pt x="157819" y="65877"/>
                </a:lnTo>
                <a:lnTo>
                  <a:pt x="158196" y="65308"/>
                </a:lnTo>
                <a:lnTo>
                  <a:pt x="158592" y="64757"/>
                </a:lnTo>
                <a:lnTo>
                  <a:pt x="159007" y="64224"/>
                </a:lnTo>
                <a:lnTo>
                  <a:pt x="159441" y="63707"/>
                </a:lnTo>
                <a:lnTo>
                  <a:pt x="159893" y="63208"/>
                </a:lnTo>
                <a:lnTo>
                  <a:pt x="160364" y="62725"/>
                </a:lnTo>
                <a:lnTo>
                  <a:pt x="160853" y="62260"/>
                </a:lnTo>
                <a:lnTo>
                  <a:pt x="161358" y="61813"/>
                </a:lnTo>
                <a:lnTo>
                  <a:pt x="161875" y="61386"/>
                </a:lnTo>
                <a:lnTo>
                  <a:pt x="162403" y="60977"/>
                </a:lnTo>
                <a:lnTo>
                  <a:pt x="162944" y="60587"/>
                </a:lnTo>
                <a:lnTo>
                  <a:pt x="163496" y="60216"/>
                </a:lnTo>
                <a:lnTo>
                  <a:pt x="164060" y="59864"/>
                </a:lnTo>
                <a:lnTo>
                  <a:pt x="164636" y="59531"/>
                </a:lnTo>
                <a:lnTo>
                  <a:pt x="165224" y="59218"/>
                </a:lnTo>
                <a:lnTo>
                  <a:pt x="165824" y="58923"/>
                </a:lnTo>
                <a:lnTo>
                  <a:pt x="166436" y="58647"/>
                </a:lnTo>
                <a:lnTo>
                  <a:pt x="167060" y="58390"/>
                </a:lnTo>
                <a:lnTo>
                  <a:pt x="167695" y="58153"/>
                </a:lnTo>
                <a:lnTo>
                  <a:pt x="168343" y="57934"/>
                </a:lnTo>
                <a:lnTo>
                  <a:pt x="169002" y="57734"/>
                </a:lnTo>
                <a:lnTo>
                  <a:pt x="169674" y="57554"/>
                </a:lnTo>
                <a:lnTo>
                  <a:pt x="170357" y="57392"/>
                </a:lnTo>
                <a:lnTo>
                  <a:pt x="171052" y="57249"/>
                </a:lnTo>
                <a:lnTo>
                  <a:pt x="171759" y="57126"/>
                </a:lnTo>
                <a:lnTo>
                  <a:pt x="172478" y="57021"/>
                </a:lnTo>
                <a:lnTo>
                  <a:pt x="173209" y="56936"/>
                </a:lnTo>
                <a:lnTo>
                  <a:pt x="173952" y="56869"/>
                </a:lnTo>
                <a:lnTo>
                  <a:pt x="174706" y="56821"/>
                </a:lnTo>
                <a:lnTo>
                  <a:pt x="175473" y="56793"/>
                </a:lnTo>
                <a:lnTo>
                  <a:pt x="176251" y="56783"/>
                </a:lnTo>
                <a:lnTo>
                  <a:pt x="177013" y="56793"/>
                </a:lnTo>
                <a:lnTo>
                  <a:pt x="177763" y="56820"/>
                </a:lnTo>
                <a:lnTo>
                  <a:pt x="178501" y="56867"/>
                </a:lnTo>
                <a:lnTo>
                  <a:pt x="179228" y="56931"/>
                </a:lnTo>
                <a:lnTo>
                  <a:pt x="179944" y="57014"/>
                </a:lnTo>
                <a:lnTo>
                  <a:pt x="180647" y="57116"/>
                </a:lnTo>
                <a:lnTo>
                  <a:pt x="181340" y="57236"/>
                </a:lnTo>
                <a:lnTo>
                  <a:pt x="182021" y="57375"/>
                </a:lnTo>
                <a:lnTo>
                  <a:pt x="182690" y="57532"/>
                </a:lnTo>
                <a:lnTo>
                  <a:pt x="183347" y="57707"/>
                </a:lnTo>
                <a:lnTo>
                  <a:pt x="183994" y="57901"/>
                </a:lnTo>
                <a:lnTo>
                  <a:pt x="184628" y="58113"/>
                </a:lnTo>
                <a:lnTo>
                  <a:pt x="185251" y="58344"/>
                </a:lnTo>
                <a:lnTo>
                  <a:pt x="185863" y="58594"/>
                </a:lnTo>
                <a:lnTo>
                  <a:pt x="186463" y="58862"/>
                </a:lnTo>
                <a:lnTo>
                  <a:pt x="187051" y="59148"/>
                </a:lnTo>
                <a:lnTo>
                  <a:pt x="187628" y="59453"/>
                </a:lnTo>
                <a:lnTo>
                  <a:pt x="188193" y="59776"/>
                </a:lnTo>
                <a:lnTo>
                  <a:pt x="188747" y="60118"/>
                </a:lnTo>
                <a:lnTo>
                  <a:pt x="189289" y="60478"/>
                </a:lnTo>
                <a:lnTo>
                  <a:pt x="189820" y="60857"/>
                </a:lnTo>
                <a:lnTo>
                  <a:pt x="190339" y="61254"/>
                </a:lnTo>
                <a:lnTo>
                  <a:pt x="190846" y="61670"/>
                </a:lnTo>
                <a:lnTo>
                  <a:pt x="191342" y="62104"/>
                </a:lnTo>
                <a:lnTo>
                  <a:pt x="191823" y="62556"/>
                </a:lnTo>
                <a:lnTo>
                  <a:pt x="192284" y="63028"/>
                </a:lnTo>
                <a:lnTo>
                  <a:pt x="192726" y="63518"/>
                </a:lnTo>
                <a:lnTo>
                  <a:pt x="193148" y="64028"/>
                </a:lnTo>
                <a:lnTo>
                  <a:pt x="193552" y="64556"/>
                </a:lnTo>
                <a:lnTo>
                  <a:pt x="193935" y="65103"/>
                </a:lnTo>
                <a:lnTo>
                  <a:pt x="194300" y="65668"/>
                </a:lnTo>
                <a:lnTo>
                  <a:pt x="194645" y="66253"/>
                </a:lnTo>
                <a:lnTo>
                  <a:pt x="194970" y="66856"/>
                </a:lnTo>
                <a:lnTo>
                  <a:pt x="195277" y="67479"/>
                </a:lnTo>
                <a:lnTo>
                  <a:pt x="195564" y="68120"/>
                </a:lnTo>
                <a:lnTo>
                  <a:pt x="195831" y="68780"/>
                </a:lnTo>
                <a:lnTo>
                  <a:pt x="196080" y="69458"/>
                </a:lnTo>
                <a:lnTo>
                  <a:pt x="196308" y="70156"/>
                </a:lnTo>
                <a:lnTo>
                  <a:pt x="196518" y="70872"/>
                </a:lnTo>
                <a:lnTo>
                  <a:pt x="196708" y="71607"/>
                </a:lnTo>
                <a:lnTo>
                  <a:pt x="196879" y="72361"/>
                </a:lnTo>
                <a:lnTo>
                  <a:pt x="197030" y="73134"/>
                </a:lnTo>
                <a:lnTo>
                  <a:pt x="197162" y="73926"/>
                </a:lnTo>
                <a:lnTo>
                  <a:pt x="197275" y="74736"/>
                </a:lnTo>
                <a:lnTo>
                  <a:pt x="197368" y="75566"/>
                </a:lnTo>
                <a:lnTo>
                  <a:pt x="197442" y="76414"/>
                </a:lnTo>
                <a:lnTo>
                  <a:pt x="197497" y="77281"/>
                </a:lnTo>
                <a:lnTo>
                  <a:pt x="197532" y="78167"/>
                </a:lnTo>
                <a:lnTo>
                  <a:pt x="154254" y="78167"/>
                </a:lnTo>
                <a:lnTo>
                  <a:pt x="154315" y="77306"/>
                </a:lnTo>
                <a:lnTo>
                  <a:pt x="154394" y="76463"/>
                </a:lnTo>
                <a:lnTo>
                  <a:pt x="154491" y="75637"/>
                </a:lnTo>
                <a:lnTo>
                  <a:pt x="154608" y="74828"/>
                </a:lnTo>
                <a:close/>
                <a:moveTo>
                  <a:pt x="678929" y="142311"/>
                </a:moveTo>
                <a:lnTo>
                  <a:pt x="680009" y="142250"/>
                </a:lnTo>
                <a:lnTo>
                  <a:pt x="681078" y="142176"/>
                </a:lnTo>
                <a:lnTo>
                  <a:pt x="682134" y="142088"/>
                </a:lnTo>
                <a:lnTo>
                  <a:pt x="683179" y="141987"/>
                </a:lnTo>
                <a:lnTo>
                  <a:pt x="684212" y="141872"/>
                </a:lnTo>
                <a:lnTo>
                  <a:pt x="685233" y="141744"/>
                </a:lnTo>
                <a:lnTo>
                  <a:pt x="686242" y="141602"/>
                </a:lnTo>
                <a:lnTo>
                  <a:pt x="687239" y="141447"/>
                </a:lnTo>
                <a:lnTo>
                  <a:pt x="688224" y="141278"/>
                </a:lnTo>
                <a:lnTo>
                  <a:pt x="689197" y="141096"/>
                </a:lnTo>
                <a:lnTo>
                  <a:pt x="690159" y="140900"/>
                </a:lnTo>
                <a:lnTo>
                  <a:pt x="691108" y="140691"/>
                </a:lnTo>
                <a:lnTo>
                  <a:pt x="692046" y="140468"/>
                </a:lnTo>
                <a:lnTo>
                  <a:pt x="692972" y="140232"/>
                </a:lnTo>
                <a:lnTo>
                  <a:pt x="693885" y="139982"/>
                </a:lnTo>
                <a:lnTo>
                  <a:pt x="694787" y="139719"/>
                </a:lnTo>
                <a:lnTo>
                  <a:pt x="695677" y="139442"/>
                </a:lnTo>
                <a:lnTo>
                  <a:pt x="696555" y="139152"/>
                </a:lnTo>
                <a:lnTo>
                  <a:pt x="697422" y="138848"/>
                </a:lnTo>
                <a:lnTo>
                  <a:pt x="698276" y="138531"/>
                </a:lnTo>
                <a:lnTo>
                  <a:pt x="699117" y="138200"/>
                </a:lnTo>
                <a:lnTo>
                  <a:pt x="699943" y="137855"/>
                </a:lnTo>
                <a:lnTo>
                  <a:pt x="700754" y="137497"/>
                </a:lnTo>
                <a:lnTo>
                  <a:pt x="701550" y="137124"/>
                </a:lnTo>
                <a:lnTo>
                  <a:pt x="702331" y="136738"/>
                </a:lnTo>
                <a:lnTo>
                  <a:pt x="703097" y="136338"/>
                </a:lnTo>
                <a:lnTo>
                  <a:pt x="703849" y="135924"/>
                </a:lnTo>
                <a:lnTo>
                  <a:pt x="704585" y="135496"/>
                </a:lnTo>
                <a:lnTo>
                  <a:pt x="705307" y="135054"/>
                </a:lnTo>
                <a:lnTo>
                  <a:pt x="706013" y="134598"/>
                </a:lnTo>
                <a:lnTo>
                  <a:pt x="706705" y="134129"/>
                </a:lnTo>
                <a:lnTo>
                  <a:pt x="707382" y="133646"/>
                </a:lnTo>
                <a:lnTo>
                  <a:pt x="708044" y="133148"/>
                </a:lnTo>
                <a:lnTo>
                  <a:pt x="708691" y="132637"/>
                </a:lnTo>
                <a:lnTo>
                  <a:pt x="709323" y="132113"/>
                </a:lnTo>
                <a:lnTo>
                  <a:pt x="709940" y="131574"/>
                </a:lnTo>
                <a:lnTo>
                  <a:pt x="710542" y="131021"/>
                </a:lnTo>
                <a:lnTo>
                  <a:pt x="711129" y="130455"/>
                </a:lnTo>
                <a:lnTo>
                  <a:pt x="711701" y="129874"/>
                </a:lnTo>
                <a:lnTo>
                  <a:pt x="712259" y="129280"/>
                </a:lnTo>
                <a:lnTo>
                  <a:pt x="712801" y="128672"/>
                </a:lnTo>
                <a:lnTo>
                  <a:pt x="713329" y="128050"/>
                </a:lnTo>
                <a:lnTo>
                  <a:pt x="713841" y="127415"/>
                </a:lnTo>
                <a:lnTo>
                  <a:pt x="714339" y="126765"/>
                </a:lnTo>
                <a:lnTo>
                  <a:pt x="714820" y="126102"/>
                </a:lnTo>
                <a:lnTo>
                  <a:pt x="715282" y="125425"/>
                </a:lnTo>
                <a:lnTo>
                  <a:pt x="715726" y="124734"/>
                </a:lnTo>
                <a:lnTo>
                  <a:pt x="716151" y="124030"/>
                </a:lnTo>
                <a:lnTo>
                  <a:pt x="716557" y="123312"/>
                </a:lnTo>
                <a:lnTo>
                  <a:pt x="716945" y="122580"/>
                </a:lnTo>
                <a:lnTo>
                  <a:pt x="717314" y="121835"/>
                </a:lnTo>
                <a:lnTo>
                  <a:pt x="717664" y="121075"/>
                </a:lnTo>
                <a:lnTo>
                  <a:pt x="717996" y="120303"/>
                </a:lnTo>
                <a:lnTo>
                  <a:pt x="718309" y="119516"/>
                </a:lnTo>
                <a:lnTo>
                  <a:pt x="718603" y="118716"/>
                </a:lnTo>
                <a:lnTo>
                  <a:pt x="718879" y="117902"/>
                </a:lnTo>
                <a:lnTo>
                  <a:pt x="719136" y="117075"/>
                </a:lnTo>
                <a:lnTo>
                  <a:pt x="719375" y="116234"/>
                </a:lnTo>
                <a:lnTo>
                  <a:pt x="719595" y="115379"/>
                </a:lnTo>
                <a:lnTo>
                  <a:pt x="719796" y="114510"/>
                </a:lnTo>
                <a:lnTo>
                  <a:pt x="719978" y="113628"/>
                </a:lnTo>
                <a:lnTo>
                  <a:pt x="720142" y="112732"/>
                </a:lnTo>
                <a:lnTo>
                  <a:pt x="720287" y="111823"/>
                </a:lnTo>
                <a:lnTo>
                  <a:pt x="720414" y="110900"/>
                </a:lnTo>
                <a:lnTo>
                  <a:pt x="720522" y="109963"/>
                </a:lnTo>
                <a:lnTo>
                  <a:pt x="720611" y="109012"/>
                </a:lnTo>
                <a:lnTo>
                  <a:pt x="720682" y="108048"/>
                </a:lnTo>
                <a:lnTo>
                  <a:pt x="720734" y="107070"/>
                </a:lnTo>
                <a:lnTo>
                  <a:pt x="694030" y="107070"/>
                </a:lnTo>
                <a:lnTo>
                  <a:pt x="694012" y="107713"/>
                </a:lnTo>
                <a:lnTo>
                  <a:pt x="693977" y="108343"/>
                </a:lnTo>
                <a:lnTo>
                  <a:pt x="693923" y="108960"/>
                </a:lnTo>
                <a:lnTo>
                  <a:pt x="693851" y="109564"/>
                </a:lnTo>
                <a:lnTo>
                  <a:pt x="693761" y="110153"/>
                </a:lnTo>
                <a:lnTo>
                  <a:pt x="693653" y="110730"/>
                </a:lnTo>
                <a:lnTo>
                  <a:pt x="693526" y="111293"/>
                </a:lnTo>
                <a:lnTo>
                  <a:pt x="693382" y="111843"/>
                </a:lnTo>
                <a:lnTo>
                  <a:pt x="693219" y="112380"/>
                </a:lnTo>
                <a:lnTo>
                  <a:pt x="693039" y="112903"/>
                </a:lnTo>
                <a:lnTo>
                  <a:pt x="692840" y="113413"/>
                </a:lnTo>
                <a:lnTo>
                  <a:pt x="692623" y="113909"/>
                </a:lnTo>
                <a:lnTo>
                  <a:pt x="692388" y="114392"/>
                </a:lnTo>
                <a:lnTo>
                  <a:pt x="692135" y="114862"/>
                </a:lnTo>
                <a:lnTo>
                  <a:pt x="691864" y="115318"/>
                </a:lnTo>
                <a:lnTo>
                  <a:pt x="691574" y="115761"/>
                </a:lnTo>
                <a:lnTo>
                  <a:pt x="691267" y="116190"/>
                </a:lnTo>
                <a:lnTo>
                  <a:pt x="690941" y="116607"/>
                </a:lnTo>
                <a:lnTo>
                  <a:pt x="690598" y="117009"/>
                </a:lnTo>
                <a:lnTo>
                  <a:pt x="690236" y="117399"/>
                </a:lnTo>
                <a:lnTo>
                  <a:pt x="689856" y="117775"/>
                </a:lnTo>
                <a:lnTo>
                  <a:pt x="689458" y="118138"/>
                </a:lnTo>
                <a:lnTo>
                  <a:pt x="689042" y="118487"/>
                </a:lnTo>
                <a:lnTo>
                  <a:pt x="688607" y="118823"/>
                </a:lnTo>
                <a:lnTo>
                  <a:pt x="688158" y="119146"/>
                </a:lnTo>
                <a:lnTo>
                  <a:pt x="687697" y="119454"/>
                </a:lnTo>
                <a:lnTo>
                  <a:pt x="687223" y="119749"/>
                </a:lnTo>
                <a:lnTo>
                  <a:pt x="686737" y="120031"/>
                </a:lnTo>
                <a:lnTo>
                  <a:pt x="686240" y="120298"/>
                </a:lnTo>
                <a:lnTo>
                  <a:pt x="685730" y="120552"/>
                </a:lnTo>
                <a:lnTo>
                  <a:pt x="685208" y="120792"/>
                </a:lnTo>
                <a:lnTo>
                  <a:pt x="684674" y="121019"/>
                </a:lnTo>
                <a:lnTo>
                  <a:pt x="684128" y="121231"/>
                </a:lnTo>
                <a:lnTo>
                  <a:pt x="683570" y="121430"/>
                </a:lnTo>
                <a:lnTo>
                  <a:pt x="683000" y="121615"/>
                </a:lnTo>
                <a:lnTo>
                  <a:pt x="682418" y="121787"/>
                </a:lnTo>
                <a:lnTo>
                  <a:pt x="681823" y="121945"/>
                </a:lnTo>
                <a:lnTo>
                  <a:pt x="681217" y="122089"/>
                </a:lnTo>
                <a:lnTo>
                  <a:pt x="680598" y="122219"/>
                </a:lnTo>
                <a:lnTo>
                  <a:pt x="679968" y="122336"/>
                </a:lnTo>
                <a:lnTo>
                  <a:pt x="679325" y="122439"/>
                </a:lnTo>
                <a:lnTo>
                  <a:pt x="678670" y="122528"/>
                </a:lnTo>
                <a:lnTo>
                  <a:pt x="678004" y="122603"/>
                </a:lnTo>
                <a:lnTo>
                  <a:pt x="677325" y="122665"/>
                </a:lnTo>
                <a:lnTo>
                  <a:pt x="676634" y="122713"/>
                </a:lnTo>
                <a:lnTo>
                  <a:pt x="675931" y="122748"/>
                </a:lnTo>
                <a:lnTo>
                  <a:pt x="675216" y="122768"/>
                </a:lnTo>
                <a:lnTo>
                  <a:pt x="674488" y="122775"/>
                </a:lnTo>
                <a:lnTo>
                  <a:pt x="673786" y="122768"/>
                </a:lnTo>
                <a:lnTo>
                  <a:pt x="673096" y="122748"/>
                </a:lnTo>
                <a:lnTo>
                  <a:pt x="672416" y="122715"/>
                </a:lnTo>
                <a:lnTo>
                  <a:pt x="671749" y="122669"/>
                </a:lnTo>
                <a:lnTo>
                  <a:pt x="671092" y="122609"/>
                </a:lnTo>
                <a:lnTo>
                  <a:pt x="670447" y="122536"/>
                </a:lnTo>
                <a:lnTo>
                  <a:pt x="669813" y="122450"/>
                </a:lnTo>
                <a:lnTo>
                  <a:pt x="669191" y="122351"/>
                </a:lnTo>
                <a:lnTo>
                  <a:pt x="668580" y="122238"/>
                </a:lnTo>
                <a:lnTo>
                  <a:pt x="667980" y="122112"/>
                </a:lnTo>
                <a:lnTo>
                  <a:pt x="667392" y="121973"/>
                </a:lnTo>
                <a:lnTo>
                  <a:pt x="666815" y="121821"/>
                </a:lnTo>
                <a:lnTo>
                  <a:pt x="666249" y="121655"/>
                </a:lnTo>
                <a:lnTo>
                  <a:pt x="665695" y="121476"/>
                </a:lnTo>
                <a:lnTo>
                  <a:pt x="665152" y="121284"/>
                </a:lnTo>
                <a:lnTo>
                  <a:pt x="664621" y="121078"/>
                </a:lnTo>
                <a:lnTo>
                  <a:pt x="664101" y="120860"/>
                </a:lnTo>
                <a:lnTo>
                  <a:pt x="663592" y="120628"/>
                </a:lnTo>
                <a:lnTo>
                  <a:pt x="663095" y="120382"/>
                </a:lnTo>
                <a:lnTo>
                  <a:pt x="662609" y="120124"/>
                </a:lnTo>
                <a:lnTo>
                  <a:pt x="662134" y="119852"/>
                </a:lnTo>
                <a:lnTo>
                  <a:pt x="661671" y="119567"/>
                </a:lnTo>
                <a:lnTo>
                  <a:pt x="661219" y="119269"/>
                </a:lnTo>
                <a:lnTo>
                  <a:pt x="660778" y="118957"/>
                </a:lnTo>
                <a:lnTo>
                  <a:pt x="660348" y="118635"/>
                </a:lnTo>
                <a:lnTo>
                  <a:pt x="659928" y="118304"/>
                </a:lnTo>
                <a:lnTo>
                  <a:pt x="659518" y="117964"/>
                </a:lnTo>
                <a:lnTo>
                  <a:pt x="659117" y="117616"/>
                </a:lnTo>
                <a:lnTo>
                  <a:pt x="658726" y="117259"/>
                </a:lnTo>
                <a:lnTo>
                  <a:pt x="658345" y="116893"/>
                </a:lnTo>
                <a:lnTo>
                  <a:pt x="657974" y="116520"/>
                </a:lnTo>
                <a:lnTo>
                  <a:pt x="657612" y="116137"/>
                </a:lnTo>
                <a:lnTo>
                  <a:pt x="657261" y="115746"/>
                </a:lnTo>
                <a:lnTo>
                  <a:pt x="656919" y="115347"/>
                </a:lnTo>
                <a:lnTo>
                  <a:pt x="656586" y="114939"/>
                </a:lnTo>
                <a:lnTo>
                  <a:pt x="656264" y="114522"/>
                </a:lnTo>
                <a:lnTo>
                  <a:pt x="655951" y="114097"/>
                </a:lnTo>
                <a:lnTo>
                  <a:pt x="655648" y="113663"/>
                </a:lnTo>
                <a:lnTo>
                  <a:pt x="655355" y="113221"/>
                </a:lnTo>
                <a:lnTo>
                  <a:pt x="655072" y="112770"/>
                </a:lnTo>
                <a:lnTo>
                  <a:pt x="654798" y="112311"/>
                </a:lnTo>
                <a:lnTo>
                  <a:pt x="654534" y="111843"/>
                </a:lnTo>
                <a:lnTo>
                  <a:pt x="654280" y="111367"/>
                </a:lnTo>
                <a:lnTo>
                  <a:pt x="654036" y="110882"/>
                </a:lnTo>
                <a:lnTo>
                  <a:pt x="653801" y="110389"/>
                </a:lnTo>
                <a:lnTo>
                  <a:pt x="653576" y="109887"/>
                </a:lnTo>
                <a:lnTo>
                  <a:pt x="653361" y="109376"/>
                </a:lnTo>
                <a:lnTo>
                  <a:pt x="653156" y="108857"/>
                </a:lnTo>
                <a:lnTo>
                  <a:pt x="652960" y="108332"/>
                </a:lnTo>
                <a:lnTo>
                  <a:pt x="652771" y="107804"/>
                </a:lnTo>
                <a:lnTo>
                  <a:pt x="652589" y="107273"/>
                </a:lnTo>
                <a:lnTo>
                  <a:pt x="652416" y="106738"/>
                </a:lnTo>
                <a:lnTo>
                  <a:pt x="652250" y="106200"/>
                </a:lnTo>
                <a:lnTo>
                  <a:pt x="652091" y="105659"/>
                </a:lnTo>
                <a:lnTo>
                  <a:pt x="651941" y="105114"/>
                </a:lnTo>
                <a:lnTo>
                  <a:pt x="651798" y="104566"/>
                </a:lnTo>
                <a:lnTo>
                  <a:pt x="651662" y="104015"/>
                </a:lnTo>
                <a:lnTo>
                  <a:pt x="651534" y="103461"/>
                </a:lnTo>
                <a:lnTo>
                  <a:pt x="651414" y="102903"/>
                </a:lnTo>
                <a:lnTo>
                  <a:pt x="651302" y="102342"/>
                </a:lnTo>
                <a:lnTo>
                  <a:pt x="651197" y="101778"/>
                </a:lnTo>
                <a:lnTo>
                  <a:pt x="651100" y="101210"/>
                </a:lnTo>
                <a:lnTo>
                  <a:pt x="651010" y="100640"/>
                </a:lnTo>
                <a:lnTo>
                  <a:pt x="650928" y="100065"/>
                </a:lnTo>
                <a:lnTo>
                  <a:pt x="650854" y="99488"/>
                </a:lnTo>
                <a:lnTo>
                  <a:pt x="650787" y="98908"/>
                </a:lnTo>
                <a:lnTo>
                  <a:pt x="650728" y="98324"/>
                </a:lnTo>
                <a:lnTo>
                  <a:pt x="650676" y="97737"/>
                </a:lnTo>
                <a:lnTo>
                  <a:pt x="650633" y="97146"/>
                </a:lnTo>
                <a:lnTo>
                  <a:pt x="650597" y="96552"/>
                </a:lnTo>
                <a:lnTo>
                  <a:pt x="650568" y="95955"/>
                </a:lnTo>
                <a:lnTo>
                  <a:pt x="650547" y="95355"/>
                </a:lnTo>
                <a:lnTo>
                  <a:pt x="720631" y="95355"/>
                </a:lnTo>
                <a:lnTo>
                  <a:pt x="720648" y="95259"/>
                </a:lnTo>
                <a:lnTo>
                  <a:pt x="720665" y="95159"/>
                </a:lnTo>
                <a:lnTo>
                  <a:pt x="720681" y="95055"/>
                </a:lnTo>
                <a:lnTo>
                  <a:pt x="720697" y="94949"/>
                </a:lnTo>
                <a:lnTo>
                  <a:pt x="720712" y="94838"/>
                </a:lnTo>
                <a:lnTo>
                  <a:pt x="720727" y="94725"/>
                </a:lnTo>
                <a:lnTo>
                  <a:pt x="720742" y="94608"/>
                </a:lnTo>
                <a:lnTo>
                  <a:pt x="720756" y="94487"/>
                </a:lnTo>
                <a:lnTo>
                  <a:pt x="720770" y="94364"/>
                </a:lnTo>
                <a:lnTo>
                  <a:pt x="720784" y="94236"/>
                </a:lnTo>
                <a:lnTo>
                  <a:pt x="720797" y="94106"/>
                </a:lnTo>
                <a:lnTo>
                  <a:pt x="720810" y="93972"/>
                </a:lnTo>
                <a:lnTo>
                  <a:pt x="720823" y="93834"/>
                </a:lnTo>
                <a:lnTo>
                  <a:pt x="720835" y="93693"/>
                </a:lnTo>
                <a:lnTo>
                  <a:pt x="720847" y="93549"/>
                </a:lnTo>
                <a:lnTo>
                  <a:pt x="720859" y="93401"/>
                </a:lnTo>
                <a:lnTo>
                  <a:pt x="720870" y="93250"/>
                </a:lnTo>
                <a:lnTo>
                  <a:pt x="720881" y="93096"/>
                </a:lnTo>
                <a:lnTo>
                  <a:pt x="720891" y="92938"/>
                </a:lnTo>
                <a:lnTo>
                  <a:pt x="720901" y="92777"/>
                </a:lnTo>
                <a:lnTo>
                  <a:pt x="720911" y="92612"/>
                </a:lnTo>
                <a:lnTo>
                  <a:pt x="720920" y="92444"/>
                </a:lnTo>
                <a:lnTo>
                  <a:pt x="720929" y="92272"/>
                </a:lnTo>
                <a:lnTo>
                  <a:pt x="720938" y="92097"/>
                </a:lnTo>
                <a:lnTo>
                  <a:pt x="720947" y="91922"/>
                </a:lnTo>
                <a:lnTo>
                  <a:pt x="720954" y="91750"/>
                </a:lnTo>
                <a:lnTo>
                  <a:pt x="720962" y="91581"/>
                </a:lnTo>
                <a:lnTo>
                  <a:pt x="720969" y="91415"/>
                </a:lnTo>
                <a:lnTo>
                  <a:pt x="720976" y="91252"/>
                </a:lnTo>
                <a:lnTo>
                  <a:pt x="720983" y="91092"/>
                </a:lnTo>
                <a:lnTo>
                  <a:pt x="720989" y="90935"/>
                </a:lnTo>
                <a:lnTo>
                  <a:pt x="720995" y="90782"/>
                </a:lnTo>
                <a:lnTo>
                  <a:pt x="721001" y="90631"/>
                </a:lnTo>
                <a:lnTo>
                  <a:pt x="721006" y="90483"/>
                </a:lnTo>
                <a:lnTo>
                  <a:pt x="721010" y="90339"/>
                </a:lnTo>
                <a:lnTo>
                  <a:pt x="721015" y="90197"/>
                </a:lnTo>
                <a:lnTo>
                  <a:pt x="721019" y="90059"/>
                </a:lnTo>
                <a:lnTo>
                  <a:pt x="721023" y="89923"/>
                </a:lnTo>
                <a:lnTo>
                  <a:pt x="721026" y="89791"/>
                </a:lnTo>
                <a:lnTo>
                  <a:pt x="721029" y="89662"/>
                </a:lnTo>
                <a:lnTo>
                  <a:pt x="721032" y="89535"/>
                </a:lnTo>
                <a:lnTo>
                  <a:pt x="721034" y="89412"/>
                </a:lnTo>
                <a:lnTo>
                  <a:pt x="721036" y="89292"/>
                </a:lnTo>
                <a:lnTo>
                  <a:pt x="721038" y="89175"/>
                </a:lnTo>
                <a:lnTo>
                  <a:pt x="721039" y="89061"/>
                </a:lnTo>
                <a:lnTo>
                  <a:pt x="721040" y="88950"/>
                </a:lnTo>
                <a:lnTo>
                  <a:pt x="721040" y="88842"/>
                </a:lnTo>
                <a:lnTo>
                  <a:pt x="721040" y="88737"/>
                </a:lnTo>
                <a:lnTo>
                  <a:pt x="721018" y="86722"/>
                </a:lnTo>
                <a:lnTo>
                  <a:pt x="720951" y="84747"/>
                </a:lnTo>
                <a:lnTo>
                  <a:pt x="720838" y="82810"/>
                </a:lnTo>
                <a:lnTo>
                  <a:pt x="720681" y="80913"/>
                </a:lnTo>
                <a:lnTo>
                  <a:pt x="720479" y="79054"/>
                </a:lnTo>
                <a:lnTo>
                  <a:pt x="720232" y="77234"/>
                </a:lnTo>
                <a:lnTo>
                  <a:pt x="719939" y="75454"/>
                </a:lnTo>
                <a:lnTo>
                  <a:pt x="719602" y="73712"/>
                </a:lnTo>
                <a:lnTo>
                  <a:pt x="719220" y="72009"/>
                </a:lnTo>
                <a:lnTo>
                  <a:pt x="718794" y="70345"/>
                </a:lnTo>
                <a:lnTo>
                  <a:pt x="718322" y="68720"/>
                </a:lnTo>
                <a:lnTo>
                  <a:pt x="717805" y="67135"/>
                </a:lnTo>
                <a:lnTo>
                  <a:pt x="717243" y="65588"/>
                </a:lnTo>
                <a:lnTo>
                  <a:pt x="716636" y="64080"/>
                </a:lnTo>
                <a:lnTo>
                  <a:pt x="715985" y="62611"/>
                </a:lnTo>
                <a:lnTo>
                  <a:pt x="715288" y="61181"/>
                </a:lnTo>
                <a:lnTo>
                  <a:pt x="714547" y="59790"/>
                </a:lnTo>
                <a:lnTo>
                  <a:pt x="713760" y="58438"/>
                </a:lnTo>
                <a:lnTo>
                  <a:pt x="712929" y="57124"/>
                </a:lnTo>
                <a:lnTo>
                  <a:pt x="712053" y="55850"/>
                </a:lnTo>
                <a:lnTo>
                  <a:pt x="711131" y="54615"/>
                </a:lnTo>
                <a:lnTo>
                  <a:pt x="710165" y="53419"/>
                </a:lnTo>
                <a:lnTo>
                  <a:pt x="709154" y="52262"/>
                </a:lnTo>
                <a:lnTo>
                  <a:pt x="708098" y="51143"/>
                </a:lnTo>
                <a:lnTo>
                  <a:pt x="707003" y="50068"/>
                </a:lnTo>
                <a:lnTo>
                  <a:pt x="705876" y="49037"/>
                </a:lnTo>
                <a:lnTo>
                  <a:pt x="704716" y="48053"/>
                </a:lnTo>
                <a:lnTo>
                  <a:pt x="703524" y="47115"/>
                </a:lnTo>
                <a:lnTo>
                  <a:pt x="702299" y="46222"/>
                </a:lnTo>
                <a:lnTo>
                  <a:pt x="701042" y="45375"/>
                </a:lnTo>
                <a:lnTo>
                  <a:pt x="699752" y="44574"/>
                </a:lnTo>
                <a:lnTo>
                  <a:pt x="698429" y="43818"/>
                </a:lnTo>
                <a:lnTo>
                  <a:pt x="697075" y="43109"/>
                </a:lnTo>
                <a:lnTo>
                  <a:pt x="695687" y="42445"/>
                </a:lnTo>
                <a:lnTo>
                  <a:pt x="694267" y="41827"/>
                </a:lnTo>
                <a:lnTo>
                  <a:pt x="692815" y="41254"/>
                </a:lnTo>
                <a:lnTo>
                  <a:pt x="691330" y="40728"/>
                </a:lnTo>
                <a:lnTo>
                  <a:pt x="689813" y="40247"/>
                </a:lnTo>
                <a:lnTo>
                  <a:pt x="688263" y="39812"/>
                </a:lnTo>
                <a:lnTo>
                  <a:pt x="686681" y="39423"/>
                </a:lnTo>
                <a:lnTo>
                  <a:pt x="685066" y="39080"/>
                </a:lnTo>
                <a:lnTo>
                  <a:pt x="683418" y="38782"/>
                </a:lnTo>
                <a:lnTo>
                  <a:pt x="681738" y="38530"/>
                </a:lnTo>
                <a:lnTo>
                  <a:pt x="680026" y="38324"/>
                </a:lnTo>
                <a:lnTo>
                  <a:pt x="678281" y="38164"/>
                </a:lnTo>
                <a:lnTo>
                  <a:pt x="676504" y="38049"/>
                </a:lnTo>
                <a:lnTo>
                  <a:pt x="674694" y="37981"/>
                </a:lnTo>
                <a:lnTo>
                  <a:pt x="672851" y="37958"/>
                </a:lnTo>
                <a:lnTo>
                  <a:pt x="671522" y="37969"/>
                </a:lnTo>
                <a:lnTo>
                  <a:pt x="670209" y="38001"/>
                </a:lnTo>
                <a:lnTo>
                  <a:pt x="668915" y="38056"/>
                </a:lnTo>
                <a:lnTo>
                  <a:pt x="667638" y="38132"/>
                </a:lnTo>
                <a:lnTo>
                  <a:pt x="666378" y="38230"/>
                </a:lnTo>
                <a:lnTo>
                  <a:pt x="665136" y="38349"/>
                </a:lnTo>
                <a:lnTo>
                  <a:pt x="663912" y="38491"/>
                </a:lnTo>
                <a:lnTo>
                  <a:pt x="662705" y="38654"/>
                </a:lnTo>
                <a:lnTo>
                  <a:pt x="661516" y="38839"/>
                </a:lnTo>
                <a:lnTo>
                  <a:pt x="660345" y="39045"/>
                </a:lnTo>
                <a:lnTo>
                  <a:pt x="659191" y="39274"/>
                </a:lnTo>
                <a:lnTo>
                  <a:pt x="658054" y="39524"/>
                </a:lnTo>
                <a:lnTo>
                  <a:pt x="656936" y="39796"/>
                </a:lnTo>
                <a:lnTo>
                  <a:pt x="655834" y="40089"/>
                </a:lnTo>
                <a:lnTo>
                  <a:pt x="654751" y="40405"/>
                </a:lnTo>
                <a:lnTo>
                  <a:pt x="653685" y="40742"/>
                </a:lnTo>
                <a:lnTo>
                  <a:pt x="652636" y="41101"/>
                </a:lnTo>
                <a:lnTo>
                  <a:pt x="651605" y="41481"/>
                </a:lnTo>
                <a:lnTo>
                  <a:pt x="650592" y="41883"/>
                </a:lnTo>
                <a:lnTo>
                  <a:pt x="649597" y="42308"/>
                </a:lnTo>
                <a:lnTo>
                  <a:pt x="648618" y="42753"/>
                </a:lnTo>
                <a:lnTo>
                  <a:pt x="647658" y="43221"/>
                </a:lnTo>
                <a:lnTo>
                  <a:pt x="646715" y="43710"/>
                </a:lnTo>
                <a:lnTo>
                  <a:pt x="645790" y="44221"/>
                </a:lnTo>
                <a:lnTo>
                  <a:pt x="644882" y="44753"/>
                </a:lnTo>
                <a:lnTo>
                  <a:pt x="643994" y="45302"/>
                </a:lnTo>
                <a:lnTo>
                  <a:pt x="643123" y="45871"/>
                </a:lnTo>
                <a:lnTo>
                  <a:pt x="642271" y="46457"/>
                </a:lnTo>
                <a:lnTo>
                  <a:pt x="641438" y="47063"/>
                </a:lnTo>
                <a:lnTo>
                  <a:pt x="640623" y="47686"/>
                </a:lnTo>
                <a:lnTo>
                  <a:pt x="639826" y="48329"/>
                </a:lnTo>
                <a:lnTo>
                  <a:pt x="639048" y="48990"/>
                </a:lnTo>
                <a:lnTo>
                  <a:pt x="638289" y="49669"/>
                </a:lnTo>
                <a:lnTo>
                  <a:pt x="637548" y="50367"/>
                </a:lnTo>
                <a:lnTo>
                  <a:pt x="636825" y="51083"/>
                </a:lnTo>
                <a:lnTo>
                  <a:pt x="636121" y="51818"/>
                </a:lnTo>
                <a:lnTo>
                  <a:pt x="635435" y="52571"/>
                </a:lnTo>
                <a:lnTo>
                  <a:pt x="634768" y="53343"/>
                </a:lnTo>
                <a:lnTo>
                  <a:pt x="634120" y="54134"/>
                </a:lnTo>
                <a:lnTo>
                  <a:pt x="633489" y="54943"/>
                </a:lnTo>
                <a:lnTo>
                  <a:pt x="632878" y="55770"/>
                </a:lnTo>
                <a:lnTo>
                  <a:pt x="632284" y="56616"/>
                </a:lnTo>
                <a:lnTo>
                  <a:pt x="631710" y="57481"/>
                </a:lnTo>
                <a:lnTo>
                  <a:pt x="631153" y="58364"/>
                </a:lnTo>
                <a:lnTo>
                  <a:pt x="630615" y="59265"/>
                </a:lnTo>
                <a:lnTo>
                  <a:pt x="630096" y="60186"/>
                </a:lnTo>
                <a:lnTo>
                  <a:pt x="629595" y="61124"/>
                </a:lnTo>
                <a:lnTo>
                  <a:pt x="629113" y="62081"/>
                </a:lnTo>
                <a:lnTo>
                  <a:pt x="628649" y="63055"/>
                </a:lnTo>
                <a:lnTo>
                  <a:pt x="628206" y="64044"/>
                </a:lnTo>
                <a:lnTo>
                  <a:pt x="627782" y="65049"/>
                </a:lnTo>
                <a:lnTo>
                  <a:pt x="627378" y="66069"/>
                </a:lnTo>
                <a:lnTo>
                  <a:pt x="626993" y="67105"/>
                </a:lnTo>
                <a:lnTo>
                  <a:pt x="626628" y="68156"/>
                </a:lnTo>
                <a:lnTo>
                  <a:pt x="626283" y="69223"/>
                </a:lnTo>
                <a:lnTo>
                  <a:pt x="625958" y="70305"/>
                </a:lnTo>
                <a:lnTo>
                  <a:pt x="625652" y="71403"/>
                </a:lnTo>
                <a:lnTo>
                  <a:pt x="625367" y="72516"/>
                </a:lnTo>
                <a:lnTo>
                  <a:pt x="625100" y="73644"/>
                </a:lnTo>
                <a:lnTo>
                  <a:pt x="624854" y="74788"/>
                </a:lnTo>
                <a:lnTo>
                  <a:pt x="624627" y="75947"/>
                </a:lnTo>
                <a:lnTo>
                  <a:pt x="624420" y="77122"/>
                </a:lnTo>
                <a:lnTo>
                  <a:pt x="624233" y="78313"/>
                </a:lnTo>
                <a:lnTo>
                  <a:pt x="624065" y="79518"/>
                </a:lnTo>
                <a:lnTo>
                  <a:pt x="623917" y="80740"/>
                </a:lnTo>
                <a:lnTo>
                  <a:pt x="623789" y="81976"/>
                </a:lnTo>
                <a:lnTo>
                  <a:pt x="623681" y="83229"/>
                </a:lnTo>
                <a:lnTo>
                  <a:pt x="623592" y="84496"/>
                </a:lnTo>
                <a:lnTo>
                  <a:pt x="623523" y="85779"/>
                </a:lnTo>
                <a:lnTo>
                  <a:pt x="623474" y="87078"/>
                </a:lnTo>
                <a:lnTo>
                  <a:pt x="623444" y="88392"/>
                </a:lnTo>
                <a:lnTo>
                  <a:pt x="623434" y="89722"/>
                </a:lnTo>
                <a:lnTo>
                  <a:pt x="623445" y="91094"/>
                </a:lnTo>
                <a:lnTo>
                  <a:pt x="623475" y="92449"/>
                </a:lnTo>
                <a:lnTo>
                  <a:pt x="623526" y="93789"/>
                </a:lnTo>
                <a:lnTo>
                  <a:pt x="623596" y="95111"/>
                </a:lnTo>
                <a:lnTo>
                  <a:pt x="623688" y="96417"/>
                </a:lnTo>
                <a:lnTo>
                  <a:pt x="623799" y="97707"/>
                </a:lnTo>
                <a:lnTo>
                  <a:pt x="623930" y="98980"/>
                </a:lnTo>
                <a:lnTo>
                  <a:pt x="624082" y="100236"/>
                </a:lnTo>
                <a:lnTo>
                  <a:pt x="624254" y="101476"/>
                </a:lnTo>
                <a:lnTo>
                  <a:pt x="624447" y="102699"/>
                </a:lnTo>
                <a:lnTo>
                  <a:pt x="624659" y="103906"/>
                </a:lnTo>
                <a:lnTo>
                  <a:pt x="624892" y="105096"/>
                </a:lnTo>
                <a:lnTo>
                  <a:pt x="625145" y="106270"/>
                </a:lnTo>
                <a:lnTo>
                  <a:pt x="625419" y="107428"/>
                </a:lnTo>
                <a:lnTo>
                  <a:pt x="625712" y="108568"/>
                </a:lnTo>
                <a:lnTo>
                  <a:pt x="626026" y="109692"/>
                </a:lnTo>
                <a:lnTo>
                  <a:pt x="626360" y="110800"/>
                </a:lnTo>
                <a:lnTo>
                  <a:pt x="626715" y="111891"/>
                </a:lnTo>
                <a:lnTo>
                  <a:pt x="627089" y="112966"/>
                </a:lnTo>
                <a:lnTo>
                  <a:pt x="627484" y="114024"/>
                </a:lnTo>
                <a:lnTo>
                  <a:pt x="627899" y="115066"/>
                </a:lnTo>
                <a:lnTo>
                  <a:pt x="628335" y="116091"/>
                </a:lnTo>
                <a:lnTo>
                  <a:pt x="628790" y="117099"/>
                </a:lnTo>
                <a:lnTo>
                  <a:pt x="629266" y="118091"/>
                </a:lnTo>
                <a:lnTo>
                  <a:pt x="629762" y="119065"/>
                </a:lnTo>
                <a:lnTo>
                  <a:pt x="630277" y="120019"/>
                </a:lnTo>
                <a:lnTo>
                  <a:pt x="630810" y="120955"/>
                </a:lnTo>
                <a:lnTo>
                  <a:pt x="631364" y="121871"/>
                </a:lnTo>
                <a:lnTo>
                  <a:pt x="631936" y="122768"/>
                </a:lnTo>
                <a:lnTo>
                  <a:pt x="632527" y="123645"/>
                </a:lnTo>
                <a:lnTo>
                  <a:pt x="633138" y="124504"/>
                </a:lnTo>
                <a:lnTo>
                  <a:pt x="633768" y="125343"/>
                </a:lnTo>
                <a:lnTo>
                  <a:pt x="634417" y="126163"/>
                </a:lnTo>
                <a:lnTo>
                  <a:pt x="635085" y="126964"/>
                </a:lnTo>
                <a:lnTo>
                  <a:pt x="635773" y="127745"/>
                </a:lnTo>
                <a:lnTo>
                  <a:pt x="636479" y="128508"/>
                </a:lnTo>
                <a:lnTo>
                  <a:pt x="637205" y="129251"/>
                </a:lnTo>
                <a:lnTo>
                  <a:pt x="637950" y="129975"/>
                </a:lnTo>
                <a:lnTo>
                  <a:pt x="638714" y="130679"/>
                </a:lnTo>
                <a:lnTo>
                  <a:pt x="639497" y="131365"/>
                </a:lnTo>
                <a:lnTo>
                  <a:pt x="640300" y="132031"/>
                </a:lnTo>
                <a:lnTo>
                  <a:pt x="641122" y="132678"/>
                </a:lnTo>
                <a:lnTo>
                  <a:pt x="641963" y="133305"/>
                </a:lnTo>
                <a:lnTo>
                  <a:pt x="642823" y="133914"/>
                </a:lnTo>
                <a:lnTo>
                  <a:pt x="643702" y="134503"/>
                </a:lnTo>
                <a:lnTo>
                  <a:pt x="644600" y="135073"/>
                </a:lnTo>
                <a:lnTo>
                  <a:pt x="645518" y="135624"/>
                </a:lnTo>
                <a:lnTo>
                  <a:pt x="646455" y="136156"/>
                </a:lnTo>
                <a:lnTo>
                  <a:pt x="647410" y="136667"/>
                </a:lnTo>
                <a:lnTo>
                  <a:pt x="648384" y="137156"/>
                </a:lnTo>
                <a:lnTo>
                  <a:pt x="649377" y="137624"/>
                </a:lnTo>
                <a:lnTo>
                  <a:pt x="650388" y="138069"/>
                </a:lnTo>
                <a:lnTo>
                  <a:pt x="651418" y="138493"/>
                </a:lnTo>
                <a:lnTo>
                  <a:pt x="652466" y="138896"/>
                </a:lnTo>
                <a:lnTo>
                  <a:pt x="653532" y="139276"/>
                </a:lnTo>
                <a:lnTo>
                  <a:pt x="654617" y="139635"/>
                </a:lnTo>
                <a:lnTo>
                  <a:pt x="655720" y="139972"/>
                </a:lnTo>
                <a:lnTo>
                  <a:pt x="656842" y="140288"/>
                </a:lnTo>
                <a:lnTo>
                  <a:pt x="657983" y="140581"/>
                </a:lnTo>
                <a:lnTo>
                  <a:pt x="659141" y="140853"/>
                </a:lnTo>
                <a:lnTo>
                  <a:pt x="660319" y="141103"/>
                </a:lnTo>
                <a:lnTo>
                  <a:pt x="661515" y="141332"/>
                </a:lnTo>
                <a:lnTo>
                  <a:pt x="662729" y="141538"/>
                </a:lnTo>
                <a:lnTo>
                  <a:pt x="663961" y="141723"/>
                </a:lnTo>
                <a:lnTo>
                  <a:pt x="665213" y="141886"/>
                </a:lnTo>
                <a:lnTo>
                  <a:pt x="666482" y="142027"/>
                </a:lnTo>
                <a:lnTo>
                  <a:pt x="667770" y="142147"/>
                </a:lnTo>
                <a:lnTo>
                  <a:pt x="669077" y="142245"/>
                </a:lnTo>
                <a:lnTo>
                  <a:pt x="670402" y="142321"/>
                </a:lnTo>
                <a:lnTo>
                  <a:pt x="671746" y="142375"/>
                </a:lnTo>
                <a:lnTo>
                  <a:pt x="673108" y="142408"/>
                </a:lnTo>
                <a:lnTo>
                  <a:pt x="674488" y="142419"/>
                </a:lnTo>
                <a:lnTo>
                  <a:pt x="675616" y="142412"/>
                </a:lnTo>
                <a:lnTo>
                  <a:pt x="676732" y="142392"/>
                </a:lnTo>
                <a:lnTo>
                  <a:pt x="677837" y="142358"/>
                </a:lnTo>
                <a:lnTo>
                  <a:pt x="678929" y="142311"/>
                </a:lnTo>
                <a:close/>
                <a:moveTo>
                  <a:pt x="651208" y="74828"/>
                </a:moveTo>
                <a:lnTo>
                  <a:pt x="651343" y="74036"/>
                </a:lnTo>
                <a:lnTo>
                  <a:pt x="651497" y="73262"/>
                </a:lnTo>
                <a:lnTo>
                  <a:pt x="651669" y="72504"/>
                </a:lnTo>
                <a:lnTo>
                  <a:pt x="651860" y="71764"/>
                </a:lnTo>
                <a:lnTo>
                  <a:pt x="652070" y="71041"/>
                </a:lnTo>
                <a:lnTo>
                  <a:pt x="652298" y="70335"/>
                </a:lnTo>
                <a:lnTo>
                  <a:pt x="652545" y="69647"/>
                </a:lnTo>
                <a:lnTo>
                  <a:pt x="652811" y="68975"/>
                </a:lnTo>
                <a:lnTo>
                  <a:pt x="653095" y="68321"/>
                </a:lnTo>
                <a:lnTo>
                  <a:pt x="653398" y="67684"/>
                </a:lnTo>
                <a:lnTo>
                  <a:pt x="653720" y="67064"/>
                </a:lnTo>
                <a:lnTo>
                  <a:pt x="654060" y="66462"/>
                </a:lnTo>
                <a:lnTo>
                  <a:pt x="654419" y="65877"/>
                </a:lnTo>
                <a:lnTo>
                  <a:pt x="654796" y="65308"/>
                </a:lnTo>
                <a:lnTo>
                  <a:pt x="655193" y="64757"/>
                </a:lnTo>
                <a:lnTo>
                  <a:pt x="655607" y="64224"/>
                </a:lnTo>
                <a:lnTo>
                  <a:pt x="656041" y="63707"/>
                </a:lnTo>
                <a:lnTo>
                  <a:pt x="656493" y="63208"/>
                </a:lnTo>
                <a:lnTo>
                  <a:pt x="656964" y="62725"/>
                </a:lnTo>
                <a:lnTo>
                  <a:pt x="657453" y="62260"/>
                </a:lnTo>
                <a:lnTo>
                  <a:pt x="657958" y="61813"/>
                </a:lnTo>
                <a:lnTo>
                  <a:pt x="658475" y="61386"/>
                </a:lnTo>
                <a:lnTo>
                  <a:pt x="659003" y="60977"/>
                </a:lnTo>
                <a:lnTo>
                  <a:pt x="659544" y="60587"/>
                </a:lnTo>
                <a:lnTo>
                  <a:pt x="660096" y="60216"/>
                </a:lnTo>
                <a:lnTo>
                  <a:pt x="660660" y="59864"/>
                </a:lnTo>
                <a:lnTo>
                  <a:pt x="661236" y="59531"/>
                </a:lnTo>
                <a:lnTo>
                  <a:pt x="661824" y="59218"/>
                </a:lnTo>
                <a:lnTo>
                  <a:pt x="662424" y="58923"/>
                </a:lnTo>
                <a:lnTo>
                  <a:pt x="663036" y="58647"/>
                </a:lnTo>
                <a:lnTo>
                  <a:pt x="663660" y="58390"/>
                </a:lnTo>
                <a:lnTo>
                  <a:pt x="664295" y="58153"/>
                </a:lnTo>
                <a:lnTo>
                  <a:pt x="664943" y="57934"/>
                </a:lnTo>
                <a:lnTo>
                  <a:pt x="665602" y="57734"/>
                </a:lnTo>
                <a:lnTo>
                  <a:pt x="666274" y="57554"/>
                </a:lnTo>
                <a:lnTo>
                  <a:pt x="666957" y="57392"/>
                </a:lnTo>
                <a:lnTo>
                  <a:pt x="667652" y="57249"/>
                </a:lnTo>
                <a:lnTo>
                  <a:pt x="668359" y="57126"/>
                </a:lnTo>
                <a:lnTo>
                  <a:pt x="669078" y="57021"/>
                </a:lnTo>
                <a:lnTo>
                  <a:pt x="669809" y="56936"/>
                </a:lnTo>
                <a:lnTo>
                  <a:pt x="670552" y="56869"/>
                </a:lnTo>
                <a:lnTo>
                  <a:pt x="671306" y="56821"/>
                </a:lnTo>
                <a:lnTo>
                  <a:pt x="672073" y="56793"/>
                </a:lnTo>
                <a:lnTo>
                  <a:pt x="672851" y="56783"/>
                </a:lnTo>
                <a:lnTo>
                  <a:pt x="673613" y="56793"/>
                </a:lnTo>
                <a:lnTo>
                  <a:pt x="674363" y="56820"/>
                </a:lnTo>
                <a:lnTo>
                  <a:pt x="675101" y="56867"/>
                </a:lnTo>
                <a:lnTo>
                  <a:pt x="675828" y="56931"/>
                </a:lnTo>
                <a:lnTo>
                  <a:pt x="676544" y="57014"/>
                </a:lnTo>
                <a:lnTo>
                  <a:pt x="677248" y="57116"/>
                </a:lnTo>
                <a:lnTo>
                  <a:pt x="677940" y="57236"/>
                </a:lnTo>
                <a:lnTo>
                  <a:pt x="678621" y="57375"/>
                </a:lnTo>
                <a:lnTo>
                  <a:pt x="679290" y="57532"/>
                </a:lnTo>
                <a:lnTo>
                  <a:pt x="679947" y="57707"/>
                </a:lnTo>
                <a:lnTo>
                  <a:pt x="680594" y="57901"/>
                </a:lnTo>
                <a:lnTo>
                  <a:pt x="681228" y="58113"/>
                </a:lnTo>
                <a:lnTo>
                  <a:pt x="681851" y="58344"/>
                </a:lnTo>
                <a:lnTo>
                  <a:pt x="682463" y="58594"/>
                </a:lnTo>
                <a:lnTo>
                  <a:pt x="683063" y="58862"/>
                </a:lnTo>
                <a:lnTo>
                  <a:pt x="683651" y="59148"/>
                </a:lnTo>
                <a:lnTo>
                  <a:pt x="684228" y="59453"/>
                </a:lnTo>
                <a:lnTo>
                  <a:pt x="684793" y="59776"/>
                </a:lnTo>
                <a:lnTo>
                  <a:pt x="685347" y="60118"/>
                </a:lnTo>
                <a:lnTo>
                  <a:pt x="685889" y="60478"/>
                </a:lnTo>
                <a:lnTo>
                  <a:pt x="686420" y="60857"/>
                </a:lnTo>
                <a:lnTo>
                  <a:pt x="686939" y="61254"/>
                </a:lnTo>
                <a:lnTo>
                  <a:pt x="687446" y="61670"/>
                </a:lnTo>
                <a:lnTo>
                  <a:pt x="687942" y="62104"/>
                </a:lnTo>
                <a:lnTo>
                  <a:pt x="688423" y="62556"/>
                </a:lnTo>
                <a:lnTo>
                  <a:pt x="688884" y="63028"/>
                </a:lnTo>
                <a:lnTo>
                  <a:pt x="689326" y="63518"/>
                </a:lnTo>
                <a:lnTo>
                  <a:pt x="689748" y="64028"/>
                </a:lnTo>
                <a:lnTo>
                  <a:pt x="690152" y="64556"/>
                </a:lnTo>
                <a:lnTo>
                  <a:pt x="690535" y="65103"/>
                </a:lnTo>
                <a:lnTo>
                  <a:pt x="690900" y="65668"/>
                </a:lnTo>
                <a:lnTo>
                  <a:pt x="691245" y="66253"/>
                </a:lnTo>
                <a:lnTo>
                  <a:pt x="691570" y="66856"/>
                </a:lnTo>
                <a:lnTo>
                  <a:pt x="691877" y="67479"/>
                </a:lnTo>
                <a:lnTo>
                  <a:pt x="692164" y="68120"/>
                </a:lnTo>
                <a:lnTo>
                  <a:pt x="692431" y="68780"/>
                </a:lnTo>
                <a:lnTo>
                  <a:pt x="692680" y="69458"/>
                </a:lnTo>
                <a:lnTo>
                  <a:pt x="692908" y="70156"/>
                </a:lnTo>
                <a:lnTo>
                  <a:pt x="693118" y="70872"/>
                </a:lnTo>
                <a:lnTo>
                  <a:pt x="693308" y="71607"/>
                </a:lnTo>
                <a:lnTo>
                  <a:pt x="693479" y="72361"/>
                </a:lnTo>
                <a:lnTo>
                  <a:pt x="693630" y="73134"/>
                </a:lnTo>
                <a:lnTo>
                  <a:pt x="693762" y="73926"/>
                </a:lnTo>
                <a:lnTo>
                  <a:pt x="693875" y="74736"/>
                </a:lnTo>
                <a:lnTo>
                  <a:pt x="693968" y="75566"/>
                </a:lnTo>
                <a:lnTo>
                  <a:pt x="694042" y="76414"/>
                </a:lnTo>
                <a:lnTo>
                  <a:pt x="694097" y="77281"/>
                </a:lnTo>
                <a:lnTo>
                  <a:pt x="694132" y="78167"/>
                </a:lnTo>
                <a:lnTo>
                  <a:pt x="650854" y="78167"/>
                </a:lnTo>
                <a:lnTo>
                  <a:pt x="650915" y="77306"/>
                </a:lnTo>
                <a:lnTo>
                  <a:pt x="650994" y="76463"/>
                </a:lnTo>
                <a:lnTo>
                  <a:pt x="651092" y="75637"/>
                </a:lnTo>
                <a:lnTo>
                  <a:pt x="651208" y="74828"/>
                </a:lnTo>
                <a:close/>
                <a:moveTo>
                  <a:pt x="406876" y="142280"/>
                </a:moveTo>
                <a:lnTo>
                  <a:pt x="407892" y="142201"/>
                </a:lnTo>
                <a:lnTo>
                  <a:pt x="408893" y="142106"/>
                </a:lnTo>
                <a:lnTo>
                  <a:pt x="409878" y="141992"/>
                </a:lnTo>
                <a:lnTo>
                  <a:pt x="410849" y="141862"/>
                </a:lnTo>
                <a:lnTo>
                  <a:pt x="411805" y="141714"/>
                </a:lnTo>
                <a:lnTo>
                  <a:pt x="412746" y="141549"/>
                </a:lnTo>
                <a:lnTo>
                  <a:pt x="413672" y="141366"/>
                </a:lnTo>
                <a:lnTo>
                  <a:pt x="414584" y="141166"/>
                </a:lnTo>
                <a:lnTo>
                  <a:pt x="415480" y="140948"/>
                </a:lnTo>
                <a:lnTo>
                  <a:pt x="416361" y="140713"/>
                </a:lnTo>
                <a:lnTo>
                  <a:pt x="417228" y="140461"/>
                </a:lnTo>
                <a:lnTo>
                  <a:pt x="418079" y="140191"/>
                </a:lnTo>
                <a:lnTo>
                  <a:pt x="418916" y="139904"/>
                </a:lnTo>
                <a:lnTo>
                  <a:pt x="419738" y="139599"/>
                </a:lnTo>
                <a:lnTo>
                  <a:pt x="420544" y="139277"/>
                </a:lnTo>
                <a:lnTo>
                  <a:pt x="421336" y="138937"/>
                </a:lnTo>
                <a:lnTo>
                  <a:pt x="422113" y="138581"/>
                </a:lnTo>
                <a:lnTo>
                  <a:pt x="422875" y="138206"/>
                </a:lnTo>
                <a:lnTo>
                  <a:pt x="423622" y="137815"/>
                </a:lnTo>
                <a:lnTo>
                  <a:pt x="424355" y="137406"/>
                </a:lnTo>
                <a:lnTo>
                  <a:pt x="425073" y="136986"/>
                </a:lnTo>
                <a:lnTo>
                  <a:pt x="425778" y="136561"/>
                </a:lnTo>
                <a:lnTo>
                  <a:pt x="426471" y="136132"/>
                </a:lnTo>
                <a:lnTo>
                  <a:pt x="427151" y="135698"/>
                </a:lnTo>
                <a:lnTo>
                  <a:pt x="427818" y="135259"/>
                </a:lnTo>
                <a:lnTo>
                  <a:pt x="428473" y="134816"/>
                </a:lnTo>
                <a:lnTo>
                  <a:pt x="429114" y="134368"/>
                </a:lnTo>
                <a:lnTo>
                  <a:pt x="429743" y="133916"/>
                </a:lnTo>
                <a:lnTo>
                  <a:pt x="430359" y="133459"/>
                </a:lnTo>
                <a:lnTo>
                  <a:pt x="430962" y="132997"/>
                </a:lnTo>
                <a:lnTo>
                  <a:pt x="431553" y="132531"/>
                </a:lnTo>
                <a:lnTo>
                  <a:pt x="432130" y="132060"/>
                </a:lnTo>
                <a:lnTo>
                  <a:pt x="432695" y="131584"/>
                </a:lnTo>
                <a:lnTo>
                  <a:pt x="433247" y="131104"/>
                </a:lnTo>
                <a:lnTo>
                  <a:pt x="433786" y="130619"/>
                </a:lnTo>
                <a:lnTo>
                  <a:pt x="434313" y="130130"/>
                </a:lnTo>
                <a:lnTo>
                  <a:pt x="434827" y="129636"/>
                </a:lnTo>
                <a:lnTo>
                  <a:pt x="435328" y="129138"/>
                </a:lnTo>
                <a:lnTo>
                  <a:pt x="435816" y="128634"/>
                </a:lnTo>
                <a:lnTo>
                  <a:pt x="436291" y="128126"/>
                </a:lnTo>
                <a:lnTo>
                  <a:pt x="436753" y="127614"/>
                </a:lnTo>
                <a:lnTo>
                  <a:pt x="437203" y="127097"/>
                </a:lnTo>
                <a:lnTo>
                  <a:pt x="437640" y="126575"/>
                </a:lnTo>
                <a:lnTo>
                  <a:pt x="438064" y="126049"/>
                </a:lnTo>
                <a:lnTo>
                  <a:pt x="438474" y="140577"/>
                </a:lnTo>
                <a:lnTo>
                  <a:pt x="464666" y="140577"/>
                </a:lnTo>
                <a:lnTo>
                  <a:pt x="464666" y="39493"/>
                </a:lnTo>
                <a:lnTo>
                  <a:pt x="437553" y="39493"/>
                </a:lnTo>
                <a:lnTo>
                  <a:pt x="437553" y="107665"/>
                </a:lnTo>
                <a:lnTo>
                  <a:pt x="437192" y="108106"/>
                </a:lnTo>
                <a:lnTo>
                  <a:pt x="436826" y="108542"/>
                </a:lnTo>
                <a:lnTo>
                  <a:pt x="436455" y="108973"/>
                </a:lnTo>
                <a:lnTo>
                  <a:pt x="436079" y="109397"/>
                </a:lnTo>
                <a:lnTo>
                  <a:pt x="435698" y="109816"/>
                </a:lnTo>
                <a:lnTo>
                  <a:pt x="435312" y="110230"/>
                </a:lnTo>
                <a:lnTo>
                  <a:pt x="434920" y="110638"/>
                </a:lnTo>
                <a:lnTo>
                  <a:pt x="434523" y="111040"/>
                </a:lnTo>
                <a:lnTo>
                  <a:pt x="434121" y="111437"/>
                </a:lnTo>
                <a:lnTo>
                  <a:pt x="433714" y="111827"/>
                </a:lnTo>
                <a:lnTo>
                  <a:pt x="433302" y="112213"/>
                </a:lnTo>
                <a:lnTo>
                  <a:pt x="432885" y="112592"/>
                </a:lnTo>
                <a:lnTo>
                  <a:pt x="432462" y="112967"/>
                </a:lnTo>
                <a:lnTo>
                  <a:pt x="432035" y="113335"/>
                </a:lnTo>
                <a:lnTo>
                  <a:pt x="431602" y="113698"/>
                </a:lnTo>
                <a:lnTo>
                  <a:pt x="431164" y="114055"/>
                </a:lnTo>
                <a:lnTo>
                  <a:pt x="430721" y="114407"/>
                </a:lnTo>
                <a:lnTo>
                  <a:pt x="430273" y="114752"/>
                </a:lnTo>
                <a:lnTo>
                  <a:pt x="429819" y="115093"/>
                </a:lnTo>
                <a:lnTo>
                  <a:pt x="429361" y="115427"/>
                </a:lnTo>
                <a:lnTo>
                  <a:pt x="428897" y="115756"/>
                </a:lnTo>
                <a:lnTo>
                  <a:pt x="428428" y="116080"/>
                </a:lnTo>
                <a:lnTo>
                  <a:pt x="427954" y="116398"/>
                </a:lnTo>
                <a:lnTo>
                  <a:pt x="427475" y="116710"/>
                </a:lnTo>
                <a:lnTo>
                  <a:pt x="426989" y="117013"/>
                </a:lnTo>
                <a:lnTo>
                  <a:pt x="426495" y="117303"/>
                </a:lnTo>
                <a:lnTo>
                  <a:pt x="425992" y="117580"/>
                </a:lnTo>
                <a:lnTo>
                  <a:pt x="425481" y="117844"/>
                </a:lnTo>
                <a:lnTo>
                  <a:pt x="424962" y="118095"/>
                </a:lnTo>
                <a:lnTo>
                  <a:pt x="424434" y="118334"/>
                </a:lnTo>
                <a:lnTo>
                  <a:pt x="423898" y="118559"/>
                </a:lnTo>
                <a:lnTo>
                  <a:pt x="423354" y="118772"/>
                </a:lnTo>
                <a:lnTo>
                  <a:pt x="422801" y="118972"/>
                </a:lnTo>
                <a:lnTo>
                  <a:pt x="422240" y="119159"/>
                </a:lnTo>
                <a:lnTo>
                  <a:pt x="421671" y="119333"/>
                </a:lnTo>
                <a:lnTo>
                  <a:pt x="421093" y="119494"/>
                </a:lnTo>
                <a:lnTo>
                  <a:pt x="420507" y="119642"/>
                </a:lnTo>
                <a:lnTo>
                  <a:pt x="419913" y="119777"/>
                </a:lnTo>
                <a:lnTo>
                  <a:pt x="419310" y="119900"/>
                </a:lnTo>
                <a:lnTo>
                  <a:pt x="418699" y="120009"/>
                </a:lnTo>
                <a:lnTo>
                  <a:pt x="418079" y="120106"/>
                </a:lnTo>
                <a:lnTo>
                  <a:pt x="417452" y="120190"/>
                </a:lnTo>
                <a:lnTo>
                  <a:pt x="416815" y="120261"/>
                </a:lnTo>
                <a:lnTo>
                  <a:pt x="416171" y="120319"/>
                </a:lnTo>
                <a:lnTo>
                  <a:pt x="415518" y="120364"/>
                </a:lnTo>
                <a:lnTo>
                  <a:pt x="414857" y="120396"/>
                </a:lnTo>
                <a:lnTo>
                  <a:pt x="414187" y="120415"/>
                </a:lnTo>
                <a:lnTo>
                  <a:pt x="413509" y="120422"/>
                </a:lnTo>
                <a:lnTo>
                  <a:pt x="413044" y="120418"/>
                </a:lnTo>
                <a:lnTo>
                  <a:pt x="412587" y="120407"/>
                </a:lnTo>
                <a:lnTo>
                  <a:pt x="412137" y="120387"/>
                </a:lnTo>
                <a:lnTo>
                  <a:pt x="411695" y="120361"/>
                </a:lnTo>
                <a:lnTo>
                  <a:pt x="411260" y="120326"/>
                </a:lnTo>
                <a:lnTo>
                  <a:pt x="410833" y="120284"/>
                </a:lnTo>
                <a:lnTo>
                  <a:pt x="410414" y="120235"/>
                </a:lnTo>
                <a:lnTo>
                  <a:pt x="410002" y="120178"/>
                </a:lnTo>
                <a:lnTo>
                  <a:pt x="409598" y="120113"/>
                </a:lnTo>
                <a:lnTo>
                  <a:pt x="409202" y="120040"/>
                </a:lnTo>
                <a:lnTo>
                  <a:pt x="408813" y="119960"/>
                </a:lnTo>
                <a:lnTo>
                  <a:pt x="408432" y="119873"/>
                </a:lnTo>
                <a:lnTo>
                  <a:pt x="408059" y="119777"/>
                </a:lnTo>
                <a:lnTo>
                  <a:pt x="407693" y="119674"/>
                </a:lnTo>
                <a:lnTo>
                  <a:pt x="407335" y="119564"/>
                </a:lnTo>
                <a:lnTo>
                  <a:pt x="406984" y="119446"/>
                </a:lnTo>
                <a:lnTo>
                  <a:pt x="406641" y="119320"/>
                </a:lnTo>
                <a:lnTo>
                  <a:pt x="406306" y="119186"/>
                </a:lnTo>
                <a:lnTo>
                  <a:pt x="405978" y="119045"/>
                </a:lnTo>
                <a:lnTo>
                  <a:pt x="405658" y="118896"/>
                </a:lnTo>
                <a:lnTo>
                  <a:pt x="405346" y="118740"/>
                </a:lnTo>
                <a:lnTo>
                  <a:pt x="405041" y="118576"/>
                </a:lnTo>
                <a:lnTo>
                  <a:pt x="404744" y="118404"/>
                </a:lnTo>
                <a:lnTo>
                  <a:pt x="404455" y="118225"/>
                </a:lnTo>
                <a:lnTo>
                  <a:pt x="404172" y="118039"/>
                </a:lnTo>
                <a:lnTo>
                  <a:pt x="403897" y="117846"/>
                </a:lnTo>
                <a:lnTo>
                  <a:pt x="403628" y="117648"/>
                </a:lnTo>
                <a:lnTo>
                  <a:pt x="403366" y="117442"/>
                </a:lnTo>
                <a:lnTo>
                  <a:pt x="403111" y="117231"/>
                </a:lnTo>
                <a:lnTo>
                  <a:pt x="402862" y="117013"/>
                </a:lnTo>
                <a:lnTo>
                  <a:pt x="402621" y="116788"/>
                </a:lnTo>
                <a:lnTo>
                  <a:pt x="402386" y="116558"/>
                </a:lnTo>
                <a:lnTo>
                  <a:pt x="402157" y="116321"/>
                </a:lnTo>
                <a:lnTo>
                  <a:pt x="401936" y="116077"/>
                </a:lnTo>
                <a:lnTo>
                  <a:pt x="401721" y="115828"/>
                </a:lnTo>
                <a:lnTo>
                  <a:pt x="401513" y="115572"/>
                </a:lnTo>
                <a:lnTo>
                  <a:pt x="401312" y="115309"/>
                </a:lnTo>
                <a:lnTo>
                  <a:pt x="401117" y="115040"/>
                </a:lnTo>
                <a:lnTo>
                  <a:pt x="400930" y="114765"/>
                </a:lnTo>
                <a:lnTo>
                  <a:pt x="400749" y="114484"/>
                </a:lnTo>
                <a:lnTo>
                  <a:pt x="400574" y="114196"/>
                </a:lnTo>
                <a:lnTo>
                  <a:pt x="400407" y="113902"/>
                </a:lnTo>
                <a:lnTo>
                  <a:pt x="400246" y="113601"/>
                </a:lnTo>
                <a:lnTo>
                  <a:pt x="400092" y="113294"/>
                </a:lnTo>
                <a:lnTo>
                  <a:pt x="399945" y="112981"/>
                </a:lnTo>
                <a:lnTo>
                  <a:pt x="399804" y="112662"/>
                </a:lnTo>
                <a:lnTo>
                  <a:pt x="399671" y="112336"/>
                </a:lnTo>
                <a:lnTo>
                  <a:pt x="399544" y="112003"/>
                </a:lnTo>
                <a:lnTo>
                  <a:pt x="399423" y="111666"/>
                </a:lnTo>
                <a:lnTo>
                  <a:pt x="399307" y="111324"/>
                </a:lnTo>
                <a:lnTo>
                  <a:pt x="399196" y="110978"/>
                </a:lnTo>
                <a:lnTo>
                  <a:pt x="399090" y="110628"/>
                </a:lnTo>
                <a:lnTo>
                  <a:pt x="398990" y="110274"/>
                </a:lnTo>
                <a:lnTo>
                  <a:pt x="398895" y="109916"/>
                </a:lnTo>
                <a:lnTo>
                  <a:pt x="398805" y="109553"/>
                </a:lnTo>
                <a:lnTo>
                  <a:pt x="398720" y="109186"/>
                </a:lnTo>
                <a:lnTo>
                  <a:pt x="398640" y="108815"/>
                </a:lnTo>
                <a:lnTo>
                  <a:pt x="398565" y="108440"/>
                </a:lnTo>
                <a:lnTo>
                  <a:pt x="398495" y="108061"/>
                </a:lnTo>
                <a:lnTo>
                  <a:pt x="398431" y="107677"/>
                </a:lnTo>
                <a:lnTo>
                  <a:pt x="398372" y="107290"/>
                </a:lnTo>
                <a:lnTo>
                  <a:pt x="398318" y="106898"/>
                </a:lnTo>
                <a:lnTo>
                  <a:pt x="398269" y="106502"/>
                </a:lnTo>
                <a:lnTo>
                  <a:pt x="398225" y="106102"/>
                </a:lnTo>
                <a:lnTo>
                  <a:pt x="398186" y="105698"/>
                </a:lnTo>
                <a:lnTo>
                  <a:pt x="398153" y="105289"/>
                </a:lnTo>
                <a:lnTo>
                  <a:pt x="398125" y="104876"/>
                </a:lnTo>
                <a:lnTo>
                  <a:pt x="398101" y="104460"/>
                </a:lnTo>
                <a:lnTo>
                  <a:pt x="398083" y="104039"/>
                </a:lnTo>
                <a:lnTo>
                  <a:pt x="398071" y="103613"/>
                </a:lnTo>
                <a:lnTo>
                  <a:pt x="398063" y="103184"/>
                </a:lnTo>
                <a:lnTo>
                  <a:pt x="398060" y="102750"/>
                </a:lnTo>
                <a:lnTo>
                  <a:pt x="398060" y="39493"/>
                </a:lnTo>
                <a:lnTo>
                  <a:pt x="370947" y="39493"/>
                </a:lnTo>
                <a:lnTo>
                  <a:pt x="370947" y="105785"/>
                </a:lnTo>
                <a:lnTo>
                  <a:pt x="370962" y="107236"/>
                </a:lnTo>
                <a:lnTo>
                  <a:pt x="371005" y="108660"/>
                </a:lnTo>
                <a:lnTo>
                  <a:pt x="371077" y="110056"/>
                </a:lnTo>
                <a:lnTo>
                  <a:pt x="371178" y="111423"/>
                </a:lnTo>
                <a:lnTo>
                  <a:pt x="371307" y="112763"/>
                </a:lnTo>
                <a:lnTo>
                  <a:pt x="371465" y="114075"/>
                </a:lnTo>
                <a:lnTo>
                  <a:pt x="371652" y="115358"/>
                </a:lnTo>
                <a:lnTo>
                  <a:pt x="371868" y="116614"/>
                </a:lnTo>
                <a:lnTo>
                  <a:pt x="372113" y="117842"/>
                </a:lnTo>
                <a:lnTo>
                  <a:pt x="372386" y="119042"/>
                </a:lnTo>
                <a:lnTo>
                  <a:pt x="372688" y="120213"/>
                </a:lnTo>
                <a:lnTo>
                  <a:pt x="373019" y="121357"/>
                </a:lnTo>
                <a:lnTo>
                  <a:pt x="373379" y="122473"/>
                </a:lnTo>
                <a:lnTo>
                  <a:pt x="373767" y="123560"/>
                </a:lnTo>
                <a:lnTo>
                  <a:pt x="374185" y="124620"/>
                </a:lnTo>
                <a:lnTo>
                  <a:pt x="374631" y="125652"/>
                </a:lnTo>
                <a:lnTo>
                  <a:pt x="375105" y="126655"/>
                </a:lnTo>
                <a:lnTo>
                  <a:pt x="375609" y="127631"/>
                </a:lnTo>
                <a:lnTo>
                  <a:pt x="376141" y="128579"/>
                </a:lnTo>
                <a:lnTo>
                  <a:pt x="376702" y="129499"/>
                </a:lnTo>
                <a:lnTo>
                  <a:pt x="377292" y="130390"/>
                </a:lnTo>
                <a:lnTo>
                  <a:pt x="377911" y="131254"/>
                </a:lnTo>
                <a:lnTo>
                  <a:pt x="378558" y="132090"/>
                </a:lnTo>
                <a:lnTo>
                  <a:pt x="379235" y="132897"/>
                </a:lnTo>
                <a:lnTo>
                  <a:pt x="379937" y="133674"/>
                </a:lnTo>
                <a:lnTo>
                  <a:pt x="380664" y="134418"/>
                </a:lnTo>
                <a:lnTo>
                  <a:pt x="381414" y="135129"/>
                </a:lnTo>
                <a:lnTo>
                  <a:pt x="382188" y="135807"/>
                </a:lnTo>
                <a:lnTo>
                  <a:pt x="382985" y="136452"/>
                </a:lnTo>
                <a:lnTo>
                  <a:pt x="383807" y="137063"/>
                </a:lnTo>
                <a:lnTo>
                  <a:pt x="384652" y="137642"/>
                </a:lnTo>
                <a:lnTo>
                  <a:pt x="385521" y="138187"/>
                </a:lnTo>
                <a:lnTo>
                  <a:pt x="386414" y="138700"/>
                </a:lnTo>
                <a:lnTo>
                  <a:pt x="387331" y="139179"/>
                </a:lnTo>
                <a:lnTo>
                  <a:pt x="388271" y="139625"/>
                </a:lnTo>
                <a:lnTo>
                  <a:pt x="389236" y="140039"/>
                </a:lnTo>
                <a:lnTo>
                  <a:pt x="390224" y="140419"/>
                </a:lnTo>
                <a:lnTo>
                  <a:pt x="391236" y="140766"/>
                </a:lnTo>
                <a:lnTo>
                  <a:pt x="392272" y="141080"/>
                </a:lnTo>
                <a:lnTo>
                  <a:pt x="393331" y="141361"/>
                </a:lnTo>
                <a:lnTo>
                  <a:pt x="394414" y="141609"/>
                </a:lnTo>
                <a:lnTo>
                  <a:pt x="395522" y="141824"/>
                </a:lnTo>
                <a:lnTo>
                  <a:pt x="396653" y="142006"/>
                </a:lnTo>
                <a:lnTo>
                  <a:pt x="397807" y="142154"/>
                </a:lnTo>
                <a:lnTo>
                  <a:pt x="398986" y="142270"/>
                </a:lnTo>
                <a:lnTo>
                  <a:pt x="400188" y="142353"/>
                </a:lnTo>
                <a:lnTo>
                  <a:pt x="401414" y="142402"/>
                </a:lnTo>
                <a:lnTo>
                  <a:pt x="402664" y="142419"/>
                </a:lnTo>
                <a:lnTo>
                  <a:pt x="403740" y="142410"/>
                </a:lnTo>
                <a:lnTo>
                  <a:pt x="404800" y="142384"/>
                </a:lnTo>
                <a:lnTo>
                  <a:pt x="405846" y="142341"/>
                </a:lnTo>
                <a:lnTo>
                  <a:pt x="406876" y="142280"/>
                </a:lnTo>
                <a:close/>
                <a:moveTo>
                  <a:pt x="315788" y="53714"/>
                </a:moveTo>
                <a:lnTo>
                  <a:pt x="315416" y="53147"/>
                </a:lnTo>
                <a:lnTo>
                  <a:pt x="315034" y="52588"/>
                </a:lnTo>
                <a:lnTo>
                  <a:pt x="314641" y="52038"/>
                </a:lnTo>
                <a:lnTo>
                  <a:pt x="314237" y="51496"/>
                </a:lnTo>
                <a:lnTo>
                  <a:pt x="313824" y="50962"/>
                </a:lnTo>
                <a:lnTo>
                  <a:pt x="313399" y="50437"/>
                </a:lnTo>
                <a:lnTo>
                  <a:pt x="312965" y="49920"/>
                </a:lnTo>
                <a:lnTo>
                  <a:pt x="312519" y="49411"/>
                </a:lnTo>
                <a:lnTo>
                  <a:pt x="312064" y="48911"/>
                </a:lnTo>
                <a:lnTo>
                  <a:pt x="311598" y="48419"/>
                </a:lnTo>
                <a:lnTo>
                  <a:pt x="311121" y="47935"/>
                </a:lnTo>
                <a:lnTo>
                  <a:pt x="310634" y="47460"/>
                </a:lnTo>
                <a:lnTo>
                  <a:pt x="310136" y="46993"/>
                </a:lnTo>
                <a:lnTo>
                  <a:pt x="309628" y="46535"/>
                </a:lnTo>
                <a:lnTo>
                  <a:pt x="309109" y="46085"/>
                </a:lnTo>
                <a:lnTo>
                  <a:pt x="308580" y="45643"/>
                </a:lnTo>
                <a:lnTo>
                  <a:pt x="308041" y="45209"/>
                </a:lnTo>
                <a:lnTo>
                  <a:pt x="307491" y="44784"/>
                </a:lnTo>
                <a:lnTo>
                  <a:pt x="306930" y="44367"/>
                </a:lnTo>
                <a:lnTo>
                  <a:pt x="306359" y="43959"/>
                </a:lnTo>
                <a:lnTo>
                  <a:pt x="305778" y="43559"/>
                </a:lnTo>
                <a:lnTo>
                  <a:pt x="305186" y="43167"/>
                </a:lnTo>
                <a:lnTo>
                  <a:pt x="304584" y="42784"/>
                </a:lnTo>
                <a:lnTo>
                  <a:pt x="303971" y="42409"/>
                </a:lnTo>
                <a:lnTo>
                  <a:pt x="303346" y="42045"/>
                </a:lnTo>
                <a:lnTo>
                  <a:pt x="302709" y="41698"/>
                </a:lnTo>
                <a:lnTo>
                  <a:pt x="302059" y="41365"/>
                </a:lnTo>
                <a:lnTo>
                  <a:pt x="301397" y="41049"/>
                </a:lnTo>
                <a:lnTo>
                  <a:pt x="300722" y="40747"/>
                </a:lnTo>
                <a:lnTo>
                  <a:pt x="300035" y="40461"/>
                </a:lnTo>
                <a:lnTo>
                  <a:pt x="299335" y="40191"/>
                </a:lnTo>
                <a:lnTo>
                  <a:pt x="298622" y="39936"/>
                </a:lnTo>
                <a:lnTo>
                  <a:pt x="297897" y="39696"/>
                </a:lnTo>
                <a:lnTo>
                  <a:pt x="297159" y="39472"/>
                </a:lnTo>
                <a:lnTo>
                  <a:pt x="296408" y="39264"/>
                </a:lnTo>
                <a:lnTo>
                  <a:pt x="295645" y="39071"/>
                </a:lnTo>
                <a:lnTo>
                  <a:pt x="294869" y="38893"/>
                </a:lnTo>
                <a:lnTo>
                  <a:pt x="294081" y="38731"/>
                </a:lnTo>
                <a:lnTo>
                  <a:pt x="293280" y="38584"/>
                </a:lnTo>
                <a:lnTo>
                  <a:pt x="292466" y="38452"/>
                </a:lnTo>
                <a:lnTo>
                  <a:pt x="291640" y="38337"/>
                </a:lnTo>
                <a:lnTo>
                  <a:pt x="290801" y="38236"/>
                </a:lnTo>
                <a:lnTo>
                  <a:pt x="289950" y="38151"/>
                </a:lnTo>
                <a:lnTo>
                  <a:pt x="289086" y="38082"/>
                </a:lnTo>
                <a:lnTo>
                  <a:pt x="288209" y="38027"/>
                </a:lnTo>
                <a:lnTo>
                  <a:pt x="287320" y="37989"/>
                </a:lnTo>
                <a:lnTo>
                  <a:pt x="286418" y="37966"/>
                </a:lnTo>
                <a:lnTo>
                  <a:pt x="285503" y="37958"/>
                </a:lnTo>
                <a:lnTo>
                  <a:pt x="284535" y="37968"/>
                </a:lnTo>
                <a:lnTo>
                  <a:pt x="283575" y="37997"/>
                </a:lnTo>
                <a:lnTo>
                  <a:pt x="282623" y="38047"/>
                </a:lnTo>
                <a:lnTo>
                  <a:pt x="281678" y="38116"/>
                </a:lnTo>
                <a:lnTo>
                  <a:pt x="280741" y="38204"/>
                </a:lnTo>
                <a:lnTo>
                  <a:pt x="279812" y="38313"/>
                </a:lnTo>
                <a:lnTo>
                  <a:pt x="278891" y="38441"/>
                </a:lnTo>
                <a:lnTo>
                  <a:pt x="277978" y="38589"/>
                </a:lnTo>
                <a:lnTo>
                  <a:pt x="277072" y="38756"/>
                </a:lnTo>
                <a:lnTo>
                  <a:pt x="276174" y="38944"/>
                </a:lnTo>
                <a:lnTo>
                  <a:pt x="275284" y="39151"/>
                </a:lnTo>
                <a:lnTo>
                  <a:pt x="274402" y="39378"/>
                </a:lnTo>
                <a:lnTo>
                  <a:pt x="273528" y="39624"/>
                </a:lnTo>
                <a:lnTo>
                  <a:pt x="272662" y="39890"/>
                </a:lnTo>
                <a:lnTo>
                  <a:pt x="271803" y="40176"/>
                </a:lnTo>
                <a:lnTo>
                  <a:pt x="270952" y="40482"/>
                </a:lnTo>
                <a:lnTo>
                  <a:pt x="270109" y="40807"/>
                </a:lnTo>
                <a:lnTo>
                  <a:pt x="269274" y="41152"/>
                </a:lnTo>
                <a:lnTo>
                  <a:pt x="268447" y="41517"/>
                </a:lnTo>
                <a:lnTo>
                  <a:pt x="267627" y="41901"/>
                </a:lnTo>
                <a:lnTo>
                  <a:pt x="266815" y="42305"/>
                </a:lnTo>
                <a:lnTo>
                  <a:pt x="266011" y="42729"/>
                </a:lnTo>
                <a:lnTo>
                  <a:pt x="265215" y="43173"/>
                </a:lnTo>
                <a:lnTo>
                  <a:pt x="264427" y="43636"/>
                </a:lnTo>
                <a:lnTo>
                  <a:pt x="263649" y="44119"/>
                </a:lnTo>
                <a:lnTo>
                  <a:pt x="262885" y="44622"/>
                </a:lnTo>
                <a:lnTo>
                  <a:pt x="262134" y="45144"/>
                </a:lnTo>
                <a:lnTo>
                  <a:pt x="261397" y="45686"/>
                </a:lnTo>
                <a:lnTo>
                  <a:pt x="260674" y="46248"/>
                </a:lnTo>
                <a:lnTo>
                  <a:pt x="259963" y="46829"/>
                </a:lnTo>
                <a:lnTo>
                  <a:pt x="259267" y="47430"/>
                </a:lnTo>
                <a:lnTo>
                  <a:pt x="258584" y="48051"/>
                </a:lnTo>
                <a:lnTo>
                  <a:pt x="257914" y="48692"/>
                </a:lnTo>
                <a:lnTo>
                  <a:pt x="257258" y="49352"/>
                </a:lnTo>
                <a:lnTo>
                  <a:pt x="256615" y="50032"/>
                </a:lnTo>
                <a:lnTo>
                  <a:pt x="255986" y="50732"/>
                </a:lnTo>
                <a:lnTo>
                  <a:pt x="255370" y="51451"/>
                </a:lnTo>
                <a:lnTo>
                  <a:pt x="254768" y="52191"/>
                </a:lnTo>
                <a:lnTo>
                  <a:pt x="254180" y="52950"/>
                </a:lnTo>
                <a:lnTo>
                  <a:pt x="253604" y="53728"/>
                </a:lnTo>
                <a:lnTo>
                  <a:pt x="253043" y="54527"/>
                </a:lnTo>
                <a:lnTo>
                  <a:pt x="252495" y="55345"/>
                </a:lnTo>
                <a:lnTo>
                  <a:pt x="251960" y="56183"/>
                </a:lnTo>
                <a:lnTo>
                  <a:pt x="251439" y="57040"/>
                </a:lnTo>
                <a:lnTo>
                  <a:pt x="250931" y="57918"/>
                </a:lnTo>
                <a:lnTo>
                  <a:pt x="250437" y="58815"/>
                </a:lnTo>
                <a:lnTo>
                  <a:pt x="249956" y="59732"/>
                </a:lnTo>
                <a:lnTo>
                  <a:pt x="249489" y="60668"/>
                </a:lnTo>
                <a:lnTo>
                  <a:pt x="249038" y="61625"/>
                </a:lnTo>
                <a:lnTo>
                  <a:pt x="248607" y="62603"/>
                </a:lnTo>
                <a:lnTo>
                  <a:pt x="248194" y="63602"/>
                </a:lnTo>
                <a:lnTo>
                  <a:pt x="247801" y="64622"/>
                </a:lnTo>
                <a:lnTo>
                  <a:pt x="247427" y="65663"/>
                </a:lnTo>
                <a:lnTo>
                  <a:pt x="247072" y="66726"/>
                </a:lnTo>
                <a:lnTo>
                  <a:pt x="246736" y="67809"/>
                </a:lnTo>
                <a:lnTo>
                  <a:pt x="246420" y="68914"/>
                </a:lnTo>
                <a:lnTo>
                  <a:pt x="246123" y="70040"/>
                </a:lnTo>
                <a:lnTo>
                  <a:pt x="245844" y="71187"/>
                </a:lnTo>
                <a:lnTo>
                  <a:pt x="245585" y="72355"/>
                </a:lnTo>
                <a:lnTo>
                  <a:pt x="245346" y="73544"/>
                </a:lnTo>
                <a:lnTo>
                  <a:pt x="245125" y="74755"/>
                </a:lnTo>
                <a:lnTo>
                  <a:pt x="244924" y="75986"/>
                </a:lnTo>
                <a:lnTo>
                  <a:pt x="244741" y="77239"/>
                </a:lnTo>
                <a:lnTo>
                  <a:pt x="244578" y="78513"/>
                </a:lnTo>
                <a:lnTo>
                  <a:pt x="244434" y="79808"/>
                </a:lnTo>
                <a:lnTo>
                  <a:pt x="244310" y="81124"/>
                </a:lnTo>
                <a:lnTo>
                  <a:pt x="244204" y="82462"/>
                </a:lnTo>
                <a:lnTo>
                  <a:pt x="244118" y="83820"/>
                </a:lnTo>
                <a:lnTo>
                  <a:pt x="244051" y="85200"/>
                </a:lnTo>
                <a:lnTo>
                  <a:pt x="244003" y="86601"/>
                </a:lnTo>
                <a:lnTo>
                  <a:pt x="243974" y="88023"/>
                </a:lnTo>
                <a:lnTo>
                  <a:pt x="243964" y="89466"/>
                </a:lnTo>
                <a:lnTo>
                  <a:pt x="243973" y="90952"/>
                </a:lnTo>
                <a:lnTo>
                  <a:pt x="243998" y="92417"/>
                </a:lnTo>
                <a:lnTo>
                  <a:pt x="244041" y="93860"/>
                </a:lnTo>
                <a:lnTo>
                  <a:pt x="244101" y="95283"/>
                </a:lnTo>
                <a:lnTo>
                  <a:pt x="244178" y="96684"/>
                </a:lnTo>
                <a:lnTo>
                  <a:pt x="244271" y="98063"/>
                </a:lnTo>
                <a:lnTo>
                  <a:pt x="244382" y="99421"/>
                </a:lnTo>
                <a:lnTo>
                  <a:pt x="244510" y="100758"/>
                </a:lnTo>
                <a:lnTo>
                  <a:pt x="244655" y="102074"/>
                </a:lnTo>
                <a:lnTo>
                  <a:pt x="244817" y="103368"/>
                </a:lnTo>
                <a:lnTo>
                  <a:pt x="244996" y="104641"/>
                </a:lnTo>
                <a:lnTo>
                  <a:pt x="245192" y="105893"/>
                </a:lnTo>
                <a:lnTo>
                  <a:pt x="245405" y="107123"/>
                </a:lnTo>
                <a:lnTo>
                  <a:pt x="245635" y="108332"/>
                </a:lnTo>
                <a:lnTo>
                  <a:pt x="245883" y="109519"/>
                </a:lnTo>
                <a:lnTo>
                  <a:pt x="246147" y="110686"/>
                </a:lnTo>
                <a:lnTo>
                  <a:pt x="246428" y="111831"/>
                </a:lnTo>
                <a:lnTo>
                  <a:pt x="246727" y="112954"/>
                </a:lnTo>
                <a:lnTo>
                  <a:pt x="247042" y="114057"/>
                </a:lnTo>
                <a:lnTo>
                  <a:pt x="247375" y="115138"/>
                </a:lnTo>
                <a:lnTo>
                  <a:pt x="247724" y="116197"/>
                </a:lnTo>
                <a:lnTo>
                  <a:pt x="248091" y="117236"/>
                </a:lnTo>
                <a:lnTo>
                  <a:pt x="248475" y="118253"/>
                </a:lnTo>
                <a:lnTo>
                  <a:pt x="248875" y="119248"/>
                </a:lnTo>
                <a:lnTo>
                  <a:pt x="249292" y="120222"/>
                </a:lnTo>
                <a:lnTo>
                  <a:pt x="249722" y="121175"/>
                </a:lnTo>
                <a:lnTo>
                  <a:pt x="250167" y="122107"/>
                </a:lnTo>
                <a:lnTo>
                  <a:pt x="250626" y="123017"/>
                </a:lnTo>
                <a:lnTo>
                  <a:pt x="251099" y="123906"/>
                </a:lnTo>
                <a:lnTo>
                  <a:pt x="251587" y="124773"/>
                </a:lnTo>
                <a:lnTo>
                  <a:pt x="252088" y="125619"/>
                </a:lnTo>
                <a:lnTo>
                  <a:pt x="252604" y="126444"/>
                </a:lnTo>
                <a:lnTo>
                  <a:pt x="253134" y="127248"/>
                </a:lnTo>
                <a:lnTo>
                  <a:pt x="253678" y="128030"/>
                </a:lnTo>
                <a:lnTo>
                  <a:pt x="254237" y="128791"/>
                </a:lnTo>
                <a:lnTo>
                  <a:pt x="254810" y="129531"/>
                </a:lnTo>
                <a:lnTo>
                  <a:pt x="255396" y="130249"/>
                </a:lnTo>
                <a:lnTo>
                  <a:pt x="255997" y="130946"/>
                </a:lnTo>
                <a:lnTo>
                  <a:pt x="256613" y="131622"/>
                </a:lnTo>
                <a:lnTo>
                  <a:pt x="257242" y="132276"/>
                </a:lnTo>
                <a:lnTo>
                  <a:pt x="257886" y="132909"/>
                </a:lnTo>
                <a:lnTo>
                  <a:pt x="258544" y="133521"/>
                </a:lnTo>
                <a:lnTo>
                  <a:pt x="259216" y="134111"/>
                </a:lnTo>
                <a:lnTo>
                  <a:pt x="259902" y="134681"/>
                </a:lnTo>
                <a:lnTo>
                  <a:pt x="260603" y="135228"/>
                </a:lnTo>
                <a:lnTo>
                  <a:pt x="261318" y="135755"/>
                </a:lnTo>
                <a:lnTo>
                  <a:pt x="262047" y="136260"/>
                </a:lnTo>
                <a:lnTo>
                  <a:pt x="262790" y="136744"/>
                </a:lnTo>
                <a:lnTo>
                  <a:pt x="263545" y="137207"/>
                </a:lnTo>
                <a:lnTo>
                  <a:pt x="264311" y="137650"/>
                </a:lnTo>
                <a:lnTo>
                  <a:pt x="265087" y="138074"/>
                </a:lnTo>
                <a:lnTo>
                  <a:pt x="265873" y="138478"/>
                </a:lnTo>
                <a:lnTo>
                  <a:pt x="266670" y="138862"/>
                </a:lnTo>
                <a:lnTo>
                  <a:pt x="267477" y="139227"/>
                </a:lnTo>
                <a:lnTo>
                  <a:pt x="268294" y="139572"/>
                </a:lnTo>
                <a:lnTo>
                  <a:pt x="269122" y="139897"/>
                </a:lnTo>
                <a:lnTo>
                  <a:pt x="269960" y="140202"/>
                </a:lnTo>
                <a:lnTo>
                  <a:pt x="270808" y="140488"/>
                </a:lnTo>
                <a:lnTo>
                  <a:pt x="271666" y="140754"/>
                </a:lnTo>
                <a:lnTo>
                  <a:pt x="272535" y="141000"/>
                </a:lnTo>
                <a:lnTo>
                  <a:pt x="273414" y="141227"/>
                </a:lnTo>
                <a:lnTo>
                  <a:pt x="274304" y="141434"/>
                </a:lnTo>
                <a:lnTo>
                  <a:pt x="275203" y="141621"/>
                </a:lnTo>
                <a:lnTo>
                  <a:pt x="276113" y="141788"/>
                </a:lnTo>
                <a:lnTo>
                  <a:pt x="277034" y="141936"/>
                </a:lnTo>
                <a:lnTo>
                  <a:pt x="277964" y="142064"/>
                </a:lnTo>
                <a:lnTo>
                  <a:pt x="278905" y="142173"/>
                </a:lnTo>
                <a:lnTo>
                  <a:pt x="279856" y="142261"/>
                </a:lnTo>
                <a:lnTo>
                  <a:pt x="280818" y="142330"/>
                </a:lnTo>
                <a:lnTo>
                  <a:pt x="281789" y="142380"/>
                </a:lnTo>
                <a:lnTo>
                  <a:pt x="282772" y="142409"/>
                </a:lnTo>
                <a:lnTo>
                  <a:pt x="283764" y="142419"/>
                </a:lnTo>
                <a:lnTo>
                  <a:pt x="284663" y="142411"/>
                </a:lnTo>
                <a:lnTo>
                  <a:pt x="285551" y="142388"/>
                </a:lnTo>
                <a:lnTo>
                  <a:pt x="286430" y="142349"/>
                </a:lnTo>
                <a:lnTo>
                  <a:pt x="287298" y="142295"/>
                </a:lnTo>
                <a:lnTo>
                  <a:pt x="288156" y="142226"/>
                </a:lnTo>
                <a:lnTo>
                  <a:pt x="289004" y="142141"/>
                </a:lnTo>
                <a:lnTo>
                  <a:pt x="289842" y="142040"/>
                </a:lnTo>
                <a:lnTo>
                  <a:pt x="290670" y="141924"/>
                </a:lnTo>
                <a:lnTo>
                  <a:pt x="291488" y="141793"/>
                </a:lnTo>
                <a:lnTo>
                  <a:pt x="292295" y="141646"/>
                </a:lnTo>
                <a:lnTo>
                  <a:pt x="293093" y="141484"/>
                </a:lnTo>
                <a:lnTo>
                  <a:pt x="293880" y="141306"/>
                </a:lnTo>
                <a:lnTo>
                  <a:pt x="294657" y="141113"/>
                </a:lnTo>
                <a:lnTo>
                  <a:pt x="295424" y="140905"/>
                </a:lnTo>
                <a:lnTo>
                  <a:pt x="296181" y="140680"/>
                </a:lnTo>
                <a:lnTo>
                  <a:pt x="296928" y="140441"/>
                </a:lnTo>
                <a:lnTo>
                  <a:pt x="297665" y="140186"/>
                </a:lnTo>
                <a:lnTo>
                  <a:pt x="298391" y="139915"/>
                </a:lnTo>
                <a:lnTo>
                  <a:pt x="299108" y="139630"/>
                </a:lnTo>
                <a:lnTo>
                  <a:pt x="299814" y="139328"/>
                </a:lnTo>
                <a:lnTo>
                  <a:pt x="300510" y="139011"/>
                </a:lnTo>
                <a:lnTo>
                  <a:pt x="301196" y="138679"/>
                </a:lnTo>
                <a:lnTo>
                  <a:pt x="301872" y="138332"/>
                </a:lnTo>
                <a:lnTo>
                  <a:pt x="302538" y="137968"/>
                </a:lnTo>
                <a:lnTo>
                  <a:pt x="303195" y="137592"/>
                </a:lnTo>
                <a:lnTo>
                  <a:pt x="303842" y="137206"/>
                </a:lnTo>
                <a:lnTo>
                  <a:pt x="304480" y="136810"/>
                </a:lnTo>
                <a:lnTo>
                  <a:pt x="305109" y="136404"/>
                </a:lnTo>
                <a:lnTo>
                  <a:pt x="305729" y="135987"/>
                </a:lnTo>
                <a:lnTo>
                  <a:pt x="306340" y="135561"/>
                </a:lnTo>
                <a:lnTo>
                  <a:pt x="306942" y="135124"/>
                </a:lnTo>
                <a:lnTo>
                  <a:pt x="307535" y="134677"/>
                </a:lnTo>
                <a:lnTo>
                  <a:pt x="308118" y="134220"/>
                </a:lnTo>
                <a:lnTo>
                  <a:pt x="308693" y="133753"/>
                </a:lnTo>
                <a:lnTo>
                  <a:pt x="309259" y="133276"/>
                </a:lnTo>
                <a:lnTo>
                  <a:pt x="309815" y="132789"/>
                </a:lnTo>
                <a:lnTo>
                  <a:pt x="310363" y="132291"/>
                </a:lnTo>
                <a:lnTo>
                  <a:pt x="310901" y="131784"/>
                </a:lnTo>
                <a:lnTo>
                  <a:pt x="311431" y="131266"/>
                </a:lnTo>
                <a:lnTo>
                  <a:pt x="311951" y="130738"/>
                </a:lnTo>
                <a:lnTo>
                  <a:pt x="312462" y="130200"/>
                </a:lnTo>
                <a:lnTo>
                  <a:pt x="312965" y="129652"/>
                </a:lnTo>
                <a:lnTo>
                  <a:pt x="313458" y="129094"/>
                </a:lnTo>
                <a:lnTo>
                  <a:pt x="313942" y="128526"/>
                </a:lnTo>
                <a:lnTo>
                  <a:pt x="314417" y="127947"/>
                </a:lnTo>
                <a:lnTo>
                  <a:pt x="314883" y="127359"/>
                </a:lnTo>
                <a:lnTo>
                  <a:pt x="315340" y="126760"/>
                </a:lnTo>
                <a:lnTo>
                  <a:pt x="315788" y="126151"/>
                </a:lnTo>
                <a:lnTo>
                  <a:pt x="315788" y="177205"/>
                </a:lnTo>
                <a:lnTo>
                  <a:pt x="342901" y="177205"/>
                </a:lnTo>
                <a:lnTo>
                  <a:pt x="342901" y="39493"/>
                </a:lnTo>
                <a:lnTo>
                  <a:pt x="316504" y="39493"/>
                </a:lnTo>
                <a:lnTo>
                  <a:pt x="315788" y="53714"/>
                </a:lnTo>
                <a:close/>
                <a:moveTo>
                  <a:pt x="287704" y="121400"/>
                </a:moveTo>
                <a:lnTo>
                  <a:pt x="287054" y="121271"/>
                </a:lnTo>
                <a:lnTo>
                  <a:pt x="286414" y="121115"/>
                </a:lnTo>
                <a:lnTo>
                  <a:pt x="285786" y="120932"/>
                </a:lnTo>
                <a:lnTo>
                  <a:pt x="285168" y="120722"/>
                </a:lnTo>
                <a:lnTo>
                  <a:pt x="284561" y="120485"/>
                </a:lnTo>
                <a:lnTo>
                  <a:pt x="283965" y="120221"/>
                </a:lnTo>
                <a:lnTo>
                  <a:pt x="283379" y="119930"/>
                </a:lnTo>
                <a:lnTo>
                  <a:pt x="282805" y="119613"/>
                </a:lnTo>
                <a:lnTo>
                  <a:pt x="282241" y="119269"/>
                </a:lnTo>
                <a:lnTo>
                  <a:pt x="281688" y="118897"/>
                </a:lnTo>
                <a:lnTo>
                  <a:pt x="281146" y="118499"/>
                </a:lnTo>
                <a:lnTo>
                  <a:pt x="280615" y="118074"/>
                </a:lnTo>
                <a:lnTo>
                  <a:pt x="280095" y="117622"/>
                </a:lnTo>
                <a:lnTo>
                  <a:pt x="279585" y="117144"/>
                </a:lnTo>
                <a:lnTo>
                  <a:pt x="279086" y="116638"/>
                </a:lnTo>
                <a:lnTo>
                  <a:pt x="278599" y="116106"/>
                </a:lnTo>
                <a:lnTo>
                  <a:pt x="278122" y="115547"/>
                </a:lnTo>
                <a:lnTo>
                  <a:pt x="277655" y="114960"/>
                </a:lnTo>
                <a:lnTo>
                  <a:pt x="277200" y="114347"/>
                </a:lnTo>
                <a:lnTo>
                  <a:pt x="276756" y="113708"/>
                </a:lnTo>
                <a:lnTo>
                  <a:pt x="276326" y="113040"/>
                </a:lnTo>
                <a:lnTo>
                  <a:pt x="275914" y="112342"/>
                </a:lnTo>
                <a:lnTo>
                  <a:pt x="275521" y="111615"/>
                </a:lnTo>
                <a:lnTo>
                  <a:pt x="275146" y="110859"/>
                </a:lnTo>
                <a:lnTo>
                  <a:pt x="274789" y="110074"/>
                </a:lnTo>
                <a:lnTo>
                  <a:pt x="274450" y="109259"/>
                </a:lnTo>
                <a:lnTo>
                  <a:pt x="274130" y="108415"/>
                </a:lnTo>
                <a:lnTo>
                  <a:pt x="273828" y="107541"/>
                </a:lnTo>
                <a:lnTo>
                  <a:pt x="273545" y="106638"/>
                </a:lnTo>
                <a:lnTo>
                  <a:pt x="273279" y="105706"/>
                </a:lnTo>
                <a:lnTo>
                  <a:pt x="273032" y="104744"/>
                </a:lnTo>
                <a:lnTo>
                  <a:pt x="272804" y="103753"/>
                </a:lnTo>
                <a:lnTo>
                  <a:pt x="272593" y="102732"/>
                </a:lnTo>
                <a:lnTo>
                  <a:pt x="272401" y="101682"/>
                </a:lnTo>
                <a:lnTo>
                  <a:pt x="272227" y="100603"/>
                </a:lnTo>
                <a:lnTo>
                  <a:pt x="272072" y="99495"/>
                </a:lnTo>
                <a:lnTo>
                  <a:pt x="271935" y="98357"/>
                </a:lnTo>
                <a:lnTo>
                  <a:pt x="271816" y="97189"/>
                </a:lnTo>
                <a:lnTo>
                  <a:pt x="271715" y="95993"/>
                </a:lnTo>
                <a:lnTo>
                  <a:pt x="271633" y="94766"/>
                </a:lnTo>
                <a:lnTo>
                  <a:pt x="271569" y="93511"/>
                </a:lnTo>
                <a:lnTo>
                  <a:pt x="271523" y="92226"/>
                </a:lnTo>
                <a:lnTo>
                  <a:pt x="271496" y="90912"/>
                </a:lnTo>
                <a:lnTo>
                  <a:pt x="271486" y="89568"/>
                </a:lnTo>
                <a:lnTo>
                  <a:pt x="271496" y="88334"/>
                </a:lnTo>
                <a:lnTo>
                  <a:pt x="271525" y="87124"/>
                </a:lnTo>
                <a:lnTo>
                  <a:pt x="271574" y="85937"/>
                </a:lnTo>
                <a:lnTo>
                  <a:pt x="271641" y="84774"/>
                </a:lnTo>
                <a:lnTo>
                  <a:pt x="271728" y="83635"/>
                </a:lnTo>
                <a:lnTo>
                  <a:pt x="271835" y="82520"/>
                </a:lnTo>
                <a:lnTo>
                  <a:pt x="271961" y="81429"/>
                </a:lnTo>
                <a:lnTo>
                  <a:pt x="272106" y="80361"/>
                </a:lnTo>
                <a:lnTo>
                  <a:pt x="272271" y="79317"/>
                </a:lnTo>
                <a:lnTo>
                  <a:pt x="272454" y="78297"/>
                </a:lnTo>
                <a:lnTo>
                  <a:pt x="272658" y="77301"/>
                </a:lnTo>
                <a:lnTo>
                  <a:pt x="272880" y="76329"/>
                </a:lnTo>
                <a:lnTo>
                  <a:pt x="273122" y="75381"/>
                </a:lnTo>
                <a:lnTo>
                  <a:pt x="273384" y="74456"/>
                </a:lnTo>
                <a:lnTo>
                  <a:pt x="273665" y="73555"/>
                </a:lnTo>
                <a:lnTo>
                  <a:pt x="273965" y="72678"/>
                </a:lnTo>
                <a:lnTo>
                  <a:pt x="274284" y="71825"/>
                </a:lnTo>
                <a:lnTo>
                  <a:pt x="274623" y="70995"/>
                </a:lnTo>
                <a:lnTo>
                  <a:pt x="274981" y="70190"/>
                </a:lnTo>
                <a:lnTo>
                  <a:pt x="275359" y="69408"/>
                </a:lnTo>
                <a:lnTo>
                  <a:pt x="275756" y="68650"/>
                </a:lnTo>
                <a:lnTo>
                  <a:pt x="276172" y="67916"/>
                </a:lnTo>
                <a:lnTo>
                  <a:pt x="276607" y="67206"/>
                </a:lnTo>
                <a:lnTo>
                  <a:pt x="277062" y="66519"/>
                </a:lnTo>
                <a:lnTo>
                  <a:pt x="277535" y="65858"/>
                </a:lnTo>
                <a:lnTo>
                  <a:pt x="278023" y="65226"/>
                </a:lnTo>
                <a:lnTo>
                  <a:pt x="278528" y="64623"/>
                </a:lnTo>
                <a:lnTo>
                  <a:pt x="279048" y="64047"/>
                </a:lnTo>
                <a:lnTo>
                  <a:pt x="279583" y="63501"/>
                </a:lnTo>
                <a:lnTo>
                  <a:pt x="280135" y="62982"/>
                </a:lnTo>
                <a:lnTo>
                  <a:pt x="280702" y="62493"/>
                </a:lnTo>
                <a:lnTo>
                  <a:pt x="281286" y="62031"/>
                </a:lnTo>
                <a:lnTo>
                  <a:pt x="281885" y="61598"/>
                </a:lnTo>
                <a:lnTo>
                  <a:pt x="282500" y="61194"/>
                </a:lnTo>
                <a:lnTo>
                  <a:pt x="283130" y="60818"/>
                </a:lnTo>
                <a:lnTo>
                  <a:pt x="283777" y="60471"/>
                </a:lnTo>
                <a:lnTo>
                  <a:pt x="284439" y="60152"/>
                </a:lnTo>
                <a:lnTo>
                  <a:pt x="285117" y="59861"/>
                </a:lnTo>
                <a:lnTo>
                  <a:pt x="285811" y="59599"/>
                </a:lnTo>
                <a:lnTo>
                  <a:pt x="286521" y="59366"/>
                </a:lnTo>
                <a:lnTo>
                  <a:pt x="287246" y="59161"/>
                </a:lnTo>
                <a:lnTo>
                  <a:pt x="287988" y="58984"/>
                </a:lnTo>
                <a:lnTo>
                  <a:pt x="288745" y="58836"/>
                </a:lnTo>
                <a:lnTo>
                  <a:pt x="289518" y="58716"/>
                </a:lnTo>
                <a:lnTo>
                  <a:pt x="290306" y="58625"/>
                </a:lnTo>
                <a:lnTo>
                  <a:pt x="291111" y="58563"/>
                </a:lnTo>
                <a:lnTo>
                  <a:pt x="291931" y="58528"/>
                </a:lnTo>
                <a:lnTo>
                  <a:pt x="292767" y="58523"/>
                </a:lnTo>
                <a:lnTo>
                  <a:pt x="293478" y="58540"/>
                </a:lnTo>
                <a:lnTo>
                  <a:pt x="294179" y="58575"/>
                </a:lnTo>
                <a:lnTo>
                  <a:pt x="294870" y="58627"/>
                </a:lnTo>
                <a:lnTo>
                  <a:pt x="295550" y="58697"/>
                </a:lnTo>
                <a:lnTo>
                  <a:pt x="296220" y="58784"/>
                </a:lnTo>
                <a:lnTo>
                  <a:pt x="296879" y="58889"/>
                </a:lnTo>
                <a:lnTo>
                  <a:pt x="297528" y="59011"/>
                </a:lnTo>
                <a:lnTo>
                  <a:pt x="298167" y="59151"/>
                </a:lnTo>
                <a:lnTo>
                  <a:pt x="298796" y="59308"/>
                </a:lnTo>
                <a:lnTo>
                  <a:pt x="299414" y="59483"/>
                </a:lnTo>
                <a:lnTo>
                  <a:pt x="300022" y="59675"/>
                </a:lnTo>
                <a:lnTo>
                  <a:pt x="300620" y="59885"/>
                </a:lnTo>
                <a:lnTo>
                  <a:pt x="301207" y="60112"/>
                </a:lnTo>
                <a:lnTo>
                  <a:pt x="301784" y="60357"/>
                </a:lnTo>
                <a:lnTo>
                  <a:pt x="302351" y="60619"/>
                </a:lnTo>
                <a:lnTo>
                  <a:pt x="302908" y="60899"/>
                </a:lnTo>
                <a:lnTo>
                  <a:pt x="303454" y="61196"/>
                </a:lnTo>
                <a:lnTo>
                  <a:pt x="303990" y="61511"/>
                </a:lnTo>
                <a:lnTo>
                  <a:pt x="304515" y="61843"/>
                </a:lnTo>
                <a:lnTo>
                  <a:pt x="305031" y="62192"/>
                </a:lnTo>
                <a:lnTo>
                  <a:pt x="305536" y="62560"/>
                </a:lnTo>
                <a:lnTo>
                  <a:pt x="306030" y="62944"/>
                </a:lnTo>
                <a:lnTo>
                  <a:pt x="306515" y="63347"/>
                </a:lnTo>
                <a:lnTo>
                  <a:pt x="306989" y="63766"/>
                </a:lnTo>
                <a:lnTo>
                  <a:pt x="307454" y="64197"/>
                </a:lnTo>
                <a:lnTo>
                  <a:pt x="307910" y="64633"/>
                </a:lnTo>
                <a:lnTo>
                  <a:pt x="308357" y="65074"/>
                </a:lnTo>
                <a:lnTo>
                  <a:pt x="308796" y="65521"/>
                </a:lnTo>
                <a:lnTo>
                  <a:pt x="309227" y="65973"/>
                </a:lnTo>
                <a:lnTo>
                  <a:pt x="309649" y="66430"/>
                </a:lnTo>
                <a:lnTo>
                  <a:pt x="310063" y="66892"/>
                </a:lnTo>
                <a:lnTo>
                  <a:pt x="310467" y="67359"/>
                </a:lnTo>
                <a:lnTo>
                  <a:pt x="310864" y="67832"/>
                </a:lnTo>
                <a:lnTo>
                  <a:pt x="311252" y="68310"/>
                </a:lnTo>
                <a:lnTo>
                  <a:pt x="311631" y="68793"/>
                </a:lnTo>
                <a:lnTo>
                  <a:pt x="312002" y="69282"/>
                </a:lnTo>
                <a:lnTo>
                  <a:pt x="312365" y="69775"/>
                </a:lnTo>
                <a:lnTo>
                  <a:pt x="312718" y="70274"/>
                </a:lnTo>
                <a:lnTo>
                  <a:pt x="313064" y="70778"/>
                </a:lnTo>
                <a:lnTo>
                  <a:pt x="313400" y="71288"/>
                </a:lnTo>
                <a:lnTo>
                  <a:pt x="313729" y="71802"/>
                </a:lnTo>
                <a:lnTo>
                  <a:pt x="314048" y="72322"/>
                </a:lnTo>
                <a:lnTo>
                  <a:pt x="314360" y="72847"/>
                </a:lnTo>
                <a:lnTo>
                  <a:pt x="314662" y="73378"/>
                </a:lnTo>
                <a:lnTo>
                  <a:pt x="314956" y="73913"/>
                </a:lnTo>
                <a:lnTo>
                  <a:pt x="315242" y="74454"/>
                </a:lnTo>
                <a:lnTo>
                  <a:pt x="315519" y="75000"/>
                </a:lnTo>
                <a:lnTo>
                  <a:pt x="315788" y="75551"/>
                </a:lnTo>
                <a:lnTo>
                  <a:pt x="315788" y="105244"/>
                </a:lnTo>
                <a:lnTo>
                  <a:pt x="315509" y="105795"/>
                </a:lnTo>
                <a:lnTo>
                  <a:pt x="315220" y="106340"/>
                </a:lnTo>
                <a:lnTo>
                  <a:pt x="314920" y="106879"/>
                </a:lnTo>
                <a:lnTo>
                  <a:pt x="314610" y="107411"/>
                </a:lnTo>
                <a:lnTo>
                  <a:pt x="314288" y="107938"/>
                </a:lnTo>
                <a:lnTo>
                  <a:pt x="313956" y="108459"/>
                </a:lnTo>
                <a:lnTo>
                  <a:pt x="313612" y="108974"/>
                </a:lnTo>
                <a:lnTo>
                  <a:pt x="313258" y="109484"/>
                </a:lnTo>
                <a:lnTo>
                  <a:pt x="312893" y="109987"/>
                </a:lnTo>
                <a:lnTo>
                  <a:pt x="312518" y="110484"/>
                </a:lnTo>
                <a:lnTo>
                  <a:pt x="312131" y="110975"/>
                </a:lnTo>
                <a:lnTo>
                  <a:pt x="311734" y="111461"/>
                </a:lnTo>
                <a:lnTo>
                  <a:pt x="311325" y="111940"/>
                </a:lnTo>
                <a:lnTo>
                  <a:pt x="310906" y="112414"/>
                </a:lnTo>
                <a:lnTo>
                  <a:pt x="310476" y="112881"/>
                </a:lnTo>
                <a:lnTo>
                  <a:pt x="310036" y="113343"/>
                </a:lnTo>
                <a:lnTo>
                  <a:pt x="309584" y="113798"/>
                </a:lnTo>
                <a:lnTo>
                  <a:pt x="309121" y="114248"/>
                </a:lnTo>
                <a:lnTo>
                  <a:pt x="308648" y="114692"/>
                </a:lnTo>
                <a:lnTo>
                  <a:pt x="308164" y="115130"/>
                </a:lnTo>
                <a:lnTo>
                  <a:pt x="307669" y="115562"/>
                </a:lnTo>
                <a:lnTo>
                  <a:pt x="307163" y="115988"/>
                </a:lnTo>
                <a:lnTo>
                  <a:pt x="306647" y="116408"/>
                </a:lnTo>
                <a:lnTo>
                  <a:pt x="306119" y="116822"/>
                </a:lnTo>
                <a:lnTo>
                  <a:pt x="305581" y="117224"/>
                </a:lnTo>
                <a:lnTo>
                  <a:pt x="305033" y="117608"/>
                </a:lnTo>
                <a:lnTo>
                  <a:pt x="304475" y="117976"/>
                </a:lnTo>
                <a:lnTo>
                  <a:pt x="303907" y="118325"/>
                </a:lnTo>
                <a:lnTo>
                  <a:pt x="303328" y="118657"/>
                </a:lnTo>
                <a:lnTo>
                  <a:pt x="302740" y="118972"/>
                </a:lnTo>
                <a:lnTo>
                  <a:pt x="302141" y="119269"/>
                </a:lnTo>
                <a:lnTo>
                  <a:pt x="301532" y="119549"/>
                </a:lnTo>
                <a:lnTo>
                  <a:pt x="300913" y="119812"/>
                </a:lnTo>
                <a:lnTo>
                  <a:pt x="300284" y="120056"/>
                </a:lnTo>
                <a:lnTo>
                  <a:pt x="299645" y="120284"/>
                </a:lnTo>
                <a:lnTo>
                  <a:pt x="298996" y="120494"/>
                </a:lnTo>
                <a:lnTo>
                  <a:pt x="298336" y="120686"/>
                </a:lnTo>
                <a:lnTo>
                  <a:pt x="297667" y="120861"/>
                </a:lnTo>
                <a:lnTo>
                  <a:pt x="296987" y="121019"/>
                </a:lnTo>
                <a:lnTo>
                  <a:pt x="296297" y="121159"/>
                </a:lnTo>
                <a:lnTo>
                  <a:pt x="295597" y="121281"/>
                </a:lnTo>
                <a:lnTo>
                  <a:pt x="294887" y="121386"/>
                </a:lnTo>
                <a:lnTo>
                  <a:pt x="294167" y="121474"/>
                </a:lnTo>
                <a:lnTo>
                  <a:pt x="293437" y="121544"/>
                </a:lnTo>
                <a:lnTo>
                  <a:pt x="292696" y="121596"/>
                </a:lnTo>
                <a:lnTo>
                  <a:pt x="291946" y="121632"/>
                </a:lnTo>
                <a:lnTo>
                  <a:pt x="291185" y="121649"/>
                </a:lnTo>
                <a:lnTo>
                  <a:pt x="290414" y="121650"/>
                </a:lnTo>
                <a:lnTo>
                  <a:pt x="289721" y="121628"/>
                </a:lnTo>
                <a:lnTo>
                  <a:pt x="289038" y="121579"/>
                </a:lnTo>
                <a:lnTo>
                  <a:pt x="288366" y="121503"/>
                </a:lnTo>
                <a:lnTo>
                  <a:pt x="287704" y="121400"/>
                </a:lnTo>
                <a:close/>
                <a:moveTo>
                  <a:pt x="834243" y="53823"/>
                </a:moveTo>
                <a:lnTo>
                  <a:pt x="833755" y="52843"/>
                </a:lnTo>
                <a:lnTo>
                  <a:pt x="833239" y="51890"/>
                </a:lnTo>
                <a:lnTo>
                  <a:pt x="832695" y="50966"/>
                </a:lnTo>
                <a:lnTo>
                  <a:pt x="832124" y="50069"/>
                </a:lnTo>
                <a:lnTo>
                  <a:pt x="831524" y="49200"/>
                </a:lnTo>
                <a:lnTo>
                  <a:pt x="830897" y="48360"/>
                </a:lnTo>
                <a:lnTo>
                  <a:pt x="830241" y="47547"/>
                </a:lnTo>
                <a:lnTo>
                  <a:pt x="829560" y="46764"/>
                </a:lnTo>
                <a:lnTo>
                  <a:pt x="828854" y="46015"/>
                </a:lnTo>
                <a:lnTo>
                  <a:pt x="828124" y="45299"/>
                </a:lnTo>
                <a:lnTo>
                  <a:pt x="827369" y="44617"/>
                </a:lnTo>
                <a:lnTo>
                  <a:pt x="826591" y="43967"/>
                </a:lnTo>
                <a:lnTo>
                  <a:pt x="825788" y="43352"/>
                </a:lnTo>
                <a:lnTo>
                  <a:pt x="824960" y="42769"/>
                </a:lnTo>
                <a:lnTo>
                  <a:pt x="824108" y="42220"/>
                </a:lnTo>
                <a:lnTo>
                  <a:pt x="823232" y="41703"/>
                </a:lnTo>
                <a:lnTo>
                  <a:pt x="822332" y="41221"/>
                </a:lnTo>
                <a:lnTo>
                  <a:pt x="821407" y="40771"/>
                </a:lnTo>
                <a:lnTo>
                  <a:pt x="820458" y="40355"/>
                </a:lnTo>
                <a:lnTo>
                  <a:pt x="819484" y="39972"/>
                </a:lnTo>
                <a:lnTo>
                  <a:pt x="818486" y="39623"/>
                </a:lnTo>
                <a:lnTo>
                  <a:pt x="817464" y="39306"/>
                </a:lnTo>
                <a:lnTo>
                  <a:pt x="816418" y="39023"/>
                </a:lnTo>
                <a:lnTo>
                  <a:pt x="815347" y="38774"/>
                </a:lnTo>
                <a:lnTo>
                  <a:pt x="814252" y="38557"/>
                </a:lnTo>
                <a:lnTo>
                  <a:pt x="813132" y="38374"/>
                </a:lnTo>
                <a:lnTo>
                  <a:pt x="811989" y="38224"/>
                </a:lnTo>
                <a:lnTo>
                  <a:pt x="810820" y="38108"/>
                </a:lnTo>
                <a:lnTo>
                  <a:pt x="809628" y="38025"/>
                </a:lnTo>
                <a:lnTo>
                  <a:pt x="808411" y="37975"/>
                </a:lnTo>
                <a:lnTo>
                  <a:pt x="807170" y="37958"/>
                </a:lnTo>
                <a:lnTo>
                  <a:pt x="806120" y="37967"/>
                </a:lnTo>
                <a:lnTo>
                  <a:pt x="805083" y="37992"/>
                </a:lnTo>
                <a:lnTo>
                  <a:pt x="804061" y="38035"/>
                </a:lnTo>
                <a:lnTo>
                  <a:pt x="803053" y="38096"/>
                </a:lnTo>
                <a:lnTo>
                  <a:pt x="802059" y="38173"/>
                </a:lnTo>
                <a:lnTo>
                  <a:pt x="801079" y="38268"/>
                </a:lnTo>
                <a:lnTo>
                  <a:pt x="800113" y="38380"/>
                </a:lnTo>
                <a:lnTo>
                  <a:pt x="799161" y="38509"/>
                </a:lnTo>
                <a:lnTo>
                  <a:pt x="798223" y="38656"/>
                </a:lnTo>
                <a:lnTo>
                  <a:pt x="797299" y="38819"/>
                </a:lnTo>
                <a:lnTo>
                  <a:pt x="796389" y="39000"/>
                </a:lnTo>
                <a:lnTo>
                  <a:pt x="795493" y="39198"/>
                </a:lnTo>
                <a:lnTo>
                  <a:pt x="794612" y="39414"/>
                </a:lnTo>
                <a:lnTo>
                  <a:pt x="793744" y="39646"/>
                </a:lnTo>
                <a:lnTo>
                  <a:pt x="792890" y="39896"/>
                </a:lnTo>
                <a:lnTo>
                  <a:pt x="792050" y="40163"/>
                </a:lnTo>
                <a:lnTo>
                  <a:pt x="791225" y="40448"/>
                </a:lnTo>
                <a:lnTo>
                  <a:pt x="790413" y="40749"/>
                </a:lnTo>
                <a:lnTo>
                  <a:pt x="789615" y="41068"/>
                </a:lnTo>
                <a:lnTo>
                  <a:pt x="788832" y="41404"/>
                </a:lnTo>
                <a:lnTo>
                  <a:pt x="788062" y="41757"/>
                </a:lnTo>
                <a:lnTo>
                  <a:pt x="787307" y="42128"/>
                </a:lnTo>
                <a:lnTo>
                  <a:pt x="786565" y="42515"/>
                </a:lnTo>
                <a:lnTo>
                  <a:pt x="785838" y="42920"/>
                </a:lnTo>
                <a:lnTo>
                  <a:pt x="785124" y="43336"/>
                </a:lnTo>
                <a:lnTo>
                  <a:pt x="784423" y="43757"/>
                </a:lnTo>
                <a:lnTo>
                  <a:pt x="783735" y="44184"/>
                </a:lnTo>
                <a:lnTo>
                  <a:pt x="783060" y="44615"/>
                </a:lnTo>
                <a:lnTo>
                  <a:pt x="782398" y="45052"/>
                </a:lnTo>
                <a:lnTo>
                  <a:pt x="781748" y="45494"/>
                </a:lnTo>
                <a:lnTo>
                  <a:pt x="781112" y="45941"/>
                </a:lnTo>
                <a:lnTo>
                  <a:pt x="780489" y="46393"/>
                </a:lnTo>
                <a:lnTo>
                  <a:pt x="779879" y="46850"/>
                </a:lnTo>
                <a:lnTo>
                  <a:pt x="779282" y="47313"/>
                </a:lnTo>
                <a:lnTo>
                  <a:pt x="778697" y="47780"/>
                </a:lnTo>
                <a:lnTo>
                  <a:pt x="778126" y="48253"/>
                </a:lnTo>
                <a:lnTo>
                  <a:pt x="777568" y="48731"/>
                </a:lnTo>
                <a:lnTo>
                  <a:pt x="777022" y="49214"/>
                </a:lnTo>
                <a:lnTo>
                  <a:pt x="776490" y="49702"/>
                </a:lnTo>
                <a:lnTo>
                  <a:pt x="775970" y="50196"/>
                </a:lnTo>
                <a:lnTo>
                  <a:pt x="775464" y="50694"/>
                </a:lnTo>
                <a:lnTo>
                  <a:pt x="774970" y="51198"/>
                </a:lnTo>
                <a:lnTo>
                  <a:pt x="774490" y="51707"/>
                </a:lnTo>
                <a:lnTo>
                  <a:pt x="774022" y="52221"/>
                </a:lnTo>
                <a:lnTo>
                  <a:pt x="773567" y="52740"/>
                </a:lnTo>
                <a:lnTo>
                  <a:pt x="773126" y="53264"/>
                </a:lnTo>
                <a:lnTo>
                  <a:pt x="772697" y="53793"/>
                </a:lnTo>
                <a:lnTo>
                  <a:pt x="772281" y="54328"/>
                </a:lnTo>
                <a:lnTo>
                  <a:pt x="771770" y="39493"/>
                </a:lnTo>
                <a:lnTo>
                  <a:pt x="745680" y="39493"/>
                </a:lnTo>
                <a:lnTo>
                  <a:pt x="745680" y="140577"/>
                </a:lnTo>
                <a:lnTo>
                  <a:pt x="772793" y="140577"/>
                </a:lnTo>
                <a:lnTo>
                  <a:pt x="772793" y="72859"/>
                </a:lnTo>
                <a:lnTo>
                  <a:pt x="773153" y="72403"/>
                </a:lnTo>
                <a:lnTo>
                  <a:pt x="773518" y="71952"/>
                </a:lnTo>
                <a:lnTo>
                  <a:pt x="773888" y="71507"/>
                </a:lnTo>
                <a:lnTo>
                  <a:pt x="774262" y="71068"/>
                </a:lnTo>
                <a:lnTo>
                  <a:pt x="774641" y="70635"/>
                </a:lnTo>
                <a:lnTo>
                  <a:pt x="775025" y="70207"/>
                </a:lnTo>
                <a:lnTo>
                  <a:pt x="775413" y="69785"/>
                </a:lnTo>
                <a:lnTo>
                  <a:pt x="775805" y="69369"/>
                </a:lnTo>
                <a:lnTo>
                  <a:pt x="776203" y="68959"/>
                </a:lnTo>
                <a:lnTo>
                  <a:pt x="776605" y="68555"/>
                </a:lnTo>
                <a:lnTo>
                  <a:pt x="777011" y="68156"/>
                </a:lnTo>
                <a:lnTo>
                  <a:pt x="777423" y="67763"/>
                </a:lnTo>
                <a:lnTo>
                  <a:pt x="777838" y="67376"/>
                </a:lnTo>
                <a:lnTo>
                  <a:pt x="778259" y="66994"/>
                </a:lnTo>
                <a:lnTo>
                  <a:pt x="778684" y="66619"/>
                </a:lnTo>
                <a:lnTo>
                  <a:pt x="779114" y="66249"/>
                </a:lnTo>
                <a:lnTo>
                  <a:pt x="779548" y="65885"/>
                </a:lnTo>
                <a:lnTo>
                  <a:pt x="779987" y="65526"/>
                </a:lnTo>
                <a:lnTo>
                  <a:pt x="780430" y="65174"/>
                </a:lnTo>
                <a:lnTo>
                  <a:pt x="780878" y="64827"/>
                </a:lnTo>
                <a:lnTo>
                  <a:pt x="781331" y="64486"/>
                </a:lnTo>
                <a:lnTo>
                  <a:pt x="781789" y="64151"/>
                </a:lnTo>
                <a:lnTo>
                  <a:pt x="782251" y="63821"/>
                </a:lnTo>
                <a:lnTo>
                  <a:pt x="782717" y="63498"/>
                </a:lnTo>
                <a:lnTo>
                  <a:pt x="783190" y="63184"/>
                </a:lnTo>
                <a:lnTo>
                  <a:pt x="783671" y="62883"/>
                </a:lnTo>
                <a:lnTo>
                  <a:pt x="784159" y="62595"/>
                </a:lnTo>
                <a:lnTo>
                  <a:pt x="784655" y="62321"/>
                </a:lnTo>
                <a:lnTo>
                  <a:pt x="785160" y="62061"/>
                </a:lnTo>
                <a:lnTo>
                  <a:pt x="785671" y="61814"/>
                </a:lnTo>
                <a:lnTo>
                  <a:pt x="786191" y="61580"/>
                </a:lnTo>
                <a:lnTo>
                  <a:pt x="786719" y="61359"/>
                </a:lnTo>
                <a:lnTo>
                  <a:pt x="787254" y="61152"/>
                </a:lnTo>
                <a:lnTo>
                  <a:pt x="787797" y="60958"/>
                </a:lnTo>
                <a:lnTo>
                  <a:pt x="788348" y="60778"/>
                </a:lnTo>
                <a:lnTo>
                  <a:pt x="788907" y="60611"/>
                </a:lnTo>
                <a:lnTo>
                  <a:pt x="789474" y="60457"/>
                </a:lnTo>
                <a:lnTo>
                  <a:pt x="790048" y="60316"/>
                </a:lnTo>
                <a:lnTo>
                  <a:pt x="790630" y="60190"/>
                </a:lnTo>
                <a:lnTo>
                  <a:pt x="791220" y="60076"/>
                </a:lnTo>
                <a:lnTo>
                  <a:pt x="791818" y="59976"/>
                </a:lnTo>
                <a:lnTo>
                  <a:pt x="792424" y="59889"/>
                </a:lnTo>
                <a:lnTo>
                  <a:pt x="793038" y="59815"/>
                </a:lnTo>
                <a:lnTo>
                  <a:pt x="793659" y="59755"/>
                </a:lnTo>
                <a:lnTo>
                  <a:pt x="794288" y="59708"/>
                </a:lnTo>
                <a:lnTo>
                  <a:pt x="794925" y="59675"/>
                </a:lnTo>
                <a:lnTo>
                  <a:pt x="795570" y="59655"/>
                </a:lnTo>
                <a:lnTo>
                  <a:pt x="796222" y="59648"/>
                </a:lnTo>
                <a:lnTo>
                  <a:pt x="796662" y="59652"/>
                </a:lnTo>
                <a:lnTo>
                  <a:pt x="797095" y="59664"/>
                </a:lnTo>
                <a:lnTo>
                  <a:pt x="797521" y="59684"/>
                </a:lnTo>
                <a:lnTo>
                  <a:pt x="797940" y="59712"/>
                </a:lnTo>
                <a:lnTo>
                  <a:pt x="798353" y="59748"/>
                </a:lnTo>
                <a:lnTo>
                  <a:pt x="798758" y="59791"/>
                </a:lnTo>
                <a:lnTo>
                  <a:pt x="799156" y="59843"/>
                </a:lnTo>
                <a:lnTo>
                  <a:pt x="799548" y="59903"/>
                </a:lnTo>
                <a:lnTo>
                  <a:pt x="799932" y="59970"/>
                </a:lnTo>
                <a:lnTo>
                  <a:pt x="800310" y="60046"/>
                </a:lnTo>
                <a:lnTo>
                  <a:pt x="800680" y="60129"/>
                </a:lnTo>
                <a:lnTo>
                  <a:pt x="801044" y="60220"/>
                </a:lnTo>
                <a:lnTo>
                  <a:pt x="801401" y="60320"/>
                </a:lnTo>
                <a:lnTo>
                  <a:pt x="801751" y="60427"/>
                </a:lnTo>
                <a:lnTo>
                  <a:pt x="802093" y="60542"/>
                </a:lnTo>
                <a:lnTo>
                  <a:pt x="802429" y="60666"/>
                </a:lnTo>
                <a:lnTo>
                  <a:pt x="802758" y="60797"/>
                </a:lnTo>
                <a:lnTo>
                  <a:pt x="803081" y="60936"/>
                </a:lnTo>
                <a:lnTo>
                  <a:pt x="803396" y="61083"/>
                </a:lnTo>
                <a:lnTo>
                  <a:pt x="803704" y="61238"/>
                </a:lnTo>
                <a:lnTo>
                  <a:pt x="804005" y="61401"/>
                </a:lnTo>
                <a:lnTo>
                  <a:pt x="804300" y="61572"/>
                </a:lnTo>
                <a:lnTo>
                  <a:pt x="804587" y="61751"/>
                </a:lnTo>
                <a:lnTo>
                  <a:pt x="804868" y="61937"/>
                </a:lnTo>
                <a:lnTo>
                  <a:pt x="805142" y="62131"/>
                </a:lnTo>
                <a:lnTo>
                  <a:pt x="805409" y="62332"/>
                </a:lnTo>
                <a:lnTo>
                  <a:pt x="805670" y="62539"/>
                </a:lnTo>
                <a:lnTo>
                  <a:pt x="805925" y="62752"/>
                </a:lnTo>
                <a:lnTo>
                  <a:pt x="806173" y="62972"/>
                </a:lnTo>
                <a:lnTo>
                  <a:pt x="806415" y="63199"/>
                </a:lnTo>
                <a:lnTo>
                  <a:pt x="806651" y="63432"/>
                </a:lnTo>
                <a:lnTo>
                  <a:pt x="806880" y="63671"/>
                </a:lnTo>
                <a:lnTo>
                  <a:pt x="807103" y="63917"/>
                </a:lnTo>
                <a:lnTo>
                  <a:pt x="807319" y="64170"/>
                </a:lnTo>
                <a:lnTo>
                  <a:pt x="807529" y="64429"/>
                </a:lnTo>
                <a:lnTo>
                  <a:pt x="807733" y="64694"/>
                </a:lnTo>
                <a:lnTo>
                  <a:pt x="807930" y="64966"/>
                </a:lnTo>
                <a:lnTo>
                  <a:pt x="808121" y="65245"/>
                </a:lnTo>
                <a:lnTo>
                  <a:pt x="808305" y="65530"/>
                </a:lnTo>
                <a:lnTo>
                  <a:pt x="808483" y="65821"/>
                </a:lnTo>
                <a:lnTo>
                  <a:pt x="808654" y="66119"/>
                </a:lnTo>
                <a:lnTo>
                  <a:pt x="808820" y="66423"/>
                </a:lnTo>
                <a:lnTo>
                  <a:pt x="808978" y="66734"/>
                </a:lnTo>
                <a:lnTo>
                  <a:pt x="809131" y="67052"/>
                </a:lnTo>
                <a:lnTo>
                  <a:pt x="809277" y="67376"/>
                </a:lnTo>
                <a:lnTo>
                  <a:pt x="809416" y="67706"/>
                </a:lnTo>
                <a:lnTo>
                  <a:pt x="809550" y="68043"/>
                </a:lnTo>
                <a:lnTo>
                  <a:pt x="809677" y="68386"/>
                </a:lnTo>
                <a:lnTo>
                  <a:pt x="809798" y="68735"/>
                </a:lnTo>
                <a:lnTo>
                  <a:pt x="809913" y="69089"/>
                </a:lnTo>
                <a:lnTo>
                  <a:pt x="810024" y="69447"/>
                </a:lnTo>
                <a:lnTo>
                  <a:pt x="810130" y="69810"/>
                </a:lnTo>
                <a:lnTo>
                  <a:pt x="810230" y="70178"/>
                </a:lnTo>
                <a:lnTo>
                  <a:pt x="810326" y="70551"/>
                </a:lnTo>
                <a:lnTo>
                  <a:pt x="810416" y="70928"/>
                </a:lnTo>
                <a:lnTo>
                  <a:pt x="810501" y="71310"/>
                </a:lnTo>
                <a:lnTo>
                  <a:pt x="810581" y="71697"/>
                </a:lnTo>
                <a:lnTo>
                  <a:pt x="810655" y="72088"/>
                </a:lnTo>
                <a:lnTo>
                  <a:pt x="810725" y="72484"/>
                </a:lnTo>
                <a:lnTo>
                  <a:pt x="810789" y="72885"/>
                </a:lnTo>
                <a:lnTo>
                  <a:pt x="810848" y="73290"/>
                </a:lnTo>
                <a:lnTo>
                  <a:pt x="810902" y="73701"/>
                </a:lnTo>
                <a:lnTo>
                  <a:pt x="810951" y="74115"/>
                </a:lnTo>
                <a:lnTo>
                  <a:pt x="810995" y="74535"/>
                </a:lnTo>
                <a:lnTo>
                  <a:pt x="811034" y="74959"/>
                </a:lnTo>
                <a:lnTo>
                  <a:pt x="811067" y="75388"/>
                </a:lnTo>
                <a:lnTo>
                  <a:pt x="811096" y="75822"/>
                </a:lnTo>
                <a:lnTo>
                  <a:pt x="811119" y="76260"/>
                </a:lnTo>
                <a:lnTo>
                  <a:pt x="811137" y="76704"/>
                </a:lnTo>
                <a:lnTo>
                  <a:pt x="811150" y="77151"/>
                </a:lnTo>
                <a:lnTo>
                  <a:pt x="811157" y="77604"/>
                </a:lnTo>
                <a:lnTo>
                  <a:pt x="811160" y="78061"/>
                </a:lnTo>
                <a:lnTo>
                  <a:pt x="811160" y="140577"/>
                </a:lnTo>
                <a:lnTo>
                  <a:pt x="838273" y="140577"/>
                </a:lnTo>
                <a:lnTo>
                  <a:pt x="838273" y="74755"/>
                </a:lnTo>
                <a:lnTo>
                  <a:pt x="838259" y="73301"/>
                </a:lnTo>
                <a:lnTo>
                  <a:pt x="838217" y="71874"/>
                </a:lnTo>
                <a:lnTo>
                  <a:pt x="838207" y="71665"/>
                </a:lnTo>
                <a:lnTo>
                  <a:pt x="838445" y="71392"/>
                </a:lnTo>
                <a:lnTo>
                  <a:pt x="838827" y="70966"/>
                </a:lnTo>
                <a:lnTo>
                  <a:pt x="839212" y="70546"/>
                </a:lnTo>
                <a:lnTo>
                  <a:pt x="839601" y="70132"/>
                </a:lnTo>
                <a:lnTo>
                  <a:pt x="839995" y="69725"/>
                </a:lnTo>
                <a:lnTo>
                  <a:pt x="840393" y="69323"/>
                </a:lnTo>
                <a:lnTo>
                  <a:pt x="840794" y="68928"/>
                </a:lnTo>
                <a:lnTo>
                  <a:pt x="841200" y="68538"/>
                </a:lnTo>
                <a:lnTo>
                  <a:pt x="841610" y="68154"/>
                </a:lnTo>
                <a:lnTo>
                  <a:pt x="842024" y="67777"/>
                </a:lnTo>
                <a:lnTo>
                  <a:pt x="842442" y="67406"/>
                </a:lnTo>
                <a:lnTo>
                  <a:pt x="842864" y="67040"/>
                </a:lnTo>
                <a:lnTo>
                  <a:pt x="843290" y="66681"/>
                </a:lnTo>
                <a:lnTo>
                  <a:pt x="843721" y="66328"/>
                </a:lnTo>
                <a:lnTo>
                  <a:pt x="844155" y="65980"/>
                </a:lnTo>
                <a:lnTo>
                  <a:pt x="844593" y="65639"/>
                </a:lnTo>
                <a:lnTo>
                  <a:pt x="845036" y="65304"/>
                </a:lnTo>
                <a:lnTo>
                  <a:pt x="845483" y="64975"/>
                </a:lnTo>
                <a:lnTo>
                  <a:pt x="845933" y="64652"/>
                </a:lnTo>
                <a:lnTo>
                  <a:pt x="846388" y="64335"/>
                </a:lnTo>
                <a:lnTo>
                  <a:pt x="846847" y="64024"/>
                </a:lnTo>
                <a:lnTo>
                  <a:pt x="847310" y="63719"/>
                </a:lnTo>
                <a:lnTo>
                  <a:pt x="847777" y="63420"/>
                </a:lnTo>
                <a:lnTo>
                  <a:pt x="848248" y="63127"/>
                </a:lnTo>
                <a:lnTo>
                  <a:pt x="848725" y="62843"/>
                </a:lnTo>
                <a:lnTo>
                  <a:pt x="849210" y="62571"/>
                </a:lnTo>
                <a:lnTo>
                  <a:pt x="849702" y="62311"/>
                </a:lnTo>
                <a:lnTo>
                  <a:pt x="850202" y="62064"/>
                </a:lnTo>
                <a:lnTo>
                  <a:pt x="850710" y="61828"/>
                </a:lnTo>
                <a:lnTo>
                  <a:pt x="851225" y="61605"/>
                </a:lnTo>
                <a:lnTo>
                  <a:pt x="851748" y="61394"/>
                </a:lnTo>
                <a:lnTo>
                  <a:pt x="852278" y="61194"/>
                </a:lnTo>
                <a:lnTo>
                  <a:pt x="852816" y="61007"/>
                </a:lnTo>
                <a:lnTo>
                  <a:pt x="853362" y="60832"/>
                </a:lnTo>
                <a:lnTo>
                  <a:pt x="853916" y="60669"/>
                </a:lnTo>
                <a:lnTo>
                  <a:pt x="854477" y="60518"/>
                </a:lnTo>
                <a:lnTo>
                  <a:pt x="855045" y="60379"/>
                </a:lnTo>
                <a:lnTo>
                  <a:pt x="855622" y="60252"/>
                </a:lnTo>
                <a:lnTo>
                  <a:pt x="856206" y="60137"/>
                </a:lnTo>
                <a:lnTo>
                  <a:pt x="856797" y="60035"/>
                </a:lnTo>
                <a:lnTo>
                  <a:pt x="857396" y="59944"/>
                </a:lnTo>
                <a:lnTo>
                  <a:pt x="858003" y="59866"/>
                </a:lnTo>
                <a:lnTo>
                  <a:pt x="858618" y="59799"/>
                </a:lnTo>
                <a:lnTo>
                  <a:pt x="859240" y="59745"/>
                </a:lnTo>
                <a:lnTo>
                  <a:pt x="859870" y="59703"/>
                </a:lnTo>
                <a:lnTo>
                  <a:pt x="860507" y="59672"/>
                </a:lnTo>
                <a:lnTo>
                  <a:pt x="861152" y="59654"/>
                </a:lnTo>
                <a:lnTo>
                  <a:pt x="861805" y="59648"/>
                </a:lnTo>
                <a:lnTo>
                  <a:pt x="862245" y="59652"/>
                </a:lnTo>
                <a:lnTo>
                  <a:pt x="862678" y="59664"/>
                </a:lnTo>
                <a:lnTo>
                  <a:pt x="863104" y="59684"/>
                </a:lnTo>
                <a:lnTo>
                  <a:pt x="863523" y="59712"/>
                </a:lnTo>
                <a:lnTo>
                  <a:pt x="863935" y="59748"/>
                </a:lnTo>
                <a:lnTo>
                  <a:pt x="864340" y="59791"/>
                </a:lnTo>
                <a:lnTo>
                  <a:pt x="864738" y="59843"/>
                </a:lnTo>
                <a:lnTo>
                  <a:pt x="865130" y="59903"/>
                </a:lnTo>
                <a:lnTo>
                  <a:pt x="865514" y="59970"/>
                </a:lnTo>
                <a:lnTo>
                  <a:pt x="865892" y="60046"/>
                </a:lnTo>
                <a:lnTo>
                  <a:pt x="866263" y="60129"/>
                </a:lnTo>
                <a:lnTo>
                  <a:pt x="866626" y="60220"/>
                </a:lnTo>
                <a:lnTo>
                  <a:pt x="866983" y="60320"/>
                </a:lnTo>
                <a:lnTo>
                  <a:pt x="867333" y="60427"/>
                </a:lnTo>
                <a:lnTo>
                  <a:pt x="867676" y="60542"/>
                </a:lnTo>
                <a:lnTo>
                  <a:pt x="868012" y="60666"/>
                </a:lnTo>
                <a:lnTo>
                  <a:pt x="868341" y="60797"/>
                </a:lnTo>
                <a:lnTo>
                  <a:pt x="868663" y="60936"/>
                </a:lnTo>
                <a:lnTo>
                  <a:pt x="868978" y="61083"/>
                </a:lnTo>
                <a:lnTo>
                  <a:pt x="869286" y="61238"/>
                </a:lnTo>
                <a:lnTo>
                  <a:pt x="869588" y="61401"/>
                </a:lnTo>
                <a:lnTo>
                  <a:pt x="869882" y="61572"/>
                </a:lnTo>
                <a:lnTo>
                  <a:pt x="870170" y="61751"/>
                </a:lnTo>
                <a:lnTo>
                  <a:pt x="870450" y="61937"/>
                </a:lnTo>
                <a:lnTo>
                  <a:pt x="870724" y="62131"/>
                </a:lnTo>
                <a:lnTo>
                  <a:pt x="870992" y="62332"/>
                </a:lnTo>
                <a:lnTo>
                  <a:pt x="871253" y="62539"/>
                </a:lnTo>
                <a:lnTo>
                  <a:pt x="871507" y="62752"/>
                </a:lnTo>
                <a:lnTo>
                  <a:pt x="871756" y="62972"/>
                </a:lnTo>
                <a:lnTo>
                  <a:pt x="871998" y="63199"/>
                </a:lnTo>
                <a:lnTo>
                  <a:pt x="872233" y="63432"/>
                </a:lnTo>
                <a:lnTo>
                  <a:pt x="872462" y="63671"/>
                </a:lnTo>
                <a:lnTo>
                  <a:pt x="872685" y="63917"/>
                </a:lnTo>
                <a:lnTo>
                  <a:pt x="872901" y="64170"/>
                </a:lnTo>
                <a:lnTo>
                  <a:pt x="873111" y="64429"/>
                </a:lnTo>
                <a:lnTo>
                  <a:pt x="873315" y="64694"/>
                </a:lnTo>
                <a:lnTo>
                  <a:pt x="873512" y="64966"/>
                </a:lnTo>
                <a:lnTo>
                  <a:pt x="873703" y="65245"/>
                </a:lnTo>
                <a:lnTo>
                  <a:pt x="873887" y="65530"/>
                </a:lnTo>
                <a:lnTo>
                  <a:pt x="874065" y="65821"/>
                </a:lnTo>
                <a:lnTo>
                  <a:pt x="874237" y="66119"/>
                </a:lnTo>
                <a:lnTo>
                  <a:pt x="874402" y="66423"/>
                </a:lnTo>
                <a:lnTo>
                  <a:pt x="874561" y="66734"/>
                </a:lnTo>
                <a:lnTo>
                  <a:pt x="874713" y="67052"/>
                </a:lnTo>
                <a:lnTo>
                  <a:pt x="874859" y="67376"/>
                </a:lnTo>
                <a:lnTo>
                  <a:pt x="874999" y="67706"/>
                </a:lnTo>
                <a:lnTo>
                  <a:pt x="875132" y="68043"/>
                </a:lnTo>
                <a:lnTo>
                  <a:pt x="875259" y="68386"/>
                </a:lnTo>
                <a:lnTo>
                  <a:pt x="875380" y="68735"/>
                </a:lnTo>
                <a:lnTo>
                  <a:pt x="875496" y="69089"/>
                </a:lnTo>
                <a:lnTo>
                  <a:pt x="875607" y="69447"/>
                </a:lnTo>
                <a:lnTo>
                  <a:pt x="875712" y="69810"/>
                </a:lnTo>
                <a:lnTo>
                  <a:pt x="875813" y="70178"/>
                </a:lnTo>
                <a:lnTo>
                  <a:pt x="875908" y="70551"/>
                </a:lnTo>
                <a:lnTo>
                  <a:pt x="875998" y="70928"/>
                </a:lnTo>
                <a:lnTo>
                  <a:pt x="876083" y="71310"/>
                </a:lnTo>
                <a:lnTo>
                  <a:pt x="876163" y="71697"/>
                </a:lnTo>
                <a:lnTo>
                  <a:pt x="876238" y="72088"/>
                </a:lnTo>
                <a:lnTo>
                  <a:pt x="876307" y="72484"/>
                </a:lnTo>
                <a:lnTo>
                  <a:pt x="876371" y="72885"/>
                </a:lnTo>
                <a:lnTo>
                  <a:pt x="876431" y="73290"/>
                </a:lnTo>
                <a:lnTo>
                  <a:pt x="876485" y="73701"/>
                </a:lnTo>
                <a:lnTo>
                  <a:pt x="876534" y="74115"/>
                </a:lnTo>
                <a:lnTo>
                  <a:pt x="876577" y="74535"/>
                </a:lnTo>
                <a:lnTo>
                  <a:pt x="876616" y="74959"/>
                </a:lnTo>
                <a:lnTo>
                  <a:pt x="876650" y="75388"/>
                </a:lnTo>
                <a:lnTo>
                  <a:pt x="876678" y="75822"/>
                </a:lnTo>
                <a:lnTo>
                  <a:pt x="876701" y="76260"/>
                </a:lnTo>
                <a:lnTo>
                  <a:pt x="876719" y="76704"/>
                </a:lnTo>
                <a:lnTo>
                  <a:pt x="876732" y="77151"/>
                </a:lnTo>
                <a:lnTo>
                  <a:pt x="876740" y="77604"/>
                </a:lnTo>
                <a:lnTo>
                  <a:pt x="876742" y="78061"/>
                </a:lnTo>
                <a:lnTo>
                  <a:pt x="876742" y="140577"/>
                </a:lnTo>
                <a:lnTo>
                  <a:pt x="903855" y="140577"/>
                </a:lnTo>
                <a:lnTo>
                  <a:pt x="903855" y="74755"/>
                </a:lnTo>
                <a:lnTo>
                  <a:pt x="903841" y="73301"/>
                </a:lnTo>
                <a:lnTo>
                  <a:pt x="903799" y="71874"/>
                </a:lnTo>
                <a:lnTo>
                  <a:pt x="903728" y="70476"/>
                </a:lnTo>
                <a:lnTo>
                  <a:pt x="903629" y="69105"/>
                </a:lnTo>
                <a:lnTo>
                  <a:pt x="903502" y="67762"/>
                </a:lnTo>
                <a:lnTo>
                  <a:pt x="903347" y="66447"/>
                </a:lnTo>
                <a:lnTo>
                  <a:pt x="903163" y="65160"/>
                </a:lnTo>
                <a:lnTo>
                  <a:pt x="902951" y="63901"/>
                </a:lnTo>
                <a:lnTo>
                  <a:pt x="902711" y="62670"/>
                </a:lnTo>
                <a:lnTo>
                  <a:pt x="902443" y="61466"/>
                </a:lnTo>
                <a:lnTo>
                  <a:pt x="902146" y="60291"/>
                </a:lnTo>
                <a:lnTo>
                  <a:pt x="901822" y="59143"/>
                </a:lnTo>
                <a:lnTo>
                  <a:pt x="901469" y="58023"/>
                </a:lnTo>
                <a:lnTo>
                  <a:pt x="901087" y="56931"/>
                </a:lnTo>
                <a:lnTo>
                  <a:pt x="900678" y="55867"/>
                </a:lnTo>
                <a:lnTo>
                  <a:pt x="900240" y="54831"/>
                </a:lnTo>
                <a:lnTo>
                  <a:pt x="899774" y="53823"/>
                </a:lnTo>
                <a:lnTo>
                  <a:pt x="899280" y="52843"/>
                </a:lnTo>
                <a:lnTo>
                  <a:pt x="898757" y="51890"/>
                </a:lnTo>
                <a:lnTo>
                  <a:pt x="898207" y="50966"/>
                </a:lnTo>
                <a:lnTo>
                  <a:pt x="897628" y="50069"/>
                </a:lnTo>
                <a:lnTo>
                  <a:pt x="897020" y="49200"/>
                </a:lnTo>
                <a:lnTo>
                  <a:pt x="896385" y="48360"/>
                </a:lnTo>
                <a:lnTo>
                  <a:pt x="895721" y="47547"/>
                </a:lnTo>
                <a:lnTo>
                  <a:pt x="895032" y="46764"/>
                </a:lnTo>
                <a:lnTo>
                  <a:pt x="894318" y="46015"/>
                </a:lnTo>
                <a:lnTo>
                  <a:pt x="893582" y="45299"/>
                </a:lnTo>
                <a:lnTo>
                  <a:pt x="892821" y="44617"/>
                </a:lnTo>
                <a:lnTo>
                  <a:pt x="892037" y="43967"/>
                </a:lnTo>
                <a:lnTo>
                  <a:pt x="891229" y="43352"/>
                </a:lnTo>
                <a:lnTo>
                  <a:pt x="890398" y="42769"/>
                </a:lnTo>
                <a:lnTo>
                  <a:pt x="889543" y="42220"/>
                </a:lnTo>
                <a:lnTo>
                  <a:pt x="888664" y="41703"/>
                </a:lnTo>
                <a:lnTo>
                  <a:pt x="887762" y="41221"/>
                </a:lnTo>
                <a:lnTo>
                  <a:pt x="886836" y="40771"/>
                </a:lnTo>
                <a:lnTo>
                  <a:pt x="885887" y="40355"/>
                </a:lnTo>
                <a:lnTo>
                  <a:pt x="884913" y="39972"/>
                </a:lnTo>
                <a:lnTo>
                  <a:pt x="883917" y="39623"/>
                </a:lnTo>
                <a:lnTo>
                  <a:pt x="882896" y="39306"/>
                </a:lnTo>
                <a:lnTo>
                  <a:pt x="881852" y="39023"/>
                </a:lnTo>
                <a:lnTo>
                  <a:pt x="880785" y="38774"/>
                </a:lnTo>
                <a:lnTo>
                  <a:pt x="879693" y="38557"/>
                </a:lnTo>
                <a:lnTo>
                  <a:pt x="878579" y="38374"/>
                </a:lnTo>
                <a:lnTo>
                  <a:pt x="877440" y="38224"/>
                </a:lnTo>
                <a:lnTo>
                  <a:pt x="876278" y="38108"/>
                </a:lnTo>
                <a:lnTo>
                  <a:pt x="875092" y="38025"/>
                </a:lnTo>
                <a:lnTo>
                  <a:pt x="873883" y="37975"/>
                </a:lnTo>
                <a:lnTo>
                  <a:pt x="872650" y="37958"/>
                </a:lnTo>
                <a:lnTo>
                  <a:pt x="871598" y="37967"/>
                </a:lnTo>
                <a:lnTo>
                  <a:pt x="870558" y="37993"/>
                </a:lnTo>
                <a:lnTo>
                  <a:pt x="869530" y="38038"/>
                </a:lnTo>
                <a:lnTo>
                  <a:pt x="868513" y="38100"/>
                </a:lnTo>
                <a:lnTo>
                  <a:pt x="867508" y="38180"/>
                </a:lnTo>
                <a:lnTo>
                  <a:pt x="866514" y="38278"/>
                </a:lnTo>
                <a:lnTo>
                  <a:pt x="865532" y="38393"/>
                </a:lnTo>
                <a:lnTo>
                  <a:pt x="864561" y="38526"/>
                </a:lnTo>
                <a:lnTo>
                  <a:pt x="863602" y="38677"/>
                </a:lnTo>
                <a:lnTo>
                  <a:pt x="862655" y="38846"/>
                </a:lnTo>
                <a:lnTo>
                  <a:pt x="861719" y="39033"/>
                </a:lnTo>
                <a:lnTo>
                  <a:pt x="860794" y="39237"/>
                </a:lnTo>
                <a:lnTo>
                  <a:pt x="859881" y="39459"/>
                </a:lnTo>
                <a:lnTo>
                  <a:pt x="858980" y="39699"/>
                </a:lnTo>
                <a:lnTo>
                  <a:pt x="858090" y="39956"/>
                </a:lnTo>
                <a:lnTo>
                  <a:pt x="857212" y="40232"/>
                </a:lnTo>
                <a:lnTo>
                  <a:pt x="856345" y="40525"/>
                </a:lnTo>
                <a:lnTo>
                  <a:pt x="855490" y="40835"/>
                </a:lnTo>
                <a:lnTo>
                  <a:pt x="854646" y="41164"/>
                </a:lnTo>
                <a:lnTo>
                  <a:pt x="853814" y="41510"/>
                </a:lnTo>
                <a:lnTo>
                  <a:pt x="852994" y="41875"/>
                </a:lnTo>
                <a:lnTo>
                  <a:pt x="852185" y="42256"/>
                </a:lnTo>
                <a:lnTo>
                  <a:pt x="851387" y="42656"/>
                </a:lnTo>
                <a:lnTo>
                  <a:pt x="850602" y="43074"/>
                </a:lnTo>
                <a:lnTo>
                  <a:pt x="849826" y="43503"/>
                </a:lnTo>
                <a:lnTo>
                  <a:pt x="849061" y="43938"/>
                </a:lnTo>
                <a:lnTo>
                  <a:pt x="848307" y="44380"/>
                </a:lnTo>
                <a:lnTo>
                  <a:pt x="847562" y="44827"/>
                </a:lnTo>
                <a:lnTo>
                  <a:pt x="846827" y="45281"/>
                </a:lnTo>
                <a:lnTo>
                  <a:pt x="846103" y="45740"/>
                </a:lnTo>
                <a:lnTo>
                  <a:pt x="845389" y="46206"/>
                </a:lnTo>
                <a:lnTo>
                  <a:pt x="844684" y="46677"/>
                </a:lnTo>
                <a:lnTo>
                  <a:pt x="843990" y="47155"/>
                </a:lnTo>
                <a:lnTo>
                  <a:pt x="843306" y="47639"/>
                </a:lnTo>
                <a:lnTo>
                  <a:pt x="842633" y="48128"/>
                </a:lnTo>
                <a:lnTo>
                  <a:pt x="841969" y="48624"/>
                </a:lnTo>
                <a:lnTo>
                  <a:pt x="841315" y="49126"/>
                </a:lnTo>
                <a:lnTo>
                  <a:pt x="840672" y="49634"/>
                </a:lnTo>
                <a:lnTo>
                  <a:pt x="840039" y="50147"/>
                </a:lnTo>
                <a:lnTo>
                  <a:pt x="839415" y="50667"/>
                </a:lnTo>
                <a:lnTo>
                  <a:pt x="838802" y="51193"/>
                </a:lnTo>
                <a:lnTo>
                  <a:pt x="838199" y="51725"/>
                </a:lnTo>
                <a:lnTo>
                  <a:pt x="837606" y="52263"/>
                </a:lnTo>
                <a:lnTo>
                  <a:pt x="837024" y="52807"/>
                </a:lnTo>
                <a:lnTo>
                  <a:pt x="836451" y="53358"/>
                </a:lnTo>
                <a:lnTo>
                  <a:pt x="835889" y="53914"/>
                </a:lnTo>
                <a:lnTo>
                  <a:pt x="835336" y="54476"/>
                </a:lnTo>
                <a:lnTo>
                  <a:pt x="834794" y="55044"/>
                </a:lnTo>
                <a:lnTo>
                  <a:pt x="834796" y="55054"/>
                </a:lnTo>
                <a:lnTo>
                  <a:pt x="834703" y="54831"/>
                </a:lnTo>
                <a:lnTo>
                  <a:pt x="834243" y="53823"/>
                </a:lnTo>
                <a:close/>
                <a:moveTo>
                  <a:pt x="1212727" y="119597"/>
                </a:moveTo>
                <a:lnTo>
                  <a:pt x="1212108" y="119576"/>
                </a:lnTo>
                <a:lnTo>
                  <a:pt x="1211509" y="119543"/>
                </a:lnTo>
                <a:lnTo>
                  <a:pt x="1210929" y="119496"/>
                </a:lnTo>
                <a:lnTo>
                  <a:pt x="1210368" y="119435"/>
                </a:lnTo>
                <a:lnTo>
                  <a:pt x="1209826" y="119362"/>
                </a:lnTo>
                <a:lnTo>
                  <a:pt x="1209304" y="119274"/>
                </a:lnTo>
                <a:lnTo>
                  <a:pt x="1208801" y="119174"/>
                </a:lnTo>
                <a:lnTo>
                  <a:pt x="1208318" y="119060"/>
                </a:lnTo>
                <a:lnTo>
                  <a:pt x="1207854" y="118932"/>
                </a:lnTo>
                <a:lnTo>
                  <a:pt x="1207409" y="118791"/>
                </a:lnTo>
                <a:lnTo>
                  <a:pt x="1206984" y="118637"/>
                </a:lnTo>
                <a:lnTo>
                  <a:pt x="1206578" y="118469"/>
                </a:lnTo>
                <a:lnTo>
                  <a:pt x="1206191" y="118288"/>
                </a:lnTo>
                <a:lnTo>
                  <a:pt x="1205824" y="118093"/>
                </a:lnTo>
                <a:lnTo>
                  <a:pt x="1205476" y="117885"/>
                </a:lnTo>
                <a:lnTo>
                  <a:pt x="1205148" y="117664"/>
                </a:lnTo>
                <a:lnTo>
                  <a:pt x="1204839" y="117429"/>
                </a:lnTo>
                <a:lnTo>
                  <a:pt x="1204549" y="117181"/>
                </a:lnTo>
                <a:lnTo>
                  <a:pt x="1204278" y="116919"/>
                </a:lnTo>
                <a:lnTo>
                  <a:pt x="1204027" y="116644"/>
                </a:lnTo>
                <a:lnTo>
                  <a:pt x="1203795" y="116355"/>
                </a:lnTo>
                <a:lnTo>
                  <a:pt x="1203583" y="116053"/>
                </a:lnTo>
                <a:lnTo>
                  <a:pt x="1203390" y="115738"/>
                </a:lnTo>
                <a:lnTo>
                  <a:pt x="1203211" y="115408"/>
                </a:lnTo>
                <a:lnTo>
                  <a:pt x="1203039" y="115065"/>
                </a:lnTo>
                <a:lnTo>
                  <a:pt x="1202875" y="114706"/>
                </a:lnTo>
                <a:lnTo>
                  <a:pt x="1202718" y="114333"/>
                </a:lnTo>
                <a:lnTo>
                  <a:pt x="1202569" y="113946"/>
                </a:lnTo>
                <a:lnTo>
                  <a:pt x="1202428" y="113544"/>
                </a:lnTo>
                <a:lnTo>
                  <a:pt x="1202294" y="113127"/>
                </a:lnTo>
                <a:lnTo>
                  <a:pt x="1202168" y="112696"/>
                </a:lnTo>
                <a:lnTo>
                  <a:pt x="1202050" y="112251"/>
                </a:lnTo>
                <a:lnTo>
                  <a:pt x="1201939" y="111791"/>
                </a:lnTo>
                <a:lnTo>
                  <a:pt x="1201836" y="111317"/>
                </a:lnTo>
                <a:lnTo>
                  <a:pt x="1201740" y="110828"/>
                </a:lnTo>
                <a:lnTo>
                  <a:pt x="1201653" y="110324"/>
                </a:lnTo>
                <a:lnTo>
                  <a:pt x="1201572" y="109806"/>
                </a:lnTo>
                <a:lnTo>
                  <a:pt x="1201500" y="109274"/>
                </a:lnTo>
                <a:lnTo>
                  <a:pt x="1201435" y="108727"/>
                </a:lnTo>
                <a:lnTo>
                  <a:pt x="1201378" y="108165"/>
                </a:lnTo>
                <a:lnTo>
                  <a:pt x="1201328" y="107589"/>
                </a:lnTo>
                <a:lnTo>
                  <a:pt x="1201286" y="106998"/>
                </a:lnTo>
                <a:lnTo>
                  <a:pt x="1201252" y="106393"/>
                </a:lnTo>
                <a:lnTo>
                  <a:pt x="1201225" y="105774"/>
                </a:lnTo>
                <a:lnTo>
                  <a:pt x="1201206" y="105140"/>
                </a:lnTo>
                <a:lnTo>
                  <a:pt x="1201194" y="104491"/>
                </a:lnTo>
                <a:lnTo>
                  <a:pt x="1201190" y="103828"/>
                </a:lnTo>
                <a:lnTo>
                  <a:pt x="1201190" y="60364"/>
                </a:lnTo>
                <a:lnTo>
                  <a:pt x="1222983" y="60364"/>
                </a:lnTo>
                <a:lnTo>
                  <a:pt x="1222983" y="39493"/>
                </a:lnTo>
                <a:lnTo>
                  <a:pt x="1201190" y="39493"/>
                </a:lnTo>
                <a:lnTo>
                  <a:pt x="1201190" y="15961"/>
                </a:lnTo>
                <a:lnTo>
                  <a:pt x="1174078" y="15961"/>
                </a:lnTo>
                <a:lnTo>
                  <a:pt x="1174078" y="39493"/>
                </a:lnTo>
                <a:lnTo>
                  <a:pt x="1157503" y="39493"/>
                </a:lnTo>
                <a:lnTo>
                  <a:pt x="1157503" y="60364"/>
                </a:lnTo>
                <a:lnTo>
                  <a:pt x="1174078" y="60364"/>
                </a:lnTo>
                <a:lnTo>
                  <a:pt x="1174078" y="105251"/>
                </a:lnTo>
                <a:lnTo>
                  <a:pt x="1174083" y="106282"/>
                </a:lnTo>
                <a:lnTo>
                  <a:pt x="1174100" y="107296"/>
                </a:lnTo>
                <a:lnTo>
                  <a:pt x="1174129" y="108294"/>
                </a:lnTo>
                <a:lnTo>
                  <a:pt x="1174169" y="109276"/>
                </a:lnTo>
                <a:lnTo>
                  <a:pt x="1174220" y="110241"/>
                </a:lnTo>
                <a:lnTo>
                  <a:pt x="1174282" y="111190"/>
                </a:lnTo>
                <a:lnTo>
                  <a:pt x="1174356" y="112122"/>
                </a:lnTo>
                <a:lnTo>
                  <a:pt x="1174441" y="113038"/>
                </a:lnTo>
                <a:lnTo>
                  <a:pt x="1174538" y="113938"/>
                </a:lnTo>
                <a:lnTo>
                  <a:pt x="1174646" y="114821"/>
                </a:lnTo>
                <a:lnTo>
                  <a:pt x="1174765" y="115688"/>
                </a:lnTo>
                <a:lnTo>
                  <a:pt x="1174896" y="116538"/>
                </a:lnTo>
                <a:lnTo>
                  <a:pt x="1175038" y="117372"/>
                </a:lnTo>
                <a:lnTo>
                  <a:pt x="1175192" y="118189"/>
                </a:lnTo>
                <a:lnTo>
                  <a:pt x="1175357" y="118990"/>
                </a:lnTo>
                <a:lnTo>
                  <a:pt x="1175533" y="119775"/>
                </a:lnTo>
                <a:lnTo>
                  <a:pt x="1175720" y="120543"/>
                </a:lnTo>
                <a:lnTo>
                  <a:pt x="1175919" y="121295"/>
                </a:lnTo>
                <a:lnTo>
                  <a:pt x="1176130" y="122030"/>
                </a:lnTo>
                <a:lnTo>
                  <a:pt x="1176351" y="122749"/>
                </a:lnTo>
                <a:lnTo>
                  <a:pt x="1176584" y="123452"/>
                </a:lnTo>
                <a:lnTo>
                  <a:pt x="1176829" y="124138"/>
                </a:lnTo>
                <a:lnTo>
                  <a:pt x="1177084" y="124807"/>
                </a:lnTo>
                <a:lnTo>
                  <a:pt x="1177352" y="125461"/>
                </a:lnTo>
                <a:lnTo>
                  <a:pt x="1177633" y="126099"/>
                </a:lnTo>
                <a:lnTo>
                  <a:pt x="1177932" y="126723"/>
                </a:lnTo>
                <a:lnTo>
                  <a:pt x="1178249" y="127333"/>
                </a:lnTo>
                <a:lnTo>
                  <a:pt x="1178584" y="127928"/>
                </a:lnTo>
                <a:lnTo>
                  <a:pt x="1178936" y="128510"/>
                </a:lnTo>
                <a:lnTo>
                  <a:pt x="1179305" y="129078"/>
                </a:lnTo>
                <a:lnTo>
                  <a:pt x="1179692" y="129631"/>
                </a:lnTo>
                <a:lnTo>
                  <a:pt x="1180097" y="130171"/>
                </a:lnTo>
                <a:lnTo>
                  <a:pt x="1180519" y="130696"/>
                </a:lnTo>
                <a:lnTo>
                  <a:pt x="1180959" y="131208"/>
                </a:lnTo>
                <a:lnTo>
                  <a:pt x="1181417" y="131705"/>
                </a:lnTo>
                <a:lnTo>
                  <a:pt x="1181892" y="132189"/>
                </a:lnTo>
                <a:lnTo>
                  <a:pt x="1182384" y="132658"/>
                </a:lnTo>
                <a:lnTo>
                  <a:pt x="1182895" y="133113"/>
                </a:lnTo>
                <a:lnTo>
                  <a:pt x="1183422" y="133554"/>
                </a:lnTo>
                <a:lnTo>
                  <a:pt x="1183968" y="133981"/>
                </a:lnTo>
                <a:lnTo>
                  <a:pt x="1184531" y="134394"/>
                </a:lnTo>
                <a:lnTo>
                  <a:pt x="1185111" y="134793"/>
                </a:lnTo>
                <a:lnTo>
                  <a:pt x="1185710" y="135178"/>
                </a:lnTo>
                <a:lnTo>
                  <a:pt x="1186325" y="135548"/>
                </a:lnTo>
                <a:lnTo>
                  <a:pt x="1186959" y="135905"/>
                </a:lnTo>
                <a:lnTo>
                  <a:pt x="1187610" y="136248"/>
                </a:lnTo>
                <a:lnTo>
                  <a:pt x="1188278" y="136576"/>
                </a:lnTo>
                <a:lnTo>
                  <a:pt x="1188964" y="136891"/>
                </a:lnTo>
                <a:lnTo>
                  <a:pt x="1189671" y="137192"/>
                </a:lnTo>
                <a:lnTo>
                  <a:pt x="1190401" y="137480"/>
                </a:lnTo>
                <a:lnTo>
                  <a:pt x="1191155" y="137755"/>
                </a:lnTo>
                <a:lnTo>
                  <a:pt x="1191933" y="138017"/>
                </a:lnTo>
                <a:lnTo>
                  <a:pt x="1192734" y="138267"/>
                </a:lnTo>
                <a:lnTo>
                  <a:pt x="1193559" y="138504"/>
                </a:lnTo>
                <a:lnTo>
                  <a:pt x="1194407" y="138728"/>
                </a:lnTo>
                <a:lnTo>
                  <a:pt x="1195279" y="138939"/>
                </a:lnTo>
                <a:lnTo>
                  <a:pt x="1196175" y="139137"/>
                </a:lnTo>
                <a:lnTo>
                  <a:pt x="1197094" y="139323"/>
                </a:lnTo>
                <a:lnTo>
                  <a:pt x="1198037" y="139496"/>
                </a:lnTo>
                <a:lnTo>
                  <a:pt x="1199004" y="139656"/>
                </a:lnTo>
                <a:lnTo>
                  <a:pt x="1199994" y="139803"/>
                </a:lnTo>
                <a:lnTo>
                  <a:pt x="1201007" y="139937"/>
                </a:lnTo>
                <a:lnTo>
                  <a:pt x="1202045" y="140059"/>
                </a:lnTo>
                <a:lnTo>
                  <a:pt x="1203106" y="140168"/>
                </a:lnTo>
                <a:lnTo>
                  <a:pt x="1204191" y="140264"/>
                </a:lnTo>
                <a:lnTo>
                  <a:pt x="1205299" y="140347"/>
                </a:lnTo>
                <a:lnTo>
                  <a:pt x="1206431" y="140417"/>
                </a:lnTo>
                <a:lnTo>
                  <a:pt x="1207586" y="140475"/>
                </a:lnTo>
                <a:lnTo>
                  <a:pt x="1208766" y="140520"/>
                </a:lnTo>
                <a:lnTo>
                  <a:pt x="1209968" y="140552"/>
                </a:lnTo>
                <a:lnTo>
                  <a:pt x="1211195" y="140571"/>
                </a:lnTo>
                <a:lnTo>
                  <a:pt x="1212445" y="140577"/>
                </a:lnTo>
                <a:lnTo>
                  <a:pt x="1222983" y="140577"/>
                </a:lnTo>
                <a:lnTo>
                  <a:pt x="1222983" y="119603"/>
                </a:lnTo>
                <a:lnTo>
                  <a:pt x="1213366" y="119603"/>
                </a:lnTo>
                <a:lnTo>
                  <a:pt x="1212727" y="119597"/>
                </a:lnTo>
                <a:close/>
                <a:moveTo>
                  <a:pt x="1077556" y="71952"/>
                </a:moveTo>
                <a:lnTo>
                  <a:pt x="1077927" y="71507"/>
                </a:lnTo>
                <a:lnTo>
                  <a:pt x="1078303" y="71068"/>
                </a:lnTo>
                <a:lnTo>
                  <a:pt x="1078685" y="70635"/>
                </a:lnTo>
                <a:lnTo>
                  <a:pt x="1079071" y="70207"/>
                </a:lnTo>
                <a:lnTo>
                  <a:pt x="1079463" y="69785"/>
                </a:lnTo>
                <a:lnTo>
                  <a:pt x="1079859" y="69369"/>
                </a:lnTo>
                <a:lnTo>
                  <a:pt x="1080261" y="68959"/>
                </a:lnTo>
                <a:lnTo>
                  <a:pt x="1080668" y="68555"/>
                </a:lnTo>
                <a:lnTo>
                  <a:pt x="1081080" y="68156"/>
                </a:lnTo>
                <a:lnTo>
                  <a:pt x="1081498" y="67763"/>
                </a:lnTo>
                <a:lnTo>
                  <a:pt x="1081920" y="67376"/>
                </a:lnTo>
                <a:lnTo>
                  <a:pt x="1082348" y="66994"/>
                </a:lnTo>
                <a:lnTo>
                  <a:pt x="1082781" y="66619"/>
                </a:lnTo>
                <a:lnTo>
                  <a:pt x="1083219" y="66249"/>
                </a:lnTo>
                <a:lnTo>
                  <a:pt x="1083662" y="65885"/>
                </a:lnTo>
                <a:lnTo>
                  <a:pt x="1084110" y="65526"/>
                </a:lnTo>
                <a:lnTo>
                  <a:pt x="1084563" y="65174"/>
                </a:lnTo>
                <a:lnTo>
                  <a:pt x="1085022" y="64827"/>
                </a:lnTo>
                <a:lnTo>
                  <a:pt x="1085486" y="64486"/>
                </a:lnTo>
                <a:lnTo>
                  <a:pt x="1085954" y="64151"/>
                </a:lnTo>
                <a:lnTo>
                  <a:pt x="1086428" y="63821"/>
                </a:lnTo>
                <a:lnTo>
                  <a:pt x="1086908" y="63498"/>
                </a:lnTo>
                <a:lnTo>
                  <a:pt x="1087393" y="63184"/>
                </a:lnTo>
                <a:lnTo>
                  <a:pt x="1087887" y="62883"/>
                </a:lnTo>
                <a:lnTo>
                  <a:pt x="1088389" y="62595"/>
                </a:lnTo>
                <a:lnTo>
                  <a:pt x="1088898" y="62321"/>
                </a:lnTo>
                <a:lnTo>
                  <a:pt x="1089416" y="62061"/>
                </a:lnTo>
                <a:lnTo>
                  <a:pt x="1089942" y="61814"/>
                </a:lnTo>
                <a:lnTo>
                  <a:pt x="1090475" y="61580"/>
                </a:lnTo>
                <a:lnTo>
                  <a:pt x="1091017" y="61359"/>
                </a:lnTo>
                <a:lnTo>
                  <a:pt x="1091567" y="61152"/>
                </a:lnTo>
                <a:lnTo>
                  <a:pt x="1092124" y="60958"/>
                </a:lnTo>
                <a:lnTo>
                  <a:pt x="1092690" y="60778"/>
                </a:lnTo>
                <a:lnTo>
                  <a:pt x="1093264" y="60611"/>
                </a:lnTo>
                <a:lnTo>
                  <a:pt x="1093845" y="60457"/>
                </a:lnTo>
                <a:lnTo>
                  <a:pt x="1094435" y="60316"/>
                </a:lnTo>
                <a:lnTo>
                  <a:pt x="1095033" y="60190"/>
                </a:lnTo>
                <a:lnTo>
                  <a:pt x="1095638" y="60076"/>
                </a:lnTo>
                <a:lnTo>
                  <a:pt x="1096252" y="59976"/>
                </a:lnTo>
                <a:lnTo>
                  <a:pt x="1096873" y="59889"/>
                </a:lnTo>
                <a:lnTo>
                  <a:pt x="1097503" y="59815"/>
                </a:lnTo>
                <a:lnTo>
                  <a:pt x="1098141" y="59755"/>
                </a:lnTo>
                <a:lnTo>
                  <a:pt x="1098786" y="59708"/>
                </a:lnTo>
                <a:lnTo>
                  <a:pt x="1099440" y="59675"/>
                </a:lnTo>
                <a:lnTo>
                  <a:pt x="1100101" y="59655"/>
                </a:lnTo>
                <a:lnTo>
                  <a:pt x="1100771" y="59648"/>
                </a:lnTo>
                <a:lnTo>
                  <a:pt x="1101219" y="59652"/>
                </a:lnTo>
                <a:lnTo>
                  <a:pt x="1101660" y="59664"/>
                </a:lnTo>
                <a:lnTo>
                  <a:pt x="1102094" y="59684"/>
                </a:lnTo>
                <a:lnTo>
                  <a:pt x="1102520" y="59712"/>
                </a:lnTo>
                <a:lnTo>
                  <a:pt x="1102939" y="59748"/>
                </a:lnTo>
                <a:lnTo>
                  <a:pt x="1103351" y="59791"/>
                </a:lnTo>
                <a:lnTo>
                  <a:pt x="1103756" y="59843"/>
                </a:lnTo>
                <a:lnTo>
                  <a:pt x="1104153" y="59903"/>
                </a:lnTo>
                <a:lnTo>
                  <a:pt x="1104543" y="59970"/>
                </a:lnTo>
                <a:lnTo>
                  <a:pt x="1104926" y="60046"/>
                </a:lnTo>
                <a:lnTo>
                  <a:pt x="1105301" y="60129"/>
                </a:lnTo>
                <a:lnTo>
                  <a:pt x="1105669" y="60220"/>
                </a:lnTo>
                <a:lnTo>
                  <a:pt x="1106030" y="60320"/>
                </a:lnTo>
                <a:lnTo>
                  <a:pt x="1106383" y="60427"/>
                </a:lnTo>
                <a:lnTo>
                  <a:pt x="1106730" y="60542"/>
                </a:lnTo>
                <a:lnTo>
                  <a:pt x="1107069" y="60666"/>
                </a:lnTo>
                <a:lnTo>
                  <a:pt x="1107400" y="60797"/>
                </a:lnTo>
                <a:lnTo>
                  <a:pt x="1107725" y="60936"/>
                </a:lnTo>
                <a:lnTo>
                  <a:pt x="1108042" y="61083"/>
                </a:lnTo>
                <a:lnTo>
                  <a:pt x="1108352" y="61238"/>
                </a:lnTo>
                <a:lnTo>
                  <a:pt x="1108655" y="61401"/>
                </a:lnTo>
                <a:lnTo>
                  <a:pt x="1108950" y="61572"/>
                </a:lnTo>
                <a:lnTo>
                  <a:pt x="1109238" y="61751"/>
                </a:lnTo>
                <a:lnTo>
                  <a:pt x="1109519" y="61937"/>
                </a:lnTo>
                <a:lnTo>
                  <a:pt x="1109793" y="62131"/>
                </a:lnTo>
                <a:lnTo>
                  <a:pt x="1110060" y="62332"/>
                </a:lnTo>
                <a:lnTo>
                  <a:pt x="1110322" y="62539"/>
                </a:lnTo>
                <a:lnTo>
                  <a:pt x="1110577" y="62752"/>
                </a:lnTo>
                <a:lnTo>
                  <a:pt x="1110826" y="62972"/>
                </a:lnTo>
                <a:lnTo>
                  <a:pt x="1111069" y="63199"/>
                </a:lnTo>
                <a:lnTo>
                  <a:pt x="1111306" y="63432"/>
                </a:lnTo>
                <a:lnTo>
                  <a:pt x="1111536" y="63671"/>
                </a:lnTo>
                <a:lnTo>
                  <a:pt x="1111761" y="63917"/>
                </a:lnTo>
                <a:lnTo>
                  <a:pt x="1111979" y="64170"/>
                </a:lnTo>
                <a:lnTo>
                  <a:pt x="1112191" y="64429"/>
                </a:lnTo>
                <a:lnTo>
                  <a:pt x="1112396" y="64694"/>
                </a:lnTo>
                <a:lnTo>
                  <a:pt x="1112595" y="64966"/>
                </a:lnTo>
                <a:lnTo>
                  <a:pt x="1112789" y="65245"/>
                </a:lnTo>
                <a:lnTo>
                  <a:pt x="1112976" y="65530"/>
                </a:lnTo>
                <a:lnTo>
                  <a:pt x="1113156" y="65821"/>
                </a:lnTo>
                <a:lnTo>
                  <a:pt x="1113331" y="66119"/>
                </a:lnTo>
                <a:lnTo>
                  <a:pt x="1113499" y="66423"/>
                </a:lnTo>
                <a:lnTo>
                  <a:pt x="1113661" y="66734"/>
                </a:lnTo>
                <a:lnTo>
                  <a:pt x="1113817" y="67052"/>
                </a:lnTo>
                <a:lnTo>
                  <a:pt x="1113967" y="67376"/>
                </a:lnTo>
                <a:lnTo>
                  <a:pt x="1114110" y="67706"/>
                </a:lnTo>
                <a:lnTo>
                  <a:pt x="1114247" y="68043"/>
                </a:lnTo>
                <a:lnTo>
                  <a:pt x="1114378" y="68386"/>
                </a:lnTo>
                <a:lnTo>
                  <a:pt x="1114504" y="68735"/>
                </a:lnTo>
                <a:lnTo>
                  <a:pt x="1114624" y="69089"/>
                </a:lnTo>
                <a:lnTo>
                  <a:pt x="1114738" y="69447"/>
                </a:lnTo>
                <a:lnTo>
                  <a:pt x="1114847" y="69810"/>
                </a:lnTo>
                <a:lnTo>
                  <a:pt x="1114951" y="70178"/>
                </a:lnTo>
                <a:lnTo>
                  <a:pt x="1115050" y="70551"/>
                </a:lnTo>
                <a:lnTo>
                  <a:pt x="1115143" y="70928"/>
                </a:lnTo>
                <a:lnTo>
                  <a:pt x="1115231" y="71310"/>
                </a:lnTo>
                <a:lnTo>
                  <a:pt x="1115314" y="71697"/>
                </a:lnTo>
                <a:lnTo>
                  <a:pt x="1115391" y="72088"/>
                </a:lnTo>
                <a:lnTo>
                  <a:pt x="1115463" y="72484"/>
                </a:lnTo>
                <a:lnTo>
                  <a:pt x="1115529" y="72885"/>
                </a:lnTo>
                <a:lnTo>
                  <a:pt x="1115591" y="73290"/>
                </a:lnTo>
                <a:lnTo>
                  <a:pt x="1115647" y="73701"/>
                </a:lnTo>
                <a:lnTo>
                  <a:pt x="1115697" y="74115"/>
                </a:lnTo>
                <a:lnTo>
                  <a:pt x="1115743" y="74535"/>
                </a:lnTo>
                <a:lnTo>
                  <a:pt x="1115783" y="74959"/>
                </a:lnTo>
                <a:lnTo>
                  <a:pt x="1115817" y="75388"/>
                </a:lnTo>
                <a:lnTo>
                  <a:pt x="1115846" y="75822"/>
                </a:lnTo>
                <a:lnTo>
                  <a:pt x="1115870" y="76260"/>
                </a:lnTo>
                <a:lnTo>
                  <a:pt x="1115889" y="76704"/>
                </a:lnTo>
                <a:lnTo>
                  <a:pt x="1115902" y="77151"/>
                </a:lnTo>
                <a:lnTo>
                  <a:pt x="1115910" y="77604"/>
                </a:lnTo>
                <a:lnTo>
                  <a:pt x="1115913" y="78061"/>
                </a:lnTo>
                <a:lnTo>
                  <a:pt x="1115913" y="140577"/>
                </a:lnTo>
                <a:lnTo>
                  <a:pt x="1142821" y="140577"/>
                </a:lnTo>
                <a:lnTo>
                  <a:pt x="1142821" y="74755"/>
                </a:lnTo>
                <a:lnTo>
                  <a:pt x="1142807" y="73267"/>
                </a:lnTo>
                <a:lnTo>
                  <a:pt x="1142763" y="71809"/>
                </a:lnTo>
                <a:lnTo>
                  <a:pt x="1142690" y="70382"/>
                </a:lnTo>
                <a:lnTo>
                  <a:pt x="1142588" y="68984"/>
                </a:lnTo>
                <a:lnTo>
                  <a:pt x="1142457" y="67616"/>
                </a:lnTo>
                <a:lnTo>
                  <a:pt x="1142297" y="66278"/>
                </a:lnTo>
                <a:lnTo>
                  <a:pt x="1142108" y="64971"/>
                </a:lnTo>
                <a:lnTo>
                  <a:pt x="1141889" y="63693"/>
                </a:lnTo>
                <a:lnTo>
                  <a:pt x="1141641" y="62446"/>
                </a:lnTo>
                <a:lnTo>
                  <a:pt x="1141365" y="61228"/>
                </a:lnTo>
                <a:lnTo>
                  <a:pt x="1141059" y="60041"/>
                </a:lnTo>
                <a:lnTo>
                  <a:pt x="1140724" y="58883"/>
                </a:lnTo>
                <a:lnTo>
                  <a:pt x="1140360" y="57756"/>
                </a:lnTo>
                <a:lnTo>
                  <a:pt x="1139966" y="56659"/>
                </a:lnTo>
                <a:lnTo>
                  <a:pt x="1139544" y="55591"/>
                </a:lnTo>
                <a:lnTo>
                  <a:pt x="1139093" y="54554"/>
                </a:lnTo>
                <a:lnTo>
                  <a:pt x="1138612" y="53547"/>
                </a:lnTo>
                <a:lnTo>
                  <a:pt x="1138102" y="52570"/>
                </a:lnTo>
                <a:lnTo>
                  <a:pt x="1137563" y="51623"/>
                </a:lnTo>
                <a:lnTo>
                  <a:pt x="1136995" y="50706"/>
                </a:lnTo>
                <a:lnTo>
                  <a:pt x="1136398" y="49819"/>
                </a:lnTo>
                <a:lnTo>
                  <a:pt x="1135772" y="48962"/>
                </a:lnTo>
                <a:lnTo>
                  <a:pt x="1135116" y="48135"/>
                </a:lnTo>
                <a:lnTo>
                  <a:pt x="1134432" y="47339"/>
                </a:lnTo>
                <a:lnTo>
                  <a:pt x="1133721" y="46573"/>
                </a:lnTo>
                <a:lnTo>
                  <a:pt x="1132986" y="45840"/>
                </a:lnTo>
                <a:lnTo>
                  <a:pt x="1132227" y="45140"/>
                </a:lnTo>
                <a:lnTo>
                  <a:pt x="1131445" y="44472"/>
                </a:lnTo>
                <a:lnTo>
                  <a:pt x="1130638" y="43837"/>
                </a:lnTo>
                <a:lnTo>
                  <a:pt x="1129808" y="43235"/>
                </a:lnTo>
                <a:lnTo>
                  <a:pt x="1128955" y="42665"/>
                </a:lnTo>
                <a:lnTo>
                  <a:pt x="1128077" y="42127"/>
                </a:lnTo>
                <a:lnTo>
                  <a:pt x="1127175" y="41622"/>
                </a:lnTo>
                <a:lnTo>
                  <a:pt x="1126250" y="41150"/>
                </a:lnTo>
                <a:lnTo>
                  <a:pt x="1125301" y="40710"/>
                </a:lnTo>
                <a:lnTo>
                  <a:pt x="1124328" y="40303"/>
                </a:lnTo>
                <a:lnTo>
                  <a:pt x="1123332" y="39929"/>
                </a:lnTo>
                <a:lnTo>
                  <a:pt x="1122311" y="39587"/>
                </a:lnTo>
                <a:lnTo>
                  <a:pt x="1121267" y="39277"/>
                </a:lnTo>
                <a:lnTo>
                  <a:pt x="1120199" y="39000"/>
                </a:lnTo>
                <a:lnTo>
                  <a:pt x="1119107" y="38756"/>
                </a:lnTo>
                <a:lnTo>
                  <a:pt x="1117991" y="38544"/>
                </a:lnTo>
                <a:lnTo>
                  <a:pt x="1116852" y="38365"/>
                </a:lnTo>
                <a:lnTo>
                  <a:pt x="1115689" y="38219"/>
                </a:lnTo>
                <a:lnTo>
                  <a:pt x="1114502" y="38105"/>
                </a:lnTo>
                <a:lnTo>
                  <a:pt x="1113291" y="38023"/>
                </a:lnTo>
                <a:lnTo>
                  <a:pt x="1112056" y="37974"/>
                </a:lnTo>
                <a:lnTo>
                  <a:pt x="1110797" y="37958"/>
                </a:lnTo>
                <a:lnTo>
                  <a:pt x="1109715" y="37967"/>
                </a:lnTo>
                <a:lnTo>
                  <a:pt x="1108649" y="37992"/>
                </a:lnTo>
                <a:lnTo>
                  <a:pt x="1107600" y="38035"/>
                </a:lnTo>
                <a:lnTo>
                  <a:pt x="1106569" y="38096"/>
                </a:lnTo>
                <a:lnTo>
                  <a:pt x="1105554" y="38173"/>
                </a:lnTo>
                <a:lnTo>
                  <a:pt x="1104556" y="38268"/>
                </a:lnTo>
                <a:lnTo>
                  <a:pt x="1103576" y="38380"/>
                </a:lnTo>
                <a:lnTo>
                  <a:pt x="1102612" y="38509"/>
                </a:lnTo>
                <a:lnTo>
                  <a:pt x="1101666" y="38656"/>
                </a:lnTo>
                <a:lnTo>
                  <a:pt x="1100737" y="38819"/>
                </a:lnTo>
                <a:lnTo>
                  <a:pt x="1099824" y="39000"/>
                </a:lnTo>
                <a:lnTo>
                  <a:pt x="1098929" y="39198"/>
                </a:lnTo>
                <a:lnTo>
                  <a:pt x="1098051" y="39414"/>
                </a:lnTo>
                <a:lnTo>
                  <a:pt x="1097190" y="39646"/>
                </a:lnTo>
                <a:lnTo>
                  <a:pt x="1096346" y="39896"/>
                </a:lnTo>
                <a:lnTo>
                  <a:pt x="1095519" y="40163"/>
                </a:lnTo>
                <a:lnTo>
                  <a:pt x="1094709" y="40448"/>
                </a:lnTo>
                <a:lnTo>
                  <a:pt x="1093916" y="40749"/>
                </a:lnTo>
                <a:lnTo>
                  <a:pt x="1093140" y="41068"/>
                </a:lnTo>
                <a:lnTo>
                  <a:pt x="1092381" y="41404"/>
                </a:lnTo>
                <a:lnTo>
                  <a:pt x="1091639" y="41757"/>
                </a:lnTo>
                <a:lnTo>
                  <a:pt x="1090915" y="42128"/>
                </a:lnTo>
                <a:lnTo>
                  <a:pt x="1090207" y="42515"/>
                </a:lnTo>
                <a:lnTo>
                  <a:pt x="1089516" y="42920"/>
                </a:lnTo>
                <a:lnTo>
                  <a:pt x="1088840" y="43336"/>
                </a:lnTo>
                <a:lnTo>
                  <a:pt x="1088174" y="43757"/>
                </a:lnTo>
                <a:lnTo>
                  <a:pt x="1087520" y="44184"/>
                </a:lnTo>
                <a:lnTo>
                  <a:pt x="1086876" y="44615"/>
                </a:lnTo>
                <a:lnTo>
                  <a:pt x="1086244" y="45052"/>
                </a:lnTo>
                <a:lnTo>
                  <a:pt x="1085622" y="45494"/>
                </a:lnTo>
                <a:lnTo>
                  <a:pt x="1085012" y="45941"/>
                </a:lnTo>
                <a:lnTo>
                  <a:pt x="1084412" y="46393"/>
                </a:lnTo>
                <a:lnTo>
                  <a:pt x="1083824" y="46850"/>
                </a:lnTo>
                <a:lnTo>
                  <a:pt x="1083246" y="47313"/>
                </a:lnTo>
                <a:lnTo>
                  <a:pt x="1082680" y="47780"/>
                </a:lnTo>
                <a:lnTo>
                  <a:pt x="1082124" y="48253"/>
                </a:lnTo>
                <a:lnTo>
                  <a:pt x="1081580" y="48731"/>
                </a:lnTo>
                <a:lnTo>
                  <a:pt x="1081047" y="49214"/>
                </a:lnTo>
                <a:lnTo>
                  <a:pt x="1080524" y="49702"/>
                </a:lnTo>
                <a:lnTo>
                  <a:pt x="1080013" y="50196"/>
                </a:lnTo>
                <a:lnTo>
                  <a:pt x="1079512" y="50694"/>
                </a:lnTo>
                <a:lnTo>
                  <a:pt x="1079023" y="51198"/>
                </a:lnTo>
                <a:lnTo>
                  <a:pt x="1078545" y="51707"/>
                </a:lnTo>
                <a:lnTo>
                  <a:pt x="1078077" y="52221"/>
                </a:lnTo>
                <a:lnTo>
                  <a:pt x="1077621" y="52740"/>
                </a:lnTo>
                <a:lnTo>
                  <a:pt x="1077176" y="53264"/>
                </a:lnTo>
                <a:lnTo>
                  <a:pt x="1076741" y="53793"/>
                </a:lnTo>
                <a:lnTo>
                  <a:pt x="1076318" y="54328"/>
                </a:lnTo>
                <a:lnTo>
                  <a:pt x="1075807" y="39493"/>
                </a:lnTo>
                <a:lnTo>
                  <a:pt x="1049717" y="39493"/>
                </a:lnTo>
                <a:lnTo>
                  <a:pt x="1049717" y="140577"/>
                </a:lnTo>
                <a:lnTo>
                  <a:pt x="1076830" y="140577"/>
                </a:lnTo>
                <a:lnTo>
                  <a:pt x="1076830" y="72859"/>
                </a:lnTo>
                <a:lnTo>
                  <a:pt x="1077190" y="72403"/>
                </a:lnTo>
                <a:lnTo>
                  <a:pt x="1077556" y="71952"/>
                </a:lnTo>
                <a:close/>
                <a:moveTo>
                  <a:pt x="982965" y="142311"/>
                </a:moveTo>
                <a:lnTo>
                  <a:pt x="984046" y="142250"/>
                </a:lnTo>
                <a:lnTo>
                  <a:pt x="985114" y="142176"/>
                </a:lnTo>
                <a:lnTo>
                  <a:pt x="986171" y="142088"/>
                </a:lnTo>
                <a:lnTo>
                  <a:pt x="987215" y="141987"/>
                </a:lnTo>
                <a:lnTo>
                  <a:pt x="988248" y="141872"/>
                </a:lnTo>
                <a:lnTo>
                  <a:pt x="989269" y="141744"/>
                </a:lnTo>
                <a:lnTo>
                  <a:pt x="990278" y="141602"/>
                </a:lnTo>
                <a:lnTo>
                  <a:pt x="991275" y="141447"/>
                </a:lnTo>
                <a:lnTo>
                  <a:pt x="992260" y="141278"/>
                </a:lnTo>
                <a:lnTo>
                  <a:pt x="993234" y="141096"/>
                </a:lnTo>
                <a:lnTo>
                  <a:pt x="994195" y="140900"/>
                </a:lnTo>
                <a:lnTo>
                  <a:pt x="995145" y="140691"/>
                </a:lnTo>
                <a:lnTo>
                  <a:pt x="996082" y="140468"/>
                </a:lnTo>
                <a:lnTo>
                  <a:pt x="997008" y="140232"/>
                </a:lnTo>
                <a:lnTo>
                  <a:pt x="997922" y="139982"/>
                </a:lnTo>
                <a:lnTo>
                  <a:pt x="998824" y="139719"/>
                </a:lnTo>
                <a:lnTo>
                  <a:pt x="999714" y="139442"/>
                </a:lnTo>
                <a:lnTo>
                  <a:pt x="1000592" y="139152"/>
                </a:lnTo>
                <a:lnTo>
                  <a:pt x="1001458" y="138848"/>
                </a:lnTo>
                <a:lnTo>
                  <a:pt x="1002312" y="138531"/>
                </a:lnTo>
                <a:lnTo>
                  <a:pt x="1003153" y="138200"/>
                </a:lnTo>
                <a:lnTo>
                  <a:pt x="1003979" y="137855"/>
                </a:lnTo>
                <a:lnTo>
                  <a:pt x="1004790" y="137497"/>
                </a:lnTo>
                <a:lnTo>
                  <a:pt x="1005586" y="137124"/>
                </a:lnTo>
                <a:lnTo>
                  <a:pt x="1006367" y="136738"/>
                </a:lnTo>
                <a:lnTo>
                  <a:pt x="1007134" y="136338"/>
                </a:lnTo>
                <a:lnTo>
                  <a:pt x="1007885" y="135924"/>
                </a:lnTo>
                <a:lnTo>
                  <a:pt x="1008622" y="135496"/>
                </a:lnTo>
                <a:lnTo>
                  <a:pt x="1009343" y="135054"/>
                </a:lnTo>
                <a:lnTo>
                  <a:pt x="1010050" y="134598"/>
                </a:lnTo>
                <a:lnTo>
                  <a:pt x="1010741" y="134129"/>
                </a:lnTo>
                <a:lnTo>
                  <a:pt x="1011418" y="133646"/>
                </a:lnTo>
                <a:lnTo>
                  <a:pt x="1012080" y="133148"/>
                </a:lnTo>
                <a:lnTo>
                  <a:pt x="1012727" y="132637"/>
                </a:lnTo>
                <a:lnTo>
                  <a:pt x="1013359" y="132113"/>
                </a:lnTo>
                <a:lnTo>
                  <a:pt x="1013976" y="131574"/>
                </a:lnTo>
                <a:lnTo>
                  <a:pt x="1014578" y="131021"/>
                </a:lnTo>
                <a:lnTo>
                  <a:pt x="1015165" y="130455"/>
                </a:lnTo>
                <a:lnTo>
                  <a:pt x="1015738" y="129874"/>
                </a:lnTo>
                <a:lnTo>
                  <a:pt x="1016295" y="129280"/>
                </a:lnTo>
                <a:lnTo>
                  <a:pt x="1016837" y="128672"/>
                </a:lnTo>
                <a:lnTo>
                  <a:pt x="1017365" y="128050"/>
                </a:lnTo>
                <a:lnTo>
                  <a:pt x="1017878" y="127415"/>
                </a:lnTo>
                <a:lnTo>
                  <a:pt x="1018375" y="126765"/>
                </a:lnTo>
                <a:lnTo>
                  <a:pt x="1018856" y="126102"/>
                </a:lnTo>
                <a:lnTo>
                  <a:pt x="1019318" y="125425"/>
                </a:lnTo>
                <a:lnTo>
                  <a:pt x="1019762" y="124734"/>
                </a:lnTo>
                <a:lnTo>
                  <a:pt x="1020187" y="124030"/>
                </a:lnTo>
                <a:lnTo>
                  <a:pt x="1020593" y="123312"/>
                </a:lnTo>
                <a:lnTo>
                  <a:pt x="1020981" y="122580"/>
                </a:lnTo>
                <a:lnTo>
                  <a:pt x="1021350" y="121835"/>
                </a:lnTo>
                <a:lnTo>
                  <a:pt x="1021700" y="121075"/>
                </a:lnTo>
                <a:lnTo>
                  <a:pt x="1022032" y="120303"/>
                </a:lnTo>
                <a:lnTo>
                  <a:pt x="1022345" y="119516"/>
                </a:lnTo>
                <a:lnTo>
                  <a:pt x="1022640" y="118716"/>
                </a:lnTo>
                <a:lnTo>
                  <a:pt x="1022915" y="117902"/>
                </a:lnTo>
                <a:lnTo>
                  <a:pt x="1023173" y="117075"/>
                </a:lnTo>
                <a:lnTo>
                  <a:pt x="1023411" y="116234"/>
                </a:lnTo>
                <a:lnTo>
                  <a:pt x="1023631" y="115379"/>
                </a:lnTo>
                <a:lnTo>
                  <a:pt x="1023832" y="114510"/>
                </a:lnTo>
                <a:lnTo>
                  <a:pt x="1024014" y="113628"/>
                </a:lnTo>
                <a:lnTo>
                  <a:pt x="1024178" y="112732"/>
                </a:lnTo>
                <a:lnTo>
                  <a:pt x="1024324" y="111823"/>
                </a:lnTo>
                <a:lnTo>
                  <a:pt x="1024450" y="110900"/>
                </a:lnTo>
                <a:lnTo>
                  <a:pt x="1024558" y="109963"/>
                </a:lnTo>
                <a:lnTo>
                  <a:pt x="1024647" y="109012"/>
                </a:lnTo>
                <a:lnTo>
                  <a:pt x="1024718" y="108048"/>
                </a:lnTo>
                <a:lnTo>
                  <a:pt x="1024770" y="107070"/>
                </a:lnTo>
                <a:lnTo>
                  <a:pt x="998066" y="107070"/>
                </a:lnTo>
                <a:lnTo>
                  <a:pt x="998049" y="107713"/>
                </a:lnTo>
                <a:lnTo>
                  <a:pt x="998013" y="108343"/>
                </a:lnTo>
                <a:lnTo>
                  <a:pt x="997959" y="108960"/>
                </a:lnTo>
                <a:lnTo>
                  <a:pt x="997887" y="109564"/>
                </a:lnTo>
                <a:lnTo>
                  <a:pt x="997797" y="110153"/>
                </a:lnTo>
                <a:lnTo>
                  <a:pt x="997689" y="110730"/>
                </a:lnTo>
                <a:lnTo>
                  <a:pt x="997563" y="111293"/>
                </a:lnTo>
                <a:lnTo>
                  <a:pt x="997418" y="111843"/>
                </a:lnTo>
                <a:lnTo>
                  <a:pt x="997256" y="112380"/>
                </a:lnTo>
                <a:lnTo>
                  <a:pt x="997075" y="112903"/>
                </a:lnTo>
                <a:lnTo>
                  <a:pt x="996876" y="113413"/>
                </a:lnTo>
                <a:lnTo>
                  <a:pt x="996659" y="113909"/>
                </a:lnTo>
                <a:lnTo>
                  <a:pt x="996424" y="114392"/>
                </a:lnTo>
                <a:lnTo>
                  <a:pt x="996171" y="114862"/>
                </a:lnTo>
                <a:lnTo>
                  <a:pt x="995900" y="115318"/>
                </a:lnTo>
                <a:lnTo>
                  <a:pt x="995611" y="115761"/>
                </a:lnTo>
                <a:lnTo>
                  <a:pt x="995303" y="116190"/>
                </a:lnTo>
                <a:lnTo>
                  <a:pt x="994978" y="116607"/>
                </a:lnTo>
                <a:lnTo>
                  <a:pt x="994634" y="117009"/>
                </a:lnTo>
                <a:lnTo>
                  <a:pt x="994272" y="117399"/>
                </a:lnTo>
                <a:lnTo>
                  <a:pt x="993892" y="117775"/>
                </a:lnTo>
                <a:lnTo>
                  <a:pt x="993494" y="118138"/>
                </a:lnTo>
                <a:lnTo>
                  <a:pt x="993078" y="118487"/>
                </a:lnTo>
                <a:lnTo>
                  <a:pt x="992644" y="118823"/>
                </a:lnTo>
                <a:lnTo>
                  <a:pt x="992194" y="119146"/>
                </a:lnTo>
                <a:lnTo>
                  <a:pt x="991733" y="119454"/>
                </a:lnTo>
                <a:lnTo>
                  <a:pt x="991259" y="119749"/>
                </a:lnTo>
                <a:lnTo>
                  <a:pt x="990774" y="120031"/>
                </a:lnTo>
                <a:lnTo>
                  <a:pt x="990276" y="120298"/>
                </a:lnTo>
                <a:lnTo>
                  <a:pt x="989766" y="120552"/>
                </a:lnTo>
                <a:lnTo>
                  <a:pt x="989244" y="120792"/>
                </a:lnTo>
                <a:lnTo>
                  <a:pt x="988710" y="121019"/>
                </a:lnTo>
                <a:lnTo>
                  <a:pt x="988164" y="121231"/>
                </a:lnTo>
                <a:lnTo>
                  <a:pt x="987606" y="121430"/>
                </a:lnTo>
                <a:lnTo>
                  <a:pt x="987036" y="121615"/>
                </a:lnTo>
                <a:lnTo>
                  <a:pt x="986454" y="121787"/>
                </a:lnTo>
                <a:lnTo>
                  <a:pt x="985859" y="121945"/>
                </a:lnTo>
                <a:lnTo>
                  <a:pt x="985253" y="122089"/>
                </a:lnTo>
                <a:lnTo>
                  <a:pt x="984635" y="122219"/>
                </a:lnTo>
                <a:lnTo>
                  <a:pt x="984004" y="122336"/>
                </a:lnTo>
                <a:lnTo>
                  <a:pt x="983361" y="122439"/>
                </a:lnTo>
                <a:lnTo>
                  <a:pt x="982707" y="122528"/>
                </a:lnTo>
                <a:lnTo>
                  <a:pt x="982040" y="122603"/>
                </a:lnTo>
                <a:lnTo>
                  <a:pt x="981361" y="122665"/>
                </a:lnTo>
                <a:lnTo>
                  <a:pt x="980670" y="122713"/>
                </a:lnTo>
                <a:lnTo>
                  <a:pt x="979967" y="122748"/>
                </a:lnTo>
                <a:lnTo>
                  <a:pt x="979252" y="122768"/>
                </a:lnTo>
                <a:lnTo>
                  <a:pt x="978525" y="122775"/>
                </a:lnTo>
                <a:lnTo>
                  <a:pt x="977823" y="122768"/>
                </a:lnTo>
                <a:lnTo>
                  <a:pt x="977132" y="122748"/>
                </a:lnTo>
                <a:lnTo>
                  <a:pt x="976453" y="122715"/>
                </a:lnTo>
                <a:lnTo>
                  <a:pt x="975785" y="122669"/>
                </a:lnTo>
                <a:lnTo>
                  <a:pt x="975128" y="122609"/>
                </a:lnTo>
                <a:lnTo>
                  <a:pt x="974483" y="122536"/>
                </a:lnTo>
                <a:lnTo>
                  <a:pt x="973849" y="122450"/>
                </a:lnTo>
                <a:lnTo>
                  <a:pt x="973227" y="122351"/>
                </a:lnTo>
                <a:lnTo>
                  <a:pt x="972616" y="122238"/>
                </a:lnTo>
                <a:lnTo>
                  <a:pt x="972016" y="122112"/>
                </a:lnTo>
                <a:lnTo>
                  <a:pt x="971428" y="121973"/>
                </a:lnTo>
                <a:lnTo>
                  <a:pt x="970851" y="121821"/>
                </a:lnTo>
                <a:lnTo>
                  <a:pt x="970286" y="121655"/>
                </a:lnTo>
                <a:lnTo>
                  <a:pt x="969731" y="121476"/>
                </a:lnTo>
                <a:lnTo>
                  <a:pt x="969189" y="121284"/>
                </a:lnTo>
                <a:lnTo>
                  <a:pt x="968657" y="121078"/>
                </a:lnTo>
                <a:lnTo>
                  <a:pt x="968137" y="120860"/>
                </a:lnTo>
                <a:lnTo>
                  <a:pt x="967628" y="120628"/>
                </a:lnTo>
                <a:lnTo>
                  <a:pt x="967131" y="120382"/>
                </a:lnTo>
                <a:lnTo>
                  <a:pt x="966645" y="120124"/>
                </a:lnTo>
                <a:lnTo>
                  <a:pt x="966170" y="119852"/>
                </a:lnTo>
                <a:lnTo>
                  <a:pt x="965707" y="119567"/>
                </a:lnTo>
                <a:lnTo>
                  <a:pt x="965255" y="119269"/>
                </a:lnTo>
                <a:lnTo>
                  <a:pt x="964815" y="118957"/>
                </a:lnTo>
                <a:lnTo>
                  <a:pt x="964385" y="118635"/>
                </a:lnTo>
                <a:lnTo>
                  <a:pt x="963965" y="118304"/>
                </a:lnTo>
                <a:lnTo>
                  <a:pt x="963554" y="117964"/>
                </a:lnTo>
                <a:lnTo>
                  <a:pt x="963154" y="117616"/>
                </a:lnTo>
                <a:lnTo>
                  <a:pt x="962763" y="117259"/>
                </a:lnTo>
                <a:lnTo>
                  <a:pt x="962382" y="116893"/>
                </a:lnTo>
                <a:lnTo>
                  <a:pt x="962010" y="116520"/>
                </a:lnTo>
                <a:lnTo>
                  <a:pt x="961649" y="116137"/>
                </a:lnTo>
                <a:lnTo>
                  <a:pt x="961297" y="115746"/>
                </a:lnTo>
                <a:lnTo>
                  <a:pt x="960955" y="115347"/>
                </a:lnTo>
                <a:lnTo>
                  <a:pt x="960623" y="114939"/>
                </a:lnTo>
                <a:lnTo>
                  <a:pt x="960300" y="114522"/>
                </a:lnTo>
                <a:lnTo>
                  <a:pt x="959987" y="114097"/>
                </a:lnTo>
                <a:lnTo>
                  <a:pt x="959685" y="113663"/>
                </a:lnTo>
                <a:lnTo>
                  <a:pt x="959391" y="113221"/>
                </a:lnTo>
                <a:lnTo>
                  <a:pt x="959108" y="112770"/>
                </a:lnTo>
                <a:lnTo>
                  <a:pt x="958834" y="112311"/>
                </a:lnTo>
                <a:lnTo>
                  <a:pt x="958570" y="111843"/>
                </a:lnTo>
                <a:lnTo>
                  <a:pt x="958316" y="111367"/>
                </a:lnTo>
                <a:lnTo>
                  <a:pt x="958072" y="110882"/>
                </a:lnTo>
                <a:lnTo>
                  <a:pt x="957837" y="110389"/>
                </a:lnTo>
                <a:lnTo>
                  <a:pt x="957613" y="109887"/>
                </a:lnTo>
                <a:lnTo>
                  <a:pt x="957398" y="109376"/>
                </a:lnTo>
                <a:lnTo>
                  <a:pt x="957192" y="108857"/>
                </a:lnTo>
                <a:lnTo>
                  <a:pt x="956996" y="108332"/>
                </a:lnTo>
                <a:lnTo>
                  <a:pt x="956807" y="107804"/>
                </a:lnTo>
                <a:lnTo>
                  <a:pt x="956626" y="107273"/>
                </a:lnTo>
                <a:lnTo>
                  <a:pt x="956452" y="106738"/>
                </a:lnTo>
                <a:lnTo>
                  <a:pt x="956286" y="106200"/>
                </a:lnTo>
                <a:lnTo>
                  <a:pt x="956128" y="105659"/>
                </a:lnTo>
                <a:lnTo>
                  <a:pt x="955977" y="105114"/>
                </a:lnTo>
                <a:lnTo>
                  <a:pt x="955834" y="104566"/>
                </a:lnTo>
                <a:lnTo>
                  <a:pt x="955699" y="104015"/>
                </a:lnTo>
                <a:lnTo>
                  <a:pt x="955571" y="103461"/>
                </a:lnTo>
                <a:lnTo>
                  <a:pt x="955451" y="102903"/>
                </a:lnTo>
                <a:lnTo>
                  <a:pt x="955338" y="102342"/>
                </a:lnTo>
                <a:lnTo>
                  <a:pt x="955233" y="101778"/>
                </a:lnTo>
                <a:lnTo>
                  <a:pt x="955136" y="101210"/>
                </a:lnTo>
                <a:lnTo>
                  <a:pt x="955046" y="100640"/>
                </a:lnTo>
                <a:lnTo>
                  <a:pt x="954964" y="100065"/>
                </a:lnTo>
                <a:lnTo>
                  <a:pt x="954890" y="99488"/>
                </a:lnTo>
                <a:lnTo>
                  <a:pt x="954823" y="98908"/>
                </a:lnTo>
                <a:lnTo>
                  <a:pt x="954764" y="98324"/>
                </a:lnTo>
                <a:lnTo>
                  <a:pt x="954713" y="97737"/>
                </a:lnTo>
                <a:lnTo>
                  <a:pt x="954669" y="97146"/>
                </a:lnTo>
                <a:lnTo>
                  <a:pt x="954633" y="96552"/>
                </a:lnTo>
                <a:lnTo>
                  <a:pt x="954604" y="95955"/>
                </a:lnTo>
                <a:lnTo>
                  <a:pt x="954583" y="95355"/>
                </a:lnTo>
                <a:lnTo>
                  <a:pt x="1024668" y="95355"/>
                </a:lnTo>
                <a:lnTo>
                  <a:pt x="1024684" y="95259"/>
                </a:lnTo>
                <a:lnTo>
                  <a:pt x="1024701" y="95159"/>
                </a:lnTo>
                <a:lnTo>
                  <a:pt x="1024717" y="95055"/>
                </a:lnTo>
                <a:lnTo>
                  <a:pt x="1024733" y="94949"/>
                </a:lnTo>
                <a:lnTo>
                  <a:pt x="1024748" y="94838"/>
                </a:lnTo>
                <a:lnTo>
                  <a:pt x="1024763" y="94725"/>
                </a:lnTo>
                <a:lnTo>
                  <a:pt x="1024778" y="94608"/>
                </a:lnTo>
                <a:lnTo>
                  <a:pt x="1024793" y="94487"/>
                </a:lnTo>
                <a:lnTo>
                  <a:pt x="1024807" y="94364"/>
                </a:lnTo>
                <a:lnTo>
                  <a:pt x="1024820" y="94236"/>
                </a:lnTo>
                <a:lnTo>
                  <a:pt x="1024834" y="94106"/>
                </a:lnTo>
                <a:lnTo>
                  <a:pt x="1024847" y="93972"/>
                </a:lnTo>
                <a:lnTo>
                  <a:pt x="1024859" y="93834"/>
                </a:lnTo>
                <a:lnTo>
                  <a:pt x="1024871" y="93693"/>
                </a:lnTo>
                <a:lnTo>
                  <a:pt x="1024883" y="93549"/>
                </a:lnTo>
                <a:lnTo>
                  <a:pt x="1024895" y="93401"/>
                </a:lnTo>
                <a:lnTo>
                  <a:pt x="1024906" y="93250"/>
                </a:lnTo>
                <a:lnTo>
                  <a:pt x="1024917" y="93096"/>
                </a:lnTo>
                <a:lnTo>
                  <a:pt x="1024927" y="92938"/>
                </a:lnTo>
                <a:lnTo>
                  <a:pt x="1024938" y="92777"/>
                </a:lnTo>
                <a:lnTo>
                  <a:pt x="1024947" y="92612"/>
                </a:lnTo>
                <a:lnTo>
                  <a:pt x="1024957" y="92444"/>
                </a:lnTo>
                <a:lnTo>
                  <a:pt x="1024966" y="92272"/>
                </a:lnTo>
                <a:lnTo>
                  <a:pt x="1024974" y="92097"/>
                </a:lnTo>
                <a:lnTo>
                  <a:pt x="1024983" y="91922"/>
                </a:lnTo>
                <a:lnTo>
                  <a:pt x="1024991" y="91750"/>
                </a:lnTo>
                <a:lnTo>
                  <a:pt x="1024998" y="91581"/>
                </a:lnTo>
                <a:lnTo>
                  <a:pt x="1025006" y="91415"/>
                </a:lnTo>
                <a:lnTo>
                  <a:pt x="1025013" y="91252"/>
                </a:lnTo>
                <a:lnTo>
                  <a:pt x="1025019" y="91092"/>
                </a:lnTo>
                <a:lnTo>
                  <a:pt x="1025025" y="90935"/>
                </a:lnTo>
                <a:lnTo>
                  <a:pt x="1025031" y="90782"/>
                </a:lnTo>
                <a:lnTo>
                  <a:pt x="1025037" y="90631"/>
                </a:lnTo>
                <a:lnTo>
                  <a:pt x="1025042" y="90483"/>
                </a:lnTo>
                <a:lnTo>
                  <a:pt x="1025047" y="90339"/>
                </a:lnTo>
                <a:lnTo>
                  <a:pt x="1025051" y="90197"/>
                </a:lnTo>
                <a:lnTo>
                  <a:pt x="1025055" y="90059"/>
                </a:lnTo>
                <a:lnTo>
                  <a:pt x="1025059" y="89923"/>
                </a:lnTo>
                <a:lnTo>
                  <a:pt x="1025062" y="89791"/>
                </a:lnTo>
                <a:lnTo>
                  <a:pt x="1025065" y="89662"/>
                </a:lnTo>
                <a:lnTo>
                  <a:pt x="1025068" y="89535"/>
                </a:lnTo>
                <a:lnTo>
                  <a:pt x="1025070" y="89412"/>
                </a:lnTo>
                <a:lnTo>
                  <a:pt x="1025072" y="89292"/>
                </a:lnTo>
                <a:lnTo>
                  <a:pt x="1025074" y="89175"/>
                </a:lnTo>
                <a:lnTo>
                  <a:pt x="1025075" y="89061"/>
                </a:lnTo>
                <a:lnTo>
                  <a:pt x="1025076" y="88950"/>
                </a:lnTo>
                <a:lnTo>
                  <a:pt x="1025077" y="88842"/>
                </a:lnTo>
                <a:lnTo>
                  <a:pt x="1025077" y="88737"/>
                </a:lnTo>
                <a:lnTo>
                  <a:pt x="1025054" y="86722"/>
                </a:lnTo>
                <a:lnTo>
                  <a:pt x="1024987" y="84747"/>
                </a:lnTo>
                <a:lnTo>
                  <a:pt x="1024875" y="82810"/>
                </a:lnTo>
                <a:lnTo>
                  <a:pt x="1024717" y="80913"/>
                </a:lnTo>
                <a:lnTo>
                  <a:pt x="1024515" y="79054"/>
                </a:lnTo>
                <a:lnTo>
                  <a:pt x="1024268" y="77234"/>
                </a:lnTo>
                <a:lnTo>
                  <a:pt x="1023976" y="75454"/>
                </a:lnTo>
                <a:lnTo>
                  <a:pt x="1023639" y="73712"/>
                </a:lnTo>
                <a:lnTo>
                  <a:pt x="1023257" y="72009"/>
                </a:lnTo>
                <a:lnTo>
                  <a:pt x="1022830" y="70345"/>
                </a:lnTo>
                <a:lnTo>
                  <a:pt x="1022358" y="68720"/>
                </a:lnTo>
                <a:lnTo>
                  <a:pt x="1021841" y="67135"/>
                </a:lnTo>
                <a:lnTo>
                  <a:pt x="1021279" y="65588"/>
                </a:lnTo>
                <a:lnTo>
                  <a:pt x="1020673" y="64080"/>
                </a:lnTo>
                <a:lnTo>
                  <a:pt x="1020021" y="62611"/>
                </a:lnTo>
                <a:lnTo>
                  <a:pt x="1019325" y="61181"/>
                </a:lnTo>
                <a:lnTo>
                  <a:pt x="1018583" y="59790"/>
                </a:lnTo>
                <a:lnTo>
                  <a:pt x="1017797" y="58438"/>
                </a:lnTo>
                <a:lnTo>
                  <a:pt x="1016965" y="57124"/>
                </a:lnTo>
                <a:lnTo>
                  <a:pt x="1016089" y="55850"/>
                </a:lnTo>
                <a:lnTo>
                  <a:pt x="1015168" y="54615"/>
                </a:lnTo>
                <a:lnTo>
                  <a:pt x="1014201" y="53419"/>
                </a:lnTo>
                <a:lnTo>
                  <a:pt x="1013190" y="52262"/>
                </a:lnTo>
                <a:lnTo>
                  <a:pt x="1012134" y="51143"/>
                </a:lnTo>
                <a:lnTo>
                  <a:pt x="1011039" y="50068"/>
                </a:lnTo>
                <a:lnTo>
                  <a:pt x="1009912" y="49037"/>
                </a:lnTo>
                <a:lnTo>
                  <a:pt x="1008752" y="48053"/>
                </a:lnTo>
                <a:lnTo>
                  <a:pt x="1007560" y="47115"/>
                </a:lnTo>
                <a:lnTo>
                  <a:pt x="1006335" y="46222"/>
                </a:lnTo>
                <a:lnTo>
                  <a:pt x="1005078" y="45375"/>
                </a:lnTo>
                <a:lnTo>
                  <a:pt x="1003788" y="44574"/>
                </a:lnTo>
                <a:lnTo>
                  <a:pt x="1002466" y="43818"/>
                </a:lnTo>
                <a:lnTo>
                  <a:pt x="1001111" y="43109"/>
                </a:lnTo>
                <a:lnTo>
                  <a:pt x="999724" y="42445"/>
                </a:lnTo>
                <a:lnTo>
                  <a:pt x="998304" y="41827"/>
                </a:lnTo>
                <a:lnTo>
                  <a:pt x="996851" y="41254"/>
                </a:lnTo>
                <a:lnTo>
                  <a:pt x="995366" y="40728"/>
                </a:lnTo>
                <a:lnTo>
                  <a:pt x="993849" y="40247"/>
                </a:lnTo>
                <a:lnTo>
                  <a:pt x="992299" y="39812"/>
                </a:lnTo>
                <a:lnTo>
                  <a:pt x="990717" y="39423"/>
                </a:lnTo>
                <a:lnTo>
                  <a:pt x="989102" y="39080"/>
                </a:lnTo>
                <a:lnTo>
                  <a:pt x="987455" y="38782"/>
                </a:lnTo>
                <a:lnTo>
                  <a:pt x="985775" y="38530"/>
                </a:lnTo>
                <a:lnTo>
                  <a:pt x="984062" y="38324"/>
                </a:lnTo>
                <a:lnTo>
                  <a:pt x="982317" y="38164"/>
                </a:lnTo>
                <a:lnTo>
                  <a:pt x="980540" y="38049"/>
                </a:lnTo>
                <a:lnTo>
                  <a:pt x="978730" y="37981"/>
                </a:lnTo>
                <a:lnTo>
                  <a:pt x="976888" y="37958"/>
                </a:lnTo>
                <a:lnTo>
                  <a:pt x="975558" y="37969"/>
                </a:lnTo>
                <a:lnTo>
                  <a:pt x="974246" y="38001"/>
                </a:lnTo>
                <a:lnTo>
                  <a:pt x="972951" y="38056"/>
                </a:lnTo>
                <a:lnTo>
                  <a:pt x="971674" y="38132"/>
                </a:lnTo>
                <a:lnTo>
                  <a:pt x="970414" y="38230"/>
                </a:lnTo>
                <a:lnTo>
                  <a:pt x="969173" y="38349"/>
                </a:lnTo>
                <a:lnTo>
                  <a:pt x="967948" y="38491"/>
                </a:lnTo>
                <a:lnTo>
                  <a:pt x="966742" y="38654"/>
                </a:lnTo>
                <a:lnTo>
                  <a:pt x="965552" y="38839"/>
                </a:lnTo>
                <a:lnTo>
                  <a:pt x="964381" y="39045"/>
                </a:lnTo>
                <a:lnTo>
                  <a:pt x="963227" y="39274"/>
                </a:lnTo>
                <a:lnTo>
                  <a:pt x="962091" y="39524"/>
                </a:lnTo>
                <a:lnTo>
                  <a:pt x="960972" y="39796"/>
                </a:lnTo>
                <a:lnTo>
                  <a:pt x="959871" y="40089"/>
                </a:lnTo>
                <a:lnTo>
                  <a:pt x="958787" y="40405"/>
                </a:lnTo>
                <a:lnTo>
                  <a:pt x="957721" y="40742"/>
                </a:lnTo>
                <a:lnTo>
                  <a:pt x="956673" y="41101"/>
                </a:lnTo>
                <a:lnTo>
                  <a:pt x="955642" y="41481"/>
                </a:lnTo>
                <a:lnTo>
                  <a:pt x="954629" y="41883"/>
                </a:lnTo>
                <a:lnTo>
                  <a:pt x="953633" y="42308"/>
                </a:lnTo>
                <a:lnTo>
                  <a:pt x="952655" y="42753"/>
                </a:lnTo>
                <a:lnTo>
                  <a:pt x="951694" y="43221"/>
                </a:lnTo>
                <a:lnTo>
                  <a:pt x="950751" y="43710"/>
                </a:lnTo>
                <a:lnTo>
                  <a:pt x="949826" y="44221"/>
                </a:lnTo>
                <a:lnTo>
                  <a:pt x="948919" y="44753"/>
                </a:lnTo>
                <a:lnTo>
                  <a:pt x="948030" y="45302"/>
                </a:lnTo>
                <a:lnTo>
                  <a:pt x="947159" y="45871"/>
                </a:lnTo>
                <a:lnTo>
                  <a:pt x="946308" y="46457"/>
                </a:lnTo>
                <a:lnTo>
                  <a:pt x="945474" y="47063"/>
                </a:lnTo>
                <a:lnTo>
                  <a:pt x="944659" y="47686"/>
                </a:lnTo>
                <a:lnTo>
                  <a:pt x="943863" y="48329"/>
                </a:lnTo>
                <a:lnTo>
                  <a:pt x="943085" y="48990"/>
                </a:lnTo>
                <a:lnTo>
                  <a:pt x="942325" y="49669"/>
                </a:lnTo>
                <a:lnTo>
                  <a:pt x="941584" y="50367"/>
                </a:lnTo>
                <a:lnTo>
                  <a:pt x="940862" y="51083"/>
                </a:lnTo>
                <a:lnTo>
                  <a:pt x="940157" y="51818"/>
                </a:lnTo>
                <a:lnTo>
                  <a:pt x="939472" y="52571"/>
                </a:lnTo>
                <a:lnTo>
                  <a:pt x="938805" y="53343"/>
                </a:lnTo>
                <a:lnTo>
                  <a:pt x="938156" y="54134"/>
                </a:lnTo>
                <a:lnTo>
                  <a:pt x="937526" y="54943"/>
                </a:lnTo>
                <a:lnTo>
                  <a:pt x="936914" y="55770"/>
                </a:lnTo>
                <a:lnTo>
                  <a:pt x="936321" y="56616"/>
                </a:lnTo>
                <a:lnTo>
                  <a:pt x="935746" y="57481"/>
                </a:lnTo>
                <a:lnTo>
                  <a:pt x="935190" y="58364"/>
                </a:lnTo>
                <a:lnTo>
                  <a:pt x="934652" y="59265"/>
                </a:lnTo>
                <a:lnTo>
                  <a:pt x="934132" y="60186"/>
                </a:lnTo>
                <a:lnTo>
                  <a:pt x="933631" y="61124"/>
                </a:lnTo>
                <a:lnTo>
                  <a:pt x="933149" y="62081"/>
                </a:lnTo>
                <a:lnTo>
                  <a:pt x="932686" y="63055"/>
                </a:lnTo>
                <a:lnTo>
                  <a:pt x="932242" y="64044"/>
                </a:lnTo>
                <a:lnTo>
                  <a:pt x="931818" y="65049"/>
                </a:lnTo>
                <a:lnTo>
                  <a:pt x="931414" y="66069"/>
                </a:lnTo>
                <a:lnTo>
                  <a:pt x="931029" y="67105"/>
                </a:lnTo>
                <a:lnTo>
                  <a:pt x="930665" y="68156"/>
                </a:lnTo>
                <a:lnTo>
                  <a:pt x="930320" y="69223"/>
                </a:lnTo>
                <a:lnTo>
                  <a:pt x="929994" y="70305"/>
                </a:lnTo>
                <a:lnTo>
                  <a:pt x="929689" y="71403"/>
                </a:lnTo>
                <a:lnTo>
                  <a:pt x="929403" y="72516"/>
                </a:lnTo>
                <a:lnTo>
                  <a:pt x="929137" y="73644"/>
                </a:lnTo>
                <a:lnTo>
                  <a:pt x="928890" y="74788"/>
                </a:lnTo>
                <a:lnTo>
                  <a:pt x="928664" y="75947"/>
                </a:lnTo>
                <a:lnTo>
                  <a:pt x="928456" y="77122"/>
                </a:lnTo>
                <a:lnTo>
                  <a:pt x="928269" y="78313"/>
                </a:lnTo>
                <a:lnTo>
                  <a:pt x="928102" y="79518"/>
                </a:lnTo>
                <a:lnTo>
                  <a:pt x="927954" y="80740"/>
                </a:lnTo>
                <a:lnTo>
                  <a:pt x="927826" y="81976"/>
                </a:lnTo>
                <a:lnTo>
                  <a:pt x="927717" y="83229"/>
                </a:lnTo>
                <a:lnTo>
                  <a:pt x="927628" y="84496"/>
                </a:lnTo>
                <a:lnTo>
                  <a:pt x="927559" y="85779"/>
                </a:lnTo>
                <a:lnTo>
                  <a:pt x="927510" y="87078"/>
                </a:lnTo>
                <a:lnTo>
                  <a:pt x="927481" y="88392"/>
                </a:lnTo>
                <a:lnTo>
                  <a:pt x="927471" y="89722"/>
                </a:lnTo>
                <a:lnTo>
                  <a:pt x="927481" y="91094"/>
                </a:lnTo>
                <a:lnTo>
                  <a:pt x="927511" y="92449"/>
                </a:lnTo>
                <a:lnTo>
                  <a:pt x="927562" y="93789"/>
                </a:lnTo>
                <a:lnTo>
                  <a:pt x="927633" y="95111"/>
                </a:lnTo>
                <a:lnTo>
                  <a:pt x="927724" y="96417"/>
                </a:lnTo>
                <a:lnTo>
                  <a:pt x="927835" y="97707"/>
                </a:lnTo>
                <a:lnTo>
                  <a:pt x="927967" y="98980"/>
                </a:lnTo>
                <a:lnTo>
                  <a:pt x="928119" y="100236"/>
                </a:lnTo>
                <a:lnTo>
                  <a:pt x="928291" y="101476"/>
                </a:lnTo>
                <a:lnTo>
                  <a:pt x="928483" y="102699"/>
                </a:lnTo>
                <a:lnTo>
                  <a:pt x="928696" y="103906"/>
                </a:lnTo>
                <a:lnTo>
                  <a:pt x="928929" y="105096"/>
                </a:lnTo>
                <a:lnTo>
                  <a:pt x="929182" y="106270"/>
                </a:lnTo>
                <a:lnTo>
                  <a:pt x="929455" y="107428"/>
                </a:lnTo>
                <a:lnTo>
                  <a:pt x="929749" y="108568"/>
                </a:lnTo>
                <a:lnTo>
                  <a:pt x="930063" y="109692"/>
                </a:lnTo>
                <a:lnTo>
                  <a:pt x="930397" y="110800"/>
                </a:lnTo>
                <a:lnTo>
                  <a:pt x="930751" y="111891"/>
                </a:lnTo>
                <a:lnTo>
                  <a:pt x="931126" y="112966"/>
                </a:lnTo>
                <a:lnTo>
                  <a:pt x="931521" y="114024"/>
                </a:lnTo>
                <a:lnTo>
                  <a:pt x="931936" y="115066"/>
                </a:lnTo>
                <a:lnTo>
                  <a:pt x="932371" y="116091"/>
                </a:lnTo>
                <a:lnTo>
                  <a:pt x="932827" y="117099"/>
                </a:lnTo>
                <a:lnTo>
                  <a:pt x="933302" y="118091"/>
                </a:lnTo>
                <a:lnTo>
                  <a:pt x="933798" y="119065"/>
                </a:lnTo>
                <a:lnTo>
                  <a:pt x="934313" y="120019"/>
                </a:lnTo>
                <a:lnTo>
                  <a:pt x="934847" y="120955"/>
                </a:lnTo>
                <a:lnTo>
                  <a:pt x="935400" y="121871"/>
                </a:lnTo>
                <a:lnTo>
                  <a:pt x="935972" y="122768"/>
                </a:lnTo>
                <a:lnTo>
                  <a:pt x="936564" y="123645"/>
                </a:lnTo>
                <a:lnTo>
                  <a:pt x="937174" y="124504"/>
                </a:lnTo>
                <a:lnTo>
                  <a:pt x="937804" y="125343"/>
                </a:lnTo>
                <a:lnTo>
                  <a:pt x="938453" y="126163"/>
                </a:lnTo>
                <a:lnTo>
                  <a:pt x="939122" y="126964"/>
                </a:lnTo>
                <a:lnTo>
                  <a:pt x="939809" y="127745"/>
                </a:lnTo>
                <a:lnTo>
                  <a:pt x="940516" y="128508"/>
                </a:lnTo>
                <a:lnTo>
                  <a:pt x="941241" y="129251"/>
                </a:lnTo>
                <a:lnTo>
                  <a:pt x="941986" y="129975"/>
                </a:lnTo>
                <a:lnTo>
                  <a:pt x="942750" y="130679"/>
                </a:lnTo>
                <a:lnTo>
                  <a:pt x="943534" y="131365"/>
                </a:lnTo>
                <a:lnTo>
                  <a:pt x="944336" y="132031"/>
                </a:lnTo>
                <a:lnTo>
                  <a:pt x="945158" y="132678"/>
                </a:lnTo>
                <a:lnTo>
                  <a:pt x="945999" y="133305"/>
                </a:lnTo>
                <a:lnTo>
                  <a:pt x="946859" y="133914"/>
                </a:lnTo>
                <a:lnTo>
                  <a:pt x="947738" y="134503"/>
                </a:lnTo>
                <a:lnTo>
                  <a:pt x="948637" y="135073"/>
                </a:lnTo>
                <a:lnTo>
                  <a:pt x="949554" y="135624"/>
                </a:lnTo>
                <a:lnTo>
                  <a:pt x="950491" y="136156"/>
                </a:lnTo>
                <a:lnTo>
                  <a:pt x="951447" y="136667"/>
                </a:lnTo>
                <a:lnTo>
                  <a:pt x="952421" y="137156"/>
                </a:lnTo>
                <a:lnTo>
                  <a:pt x="953413" y="137624"/>
                </a:lnTo>
                <a:lnTo>
                  <a:pt x="954424" y="138069"/>
                </a:lnTo>
                <a:lnTo>
                  <a:pt x="955454" y="138493"/>
                </a:lnTo>
                <a:lnTo>
                  <a:pt x="956502" y="138896"/>
                </a:lnTo>
                <a:lnTo>
                  <a:pt x="957568" y="139276"/>
                </a:lnTo>
                <a:lnTo>
                  <a:pt x="958653" y="139635"/>
                </a:lnTo>
                <a:lnTo>
                  <a:pt x="959757" y="139972"/>
                </a:lnTo>
                <a:lnTo>
                  <a:pt x="960879" y="140288"/>
                </a:lnTo>
                <a:lnTo>
                  <a:pt x="962019" y="140581"/>
                </a:lnTo>
                <a:lnTo>
                  <a:pt x="963178" y="140853"/>
                </a:lnTo>
                <a:lnTo>
                  <a:pt x="964355" y="141103"/>
                </a:lnTo>
                <a:lnTo>
                  <a:pt x="965551" y="141332"/>
                </a:lnTo>
                <a:lnTo>
                  <a:pt x="966765" y="141538"/>
                </a:lnTo>
                <a:lnTo>
                  <a:pt x="967998" y="141723"/>
                </a:lnTo>
                <a:lnTo>
                  <a:pt x="969249" y="141886"/>
                </a:lnTo>
                <a:lnTo>
                  <a:pt x="970519" y="142027"/>
                </a:lnTo>
                <a:lnTo>
                  <a:pt x="971807" y="142147"/>
                </a:lnTo>
                <a:lnTo>
                  <a:pt x="973113" y="142245"/>
                </a:lnTo>
                <a:lnTo>
                  <a:pt x="974438" y="142321"/>
                </a:lnTo>
                <a:lnTo>
                  <a:pt x="975782" y="142375"/>
                </a:lnTo>
                <a:lnTo>
                  <a:pt x="977144" y="142408"/>
                </a:lnTo>
                <a:lnTo>
                  <a:pt x="978525" y="142419"/>
                </a:lnTo>
                <a:lnTo>
                  <a:pt x="979653" y="142412"/>
                </a:lnTo>
                <a:lnTo>
                  <a:pt x="980769" y="142392"/>
                </a:lnTo>
                <a:lnTo>
                  <a:pt x="981873" y="142358"/>
                </a:lnTo>
                <a:lnTo>
                  <a:pt x="982965" y="142311"/>
                </a:lnTo>
                <a:close/>
                <a:moveTo>
                  <a:pt x="955244" y="74828"/>
                </a:moveTo>
                <a:lnTo>
                  <a:pt x="955379" y="74036"/>
                </a:lnTo>
                <a:lnTo>
                  <a:pt x="955533" y="73262"/>
                </a:lnTo>
                <a:lnTo>
                  <a:pt x="955705" y="72504"/>
                </a:lnTo>
                <a:lnTo>
                  <a:pt x="955896" y="71764"/>
                </a:lnTo>
                <a:lnTo>
                  <a:pt x="956106" y="71041"/>
                </a:lnTo>
                <a:lnTo>
                  <a:pt x="956335" y="70335"/>
                </a:lnTo>
                <a:lnTo>
                  <a:pt x="956581" y="69647"/>
                </a:lnTo>
                <a:lnTo>
                  <a:pt x="956847" y="68975"/>
                </a:lnTo>
                <a:lnTo>
                  <a:pt x="957131" y="68321"/>
                </a:lnTo>
                <a:lnTo>
                  <a:pt x="957434" y="67684"/>
                </a:lnTo>
                <a:lnTo>
                  <a:pt x="957756" y="67064"/>
                </a:lnTo>
                <a:lnTo>
                  <a:pt x="958096" y="66462"/>
                </a:lnTo>
                <a:lnTo>
                  <a:pt x="958455" y="65877"/>
                </a:lnTo>
                <a:lnTo>
                  <a:pt x="958833" y="65308"/>
                </a:lnTo>
                <a:lnTo>
                  <a:pt x="959229" y="64757"/>
                </a:lnTo>
                <a:lnTo>
                  <a:pt x="959644" y="64224"/>
                </a:lnTo>
                <a:lnTo>
                  <a:pt x="960077" y="63707"/>
                </a:lnTo>
                <a:lnTo>
                  <a:pt x="960529" y="63208"/>
                </a:lnTo>
                <a:lnTo>
                  <a:pt x="961000" y="62725"/>
                </a:lnTo>
                <a:lnTo>
                  <a:pt x="961490" y="62260"/>
                </a:lnTo>
                <a:lnTo>
                  <a:pt x="961994" y="61813"/>
                </a:lnTo>
                <a:lnTo>
                  <a:pt x="962511" y="61386"/>
                </a:lnTo>
                <a:lnTo>
                  <a:pt x="963039" y="60977"/>
                </a:lnTo>
                <a:lnTo>
                  <a:pt x="963580" y="60587"/>
                </a:lnTo>
                <a:lnTo>
                  <a:pt x="964132" y="60216"/>
                </a:lnTo>
                <a:lnTo>
                  <a:pt x="964696" y="59864"/>
                </a:lnTo>
                <a:lnTo>
                  <a:pt x="965273" y="59531"/>
                </a:lnTo>
                <a:lnTo>
                  <a:pt x="965861" y="59218"/>
                </a:lnTo>
                <a:lnTo>
                  <a:pt x="966461" y="58923"/>
                </a:lnTo>
                <a:lnTo>
                  <a:pt x="967072" y="58647"/>
                </a:lnTo>
                <a:lnTo>
                  <a:pt x="967696" y="58390"/>
                </a:lnTo>
                <a:lnTo>
                  <a:pt x="968332" y="58153"/>
                </a:lnTo>
                <a:lnTo>
                  <a:pt x="968979" y="57934"/>
                </a:lnTo>
                <a:lnTo>
                  <a:pt x="969639" y="57734"/>
                </a:lnTo>
                <a:lnTo>
                  <a:pt x="970310" y="57554"/>
                </a:lnTo>
                <a:lnTo>
                  <a:pt x="970993" y="57392"/>
                </a:lnTo>
                <a:lnTo>
                  <a:pt x="971688" y="57249"/>
                </a:lnTo>
                <a:lnTo>
                  <a:pt x="972395" y="57126"/>
                </a:lnTo>
                <a:lnTo>
                  <a:pt x="973114" y="57021"/>
                </a:lnTo>
                <a:lnTo>
                  <a:pt x="973845" y="56936"/>
                </a:lnTo>
                <a:lnTo>
                  <a:pt x="974588" y="56869"/>
                </a:lnTo>
                <a:lnTo>
                  <a:pt x="975343" y="56821"/>
                </a:lnTo>
                <a:lnTo>
                  <a:pt x="976109" y="56793"/>
                </a:lnTo>
                <a:lnTo>
                  <a:pt x="976888" y="56783"/>
                </a:lnTo>
                <a:lnTo>
                  <a:pt x="977649" y="56793"/>
                </a:lnTo>
                <a:lnTo>
                  <a:pt x="978399" y="56820"/>
                </a:lnTo>
                <a:lnTo>
                  <a:pt x="979138" y="56867"/>
                </a:lnTo>
                <a:lnTo>
                  <a:pt x="979865" y="56931"/>
                </a:lnTo>
                <a:lnTo>
                  <a:pt x="980580" y="57014"/>
                </a:lnTo>
                <a:lnTo>
                  <a:pt x="981284" y="57116"/>
                </a:lnTo>
                <a:lnTo>
                  <a:pt x="981976" y="57236"/>
                </a:lnTo>
                <a:lnTo>
                  <a:pt x="982657" y="57375"/>
                </a:lnTo>
                <a:lnTo>
                  <a:pt x="983326" y="57532"/>
                </a:lnTo>
                <a:lnTo>
                  <a:pt x="983984" y="57707"/>
                </a:lnTo>
                <a:lnTo>
                  <a:pt x="984630" y="57901"/>
                </a:lnTo>
                <a:lnTo>
                  <a:pt x="985264" y="58113"/>
                </a:lnTo>
                <a:lnTo>
                  <a:pt x="985887" y="58344"/>
                </a:lnTo>
                <a:lnTo>
                  <a:pt x="986499" y="58594"/>
                </a:lnTo>
                <a:lnTo>
                  <a:pt x="987099" y="58862"/>
                </a:lnTo>
                <a:lnTo>
                  <a:pt x="987687" y="59148"/>
                </a:lnTo>
                <a:lnTo>
                  <a:pt x="988264" y="59453"/>
                </a:lnTo>
                <a:lnTo>
                  <a:pt x="988829" y="59776"/>
                </a:lnTo>
                <a:lnTo>
                  <a:pt x="989383" y="60118"/>
                </a:lnTo>
                <a:lnTo>
                  <a:pt x="989925" y="60478"/>
                </a:lnTo>
                <a:lnTo>
                  <a:pt x="990456" y="60857"/>
                </a:lnTo>
                <a:lnTo>
                  <a:pt x="990975" y="61254"/>
                </a:lnTo>
                <a:lnTo>
                  <a:pt x="991483" y="61670"/>
                </a:lnTo>
                <a:lnTo>
                  <a:pt x="991979" y="62104"/>
                </a:lnTo>
                <a:lnTo>
                  <a:pt x="992459" y="62556"/>
                </a:lnTo>
                <a:lnTo>
                  <a:pt x="992920" y="63028"/>
                </a:lnTo>
                <a:lnTo>
                  <a:pt x="993362" y="63518"/>
                </a:lnTo>
                <a:lnTo>
                  <a:pt x="993785" y="64028"/>
                </a:lnTo>
                <a:lnTo>
                  <a:pt x="994188" y="64556"/>
                </a:lnTo>
                <a:lnTo>
                  <a:pt x="994572" y="65103"/>
                </a:lnTo>
                <a:lnTo>
                  <a:pt x="994936" y="65668"/>
                </a:lnTo>
                <a:lnTo>
                  <a:pt x="995281" y="66253"/>
                </a:lnTo>
                <a:lnTo>
                  <a:pt x="995607" y="66856"/>
                </a:lnTo>
                <a:lnTo>
                  <a:pt x="995913" y="67479"/>
                </a:lnTo>
                <a:lnTo>
                  <a:pt x="996200" y="68120"/>
                </a:lnTo>
                <a:lnTo>
                  <a:pt x="996468" y="68780"/>
                </a:lnTo>
                <a:lnTo>
                  <a:pt x="996716" y="69458"/>
                </a:lnTo>
                <a:lnTo>
                  <a:pt x="996945" y="70156"/>
                </a:lnTo>
                <a:lnTo>
                  <a:pt x="997154" y="70872"/>
                </a:lnTo>
                <a:lnTo>
                  <a:pt x="997344" y="71607"/>
                </a:lnTo>
                <a:lnTo>
                  <a:pt x="997515" y="72361"/>
                </a:lnTo>
                <a:lnTo>
                  <a:pt x="997667" y="73134"/>
                </a:lnTo>
                <a:lnTo>
                  <a:pt x="997799" y="73926"/>
                </a:lnTo>
                <a:lnTo>
                  <a:pt x="997911" y="74736"/>
                </a:lnTo>
                <a:lnTo>
                  <a:pt x="998005" y="75566"/>
                </a:lnTo>
                <a:lnTo>
                  <a:pt x="998079" y="76414"/>
                </a:lnTo>
                <a:lnTo>
                  <a:pt x="998133" y="77281"/>
                </a:lnTo>
                <a:lnTo>
                  <a:pt x="998169" y="78167"/>
                </a:lnTo>
                <a:lnTo>
                  <a:pt x="954890" y="78167"/>
                </a:lnTo>
                <a:lnTo>
                  <a:pt x="954951" y="77306"/>
                </a:lnTo>
                <a:lnTo>
                  <a:pt x="955030" y="76463"/>
                </a:lnTo>
                <a:lnTo>
                  <a:pt x="955128" y="75637"/>
                </a:lnTo>
                <a:lnTo>
                  <a:pt x="955244" y="74828"/>
                </a:lnTo>
                <a:close/>
                <a:moveTo>
                  <a:pt x="1287891" y="142370"/>
                </a:moveTo>
                <a:lnTo>
                  <a:pt x="1288582" y="142343"/>
                </a:lnTo>
                <a:lnTo>
                  <a:pt x="1289270" y="142309"/>
                </a:lnTo>
                <a:lnTo>
                  <a:pt x="1289956" y="142269"/>
                </a:lnTo>
                <a:lnTo>
                  <a:pt x="1290641" y="142224"/>
                </a:lnTo>
                <a:lnTo>
                  <a:pt x="1291323" y="142172"/>
                </a:lnTo>
                <a:lnTo>
                  <a:pt x="1292004" y="142114"/>
                </a:lnTo>
                <a:lnTo>
                  <a:pt x="1292683" y="142050"/>
                </a:lnTo>
                <a:lnTo>
                  <a:pt x="1293359" y="141979"/>
                </a:lnTo>
                <a:lnTo>
                  <a:pt x="1294034" y="141903"/>
                </a:lnTo>
                <a:lnTo>
                  <a:pt x="1294707" y="141821"/>
                </a:lnTo>
                <a:lnTo>
                  <a:pt x="1295378" y="141732"/>
                </a:lnTo>
                <a:lnTo>
                  <a:pt x="1296046" y="141637"/>
                </a:lnTo>
                <a:lnTo>
                  <a:pt x="1296713" y="141537"/>
                </a:lnTo>
                <a:lnTo>
                  <a:pt x="1297378" y="141430"/>
                </a:lnTo>
                <a:lnTo>
                  <a:pt x="1298041" y="141317"/>
                </a:lnTo>
                <a:lnTo>
                  <a:pt x="1298702" y="141198"/>
                </a:lnTo>
                <a:lnTo>
                  <a:pt x="1299361" y="141073"/>
                </a:lnTo>
                <a:lnTo>
                  <a:pt x="1300019" y="140941"/>
                </a:lnTo>
                <a:lnTo>
                  <a:pt x="1300674" y="140804"/>
                </a:lnTo>
                <a:lnTo>
                  <a:pt x="1301327" y="140660"/>
                </a:lnTo>
                <a:lnTo>
                  <a:pt x="1301976" y="140510"/>
                </a:lnTo>
                <a:lnTo>
                  <a:pt x="1302619" y="140353"/>
                </a:lnTo>
                <a:lnTo>
                  <a:pt x="1303256" y="140188"/>
                </a:lnTo>
                <a:lnTo>
                  <a:pt x="1303888" y="140015"/>
                </a:lnTo>
                <a:lnTo>
                  <a:pt x="1304513" y="139836"/>
                </a:lnTo>
                <a:lnTo>
                  <a:pt x="1305132" y="139649"/>
                </a:lnTo>
                <a:lnTo>
                  <a:pt x="1305745" y="139454"/>
                </a:lnTo>
                <a:lnTo>
                  <a:pt x="1306352" y="139253"/>
                </a:lnTo>
                <a:lnTo>
                  <a:pt x="1306953" y="139043"/>
                </a:lnTo>
                <a:lnTo>
                  <a:pt x="1307547" y="138827"/>
                </a:lnTo>
                <a:lnTo>
                  <a:pt x="1308136" y="138603"/>
                </a:lnTo>
                <a:lnTo>
                  <a:pt x="1308719" y="138372"/>
                </a:lnTo>
                <a:lnTo>
                  <a:pt x="1309296" y="138133"/>
                </a:lnTo>
                <a:lnTo>
                  <a:pt x="1309866" y="137888"/>
                </a:lnTo>
                <a:lnTo>
                  <a:pt x="1310431" y="137634"/>
                </a:lnTo>
                <a:lnTo>
                  <a:pt x="1310990" y="137374"/>
                </a:lnTo>
                <a:lnTo>
                  <a:pt x="1311542" y="137106"/>
                </a:lnTo>
                <a:lnTo>
                  <a:pt x="1312089" y="136830"/>
                </a:lnTo>
                <a:lnTo>
                  <a:pt x="1312629" y="136548"/>
                </a:lnTo>
                <a:lnTo>
                  <a:pt x="1313164" y="136258"/>
                </a:lnTo>
                <a:lnTo>
                  <a:pt x="1313692" y="135960"/>
                </a:lnTo>
                <a:lnTo>
                  <a:pt x="1314215" y="135655"/>
                </a:lnTo>
                <a:lnTo>
                  <a:pt x="1314731" y="135343"/>
                </a:lnTo>
                <a:lnTo>
                  <a:pt x="1315241" y="135024"/>
                </a:lnTo>
                <a:lnTo>
                  <a:pt x="1315744" y="134696"/>
                </a:lnTo>
                <a:lnTo>
                  <a:pt x="1316239" y="134360"/>
                </a:lnTo>
                <a:lnTo>
                  <a:pt x="1316725" y="134016"/>
                </a:lnTo>
                <a:lnTo>
                  <a:pt x="1317202" y="133663"/>
                </a:lnTo>
                <a:lnTo>
                  <a:pt x="1317671" y="133302"/>
                </a:lnTo>
                <a:lnTo>
                  <a:pt x="1318132" y="132933"/>
                </a:lnTo>
                <a:lnTo>
                  <a:pt x="1318584" y="132555"/>
                </a:lnTo>
                <a:lnTo>
                  <a:pt x="1319027" y="132168"/>
                </a:lnTo>
                <a:lnTo>
                  <a:pt x="1319462" y="131773"/>
                </a:lnTo>
                <a:lnTo>
                  <a:pt x="1319888" y="131370"/>
                </a:lnTo>
                <a:lnTo>
                  <a:pt x="1320306" y="130958"/>
                </a:lnTo>
                <a:lnTo>
                  <a:pt x="1320715" y="130538"/>
                </a:lnTo>
                <a:lnTo>
                  <a:pt x="1321116" y="130109"/>
                </a:lnTo>
                <a:lnTo>
                  <a:pt x="1321508" y="129672"/>
                </a:lnTo>
                <a:lnTo>
                  <a:pt x="1321892" y="129227"/>
                </a:lnTo>
                <a:lnTo>
                  <a:pt x="1322267" y="128773"/>
                </a:lnTo>
                <a:lnTo>
                  <a:pt x="1322633" y="128310"/>
                </a:lnTo>
                <a:lnTo>
                  <a:pt x="1322992" y="127839"/>
                </a:lnTo>
                <a:lnTo>
                  <a:pt x="1323341" y="127360"/>
                </a:lnTo>
                <a:lnTo>
                  <a:pt x="1323682" y="126872"/>
                </a:lnTo>
                <a:lnTo>
                  <a:pt x="1324015" y="126376"/>
                </a:lnTo>
                <a:lnTo>
                  <a:pt x="1324339" y="125872"/>
                </a:lnTo>
                <a:lnTo>
                  <a:pt x="1324654" y="125359"/>
                </a:lnTo>
                <a:lnTo>
                  <a:pt x="1324961" y="124837"/>
                </a:lnTo>
                <a:lnTo>
                  <a:pt x="1325257" y="124307"/>
                </a:lnTo>
                <a:lnTo>
                  <a:pt x="1325541" y="123766"/>
                </a:lnTo>
                <a:lnTo>
                  <a:pt x="1325812" y="123216"/>
                </a:lnTo>
                <a:lnTo>
                  <a:pt x="1326071" y="122657"/>
                </a:lnTo>
                <a:lnTo>
                  <a:pt x="1326317" y="122087"/>
                </a:lnTo>
                <a:lnTo>
                  <a:pt x="1326550" y="121508"/>
                </a:lnTo>
                <a:lnTo>
                  <a:pt x="1326771" y="120920"/>
                </a:lnTo>
                <a:lnTo>
                  <a:pt x="1326979" y="120321"/>
                </a:lnTo>
                <a:lnTo>
                  <a:pt x="1327174" y="119713"/>
                </a:lnTo>
                <a:lnTo>
                  <a:pt x="1327357" y="119095"/>
                </a:lnTo>
                <a:lnTo>
                  <a:pt x="1327528" y="118468"/>
                </a:lnTo>
                <a:lnTo>
                  <a:pt x="1327685" y="117830"/>
                </a:lnTo>
                <a:lnTo>
                  <a:pt x="1327830" y="117183"/>
                </a:lnTo>
                <a:lnTo>
                  <a:pt x="1327963" y="116527"/>
                </a:lnTo>
                <a:lnTo>
                  <a:pt x="1328082" y="115860"/>
                </a:lnTo>
                <a:lnTo>
                  <a:pt x="1328190" y="115184"/>
                </a:lnTo>
                <a:lnTo>
                  <a:pt x="1328284" y="114499"/>
                </a:lnTo>
                <a:lnTo>
                  <a:pt x="1328366" y="113803"/>
                </a:lnTo>
                <a:lnTo>
                  <a:pt x="1328436" y="113098"/>
                </a:lnTo>
                <a:lnTo>
                  <a:pt x="1328492" y="112383"/>
                </a:lnTo>
                <a:lnTo>
                  <a:pt x="1328536" y="111658"/>
                </a:lnTo>
                <a:lnTo>
                  <a:pt x="1328568" y="110924"/>
                </a:lnTo>
                <a:lnTo>
                  <a:pt x="1328587" y="110180"/>
                </a:lnTo>
                <a:lnTo>
                  <a:pt x="1328593" y="109426"/>
                </a:lnTo>
                <a:lnTo>
                  <a:pt x="1328585" y="108622"/>
                </a:lnTo>
                <a:lnTo>
                  <a:pt x="1328562" y="107831"/>
                </a:lnTo>
                <a:lnTo>
                  <a:pt x="1328523" y="107052"/>
                </a:lnTo>
                <a:lnTo>
                  <a:pt x="1328468" y="106286"/>
                </a:lnTo>
                <a:lnTo>
                  <a:pt x="1328398" y="105532"/>
                </a:lnTo>
                <a:lnTo>
                  <a:pt x="1328312" y="104791"/>
                </a:lnTo>
                <a:lnTo>
                  <a:pt x="1328210" y="104063"/>
                </a:lnTo>
                <a:lnTo>
                  <a:pt x="1328093" y="103347"/>
                </a:lnTo>
                <a:lnTo>
                  <a:pt x="1327960" y="102644"/>
                </a:lnTo>
                <a:lnTo>
                  <a:pt x="1327812" y="101953"/>
                </a:lnTo>
                <a:lnTo>
                  <a:pt x="1327648" y="101275"/>
                </a:lnTo>
                <a:lnTo>
                  <a:pt x="1327468" y="100609"/>
                </a:lnTo>
                <a:lnTo>
                  <a:pt x="1327272" y="99956"/>
                </a:lnTo>
                <a:lnTo>
                  <a:pt x="1327061" y="99316"/>
                </a:lnTo>
                <a:lnTo>
                  <a:pt x="1326835" y="98688"/>
                </a:lnTo>
                <a:lnTo>
                  <a:pt x="1326592" y="98073"/>
                </a:lnTo>
                <a:lnTo>
                  <a:pt x="1326335" y="97470"/>
                </a:lnTo>
                <a:lnTo>
                  <a:pt x="1326061" y="96880"/>
                </a:lnTo>
                <a:lnTo>
                  <a:pt x="1325772" y="96302"/>
                </a:lnTo>
                <a:lnTo>
                  <a:pt x="1325467" y="95737"/>
                </a:lnTo>
                <a:lnTo>
                  <a:pt x="1325147" y="95185"/>
                </a:lnTo>
                <a:lnTo>
                  <a:pt x="1324810" y="94645"/>
                </a:lnTo>
                <a:lnTo>
                  <a:pt x="1324459" y="94118"/>
                </a:lnTo>
                <a:lnTo>
                  <a:pt x="1324091" y="93603"/>
                </a:lnTo>
                <a:lnTo>
                  <a:pt x="1323711" y="93099"/>
                </a:lnTo>
                <a:lnTo>
                  <a:pt x="1323319" y="92603"/>
                </a:lnTo>
                <a:lnTo>
                  <a:pt x="1322916" y="92116"/>
                </a:lnTo>
                <a:lnTo>
                  <a:pt x="1322503" y="91638"/>
                </a:lnTo>
                <a:lnTo>
                  <a:pt x="1322078" y="91168"/>
                </a:lnTo>
                <a:lnTo>
                  <a:pt x="1321642" y="90707"/>
                </a:lnTo>
                <a:lnTo>
                  <a:pt x="1321196" y="90254"/>
                </a:lnTo>
                <a:lnTo>
                  <a:pt x="1320738" y="89810"/>
                </a:lnTo>
                <a:lnTo>
                  <a:pt x="1320269" y="89375"/>
                </a:lnTo>
                <a:lnTo>
                  <a:pt x="1319789" y="88948"/>
                </a:lnTo>
                <a:lnTo>
                  <a:pt x="1319299" y="88530"/>
                </a:lnTo>
                <a:lnTo>
                  <a:pt x="1318797" y="88121"/>
                </a:lnTo>
                <a:lnTo>
                  <a:pt x="1318284" y="87720"/>
                </a:lnTo>
                <a:lnTo>
                  <a:pt x="1317760" y="87328"/>
                </a:lnTo>
                <a:lnTo>
                  <a:pt x="1317225" y="86944"/>
                </a:lnTo>
                <a:lnTo>
                  <a:pt x="1316679" y="86569"/>
                </a:lnTo>
                <a:lnTo>
                  <a:pt x="1316123" y="86203"/>
                </a:lnTo>
                <a:lnTo>
                  <a:pt x="1315555" y="85845"/>
                </a:lnTo>
                <a:lnTo>
                  <a:pt x="1314976" y="85496"/>
                </a:lnTo>
                <a:lnTo>
                  <a:pt x="1314386" y="85156"/>
                </a:lnTo>
                <a:lnTo>
                  <a:pt x="1313785" y="84824"/>
                </a:lnTo>
                <a:lnTo>
                  <a:pt x="1313173" y="84501"/>
                </a:lnTo>
                <a:lnTo>
                  <a:pt x="1312550" y="84186"/>
                </a:lnTo>
                <a:lnTo>
                  <a:pt x="1311916" y="83880"/>
                </a:lnTo>
                <a:lnTo>
                  <a:pt x="1311273" y="83581"/>
                </a:lnTo>
                <a:lnTo>
                  <a:pt x="1310623" y="83286"/>
                </a:lnTo>
                <a:lnTo>
                  <a:pt x="1309966" y="82996"/>
                </a:lnTo>
                <a:lnTo>
                  <a:pt x="1309302" y="82711"/>
                </a:lnTo>
                <a:lnTo>
                  <a:pt x="1308630" y="82430"/>
                </a:lnTo>
                <a:lnTo>
                  <a:pt x="1307952" y="82155"/>
                </a:lnTo>
                <a:lnTo>
                  <a:pt x="1307266" y="81883"/>
                </a:lnTo>
                <a:lnTo>
                  <a:pt x="1306573" y="81617"/>
                </a:lnTo>
                <a:lnTo>
                  <a:pt x="1305873" y="81355"/>
                </a:lnTo>
                <a:lnTo>
                  <a:pt x="1305166" y="81097"/>
                </a:lnTo>
                <a:lnTo>
                  <a:pt x="1304452" y="80845"/>
                </a:lnTo>
                <a:lnTo>
                  <a:pt x="1303731" y="80597"/>
                </a:lnTo>
                <a:lnTo>
                  <a:pt x="1303003" y="80353"/>
                </a:lnTo>
                <a:lnTo>
                  <a:pt x="1302268" y="80115"/>
                </a:lnTo>
                <a:lnTo>
                  <a:pt x="1301525" y="79881"/>
                </a:lnTo>
                <a:lnTo>
                  <a:pt x="1300776" y="79651"/>
                </a:lnTo>
                <a:lnTo>
                  <a:pt x="1300019" y="79427"/>
                </a:lnTo>
                <a:lnTo>
                  <a:pt x="1299255" y="79207"/>
                </a:lnTo>
                <a:lnTo>
                  <a:pt x="1298484" y="78991"/>
                </a:lnTo>
                <a:lnTo>
                  <a:pt x="1297706" y="78781"/>
                </a:lnTo>
                <a:lnTo>
                  <a:pt x="1296921" y="78575"/>
                </a:lnTo>
                <a:lnTo>
                  <a:pt x="1296129" y="78373"/>
                </a:lnTo>
                <a:lnTo>
                  <a:pt x="1295330" y="78177"/>
                </a:lnTo>
                <a:lnTo>
                  <a:pt x="1294523" y="77984"/>
                </a:lnTo>
                <a:lnTo>
                  <a:pt x="1293762" y="77813"/>
                </a:lnTo>
                <a:lnTo>
                  <a:pt x="1293013" y="77642"/>
                </a:lnTo>
                <a:lnTo>
                  <a:pt x="1292277" y="77471"/>
                </a:lnTo>
                <a:lnTo>
                  <a:pt x="1291553" y="77302"/>
                </a:lnTo>
                <a:lnTo>
                  <a:pt x="1290842" y="77134"/>
                </a:lnTo>
                <a:lnTo>
                  <a:pt x="1290143" y="76966"/>
                </a:lnTo>
                <a:lnTo>
                  <a:pt x="1289456" y="76800"/>
                </a:lnTo>
                <a:lnTo>
                  <a:pt x="1288782" y="76634"/>
                </a:lnTo>
                <a:lnTo>
                  <a:pt x="1288121" y="76469"/>
                </a:lnTo>
                <a:lnTo>
                  <a:pt x="1287471" y="76306"/>
                </a:lnTo>
                <a:lnTo>
                  <a:pt x="1286835" y="76143"/>
                </a:lnTo>
                <a:lnTo>
                  <a:pt x="1286210" y="75981"/>
                </a:lnTo>
                <a:lnTo>
                  <a:pt x="1285598" y="75819"/>
                </a:lnTo>
                <a:lnTo>
                  <a:pt x="1284999" y="75659"/>
                </a:lnTo>
                <a:lnTo>
                  <a:pt x="1284412" y="75500"/>
                </a:lnTo>
                <a:lnTo>
                  <a:pt x="1283837" y="75341"/>
                </a:lnTo>
                <a:lnTo>
                  <a:pt x="1283275" y="75184"/>
                </a:lnTo>
                <a:lnTo>
                  <a:pt x="1282725" y="75027"/>
                </a:lnTo>
                <a:lnTo>
                  <a:pt x="1282188" y="74871"/>
                </a:lnTo>
                <a:lnTo>
                  <a:pt x="1281663" y="74717"/>
                </a:lnTo>
                <a:lnTo>
                  <a:pt x="1281151" y="74563"/>
                </a:lnTo>
                <a:lnTo>
                  <a:pt x="1280651" y="74410"/>
                </a:lnTo>
                <a:lnTo>
                  <a:pt x="1280163" y="74257"/>
                </a:lnTo>
                <a:lnTo>
                  <a:pt x="1279688" y="74106"/>
                </a:lnTo>
                <a:lnTo>
                  <a:pt x="1279224" y="73955"/>
                </a:lnTo>
                <a:lnTo>
                  <a:pt x="1278771" y="73802"/>
                </a:lnTo>
                <a:lnTo>
                  <a:pt x="1278329" y="73649"/>
                </a:lnTo>
                <a:lnTo>
                  <a:pt x="1277897" y="73494"/>
                </a:lnTo>
                <a:lnTo>
                  <a:pt x="1277476" y="73339"/>
                </a:lnTo>
                <a:lnTo>
                  <a:pt x="1277066" y="73182"/>
                </a:lnTo>
                <a:lnTo>
                  <a:pt x="1276666" y="73024"/>
                </a:lnTo>
                <a:lnTo>
                  <a:pt x="1276277" y="72865"/>
                </a:lnTo>
                <a:lnTo>
                  <a:pt x="1275899" y="72705"/>
                </a:lnTo>
                <a:lnTo>
                  <a:pt x="1275531" y="72544"/>
                </a:lnTo>
                <a:lnTo>
                  <a:pt x="1275174" y="72382"/>
                </a:lnTo>
                <a:lnTo>
                  <a:pt x="1274828" y="72219"/>
                </a:lnTo>
                <a:lnTo>
                  <a:pt x="1274492" y="72055"/>
                </a:lnTo>
                <a:lnTo>
                  <a:pt x="1274167" y="71889"/>
                </a:lnTo>
                <a:lnTo>
                  <a:pt x="1273853" y="71723"/>
                </a:lnTo>
                <a:lnTo>
                  <a:pt x="1273549" y="71555"/>
                </a:lnTo>
                <a:lnTo>
                  <a:pt x="1273256" y="71387"/>
                </a:lnTo>
                <a:lnTo>
                  <a:pt x="1272974" y="71217"/>
                </a:lnTo>
                <a:lnTo>
                  <a:pt x="1272702" y="71047"/>
                </a:lnTo>
                <a:lnTo>
                  <a:pt x="1272441" y="70875"/>
                </a:lnTo>
                <a:lnTo>
                  <a:pt x="1272190" y="70702"/>
                </a:lnTo>
                <a:lnTo>
                  <a:pt x="1271950" y="70528"/>
                </a:lnTo>
                <a:lnTo>
                  <a:pt x="1271721" y="70353"/>
                </a:lnTo>
                <a:lnTo>
                  <a:pt x="1271503" y="70177"/>
                </a:lnTo>
                <a:lnTo>
                  <a:pt x="1271294" y="69999"/>
                </a:lnTo>
                <a:lnTo>
                  <a:pt x="1271094" y="69818"/>
                </a:lnTo>
                <a:lnTo>
                  <a:pt x="1270903" y="69636"/>
                </a:lnTo>
                <a:lnTo>
                  <a:pt x="1270721" y="69451"/>
                </a:lnTo>
                <a:lnTo>
                  <a:pt x="1270548" y="69263"/>
                </a:lnTo>
                <a:lnTo>
                  <a:pt x="1270384" y="69074"/>
                </a:lnTo>
                <a:lnTo>
                  <a:pt x="1270228" y="68882"/>
                </a:lnTo>
                <a:lnTo>
                  <a:pt x="1270082" y="68687"/>
                </a:lnTo>
                <a:lnTo>
                  <a:pt x="1269944" y="68491"/>
                </a:lnTo>
                <a:lnTo>
                  <a:pt x="1269815" y="68292"/>
                </a:lnTo>
                <a:lnTo>
                  <a:pt x="1269695" y="68090"/>
                </a:lnTo>
                <a:lnTo>
                  <a:pt x="1269584" y="67887"/>
                </a:lnTo>
                <a:lnTo>
                  <a:pt x="1269482" y="67681"/>
                </a:lnTo>
                <a:lnTo>
                  <a:pt x="1269389" y="67473"/>
                </a:lnTo>
                <a:lnTo>
                  <a:pt x="1269305" y="67262"/>
                </a:lnTo>
                <a:lnTo>
                  <a:pt x="1269229" y="67049"/>
                </a:lnTo>
                <a:lnTo>
                  <a:pt x="1269163" y="66834"/>
                </a:lnTo>
                <a:lnTo>
                  <a:pt x="1269105" y="66616"/>
                </a:lnTo>
                <a:lnTo>
                  <a:pt x="1269056" y="66397"/>
                </a:lnTo>
                <a:lnTo>
                  <a:pt x="1269016" y="66174"/>
                </a:lnTo>
                <a:lnTo>
                  <a:pt x="1268985" y="65950"/>
                </a:lnTo>
                <a:lnTo>
                  <a:pt x="1268963" y="65723"/>
                </a:lnTo>
                <a:lnTo>
                  <a:pt x="1268949" y="65494"/>
                </a:lnTo>
                <a:lnTo>
                  <a:pt x="1268945" y="65263"/>
                </a:lnTo>
                <a:lnTo>
                  <a:pt x="1268952" y="64862"/>
                </a:lnTo>
                <a:lnTo>
                  <a:pt x="1268973" y="64471"/>
                </a:lnTo>
                <a:lnTo>
                  <a:pt x="1269008" y="64090"/>
                </a:lnTo>
                <a:lnTo>
                  <a:pt x="1269057" y="63718"/>
                </a:lnTo>
                <a:lnTo>
                  <a:pt x="1269120" y="63356"/>
                </a:lnTo>
                <a:lnTo>
                  <a:pt x="1269198" y="63003"/>
                </a:lnTo>
                <a:lnTo>
                  <a:pt x="1269289" y="62660"/>
                </a:lnTo>
                <a:lnTo>
                  <a:pt x="1269394" y="62326"/>
                </a:lnTo>
                <a:lnTo>
                  <a:pt x="1269513" y="62002"/>
                </a:lnTo>
                <a:lnTo>
                  <a:pt x="1269647" y="61687"/>
                </a:lnTo>
                <a:lnTo>
                  <a:pt x="1269794" y="61382"/>
                </a:lnTo>
                <a:lnTo>
                  <a:pt x="1269955" y="61087"/>
                </a:lnTo>
                <a:lnTo>
                  <a:pt x="1270131" y="60801"/>
                </a:lnTo>
                <a:lnTo>
                  <a:pt x="1270320" y="60525"/>
                </a:lnTo>
                <a:lnTo>
                  <a:pt x="1270524" y="60258"/>
                </a:lnTo>
                <a:lnTo>
                  <a:pt x="1270741" y="60001"/>
                </a:lnTo>
                <a:lnTo>
                  <a:pt x="1270973" y="59753"/>
                </a:lnTo>
                <a:lnTo>
                  <a:pt x="1271218" y="59515"/>
                </a:lnTo>
                <a:lnTo>
                  <a:pt x="1271478" y="59286"/>
                </a:lnTo>
                <a:lnTo>
                  <a:pt x="1271752" y="59067"/>
                </a:lnTo>
                <a:lnTo>
                  <a:pt x="1272039" y="58857"/>
                </a:lnTo>
                <a:lnTo>
                  <a:pt x="1272341" y="58657"/>
                </a:lnTo>
                <a:lnTo>
                  <a:pt x="1272657" y="58467"/>
                </a:lnTo>
                <a:lnTo>
                  <a:pt x="1272986" y="58286"/>
                </a:lnTo>
                <a:lnTo>
                  <a:pt x="1273328" y="58113"/>
                </a:lnTo>
                <a:lnTo>
                  <a:pt x="1273681" y="57948"/>
                </a:lnTo>
                <a:lnTo>
                  <a:pt x="1274044" y="57790"/>
                </a:lnTo>
                <a:lnTo>
                  <a:pt x="1274417" y="57639"/>
                </a:lnTo>
                <a:lnTo>
                  <a:pt x="1274801" y="57496"/>
                </a:lnTo>
                <a:lnTo>
                  <a:pt x="1275196" y="57360"/>
                </a:lnTo>
                <a:lnTo>
                  <a:pt x="1275601" y="57232"/>
                </a:lnTo>
                <a:lnTo>
                  <a:pt x="1276016" y="57110"/>
                </a:lnTo>
                <a:lnTo>
                  <a:pt x="1276442" y="56996"/>
                </a:lnTo>
                <a:lnTo>
                  <a:pt x="1276878" y="56890"/>
                </a:lnTo>
                <a:lnTo>
                  <a:pt x="1277325" y="56791"/>
                </a:lnTo>
                <a:lnTo>
                  <a:pt x="1277782" y="56699"/>
                </a:lnTo>
                <a:lnTo>
                  <a:pt x="1278250" y="56614"/>
                </a:lnTo>
                <a:lnTo>
                  <a:pt x="1278728" y="56537"/>
                </a:lnTo>
                <a:lnTo>
                  <a:pt x="1279217" y="56467"/>
                </a:lnTo>
                <a:lnTo>
                  <a:pt x="1279716" y="56405"/>
                </a:lnTo>
                <a:lnTo>
                  <a:pt x="1280226" y="56350"/>
                </a:lnTo>
                <a:lnTo>
                  <a:pt x="1280746" y="56302"/>
                </a:lnTo>
                <a:lnTo>
                  <a:pt x="1281277" y="56261"/>
                </a:lnTo>
                <a:lnTo>
                  <a:pt x="1281818" y="56228"/>
                </a:lnTo>
                <a:lnTo>
                  <a:pt x="1282370" y="56203"/>
                </a:lnTo>
                <a:lnTo>
                  <a:pt x="1282932" y="56184"/>
                </a:lnTo>
                <a:lnTo>
                  <a:pt x="1283504" y="56173"/>
                </a:lnTo>
                <a:lnTo>
                  <a:pt x="1284087" y="56170"/>
                </a:lnTo>
                <a:lnTo>
                  <a:pt x="1284630" y="56175"/>
                </a:lnTo>
                <a:lnTo>
                  <a:pt x="1285167" y="56191"/>
                </a:lnTo>
                <a:lnTo>
                  <a:pt x="1285698" y="56217"/>
                </a:lnTo>
                <a:lnTo>
                  <a:pt x="1286223" y="56254"/>
                </a:lnTo>
                <a:lnTo>
                  <a:pt x="1286742" y="56302"/>
                </a:lnTo>
                <a:lnTo>
                  <a:pt x="1287256" y="56360"/>
                </a:lnTo>
                <a:lnTo>
                  <a:pt x="1287763" y="56428"/>
                </a:lnTo>
                <a:lnTo>
                  <a:pt x="1288265" y="56508"/>
                </a:lnTo>
                <a:lnTo>
                  <a:pt x="1288761" y="56598"/>
                </a:lnTo>
                <a:lnTo>
                  <a:pt x="1289251" y="56698"/>
                </a:lnTo>
                <a:lnTo>
                  <a:pt x="1289735" y="56809"/>
                </a:lnTo>
                <a:lnTo>
                  <a:pt x="1290213" y="56930"/>
                </a:lnTo>
                <a:lnTo>
                  <a:pt x="1290686" y="57063"/>
                </a:lnTo>
                <a:lnTo>
                  <a:pt x="1291152" y="57205"/>
                </a:lnTo>
                <a:lnTo>
                  <a:pt x="1291613" y="57359"/>
                </a:lnTo>
                <a:lnTo>
                  <a:pt x="1292068" y="57522"/>
                </a:lnTo>
                <a:lnTo>
                  <a:pt x="1292517" y="57697"/>
                </a:lnTo>
                <a:lnTo>
                  <a:pt x="1292960" y="57882"/>
                </a:lnTo>
                <a:lnTo>
                  <a:pt x="1293397" y="58077"/>
                </a:lnTo>
                <a:lnTo>
                  <a:pt x="1293828" y="58283"/>
                </a:lnTo>
                <a:lnTo>
                  <a:pt x="1294254" y="58500"/>
                </a:lnTo>
                <a:lnTo>
                  <a:pt x="1294673" y="58727"/>
                </a:lnTo>
                <a:lnTo>
                  <a:pt x="1295087" y="58965"/>
                </a:lnTo>
                <a:lnTo>
                  <a:pt x="1295495" y="59213"/>
                </a:lnTo>
                <a:lnTo>
                  <a:pt x="1295892" y="59475"/>
                </a:lnTo>
                <a:lnTo>
                  <a:pt x="1296271" y="59754"/>
                </a:lnTo>
                <a:lnTo>
                  <a:pt x="1296634" y="60049"/>
                </a:lnTo>
                <a:lnTo>
                  <a:pt x="1296980" y="60361"/>
                </a:lnTo>
                <a:lnTo>
                  <a:pt x="1297309" y="60690"/>
                </a:lnTo>
                <a:lnTo>
                  <a:pt x="1297621" y="61035"/>
                </a:lnTo>
                <a:lnTo>
                  <a:pt x="1297917" y="61398"/>
                </a:lnTo>
                <a:lnTo>
                  <a:pt x="1298195" y="61777"/>
                </a:lnTo>
                <a:lnTo>
                  <a:pt x="1298457" y="62173"/>
                </a:lnTo>
                <a:lnTo>
                  <a:pt x="1298701" y="62585"/>
                </a:lnTo>
                <a:lnTo>
                  <a:pt x="1298929" y="63015"/>
                </a:lnTo>
                <a:lnTo>
                  <a:pt x="1299140" y="63461"/>
                </a:lnTo>
                <a:lnTo>
                  <a:pt x="1299334" y="63924"/>
                </a:lnTo>
                <a:lnTo>
                  <a:pt x="1299511" y="64404"/>
                </a:lnTo>
                <a:lnTo>
                  <a:pt x="1299672" y="64900"/>
                </a:lnTo>
                <a:lnTo>
                  <a:pt x="1299815" y="65413"/>
                </a:lnTo>
                <a:lnTo>
                  <a:pt x="1299942" y="65943"/>
                </a:lnTo>
                <a:lnTo>
                  <a:pt x="1300051" y="66490"/>
                </a:lnTo>
                <a:lnTo>
                  <a:pt x="1300144" y="67053"/>
                </a:lnTo>
                <a:lnTo>
                  <a:pt x="1300220" y="67634"/>
                </a:lnTo>
                <a:lnTo>
                  <a:pt x="1300279" y="68231"/>
                </a:lnTo>
                <a:lnTo>
                  <a:pt x="1300321" y="68845"/>
                </a:lnTo>
                <a:lnTo>
                  <a:pt x="1300347" y="69475"/>
                </a:lnTo>
                <a:lnTo>
                  <a:pt x="1300355" y="70122"/>
                </a:lnTo>
                <a:lnTo>
                  <a:pt x="1325524" y="70122"/>
                </a:lnTo>
                <a:lnTo>
                  <a:pt x="1325518" y="69352"/>
                </a:lnTo>
                <a:lnTo>
                  <a:pt x="1325499" y="68593"/>
                </a:lnTo>
                <a:lnTo>
                  <a:pt x="1325468" y="67844"/>
                </a:lnTo>
                <a:lnTo>
                  <a:pt x="1325424" y="67106"/>
                </a:lnTo>
                <a:lnTo>
                  <a:pt x="1325368" y="66379"/>
                </a:lnTo>
                <a:lnTo>
                  <a:pt x="1325300" y="65663"/>
                </a:lnTo>
                <a:lnTo>
                  <a:pt x="1325219" y="64957"/>
                </a:lnTo>
                <a:lnTo>
                  <a:pt x="1325126" y="64262"/>
                </a:lnTo>
                <a:lnTo>
                  <a:pt x="1325020" y="63578"/>
                </a:lnTo>
                <a:lnTo>
                  <a:pt x="1324902" y="62905"/>
                </a:lnTo>
                <a:lnTo>
                  <a:pt x="1324772" y="62242"/>
                </a:lnTo>
                <a:lnTo>
                  <a:pt x="1324629" y="61591"/>
                </a:lnTo>
                <a:lnTo>
                  <a:pt x="1324473" y="60950"/>
                </a:lnTo>
                <a:lnTo>
                  <a:pt x="1324305" y="60319"/>
                </a:lnTo>
                <a:lnTo>
                  <a:pt x="1324125" y="59700"/>
                </a:lnTo>
                <a:lnTo>
                  <a:pt x="1323932" y="59091"/>
                </a:lnTo>
                <a:lnTo>
                  <a:pt x="1323727" y="58493"/>
                </a:lnTo>
                <a:lnTo>
                  <a:pt x="1323510" y="57906"/>
                </a:lnTo>
                <a:lnTo>
                  <a:pt x="1323280" y="57330"/>
                </a:lnTo>
                <a:lnTo>
                  <a:pt x="1323037" y="56764"/>
                </a:lnTo>
                <a:lnTo>
                  <a:pt x="1322782" y="56209"/>
                </a:lnTo>
                <a:lnTo>
                  <a:pt x="1322515" y="55665"/>
                </a:lnTo>
                <a:lnTo>
                  <a:pt x="1322235" y="55132"/>
                </a:lnTo>
                <a:lnTo>
                  <a:pt x="1321943" y="54609"/>
                </a:lnTo>
                <a:lnTo>
                  <a:pt x="1321640" y="54097"/>
                </a:lnTo>
                <a:lnTo>
                  <a:pt x="1321330" y="53593"/>
                </a:lnTo>
                <a:lnTo>
                  <a:pt x="1321011" y="53097"/>
                </a:lnTo>
                <a:lnTo>
                  <a:pt x="1320684" y="52611"/>
                </a:lnTo>
                <a:lnTo>
                  <a:pt x="1320349" y="52134"/>
                </a:lnTo>
                <a:lnTo>
                  <a:pt x="1320005" y="51665"/>
                </a:lnTo>
                <a:lnTo>
                  <a:pt x="1319654" y="51205"/>
                </a:lnTo>
                <a:lnTo>
                  <a:pt x="1319294" y="50754"/>
                </a:lnTo>
                <a:lnTo>
                  <a:pt x="1318926" y="50311"/>
                </a:lnTo>
                <a:lnTo>
                  <a:pt x="1318550" y="49878"/>
                </a:lnTo>
                <a:lnTo>
                  <a:pt x="1318166" y="49453"/>
                </a:lnTo>
                <a:lnTo>
                  <a:pt x="1317774" y="49037"/>
                </a:lnTo>
                <a:lnTo>
                  <a:pt x="1317373" y="48630"/>
                </a:lnTo>
                <a:lnTo>
                  <a:pt x="1316964" y="48232"/>
                </a:lnTo>
                <a:lnTo>
                  <a:pt x="1316548" y="47842"/>
                </a:lnTo>
                <a:lnTo>
                  <a:pt x="1316122" y="47462"/>
                </a:lnTo>
                <a:lnTo>
                  <a:pt x="1315689" y="47090"/>
                </a:lnTo>
                <a:lnTo>
                  <a:pt x="1315248" y="46727"/>
                </a:lnTo>
                <a:lnTo>
                  <a:pt x="1314798" y="46372"/>
                </a:lnTo>
                <a:lnTo>
                  <a:pt x="1314341" y="46027"/>
                </a:lnTo>
                <a:lnTo>
                  <a:pt x="1313875" y="45690"/>
                </a:lnTo>
                <a:lnTo>
                  <a:pt x="1313401" y="45362"/>
                </a:lnTo>
                <a:lnTo>
                  <a:pt x="1312918" y="45043"/>
                </a:lnTo>
                <a:lnTo>
                  <a:pt x="1312428" y="44733"/>
                </a:lnTo>
                <a:lnTo>
                  <a:pt x="1311931" y="44430"/>
                </a:lnTo>
                <a:lnTo>
                  <a:pt x="1311429" y="44135"/>
                </a:lnTo>
                <a:lnTo>
                  <a:pt x="1310922" y="43848"/>
                </a:lnTo>
                <a:lnTo>
                  <a:pt x="1310410" y="43567"/>
                </a:lnTo>
                <a:lnTo>
                  <a:pt x="1309893" y="43294"/>
                </a:lnTo>
                <a:lnTo>
                  <a:pt x="1309371" y="43029"/>
                </a:lnTo>
                <a:lnTo>
                  <a:pt x="1308844" y="42771"/>
                </a:lnTo>
                <a:lnTo>
                  <a:pt x="1308313" y="42520"/>
                </a:lnTo>
                <a:lnTo>
                  <a:pt x="1307776" y="42276"/>
                </a:lnTo>
                <a:lnTo>
                  <a:pt x="1307234" y="42040"/>
                </a:lnTo>
                <a:lnTo>
                  <a:pt x="1306687" y="41811"/>
                </a:lnTo>
                <a:lnTo>
                  <a:pt x="1306136" y="41590"/>
                </a:lnTo>
                <a:lnTo>
                  <a:pt x="1305579" y="41376"/>
                </a:lnTo>
                <a:lnTo>
                  <a:pt x="1305017" y="41169"/>
                </a:lnTo>
                <a:lnTo>
                  <a:pt x="1304451" y="40970"/>
                </a:lnTo>
                <a:lnTo>
                  <a:pt x="1303879" y="40778"/>
                </a:lnTo>
                <a:lnTo>
                  <a:pt x="1303302" y="40594"/>
                </a:lnTo>
                <a:lnTo>
                  <a:pt x="1302721" y="40417"/>
                </a:lnTo>
                <a:lnTo>
                  <a:pt x="1302134" y="40247"/>
                </a:lnTo>
                <a:lnTo>
                  <a:pt x="1301543" y="40084"/>
                </a:lnTo>
                <a:lnTo>
                  <a:pt x="1300946" y="39929"/>
                </a:lnTo>
                <a:lnTo>
                  <a:pt x="1300345" y="39782"/>
                </a:lnTo>
                <a:lnTo>
                  <a:pt x="1299739" y="39642"/>
                </a:lnTo>
                <a:lnTo>
                  <a:pt x="1299127" y="39509"/>
                </a:lnTo>
                <a:lnTo>
                  <a:pt x="1298513" y="39382"/>
                </a:lnTo>
                <a:lnTo>
                  <a:pt x="1297897" y="39261"/>
                </a:lnTo>
                <a:lnTo>
                  <a:pt x="1297281" y="39145"/>
                </a:lnTo>
                <a:lnTo>
                  <a:pt x="1296663" y="39035"/>
                </a:lnTo>
                <a:lnTo>
                  <a:pt x="1296045" y="38930"/>
                </a:lnTo>
                <a:lnTo>
                  <a:pt x="1295425" y="38830"/>
                </a:lnTo>
                <a:lnTo>
                  <a:pt x="1294804" y="38736"/>
                </a:lnTo>
                <a:lnTo>
                  <a:pt x="1294182" y="38647"/>
                </a:lnTo>
                <a:lnTo>
                  <a:pt x="1293559" y="38564"/>
                </a:lnTo>
                <a:lnTo>
                  <a:pt x="1292935" y="38486"/>
                </a:lnTo>
                <a:lnTo>
                  <a:pt x="1292310" y="38413"/>
                </a:lnTo>
                <a:lnTo>
                  <a:pt x="1291684" y="38346"/>
                </a:lnTo>
                <a:lnTo>
                  <a:pt x="1291057" y="38284"/>
                </a:lnTo>
                <a:lnTo>
                  <a:pt x="1290429" y="38227"/>
                </a:lnTo>
                <a:lnTo>
                  <a:pt x="1289799" y="38176"/>
                </a:lnTo>
                <a:lnTo>
                  <a:pt x="1289169" y="38130"/>
                </a:lnTo>
                <a:lnTo>
                  <a:pt x="1288537" y="38090"/>
                </a:lnTo>
                <a:lnTo>
                  <a:pt x="1287905" y="38055"/>
                </a:lnTo>
                <a:lnTo>
                  <a:pt x="1287271" y="38025"/>
                </a:lnTo>
                <a:lnTo>
                  <a:pt x="1286637" y="38001"/>
                </a:lnTo>
                <a:lnTo>
                  <a:pt x="1286001" y="37982"/>
                </a:lnTo>
                <a:lnTo>
                  <a:pt x="1285364" y="37969"/>
                </a:lnTo>
                <a:lnTo>
                  <a:pt x="1284726" y="37961"/>
                </a:lnTo>
                <a:lnTo>
                  <a:pt x="1284087" y="37958"/>
                </a:lnTo>
                <a:lnTo>
                  <a:pt x="1283431" y="37961"/>
                </a:lnTo>
                <a:lnTo>
                  <a:pt x="1282777" y="37969"/>
                </a:lnTo>
                <a:lnTo>
                  <a:pt x="1282123" y="37982"/>
                </a:lnTo>
                <a:lnTo>
                  <a:pt x="1281471" y="38001"/>
                </a:lnTo>
                <a:lnTo>
                  <a:pt x="1280820" y="38025"/>
                </a:lnTo>
                <a:lnTo>
                  <a:pt x="1280171" y="38055"/>
                </a:lnTo>
                <a:lnTo>
                  <a:pt x="1279522" y="38090"/>
                </a:lnTo>
                <a:lnTo>
                  <a:pt x="1278875" y="38131"/>
                </a:lnTo>
                <a:lnTo>
                  <a:pt x="1278229" y="38176"/>
                </a:lnTo>
                <a:lnTo>
                  <a:pt x="1277584" y="38228"/>
                </a:lnTo>
                <a:lnTo>
                  <a:pt x="1276941" y="38284"/>
                </a:lnTo>
                <a:lnTo>
                  <a:pt x="1276299" y="38346"/>
                </a:lnTo>
                <a:lnTo>
                  <a:pt x="1275658" y="38414"/>
                </a:lnTo>
                <a:lnTo>
                  <a:pt x="1275018" y="38487"/>
                </a:lnTo>
                <a:lnTo>
                  <a:pt x="1274380" y="38565"/>
                </a:lnTo>
                <a:lnTo>
                  <a:pt x="1273742" y="38649"/>
                </a:lnTo>
                <a:lnTo>
                  <a:pt x="1273106" y="38738"/>
                </a:lnTo>
                <a:lnTo>
                  <a:pt x="1272472" y="38832"/>
                </a:lnTo>
                <a:lnTo>
                  <a:pt x="1271838" y="38932"/>
                </a:lnTo>
                <a:lnTo>
                  <a:pt x="1271206" y="39037"/>
                </a:lnTo>
                <a:lnTo>
                  <a:pt x="1270575" y="39148"/>
                </a:lnTo>
                <a:lnTo>
                  <a:pt x="1269945" y="39264"/>
                </a:lnTo>
                <a:lnTo>
                  <a:pt x="1269317" y="39385"/>
                </a:lnTo>
                <a:lnTo>
                  <a:pt x="1268689" y="39512"/>
                </a:lnTo>
                <a:lnTo>
                  <a:pt x="1268065" y="39644"/>
                </a:lnTo>
                <a:lnTo>
                  <a:pt x="1267447" y="39783"/>
                </a:lnTo>
                <a:lnTo>
                  <a:pt x="1266833" y="39928"/>
                </a:lnTo>
                <a:lnTo>
                  <a:pt x="1266225" y="40079"/>
                </a:lnTo>
                <a:lnTo>
                  <a:pt x="1265623" y="40236"/>
                </a:lnTo>
                <a:lnTo>
                  <a:pt x="1265025" y="40400"/>
                </a:lnTo>
                <a:lnTo>
                  <a:pt x="1264433" y="40570"/>
                </a:lnTo>
                <a:lnTo>
                  <a:pt x="1263846" y="40747"/>
                </a:lnTo>
                <a:lnTo>
                  <a:pt x="1263265" y="40929"/>
                </a:lnTo>
                <a:lnTo>
                  <a:pt x="1262689" y="41118"/>
                </a:lnTo>
                <a:lnTo>
                  <a:pt x="1262118" y="41313"/>
                </a:lnTo>
                <a:lnTo>
                  <a:pt x="1261553" y="41515"/>
                </a:lnTo>
                <a:lnTo>
                  <a:pt x="1260993" y="41723"/>
                </a:lnTo>
                <a:lnTo>
                  <a:pt x="1260438" y="41937"/>
                </a:lnTo>
                <a:lnTo>
                  <a:pt x="1259889" y="42157"/>
                </a:lnTo>
                <a:lnTo>
                  <a:pt x="1259345" y="42384"/>
                </a:lnTo>
                <a:lnTo>
                  <a:pt x="1258806" y="42617"/>
                </a:lnTo>
                <a:lnTo>
                  <a:pt x="1258273" y="42856"/>
                </a:lnTo>
                <a:lnTo>
                  <a:pt x="1257744" y="43101"/>
                </a:lnTo>
                <a:lnTo>
                  <a:pt x="1257222" y="43353"/>
                </a:lnTo>
                <a:lnTo>
                  <a:pt x="1256704" y="43611"/>
                </a:lnTo>
                <a:lnTo>
                  <a:pt x="1256192" y="43875"/>
                </a:lnTo>
                <a:lnTo>
                  <a:pt x="1255685" y="44146"/>
                </a:lnTo>
                <a:lnTo>
                  <a:pt x="1255184" y="44423"/>
                </a:lnTo>
                <a:lnTo>
                  <a:pt x="1254689" y="44707"/>
                </a:lnTo>
                <a:lnTo>
                  <a:pt x="1254203" y="44998"/>
                </a:lnTo>
                <a:lnTo>
                  <a:pt x="1253725" y="45296"/>
                </a:lnTo>
                <a:lnTo>
                  <a:pt x="1253256" y="45602"/>
                </a:lnTo>
                <a:lnTo>
                  <a:pt x="1252794" y="45915"/>
                </a:lnTo>
                <a:lnTo>
                  <a:pt x="1252342" y="46236"/>
                </a:lnTo>
                <a:lnTo>
                  <a:pt x="1251897" y="46564"/>
                </a:lnTo>
                <a:lnTo>
                  <a:pt x="1251461" y="46899"/>
                </a:lnTo>
                <a:lnTo>
                  <a:pt x="1251033" y="47242"/>
                </a:lnTo>
                <a:lnTo>
                  <a:pt x="1250614" y="47592"/>
                </a:lnTo>
                <a:lnTo>
                  <a:pt x="1250203" y="47949"/>
                </a:lnTo>
                <a:lnTo>
                  <a:pt x="1249800" y="48314"/>
                </a:lnTo>
                <a:lnTo>
                  <a:pt x="1249405" y="48686"/>
                </a:lnTo>
                <a:lnTo>
                  <a:pt x="1249019" y="49066"/>
                </a:lnTo>
                <a:lnTo>
                  <a:pt x="1248642" y="49452"/>
                </a:lnTo>
                <a:lnTo>
                  <a:pt x="1248272" y="49847"/>
                </a:lnTo>
                <a:lnTo>
                  <a:pt x="1247911" y="50248"/>
                </a:lnTo>
                <a:lnTo>
                  <a:pt x="1247559" y="50657"/>
                </a:lnTo>
                <a:lnTo>
                  <a:pt x="1247214" y="51074"/>
                </a:lnTo>
                <a:lnTo>
                  <a:pt x="1246878" y="51498"/>
                </a:lnTo>
                <a:lnTo>
                  <a:pt x="1246551" y="51929"/>
                </a:lnTo>
                <a:lnTo>
                  <a:pt x="1246231" y="52367"/>
                </a:lnTo>
                <a:lnTo>
                  <a:pt x="1245920" y="52813"/>
                </a:lnTo>
                <a:lnTo>
                  <a:pt x="1245618" y="53266"/>
                </a:lnTo>
                <a:lnTo>
                  <a:pt x="1245326" y="53727"/>
                </a:lnTo>
                <a:lnTo>
                  <a:pt x="1245046" y="54196"/>
                </a:lnTo>
                <a:lnTo>
                  <a:pt x="1244779" y="54674"/>
                </a:lnTo>
                <a:lnTo>
                  <a:pt x="1244524" y="55159"/>
                </a:lnTo>
                <a:lnTo>
                  <a:pt x="1244281" y="55653"/>
                </a:lnTo>
                <a:lnTo>
                  <a:pt x="1244051" y="56155"/>
                </a:lnTo>
                <a:lnTo>
                  <a:pt x="1243834" y="56666"/>
                </a:lnTo>
                <a:lnTo>
                  <a:pt x="1243628" y="57184"/>
                </a:lnTo>
                <a:lnTo>
                  <a:pt x="1243436" y="57711"/>
                </a:lnTo>
                <a:lnTo>
                  <a:pt x="1243255" y="58247"/>
                </a:lnTo>
                <a:lnTo>
                  <a:pt x="1243088" y="58790"/>
                </a:lnTo>
                <a:lnTo>
                  <a:pt x="1242932" y="59342"/>
                </a:lnTo>
                <a:lnTo>
                  <a:pt x="1242789" y="59902"/>
                </a:lnTo>
                <a:lnTo>
                  <a:pt x="1242659" y="60470"/>
                </a:lnTo>
                <a:lnTo>
                  <a:pt x="1242540" y="61047"/>
                </a:lnTo>
                <a:lnTo>
                  <a:pt x="1242435" y="61632"/>
                </a:lnTo>
                <a:lnTo>
                  <a:pt x="1242341" y="62225"/>
                </a:lnTo>
                <a:lnTo>
                  <a:pt x="1242261" y="62826"/>
                </a:lnTo>
                <a:lnTo>
                  <a:pt x="1242192" y="63436"/>
                </a:lnTo>
                <a:lnTo>
                  <a:pt x="1242136" y="64054"/>
                </a:lnTo>
                <a:lnTo>
                  <a:pt x="1242093" y="64680"/>
                </a:lnTo>
                <a:lnTo>
                  <a:pt x="1242062" y="65315"/>
                </a:lnTo>
                <a:lnTo>
                  <a:pt x="1242043" y="65958"/>
                </a:lnTo>
                <a:lnTo>
                  <a:pt x="1242037" y="66609"/>
                </a:lnTo>
                <a:lnTo>
                  <a:pt x="1242045" y="67438"/>
                </a:lnTo>
                <a:lnTo>
                  <a:pt x="1242070" y="68254"/>
                </a:lnTo>
                <a:lnTo>
                  <a:pt x="1242110" y="69056"/>
                </a:lnTo>
                <a:lnTo>
                  <a:pt x="1242168" y="69845"/>
                </a:lnTo>
                <a:lnTo>
                  <a:pt x="1242241" y="70621"/>
                </a:lnTo>
                <a:lnTo>
                  <a:pt x="1242331" y="71383"/>
                </a:lnTo>
                <a:lnTo>
                  <a:pt x="1242437" y="72131"/>
                </a:lnTo>
                <a:lnTo>
                  <a:pt x="1242560" y="72866"/>
                </a:lnTo>
                <a:lnTo>
                  <a:pt x="1242699" y="73588"/>
                </a:lnTo>
                <a:lnTo>
                  <a:pt x="1242854" y="74296"/>
                </a:lnTo>
                <a:lnTo>
                  <a:pt x="1243026" y="74991"/>
                </a:lnTo>
                <a:lnTo>
                  <a:pt x="1243213" y="75672"/>
                </a:lnTo>
                <a:lnTo>
                  <a:pt x="1243418" y="76340"/>
                </a:lnTo>
                <a:lnTo>
                  <a:pt x="1243638" y="76994"/>
                </a:lnTo>
                <a:lnTo>
                  <a:pt x="1243875" y="77635"/>
                </a:lnTo>
                <a:lnTo>
                  <a:pt x="1244129" y="78262"/>
                </a:lnTo>
                <a:lnTo>
                  <a:pt x="1244398" y="78876"/>
                </a:lnTo>
                <a:lnTo>
                  <a:pt x="1244684" y="79477"/>
                </a:lnTo>
                <a:lnTo>
                  <a:pt x="1244987" y="80064"/>
                </a:lnTo>
                <a:lnTo>
                  <a:pt x="1245305" y="80637"/>
                </a:lnTo>
                <a:lnTo>
                  <a:pt x="1245640" y="81197"/>
                </a:lnTo>
                <a:lnTo>
                  <a:pt x="1245992" y="81744"/>
                </a:lnTo>
                <a:lnTo>
                  <a:pt x="1246359" y="82277"/>
                </a:lnTo>
                <a:lnTo>
                  <a:pt x="1246743" y="82796"/>
                </a:lnTo>
                <a:lnTo>
                  <a:pt x="1247142" y="83305"/>
                </a:lnTo>
                <a:lnTo>
                  <a:pt x="1247553" y="83804"/>
                </a:lnTo>
                <a:lnTo>
                  <a:pt x="1247977" y="84295"/>
                </a:lnTo>
                <a:lnTo>
                  <a:pt x="1248413" y="84778"/>
                </a:lnTo>
                <a:lnTo>
                  <a:pt x="1248862" y="85252"/>
                </a:lnTo>
                <a:lnTo>
                  <a:pt x="1249323" y="85717"/>
                </a:lnTo>
                <a:lnTo>
                  <a:pt x="1249798" y="86174"/>
                </a:lnTo>
                <a:lnTo>
                  <a:pt x="1250284" y="86622"/>
                </a:lnTo>
                <a:lnTo>
                  <a:pt x="1250784" y="87061"/>
                </a:lnTo>
                <a:lnTo>
                  <a:pt x="1251296" y="87492"/>
                </a:lnTo>
                <a:lnTo>
                  <a:pt x="1251820" y="87914"/>
                </a:lnTo>
                <a:lnTo>
                  <a:pt x="1252358" y="88328"/>
                </a:lnTo>
                <a:lnTo>
                  <a:pt x="1252907" y="88733"/>
                </a:lnTo>
                <a:lnTo>
                  <a:pt x="1253470" y="89129"/>
                </a:lnTo>
                <a:lnTo>
                  <a:pt x="1254045" y="89517"/>
                </a:lnTo>
                <a:lnTo>
                  <a:pt x="1254633" y="89896"/>
                </a:lnTo>
                <a:lnTo>
                  <a:pt x="1255233" y="90266"/>
                </a:lnTo>
                <a:lnTo>
                  <a:pt x="1255846" y="90628"/>
                </a:lnTo>
                <a:lnTo>
                  <a:pt x="1256471" y="90981"/>
                </a:lnTo>
                <a:lnTo>
                  <a:pt x="1257109" y="91326"/>
                </a:lnTo>
                <a:lnTo>
                  <a:pt x="1257760" y="91662"/>
                </a:lnTo>
                <a:lnTo>
                  <a:pt x="1258424" y="91989"/>
                </a:lnTo>
                <a:lnTo>
                  <a:pt x="1259099" y="92308"/>
                </a:lnTo>
                <a:lnTo>
                  <a:pt x="1259788" y="92618"/>
                </a:lnTo>
                <a:lnTo>
                  <a:pt x="1260487" y="92922"/>
                </a:lnTo>
                <a:lnTo>
                  <a:pt x="1261194" y="93223"/>
                </a:lnTo>
                <a:lnTo>
                  <a:pt x="1261909" y="93519"/>
                </a:lnTo>
                <a:lnTo>
                  <a:pt x="1262631" y="93812"/>
                </a:lnTo>
                <a:lnTo>
                  <a:pt x="1263362" y="94101"/>
                </a:lnTo>
                <a:lnTo>
                  <a:pt x="1264101" y="94386"/>
                </a:lnTo>
                <a:lnTo>
                  <a:pt x="1264848" y="94667"/>
                </a:lnTo>
                <a:lnTo>
                  <a:pt x="1265603" y="94945"/>
                </a:lnTo>
                <a:lnTo>
                  <a:pt x="1266366" y="95219"/>
                </a:lnTo>
                <a:lnTo>
                  <a:pt x="1267136" y="95489"/>
                </a:lnTo>
                <a:lnTo>
                  <a:pt x="1267915" y="95755"/>
                </a:lnTo>
                <a:lnTo>
                  <a:pt x="1268702" y="96018"/>
                </a:lnTo>
                <a:lnTo>
                  <a:pt x="1269497" y="96277"/>
                </a:lnTo>
                <a:lnTo>
                  <a:pt x="1270300" y="96532"/>
                </a:lnTo>
                <a:lnTo>
                  <a:pt x="1271110" y="96783"/>
                </a:lnTo>
                <a:lnTo>
                  <a:pt x="1271929" y="97031"/>
                </a:lnTo>
                <a:lnTo>
                  <a:pt x="1272756" y="97274"/>
                </a:lnTo>
                <a:lnTo>
                  <a:pt x="1273591" y="97514"/>
                </a:lnTo>
                <a:lnTo>
                  <a:pt x="1274433" y="97751"/>
                </a:lnTo>
                <a:lnTo>
                  <a:pt x="1275284" y="97983"/>
                </a:lnTo>
                <a:lnTo>
                  <a:pt x="1276143" y="98212"/>
                </a:lnTo>
                <a:lnTo>
                  <a:pt x="1277010" y="98437"/>
                </a:lnTo>
                <a:lnTo>
                  <a:pt x="1277884" y="98658"/>
                </a:lnTo>
                <a:lnTo>
                  <a:pt x="1278767" y="98875"/>
                </a:lnTo>
                <a:lnTo>
                  <a:pt x="1279811" y="99117"/>
                </a:lnTo>
                <a:lnTo>
                  <a:pt x="1280829" y="99357"/>
                </a:lnTo>
                <a:lnTo>
                  <a:pt x="1281820" y="99598"/>
                </a:lnTo>
                <a:lnTo>
                  <a:pt x="1282784" y="99838"/>
                </a:lnTo>
                <a:lnTo>
                  <a:pt x="1283722" y="100078"/>
                </a:lnTo>
                <a:lnTo>
                  <a:pt x="1284634" y="100317"/>
                </a:lnTo>
                <a:lnTo>
                  <a:pt x="1285519" y="100556"/>
                </a:lnTo>
                <a:lnTo>
                  <a:pt x="1286378" y="100795"/>
                </a:lnTo>
                <a:lnTo>
                  <a:pt x="1287210" y="101034"/>
                </a:lnTo>
                <a:lnTo>
                  <a:pt x="1288016" y="101272"/>
                </a:lnTo>
                <a:lnTo>
                  <a:pt x="1288795" y="101509"/>
                </a:lnTo>
                <a:lnTo>
                  <a:pt x="1289548" y="101747"/>
                </a:lnTo>
                <a:lnTo>
                  <a:pt x="1290275" y="101984"/>
                </a:lnTo>
                <a:lnTo>
                  <a:pt x="1290975" y="102220"/>
                </a:lnTo>
                <a:lnTo>
                  <a:pt x="1291648" y="102456"/>
                </a:lnTo>
                <a:lnTo>
                  <a:pt x="1292295" y="102692"/>
                </a:lnTo>
                <a:lnTo>
                  <a:pt x="1292916" y="102928"/>
                </a:lnTo>
                <a:lnTo>
                  <a:pt x="1293510" y="103163"/>
                </a:lnTo>
                <a:lnTo>
                  <a:pt x="1294077" y="103398"/>
                </a:lnTo>
                <a:lnTo>
                  <a:pt x="1294618" y="103632"/>
                </a:lnTo>
                <a:lnTo>
                  <a:pt x="1295133" y="103866"/>
                </a:lnTo>
                <a:lnTo>
                  <a:pt x="1295621" y="104100"/>
                </a:lnTo>
                <a:lnTo>
                  <a:pt x="1296083" y="104333"/>
                </a:lnTo>
                <a:lnTo>
                  <a:pt x="1296518" y="104567"/>
                </a:lnTo>
                <a:lnTo>
                  <a:pt x="1296931" y="104804"/>
                </a:lnTo>
                <a:lnTo>
                  <a:pt x="1297327" y="105052"/>
                </a:lnTo>
                <a:lnTo>
                  <a:pt x="1297705" y="105310"/>
                </a:lnTo>
                <a:lnTo>
                  <a:pt x="1298066" y="105577"/>
                </a:lnTo>
                <a:lnTo>
                  <a:pt x="1298409" y="105855"/>
                </a:lnTo>
                <a:lnTo>
                  <a:pt x="1298734" y="106143"/>
                </a:lnTo>
                <a:lnTo>
                  <a:pt x="1299042" y="106441"/>
                </a:lnTo>
                <a:lnTo>
                  <a:pt x="1299332" y="106749"/>
                </a:lnTo>
                <a:lnTo>
                  <a:pt x="1299604" y="107067"/>
                </a:lnTo>
                <a:lnTo>
                  <a:pt x="1299859" y="107395"/>
                </a:lnTo>
                <a:lnTo>
                  <a:pt x="1300097" y="107734"/>
                </a:lnTo>
                <a:lnTo>
                  <a:pt x="1300317" y="108082"/>
                </a:lnTo>
                <a:lnTo>
                  <a:pt x="1300519" y="108440"/>
                </a:lnTo>
                <a:lnTo>
                  <a:pt x="1300703" y="108809"/>
                </a:lnTo>
                <a:lnTo>
                  <a:pt x="1300871" y="109187"/>
                </a:lnTo>
                <a:lnTo>
                  <a:pt x="1301020" y="109576"/>
                </a:lnTo>
                <a:lnTo>
                  <a:pt x="1301152" y="109974"/>
                </a:lnTo>
                <a:lnTo>
                  <a:pt x="1301266" y="110383"/>
                </a:lnTo>
                <a:lnTo>
                  <a:pt x="1301363" y="110801"/>
                </a:lnTo>
                <a:lnTo>
                  <a:pt x="1301442" y="111230"/>
                </a:lnTo>
                <a:lnTo>
                  <a:pt x="1301504" y="111669"/>
                </a:lnTo>
                <a:lnTo>
                  <a:pt x="1301548" y="112118"/>
                </a:lnTo>
                <a:lnTo>
                  <a:pt x="1301574" y="112577"/>
                </a:lnTo>
                <a:lnTo>
                  <a:pt x="1301583" y="113046"/>
                </a:lnTo>
                <a:lnTo>
                  <a:pt x="1301575" y="113548"/>
                </a:lnTo>
                <a:lnTo>
                  <a:pt x="1301553" y="114039"/>
                </a:lnTo>
                <a:lnTo>
                  <a:pt x="1301516" y="114517"/>
                </a:lnTo>
                <a:lnTo>
                  <a:pt x="1301463" y="114983"/>
                </a:lnTo>
                <a:lnTo>
                  <a:pt x="1301396" y="115437"/>
                </a:lnTo>
                <a:lnTo>
                  <a:pt x="1301314" y="115879"/>
                </a:lnTo>
                <a:lnTo>
                  <a:pt x="1301217" y="116308"/>
                </a:lnTo>
                <a:lnTo>
                  <a:pt x="1301105" y="116725"/>
                </a:lnTo>
                <a:lnTo>
                  <a:pt x="1300978" y="117130"/>
                </a:lnTo>
                <a:lnTo>
                  <a:pt x="1300837" y="117522"/>
                </a:lnTo>
                <a:lnTo>
                  <a:pt x="1300680" y="117903"/>
                </a:lnTo>
                <a:lnTo>
                  <a:pt x="1300508" y="118271"/>
                </a:lnTo>
                <a:lnTo>
                  <a:pt x="1300322" y="118627"/>
                </a:lnTo>
                <a:lnTo>
                  <a:pt x="1300120" y="118970"/>
                </a:lnTo>
                <a:lnTo>
                  <a:pt x="1299904" y="119302"/>
                </a:lnTo>
                <a:lnTo>
                  <a:pt x="1299673" y="119621"/>
                </a:lnTo>
                <a:lnTo>
                  <a:pt x="1299427" y="119928"/>
                </a:lnTo>
                <a:lnTo>
                  <a:pt x="1299166" y="120222"/>
                </a:lnTo>
                <a:lnTo>
                  <a:pt x="1298890" y="120505"/>
                </a:lnTo>
                <a:lnTo>
                  <a:pt x="1298599" y="120775"/>
                </a:lnTo>
                <a:lnTo>
                  <a:pt x="1298293" y="121032"/>
                </a:lnTo>
                <a:lnTo>
                  <a:pt x="1297972" y="121278"/>
                </a:lnTo>
                <a:lnTo>
                  <a:pt x="1297636" y="121512"/>
                </a:lnTo>
                <a:lnTo>
                  <a:pt x="1297286" y="121733"/>
                </a:lnTo>
                <a:lnTo>
                  <a:pt x="1296921" y="121943"/>
                </a:lnTo>
                <a:lnTo>
                  <a:pt x="1296545" y="122144"/>
                </a:lnTo>
                <a:lnTo>
                  <a:pt x="1296157" y="122337"/>
                </a:lnTo>
                <a:lnTo>
                  <a:pt x="1295757" y="122520"/>
                </a:lnTo>
                <a:lnTo>
                  <a:pt x="1295344" y="122695"/>
                </a:lnTo>
                <a:lnTo>
                  <a:pt x="1294920" y="122860"/>
                </a:lnTo>
                <a:lnTo>
                  <a:pt x="1294483" y="123017"/>
                </a:lnTo>
                <a:lnTo>
                  <a:pt x="1294034" y="123164"/>
                </a:lnTo>
                <a:lnTo>
                  <a:pt x="1293574" y="123303"/>
                </a:lnTo>
                <a:lnTo>
                  <a:pt x="1293101" y="123433"/>
                </a:lnTo>
                <a:lnTo>
                  <a:pt x="1292616" y="123554"/>
                </a:lnTo>
                <a:lnTo>
                  <a:pt x="1292119" y="123665"/>
                </a:lnTo>
                <a:lnTo>
                  <a:pt x="1291610" y="123768"/>
                </a:lnTo>
                <a:lnTo>
                  <a:pt x="1291089" y="123862"/>
                </a:lnTo>
                <a:lnTo>
                  <a:pt x="1290555" y="123947"/>
                </a:lnTo>
                <a:lnTo>
                  <a:pt x="1290010" y="124023"/>
                </a:lnTo>
                <a:lnTo>
                  <a:pt x="1289453" y="124090"/>
                </a:lnTo>
                <a:lnTo>
                  <a:pt x="1288883" y="124149"/>
                </a:lnTo>
                <a:lnTo>
                  <a:pt x="1288302" y="124198"/>
                </a:lnTo>
                <a:lnTo>
                  <a:pt x="1287708" y="124238"/>
                </a:lnTo>
                <a:lnTo>
                  <a:pt x="1287102" y="124269"/>
                </a:lnTo>
                <a:lnTo>
                  <a:pt x="1286485" y="124292"/>
                </a:lnTo>
                <a:lnTo>
                  <a:pt x="1285855" y="124305"/>
                </a:lnTo>
                <a:lnTo>
                  <a:pt x="1285213" y="124310"/>
                </a:lnTo>
                <a:lnTo>
                  <a:pt x="1284560" y="124304"/>
                </a:lnTo>
                <a:lnTo>
                  <a:pt x="1283914" y="124286"/>
                </a:lnTo>
                <a:lnTo>
                  <a:pt x="1283274" y="124257"/>
                </a:lnTo>
                <a:lnTo>
                  <a:pt x="1282642" y="124216"/>
                </a:lnTo>
                <a:lnTo>
                  <a:pt x="1282017" y="124164"/>
                </a:lnTo>
                <a:lnTo>
                  <a:pt x="1281398" y="124100"/>
                </a:lnTo>
                <a:lnTo>
                  <a:pt x="1280787" y="124024"/>
                </a:lnTo>
                <a:lnTo>
                  <a:pt x="1280182" y="123937"/>
                </a:lnTo>
                <a:lnTo>
                  <a:pt x="1279585" y="123838"/>
                </a:lnTo>
                <a:lnTo>
                  <a:pt x="1278994" y="123727"/>
                </a:lnTo>
                <a:lnTo>
                  <a:pt x="1278410" y="123605"/>
                </a:lnTo>
                <a:lnTo>
                  <a:pt x="1277833" y="123471"/>
                </a:lnTo>
                <a:lnTo>
                  <a:pt x="1277264" y="123326"/>
                </a:lnTo>
                <a:lnTo>
                  <a:pt x="1276701" y="123168"/>
                </a:lnTo>
                <a:lnTo>
                  <a:pt x="1276144" y="123000"/>
                </a:lnTo>
                <a:lnTo>
                  <a:pt x="1275595" y="122819"/>
                </a:lnTo>
                <a:lnTo>
                  <a:pt x="1275053" y="122627"/>
                </a:lnTo>
                <a:lnTo>
                  <a:pt x="1274518" y="122423"/>
                </a:lnTo>
                <a:lnTo>
                  <a:pt x="1273990" y="122208"/>
                </a:lnTo>
                <a:lnTo>
                  <a:pt x="1273468" y="121981"/>
                </a:lnTo>
                <a:lnTo>
                  <a:pt x="1272954" y="121742"/>
                </a:lnTo>
                <a:lnTo>
                  <a:pt x="1272446" y="121491"/>
                </a:lnTo>
                <a:lnTo>
                  <a:pt x="1271945" y="121229"/>
                </a:lnTo>
                <a:lnTo>
                  <a:pt x="1271452" y="120956"/>
                </a:lnTo>
                <a:lnTo>
                  <a:pt x="1270972" y="120667"/>
                </a:lnTo>
                <a:lnTo>
                  <a:pt x="1270512" y="120360"/>
                </a:lnTo>
                <a:lnTo>
                  <a:pt x="1270073" y="120035"/>
                </a:lnTo>
                <a:lnTo>
                  <a:pt x="1269654" y="119692"/>
                </a:lnTo>
                <a:lnTo>
                  <a:pt x="1269256" y="119331"/>
                </a:lnTo>
                <a:lnTo>
                  <a:pt x="1268878" y="118951"/>
                </a:lnTo>
                <a:lnTo>
                  <a:pt x="1268520" y="118554"/>
                </a:lnTo>
                <a:lnTo>
                  <a:pt x="1268183" y="118138"/>
                </a:lnTo>
                <a:lnTo>
                  <a:pt x="1267867" y="117704"/>
                </a:lnTo>
                <a:lnTo>
                  <a:pt x="1267571" y="117252"/>
                </a:lnTo>
                <a:lnTo>
                  <a:pt x="1267295" y="116781"/>
                </a:lnTo>
                <a:lnTo>
                  <a:pt x="1267039" y="116293"/>
                </a:lnTo>
                <a:lnTo>
                  <a:pt x="1266805" y="115786"/>
                </a:lnTo>
                <a:lnTo>
                  <a:pt x="1266590" y="115261"/>
                </a:lnTo>
                <a:lnTo>
                  <a:pt x="1266396" y="114718"/>
                </a:lnTo>
                <a:lnTo>
                  <a:pt x="1266222" y="114156"/>
                </a:lnTo>
                <a:lnTo>
                  <a:pt x="1266069" y="113577"/>
                </a:lnTo>
                <a:lnTo>
                  <a:pt x="1265936" y="112979"/>
                </a:lnTo>
                <a:lnTo>
                  <a:pt x="1265824" y="112363"/>
                </a:lnTo>
                <a:lnTo>
                  <a:pt x="1265732" y="111729"/>
                </a:lnTo>
                <a:lnTo>
                  <a:pt x="1265661" y="111077"/>
                </a:lnTo>
                <a:lnTo>
                  <a:pt x="1265610" y="110406"/>
                </a:lnTo>
                <a:lnTo>
                  <a:pt x="1265579" y="109718"/>
                </a:lnTo>
                <a:lnTo>
                  <a:pt x="1265569" y="109011"/>
                </a:lnTo>
                <a:lnTo>
                  <a:pt x="1240400" y="109011"/>
                </a:lnTo>
                <a:lnTo>
                  <a:pt x="1240406" y="109815"/>
                </a:lnTo>
                <a:lnTo>
                  <a:pt x="1240426" y="110609"/>
                </a:lnTo>
                <a:lnTo>
                  <a:pt x="1240459" y="111391"/>
                </a:lnTo>
                <a:lnTo>
                  <a:pt x="1240505" y="112163"/>
                </a:lnTo>
                <a:lnTo>
                  <a:pt x="1240564" y="112923"/>
                </a:lnTo>
                <a:lnTo>
                  <a:pt x="1240636" y="113672"/>
                </a:lnTo>
                <a:lnTo>
                  <a:pt x="1240722" y="114410"/>
                </a:lnTo>
                <a:lnTo>
                  <a:pt x="1240820" y="115136"/>
                </a:lnTo>
                <a:lnTo>
                  <a:pt x="1240932" y="115852"/>
                </a:lnTo>
                <a:lnTo>
                  <a:pt x="1241057" y="116556"/>
                </a:lnTo>
                <a:lnTo>
                  <a:pt x="1241195" y="117250"/>
                </a:lnTo>
                <a:lnTo>
                  <a:pt x="1241346" y="117932"/>
                </a:lnTo>
                <a:lnTo>
                  <a:pt x="1241511" y="118603"/>
                </a:lnTo>
                <a:lnTo>
                  <a:pt x="1241688" y="119263"/>
                </a:lnTo>
                <a:lnTo>
                  <a:pt x="1241879" y="119912"/>
                </a:lnTo>
                <a:lnTo>
                  <a:pt x="1242082" y="120549"/>
                </a:lnTo>
                <a:lnTo>
                  <a:pt x="1242299" y="121176"/>
                </a:lnTo>
                <a:lnTo>
                  <a:pt x="1242529" y="121791"/>
                </a:lnTo>
                <a:lnTo>
                  <a:pt x="1242772" y="122395"/>
                </a:lnTo>
                <a:lnTo>
                  <a:pt x="1243029" y="122989"/>
                </a:lnTo>
                <a:lnTo>
                  <a:pt x="1243298" y="123571"/>
                </a:lnTo>
                <a:lnTo>
                  <a:pt x="1243581" y="124141"/>
                </a:lnTo>
                <a:lnTo>
                  <a:pt x="1243877" y="124701"/>
                </a:lnTo>
                <a:lnTo>
                  <a:pt x="1244185" y="125250"/>
                </a:lnTo>
                <a:lnTo>
                  <a:pt x="1244505" y="125788"/>
                </a:lnTo>
                <a:lnTo>
                  <a:pt x="1244835" y="126317"/>
                </a:lnTo>
                <a:lnTo>
                  <a:pt x="1245173" y="126836"/>
                </a:lnTo>
                <a:lnTo>
                  <a:pt x="1245521" y="127346"/>
                </a:lnTo>
                <a:lnTo>
                  <a:pt x="1245878" y="127846"/>
                </a:lnTo>
                <a:lnTo>
                  <a:pt x="1246244" y="128336"/>
                </a:lnTo>
                <a:lnTo>
                  <a:pt x="1246620" y="128818"/>
                </a:lnTo>
                <a:lnTo>
                  <a:pt x="1247005" y="129289"/>
                </a:lnTo>
                <a:lnTo>
                  <a:pt x="1247399" y="129751"/>
                </a:lnTo>
                <a:lnTo>
                  <a:pt x="1247802" y="130204"/>
                </a:lnTo>
                <a:lnTo>
                  <a:pt x="1248214" y="130647"/>
                </a:lnTo>
                <a:lnTo>
                  <a:pt x="1248636" y="131081"/>
                </a:lnTo>
                <a:lnTo>
                  <a:pt x="1249067" y="131505"/>
                </a:lnTo>
                <a:lnTo>
                  <a:pt x="1249507" y="131919"/>
                </a:lnTo>
                <a:lnTo>
                  <a:pt x="1249956" y="132324"/>
                </a:lnTo>
                <a:lnTo>
                  <a:pt x="1250415" y="132720"/>
                </a:lnTo>
                <a:lnTo>
                  <a:pt x="1250883" y="133106"/>
                </a:lnTo>
                <a:lnTo>
                  <a:pt x="1251360" y="133482"/>
                </a:lnTo>
                <a:lnTo>
                  <a:pt x="1251846" y="133849"/>
                </a:lnTo>
                <a:lnTo>
                  <a:pt x="1252342" y="134207"/>
                </a:lnTo>
                <a:lnTo>
                  <a:pt x="1252847" y="134555"/>
                </a:lnTo>
                <a:lnTo>
                  <a:pt x="1253361" y="134893"/>
                </a:lnTo>
                <a:lnTo>
                  <a:pt x="1253884" y="135222"/>
                </a:lnTo>
                <a:lnTo>
                  <a:pt x="1254417" y="135542"/>
                </a:lnTo>
                <a:lnTo>
                  <a:pt x="1254956" y="135852"/>
                </a:lnTo>
                <a:lnTo>
                  <a:pt x="1255502" y="136156"/>
                </a:lnTo>
                <a:lnTo>
                  <a:pt x="1256052" y="136451"/>
                </a:lnTo>
                <a:lnTo>
                  <a:pt x="1256608" y="136738"/>
                </a:lnTo>
                <a:lnTo>
                  <a:pt x="1257169" y="137018"/>
                </a:lnTo>
                <a:lnTo>
                  <a:pt x="1257735" y="137291"/>
                </a:lnTo>
                <a:lnTo>
                  <a:pt x="1258307" y="137555"/>
                </a:lnTo>
                <a:lnTo>
                  <a:pt x="1258884" y="137812"/>
                </a:lnTo>
                <a:lnTo>
                  <a:pt x="1259467" y="138061"/>
                </a:lnTo>
                <a:lnTo>
                  <a:pt x="1260055" y="138302"/>
                </a:lnTo>
                <a:lnTo>
                  <a:pt x="1260648" y="138535"/>
                </a:lnTo>
                <a:lnTo>
                  <a:pt x="1261246" y="138761"/>
                </a:lnTo>
                <a:lnTo>
                  <a:pt x="1261850" y="138979"/>
                </a:lnTo>
                <a:lnTo>
                  <a:pt x="1262459" y="139190"/>
                </a:lnTo>
                <a:lnTo>
                  <a:pt x="1263073" y="139392"/>
                </a:lnTo>
                <a:lnTo>
                  <a:pt x="1263693" y="139587"/>
                </a:lnTo>
                <a:lnTo>
                  <a:pt x="1264318" y="139774"/>
                </a:lnTo>
                <a:lnTo>
                  <a:pt x="1264948" y="139954"/>
                </a:lnTo>
                <a:lnTo>
                  <a:pt x="1265584" y="140126"/>
                </a:lnTo>
                <a:lnTo>
                  <a:pt x="1266225" y="140290"/>
                </a:lnTo>
                <a:lnTo>
                  <a:pt x="1266872" y="140446"/>
                </a:lnTo>
                <a:lnTo>
                  <a:pt x="1267523" y="140594"/>
                </a:lnTo>
                <a:lnTo>
                  <a:pt x="1268180" y="140735"/>
                </a:lnTo>
                <a:lnTo>
                  <a:pt x="1268843" y="140868"/>
                </a:lnTo>
                <a:lnTo>
                  <a:pt x="1269508" y="140995"/>
                </a:lnTo>
                <a:lnTo>
                  <a:pt x="1270175" y="141116"/>
                </a:lnTo>
                <a:lnTo>
                  <a:pt x="1270843" y="141232"/>
                </a:lnTo>
                <a:lnTo>
                  <a:pt x="1271511" y="141342"/>
                </a:lnTo>
                <a:lnTo>
                  <a:pt x="1272181" y="141447"/>
                </a:lnTo>
                <a:lnTo>
                  <a:pt x="1272852" y="141547"/>
                </a:lnTo>
                <a:lnTo>
                  <a:pt x="1273524" y="141641"/>
                </a:lnTo>
                <a:lnTo>
                  <a:pt x="1274197" y="141730"/>
                </a:lnTo>
                <a:lnTo>
                  <a:pt x="1274871" y="141813"/>
                </a:lnTo>
                <a:lnTo>
                  <a:pt x="1275546" y="141891"/>
                </a:lnTo>
                <a:lnTo>
                  <a:pt x="1276223" y="141964"/>
                </a:lnTo>
                <a:lnTo>
                  <a:pt x="1276900" y="142031"/>
                </a:lnTo>
                <a:lnTo>
                  <a:pt x="1277578" y="142093"/>
                </a:lnTo>
                <a:lnTo>
                  <a:pt x="1278258" y="142150"/>
                </a:lnTo>
                <a:lnTo>
                  <a:pt x="1278938" y="142201"/>
                </a:lnTo>
                <a:lnTo>
                  <a:pt x="1279620" y="142247"/>
                </a:lnTo>
                <a:lnTo>
                  <a:pt x="1280302" y="142287"/>
                </a:lnTo>
                <a:lnTo>
                  <a:pt x="1280986" y="142322"/>
                </a:lnTo>
                <a:lnTo>
                  <a:pt x="1281671" y="142352"/>
                </a:lnTo>
                <a:lnTo>
                  <a:pt x="1282356" y="142376"/>
                </a:lnTo>
                <a:lnTo>
                  <a:pt x="1283043" y="142395"/>
                </a:lnTo>
                <a:lnTo>
                  <a:pt x="1283731" y="142408"/>
                </a:lnTo>
                <a:lnTo>
                  <a:pt x="1284420" y="142416"/>
                </a:lnTo>
                <a:lnTo>
                  <a:pt x="1285110" y="142419"/>
                </a:lnTo>
                <a:lnTo>
                  <a:pt x="1285809" y="142416"/>
                </a:lnTo>
                <a:lnTo>
                  <a:pt x="1286505" y="142407"/>
                </a:lnTo>
                <a:lnTo>
                  <a:pt x="1287199" y="142391"/>
                </a:lnTo>
                <a:lnTo>
                  <a:pt x="1287891" y="142370"/>
                </a:lnTo>
                <a:close/>
              </a:path>
            </a:pathLst>
          </a:custGeom>
          <a:solidFill xmlns:a="http://schemas.openxmlformats.org/drawingml/2006/main">
            <a:srgbClr val="FFC04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5e11786c2429b"/>
          <a:stretch xmlns:a="http://schemas.openxmlformats.org/drawingml/2006/main"/>
        </p:blipFill>
        <p:spPr>
          <a:xfrm xmlns:a="http://schemas.openxmlformats.org/drawingml/2006/main">
            <a:off x="4906104" y="4265705"/>
            <a:ext cx="554208" cy="284209"/>
          </a:xfrm>
          <a:prstGeom xmlns:a="http://schemas.openxmlformats.org/drawingml/2006/main" prst="rect">
            <a:avLst/>
          </a:prstGeom>
        </p:spPr>
      </p:pic>
      <p:pic>
        <p:nvPicPr>
          <p:cNvPr id="2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982dd7eb54b68"/>
          <a:stretch xmlns:a="http://schemas.openxmlformats.org/drawingml/2006/main"/>
        </p:blipFill>
        <p:spPr>
          <a:xfrm xmlns:a="http://schemas.openxmlformats.org/drawingml/2006/main">
            <a:off x="6091895" y="4884496"/>
            <a:ext cx="420678" cy="420678"/>
          </a:xfrm>
          <a:prstGeom xmlns:a="http://schemas.openxmlformats.org/drawingml/2006/main" prst="rect">
            <a:avLst/>
          </a:prstGeom>
        </p:spPr>
      </p:pic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A4E0A-71CD-4698-A16A-5E87F46E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596" y="4842100"/>
            <a:ext cx="3296233" cy="308716"/>
          </a:xfrm>
          <a:custGeom xmlns:a="http://schemas.openxmlformats.org/drawingml/2006/main">
            <a:pathLst>
              <a:path w="3296233" h="308716">
                <a:moveTo>
                  <a:pt x="3226387" y="0"/>
                </a:moveTo>
                <a:lnTo>
                  <a:pt x="3156542" y="139691"/>
                </a:lnTo>
                <a:lnTo>
                  <a:pt x="3208926" y="139691"/>
                </a:lnTo>
                <a:lnTo>
                  <a:pt x="3208926" y="273794"/>
                </a:lnTo>
                <a:lnTo>
                  <a:pt x="0" y="273794"/>
                </a:lnTo>
                <a:lnTo>
                  <a:pt x="0" y="308716"/>
                </a:lnTo>
                <a:lnTo>
                  <a:pt x="3243849" y="308716"/>
                </a:lnTo>
                <a:lnTo>
                  <a:pt x="3243849" y="139691"/>
                </a:lnTo>
                <a:lnTo>
                  <a:pt x="3296233" y="139691"/>
                </a:lnTo>
                <a:lnTo>
                  <a:pt x="3226387" y="0"/>
                </a:lnTo>
                <a:close/>
              </a:path>
            </a:pathLst>
          </a:custGeom>
          <a:solidFill xmlns:a="http://schemas.openxmlformats.org/drawingml/2006/main">
            <a:srgbClr val="0050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TestCases">
            <a:extLst xmlns:a="http://schemas.openxmlformats.org/drawingml/2006/main">
              <a:ext uri="{FF2B5EF4-FFF2-40B4-BE49-F238E27FC236}">
                <a16:creationId xmlns:a16="http://schemas.microsoft.com/office/drawing/2014/main" id="{55726224-13A9-4EB2-A311-20977C8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978" y="4984052"/>
            <a:ext cx="1261115" cy="173446"/>
          </a:xfrm>
          <a:custGeom xmlns:a="http://schemas.openxmlformats.org/drawingml/2006/main">
            <a:pathLst>
              <a:path w="1261115" h="173446">
                <a:moveTo>
                  <a:pt x="45181" y="171186"/>
                </a:moveTo>
                <a:lnTo>
                  <a:pt x="45181" y="31627"/>
                </a:lnTo>
                <a:lnTo>
                  <a:pt x="0" y="31627"/>
                </a:lnTo>
                <a:lnTo>
                  <a:pt x="0" y="2259"/>
                </a:lnTo>
                <a:lnTo>
                  <a:pt x="125378" y="2259"/>
                </a:lnTo>
                <a:lnTo>
                  <a:pt x="125378" y="31627"/>
                </a:lnTo>
                <a:lnTo>
                  <a:pt x="80448" y="31627"/>
                </a:lnTo>
                <a:lnTo>
                  <a:pt x="80448" y="171186"/>
                </a:lnTo>
                <a:lnTo>
                  <a:pt x="45181" y="171186"/>
                </a:lnTo>
                <a:close/>
                <a:moveTo>
                  <a:pt x="200428" y="173446"/>
                </a:moveTo>
                <a:cubicBezTo>
                  <a:pt x="186790" y="173446"/>
                  <a:pt x="175328" y="170884"/>
                  <a:pt x="166040" y="165762"/>
                </a:cubicBezTo>
                <a:cubicBezTo>
                  <a:pt x="156753" y="160640"/>
                  <a:pt x="149725" y="153254"/>
                  <a:pt x="144956" y="143603"/>
                </a:cubicBezTo>
                <a:cubicBezTo>
                  <a:pt x="140187" y="133950"/>
                  <a:pt x="137802" y="122350"/>
                  <a:pt x="137802" y="108803"/>
                </a:cubicBezTo>
                <a:cubicBezTo>
                  <a:pt x="137802" y="95681"/>
                  <a:pt x="140124" y="84379"/>
                  <a:pt x="144768" y="74898"/>
                </a:cubicBezTo>
                <a:cubicBezTo>
                  <a:pt x="149411" y="65415"/>
                  <a:pt x="156230" y="58112"/>
                  <a:pt x="165225" y="52990"/>
                </a:cubicBezTo>
                <a:cubicBezTo>
                  <a:pt x="174219" y="47868"/>
                  <a:pt x="185284" y="45307"/>
                  <a:pt x="198420" y="45307"/>
                </a:cubicBezTo>
                <a:cubicBezTo>
                  <a:pt x="216660" y="45307"/>
                  <a:pt x="231072" y="50698"/>
                  <a:pt x="241656" y="61481"/>
                </a:cubicBezTo>
                <a:cubicBezTo>
                  <a:pt x="252240" y="72264"/>
                  <a:pt x="257532" y="87635"/>
                  <a:pt x="257532" y="107596"/>
                </a:cubicBezTo>
                <a:cubicBezTo>
                  <a:pt x="257532" y="108610"/>
                  <a:pt x="257490" y="109984"/>
                  <a:pt x="257407" y="111718"/>
                </a:cubicBezTo>
                <a:cubicBezTo>
                  <a:pt x="257323" y="113451"/>
                  <a:pt x="257198" y="114783"/>
                  <a:pt x="257030" y="115714"/>
                </a:cubicBezTo>
                <a:lnTo>
                  <a:pt x="171061" y="115714"/>
                </a:lnTo>
                <a:cubicBezTo>
                  <a:pt x="171228" y="121621"/>
                  <a:pt x="172295" y="127141"/>
                  <a:pt x="174261" y="132277"/>
                </a:cubicBezTo>
                <a:cubicBezTo>
                  <a:pt x="176227" y="137412"/>
                  <a:pt x="179344" y="141542"/>
                  <a:pt x="183611" y="144666"/>
                </a:cubicBezTo>
                <a:cubicBezTo>
                  <a:pt x="187878" y="147788"/>
                  <a:pt x="193484" y="149349"/>
                  <a:pt x="200428" y="149349"/>
                </a:cubicBezTo>
                <a:cubicBezTo>
                  <a:pt x="207624" y="149349"/>
                  <a:pt x="213397" y="147733"/>
                  <a:pt x="217748" y="144501"/>
                </a:cubicBezTo>
                <a:cubicBezTo>
                  <a:pt x="222099" y="141270"/>
                  <a:pt x="224316" y="136464"/>
                  <a:pt x="224399" y="130084"/>
                </a:cubicBezTo>
                <a:lnTo>
                  <a:pt x="257156" y="130084"/>
                </a:lnTo>
                <a:cubicBezTo>
                  <a:pt x="256737" y="139748"/>
                  <a:pt x="254123" y="147801"/>
                  <a:pt x="249312" y="154244"/>
                </a:cubicBezTo>
                <a:cubicBezTo>
                  <a:pt x="244501" y="160686"/>
                  <a:pt x="237933" y="165497"/>
                  <a:pt x="229608" y="168676"/>
                </a:cubicBezTo>
                <a:cubicBezTo>
                  <a:pt x="221283" y="171856"/>
                  <a:pt x="211556" y="173446"/>
                  <a:pt x="200428" y="173446"/>
                </a:cubicBezTo>
                <a:moveTo>
                  <a:pt x="171437" y="94629"/>
                </a:moveTo>
                <a:lnTo>
                  <a:pt x="224525" y="94629"/>
                </a:lnTo>
                <a:cubicBezTo>
                  <a:pt x="224274" y="85844"/>
                  <a:pt x="221743" y="79276"/>
                  <a:pt x="216932" y="74925"/>
                </a:cubicBezTo>
                <a:cubicBezTo>
                  <a:pt x="212121" y="70575"/>
                  <a:pt x="205950" y="68399"/>
                  <a:pt x="198420" y="68399"/>
                </a:cubicBezTo>
                <a:cubicBezTo>
                  <a:pt x="190723" y="68399"/>
                  <a:pt x="184427" y="70639"/>
                  <a:pt x="179532" y="75118"/>
                </a:cubicBezTo>
                <a:cubicBezTo>
                  <a:pt x="174637" y="79597"/>
                  <a:pt x="171939" y="86100"/>
                  <a:pt x="171437" y="94629"/>
                </a:cubicBezTo>
                <a:close/>
                <a:moveTo>
                  <a:pt x="336184" y="173446"/>
                </a:moveTo>
                <a:cubicBezTo>
                  <a:pt x="329407" y="173446"/>
                  <a:pt x="322756" y="172811"/>
                  <a:pt x="316229" y="171543"/>
                </a:cubicBezTo>
                <a:cubicBezTo>
                  <a:pt x="309703" y="170275"/>
                  <a:pt x="303805" y="168097"/>
                  <a:pt x="298533" y="165009"/>
                </a:cubicBezTo>
                <a:cubicBezTo>
                  <a:pt x="293262" y="161921"/>
                  <a:pt x="289079" y="157713"/>
                  <a:pt x="285983" y="152384"/>
                </a:cubicBezTo>
                <a:cubicBezTo>
                  <a:pt x="282887" y="147056"/>
                  <a:pt x="281340" y="140416"/>
                  <a:pt x="281340" y="132465"/>
                </a:cubicBezTo>
                <a:lnTo>
                  <a:pt x="312213" y="132465"/>
                </a:lnTo>
                <a:cubicBezTo>
                  <a:pt x="312213" y="139490"/>
                  <a:pt x="314619" y="144375"/>
                  <a:pt x="319430" y="147117"/>
                </a:cubicBezTo>
                <a:cubicBezTo>
                  <a:pt x="324241" y="149860"/>
                  <a:pt x="329867" y="151231"/>
                  <a:pt x="336310" y="151231"/>
                </a:cubicBezTo>
                <a:cubicBezTo>
                  <a:pt x="342669" y="151231"/>
                  <a:pt x="347605" y="150178"/>
                  <a:pt x="351119" y="148070"/>
                </a:cubicBezTo>
                <a:cubicBezTo>
                  <a:pt x="354633" y="145960"/>
                  <a:pt x="356390" y="142408"/>
                  <a:pt x="356390" y="137414"/>
                </a:cubicBezTo>
                <a:cubicBezTo>
                  <a:pt x="356390" y="132763"/>
                  <a:pt x="354320" y="129296"/>
                  <a:pt x="350178" y="127013"/>
                </a:cubicBezTo>
                <a:cubicBezTo>
                  <a:pt x="346036" y="124728"/>
                  <a:pt x="338778" y="122401"/>
                  <a:pt x="328403" y="120032"/>
                </a:cubicBezTo>
                <a:cubicBezTo>
                  <a:pt x="319702" y="117917"/>
                  <a:pt x="311941" y="115358"/>
                  <a:pt x="305122" y="112357"/>
                </a:cubicBezTo>
                <a:cubicBezTo>
                  <a:pt x="298303" y="109355"/>
                  <a:pt x="292970" y="105339"/>
                  <a:pt x="289121" y="100308"/>
                </a:cubicBezTo>
                <a:cubicBezTo>
                  <a:pt x="285272" y="95275"/>
                  <a:pt x="283348" y="88656"/>
                  <a:pt x="283348" y="80452"/>
                </a:cubicBezTo>
                <a:cubicBezTo>
                  <a:pt x="283348" y="74022"/>
                  <a:pt x="284812" y="68567"/>
                  <a:pt x="287740" y="64085"/>
                </a:cubicBezTo>
                <a:cubicBezTo>
                  <a:pt x="290669" y="59601"/>
                  <a:pt x="294580" y="55985"/>
                  <a:pt x="299475" y="53237"/>
                </a:cubicBezTo>
                <a:cubicBezTo>
                  <a:pt x="304369" y="50489"/>
                  <a:pt x="309892" y="48481"/>
                  <a:pt x="316041" y="47213"/>
                </a:cubicBezTo>
                <a:cubicBezTo>
                  <a:pt x="322191" y="45942"/>
                  <a:pt x="328487" y="45307"/>
                  <a:pt x="334929" y="45307"/>
                </a:cubicBezTo>
                <a:cubicBezTo>
                  <a:pt x="341205" y="45307"/>
                  <a:pt x="347354" y="45941"/>
                  <a:pt x="353378" y="47209"/>
                </a:cubicBezTo>
                <a:cubicBezTo>
                  <a:pt x="359403" y="48477"/>
                  <a:pt x="364841" y="50613"/>
                  <a:pt x="369694" y="53617"/>
                </a:cubicBezTo>
                <a:cubicBezTo>
                  <a:pt x="374547" y="56619"/>
                  <a:pt x="378437" y="60657"/>
                  <a:pt x="381366" y="65732"/>
                </a:cubicBezTo>
                <a:cubicBezTo>
                  <a:pt x="384294" y="70807"/>
                  <a:pt x="385758" y="77151"/>
                  <a:pt x="385758" y="84762"/>
                </a:cubicBezTo>
                <a:lnTo>
                  <a:pt x="354884" y="84762"/>
                </a:lnTo>
                <a:cubicBezTo>
                  <a:pt x="354884" y="78327"/>
                  <a:pt x="352897" y="73867"/>
                  <a:pt x="348923" y="71380"/>
                </a:cubicBezTo>
                <a:cubicBezTo>
                  <a:pt x="344949" y="68891"/>
                  <a:pt x="340284" y="67646"/>
                  <a:pt x="334929" y="67646"/>
                </a:cubicBezTo>
                <a:cubicBezTo>
                  <a:pt x="329156" y="67646"/>
                  <a:pt x="324617" y="68512"/>
                  <a:pt x="321312" y="70243"/>
                </a:cubicBezTo>
                <a:cubicBezTo>
                  <a:pt x="318007" y="71971"/>
                  <a:pt x="316355" y="74823"/>
                  <a:pt x="316355" y="78800"/>
                </a:cubicBezTo>
                <a:cubicBezTo>
                  <a:pt x="316355" y="81083"/>
                  <a:pt x="317401" y="83092"/>
                  <a:pt x="319493" y="84828"/>
                </a:cubicBezTo>
                <a:cubicBezTo>
                  <a:pt x="321584" y="86562"/>
                  <a:pt x="324931" y="88169"/>
                  <a:pt x="329533" y="89649"/>
                </a:cubicBezTo>
                <a:cubicBezTo>
                  <a:pt x="334135" y="91128"/>
                  <a:pt x="340201" y="92714"/>
                  <a:pt x="347731" y="94406"/>
                </a:cubicBezTo>
                <a:cubicBezTo>
                  <a:pt x="355679" y="96268"/>
                  <a:pt x="362791" y="98678"/>
                  <a:pt x="369066" y="101638"/>
                </a:cubicBezTo>
                <a:cubicBezTo>
                  <a:pt x="375341" y="104598"/>
                  <a:pt x="380320" y="108573"/>
                  <a:pt x="384001" y="113565"/>
                </a:cubicBezTo>
                <a:cubicBezTo>
                  <a:pt x="387683" y="118554"/>
                  <a:pt x="389523" y="125023"/>
                  <a:pt x="389523" y="132975"/>
                </a:cubicBezTo>
                <a:cubicBezTo>
                  <a:pt x="389523" y="140419"/>
                  <a:pt x="388038" y="146720"/>
                  <a:pt x="385068" y="151879"/>
                </a:cubicBezTo>
                <a:cubicBezTo>
                  <a:pt x="382098" y="157037"/>
                  <a:pt x="378123" y="161202"/>
                  <a:pt x="373145" y="164374"/>
                </a:cubicBezTo>
                <a:cubicBezTo>
                  <a:pt x="368167" y="167546"/>
                  <a:pt x="362477" y="169850"/>
                  <a:pt x="356077" y="171288"/>
                </a:cubicBezTo>
                <a:cubicBezTo>
                  <a:pt x="349676" y="172726"/>
                  <a:pt x="343045" y="173446"/>
                  <a:pt x="336184" y="173446"/>
                </a:cubicBezTo>
                <a:close/>
                <a:moveTo>
                  <a:pt x="470151" y="171186"/>
                </a:moveTo>
                <a:cubicBezTo>
                  <a:pt x="457768" y="171186"/>
                  <a:pt x="448167" y="169679"/>
                  <a:pt x="441348" y="166664"/>
                </a:cubicBezTo>
                <a:cubicBezTo>
                  <a:pt x="434529" y="163647"/>
                  <a:pt x="429780" y="158973"/>
                  <a:pt x="427103" y="152643"/>
                </a:cubicBezTo>
                <a:cubicBezTo>
                  <a:pt x="424426" y="146313"/>
                  <a:pt x="423087" y="138050"/>
                  <a:pt x="423087" y="127853"/>
                </a:cubicBezTo>
                <a:lnTo>
                  <a:pt x="423087" y="72792"/>
                </a:lnTo>
                <a:lnTo>
                  <a:pt x="402755" y="72792"/>
                </a:lnTo>
                <a:lnTo>
                  <a:pt x="402755" y="47189"/>
                </a:lnTo>
                <a:lnTo>
                  <a:pt x="423087" y="47189"/>
                </a:lnTo>
                <a:lnTo>
                  <a:pt x="423087" y="18323"/>
                </a:lnTo>
                <a:lnTo>
                  <a:pt x="456345" y="18323"/>
                </a:lnTo>
                <a:lnTo>
                  <a:pt x="456345" y="47189"/>
                </a:lnTo>
                <a:lnTo>
                  <a:pt x="483078" y="47189"/>
                </a:lnTo>
                <a:lnTo>
                  <a:pt x="483078" y="72792"/>
                </a:lnTo>
                <a:lnTo>
                  <a:pt x="456345" y="72792"/>
                </a:lnTo>
                <a:lnTo>
                  <a:pt x="456345" y="126107"/>
                </a:lnTo>
                <a:cubicBezTo>
                  <a:pt x="456345" y="132686"/>
                  <a:pt x="457245" y="137555"/>
                  <a:pt x="459044" y="140717"/>
                </a:cubicBezTo>
                <a:cubicBezTo>
                  <a:pt x="460843" y="143878"/>
                  <a:pt x="464921" y="145458"/>
                  <a:pt x="471280" y="145458"/>
                </a:cubicBezTo>
                <a:lnTo>
                  <a:pt x="483078" y="145458"/>
                </a:lnTo>
                <a:lnTo>
                  <a:pt x="483078" y="171186"/>
                </a:lnTo>
                <a:lnTo>
                  <a:pt x="470151" y="171186"/>
                </a:lnTo>
                <a:close/>
                <a:moveTo>
                  <a:pt x="637145" y="173446"/>
                </a:moveTo>
                <a:cubicBezTo>
                  <a:pt x="620076" y="173446"/>
                  <a:pt x="605393" y="169869"/>
                  <a:pt x="593093" y="162715"/>
                </a:cubicBezTo>
                <a:cubicBezTo>
                  <a:pt x="580794" y="155561"/>
                  <a:pt x="571339" y="145521"/>
                  <a:pt x="564729" y="132594"/>
                </a:cubicBezTo>
                <a:cubicBezTo>
                  <a:pt x="558120" y="119667"/>
                  <a:pt x="554815" y="104419"/>
                  <a:pt x="554815" y="86848"/>
                </a:cubicBezTo>
                <a:cubicBezTo>
                  <a:pt x="554815" y="69278"/>
                  <a:pt x="558120" y="53987"/>
                  <a:pt x="564729" y="40977"/>
                </a:cubicBezTo>
                <a:cubicBezTo>
                  <a:pt x="571339" y="27966"/>
                  <a:pt x="580794" y="17884"/>
                  <a:pt x="593093" y="10731"/>
                </a:cubicBezTo>
                <a:cubicBezTo>
                  <a:pt x="605393" y="3577"/>
                  <a:pt x="620076" y="0"/>
                  <a:pt x="637145" y="0"/>
                </a:cubicBezTo>
                <a:cubicBezTo>
                  <a:pt x="650365" y="0"/>
                  <a:pt x="662538" y="2280"/>
                  <a:pt x="673666" y="6840"/>
                </a:cubicBezTo>
                <a:cubicBezTo>
                  <a:pt x="684794" y="11400"/>
                  <a:pt x="693830" y="18135"/>
                  <a:pt x="700775" y="27046"/>
                </a:cubicBezTo>
                <a:cubicBezTo>
                  <a:pt x="707720" y="35957"/>
                  <a:pt x="711526" y="46938"/>
                  <a:pt x="712196" y="59991"/>
                </a:cubicBezTo>
                <a:lnTo>
                  <a:pt x="676051" y="59991"/>
                </a:lnTo>
                <a:cubicBezTo>
                  <a:pt x="675130" y="53130"/>
                  <a:pt x="672892" y="47440"/>
                  <a:pt x="669336" y="42922"/>
                </a:cubicBezTo>
                <a:cubicBezTo>
                  <a:pt x="665781" y="38404"/>
                  <a:pt x="661241" y="35015"/>
                  <a:pt x="655719" y="32756"/>
                </a:cubicBezTo>
                <a:cubicBezTo>
                  <a:pt x="650197" y="30497"/>
                  <a:pt x="644006" y="29368"/>
                  <a:pt x="637145" y="29368"/>
                </a:cubicBezTo>
                <a:cubicBezTo>
                  <a:pt x="626101" y="29368"/>
                  <a:pt x="617211" y="32045"/>
                  <a:pt x="610475" y="37400"/>
                </a:cubicBezTo>
                <a:cubicBezTo>
                  <a:pt x="603740" y="42755"/>
                  <a:pt x="598845" y="49762"/>
                  <a:pt x="595792" y="58422"/>
                </a:cubicBezTo>
                <a:cubicBezTo>
                  <a:pt x="592738" y="67081"/>
                  <a:pt x="591211" y="76557"/>
                  <a:pt x="591211" y="86848"/>
                </a:cubicBezTo>
                <a:cubicBezTo>
                  <a:pt x="591211" y="97056"/>
                  <a:pt x="592738" y="106510"/>
                  <a:pt x="595792" y="115212"/>
                </a:cubicBezTo>
                <a:cubicBezTo>
                  <a:pt x="598845" y="123914"/>
                  <a:pt x="603740" y="130900"/>
                  <a:pt x="610475" y="136171"/>
                </a:cubicBezTo>
                <a:cubicBezTo>
                  <a:pt x="617211" y="141442"/>
                  <a:pt x="626101" y="144078"/>
                  <a:pt x="637145" y="144078"/>
                </a:cubicBezTo>
                <a:cubicBezTo>
                  <a:pt x="648775" y="144078"/>
                  <a:pt x="657957" y="141087"/>
                  <a:pt x="664693" y="135104"/>
                </a:cubicBezTo>
                <a:cubicBezTo>
                  <a:pt x="671428" y="129122"/>
                  <a:pt x="675298" y="120609"/>
                  <a:pt x="676302" y="109564"/>
                </a:cubicBezTo>
                <a:lnTo>
                  <a:pt x="712447" y="109564"/>
                </a:lnTo>
                <a:cubicBezTo>
                  <a:pt x="711443" y="123370"/>
                  <a:pt x="707803" y="135021"/>
                  <a:pt x="701528" y="144517"/>
                </a:cubicBezTo>
                <a:cubicBezTo>
                  <a:pt x="695253" y="154013"/>
                  <a:pt x="686677" y="161209"/>
                  <a:pt x="675800" y="166104"/>
                </a:cubicBezTo>
                <a:cubicBezTo>
                  <a:pt x="664923" y="170998"/>
                  <a:pt x="652038" y="173446"/>
                  <a:pt x="637145" y="173446"/>
                </a:cubicBezTo>
                <a:close/>
                <a:moveTo>
                  <a:pt x="775315" y="173446"/>
                </a:moveTo>
                <a:cubicBezTo>
                  <a:pt x="768371" y="173446"/>
                  <a:pt x="761886" y="172094"/>
                  <a:pt x="755862" y="169390"/>
                </a:cubicBezTo>
                <a:cubicBezTo>
                  <a:pt x="749838" y="166687"/>
                  <a:pt x="744964" y="162610"/>
                  <a:pt x="741241" y="157161"/>
                </a:cubicBezTo>
                <a:cubicBezTo>
                  <a:pt x="737518" y="151710"/>
                  <a:pt x="735656" y="144887"/>
                  <a:pt x="735656" y="136693"/>
                </a:cubicBezTo>
                <a:cubicBezTo>
                  <a:pt x="735656" y="125288"/>
                  <a:pt x="739045" y="116692"/>
                  <a:pt x="745822" y="110906"/>
                </a:cubicBezTo>
                <a:cubicBezTo>
                  <a:pt x="752599" y="105117"/>
                  <a:pt x="762074" y="101187"/>
                  <a:pt x="774248" y="99116"/>
                </a:cubicBezTo>
                <a:cubicBezTo>
                  <a:pt x="786422" y="97045"/>
                  <a:pt x="800583" y="95841"/>
                  <a:pt x="816731" y="95504"/>
                </a:cubicBezTo>
                <a:lnTo>
                  <a:pt x="816731" y="88770"/>
                </a:lnTo>
                <a:cubicBezTo>
                  <a:pt x="816731" y="80565"/>
                  <a:pt x="814828" y="74952"/>
                  <a:pt x="811021" y="71929"/>
                </a:cubicBezTo>
                <a:cubicBezTo>
                  <a:pt x="807214" y="68907"/>
                  <a:pt x="802298" y="67395"/>
                  <a:pt x="796274" y="67395"/>
                </a:cubicBezTo>
                <a:cubicBezTo>
                  <a:pt x="789664" y="67395"/>
                  <a:pt x="784226" y="69007"/>
                  <a:pt x="779959" y="72231"/>
                </a:cubicBezTo>
                <a:cubicBezTo>
                  <a:pt x="775692" y="75452"/>
                  <a:pt x="773558" y="80672"/>
                  <a:pt x="773558" y="87892"/>
                </a:cubicBezTo>
                <a:lnTo>
                  <a:pt x="742433" y="87892"/>
                </a:lnTo>
                <a:cubicBezTo>
                  <a:pt x="742433" y="77300"/>
                  <a:pt x="744713" y="68910"/>
                  <a:pt x="749273" y="62724"/>
                </a:cubicBezTo>
                <a:cubicBezTo>
                  <a:pt x="753833" y="56535"/>
                  <a:pt x="760150" y="52085"/>
                  <a:pt x="768224" y="49374"/>
                </a:cubicBezTo>
                <a:cubicBezTo>
                  <a:pt x="776298" y="46662"/>
                  <a:pt x="785648" y="45307"/>
                  <a:pt x="796274" y="45307"/>
                </a:cubicBezTo>
                <a:cubicBezTo>
                  <a:pt x="804055" y="45307"/>
                  <a:pt x="811167" y="45963"/>
                  <a:pt x="817610" y="47276"/>
                </a:cubicBezTo>
                <a:cubicBezTo>
                  <a:pt x="824052" y="48588"/>
                  <a:pt x="829637" y="50854"/>
                  <a:pt x="834364" y="54072"/>
                </a:cubicBezTo>
                <a:cubicBezTo>
                  <a:pt x="839092" y="57288"/>
                  <a:pt x="842752" y="61670"/>
                  <a:pt x="845346" y="67219"/>
                </a:cubicBezTo>
                <a:cubicBezTo>
                  <a:pt x="847940" y="72764"/>
                  <a:pt x="849236" y="79687"/>
                  <a:pt x="849236" y="87986"/>
                </a:cubicBezTo>
                <a:lnTo>
                  <a:pt x="849236" y="171186"/>
                </a:lnTo>
                <a:lnTo>
                  <a:pt x="818112" y="171186"/>
                </a:lnTo>
                <a:lnTo>
                  <a:pt x="817108" y="155373"/>
                </a:lnTo>
                <a:cubicBezTo>
                  <a:pt x="811920" y="161314"/>
                  <a:pt x="805896" y="165811"/>
                  <a:pt x="799035" y="168865"/>
                </a:cubicBezTo>
                <a:cubicBezTo>
                  <a:pt x="792174" y="171919"/>
                  <a:pt x="784268" y="173446"/>
                  <a:pt x="775315" y="173446"/>
                </a:cubicBezTo>
                <a:moveTo>
                  <a:pt x="786234" y="150604"/>
                </a:moveTo>
                <a:cubicBezTo>
                  <a:pt x="792509" y="150604"/>
                  <a:pt x="798303" y="148938"/>
                  <a:pt x="803616" y="145607"/>
                </a:cubicBezTo>
                <a:cubicBezTo>
                  <a:pt x="808929" y="142274"/>
                  <a:pt x="813175" y="138472"/>
                  <a:pt x="816355" y="134202"/>
                </a:cubicBezTo>
                <a:lnTo>
                  <a:pt x="816355" y="113953"/>
                </a:lnTo>
                <a:cubicBezTo>
                  <a:pt x="798784" y="114039"/>
                  <a:pt x="786485" y="115727"/>
                  <a:pt x="779457" y="119016"/>
                </a:cubicBezTo>
                <a:cubicBezTo>
                  <a:pt x="772428" y="122306"/>
                  <a:pt x="768914" y="127624"/>
                  <a:pt x="768914" y="134971"/>
                </a:cubicBezTo>
                <a:cubicBezTo>
                  <a:pt x="768914" y="140268"/>
                  <a:pt x="770525" y="144198"/>
                  <a:pt x="773746" y="146760"/>
                </a:cubicBezTo>
                <a:cubicBezTo>
                  <a:pt x="776968" y="149323"/>
                  <a:pt x="781130" y="150604"/>
                  <a:pt x="786234" y="150604"/>
                </a:cubicBezTo>
                <a:close/>
                <a:moveTo>
                  <a:pt x="933009" y="173446"/>
                </a:moveTo>
                <a:cubicBezTo>
                  <a:pt x="926232" y="173446"/>
                  <a:pt x="919580" y="172811"/>
                  <a:pt x="913054" y="171543"/>
                </a:cubicBezTo>
                <a:cubicBezTo>
                  <a:pt x="906528" y="170275"/>
                  <a:pt x="900629" y="168097"/>
                  <a:pt x="895358" y="165009"/>
                </a:cubicBezTo>
                <a:cubicBezTo>
                  <a:pt x="890087" y="161921"/>
                  <a:pt x="885904" y="157713"/>
                  <a:pt x="882808" y="152384"/>
                </a:cubicBezTo>
                <a:cubicBezTo>
                  <a:pt x="879712" y="147056"/>
                  <a:pt x="878164" y="140416"/>
                  <a:pt x="878164" y="132465"/>
                </a:cubicBezTo>
                <a:lnTo>
                  <a:pt x="909038" y="132465"/>
                </a:lnTo>
                <a:cubicBezTo>
                  <a:pt x="909038" y="139490"/>
                  <a:pt x="911443" y="144375"/>
                  <a:pt x="916254" y="147117"/>
                </a:cubicBezTo>
                <a:cubicBezTo>
                  <a:pt x="921065" y="149860"/>
                  <a:pt x="926692" y="151231"/>
                  <a:pt x="933135" y="151231"/>
                </a:cubicBezTo>
                <a:cubicBezTo>
                  <a:pt x="939493" y="151231"/>
                  <a:pt x="944430" y="150178"/>
                  <a:pt x="947944" y="148070"/>
                </a:cubicBezTo>
                <a:cubicBezTo>
                  <a:pt x="951458" y="145960"/>
                  <a:pt x="953215" y="142408"/>
                  <a:pt x="953215" y="137414"/>
                </a:cubicBezTo>
                <a:cubicBezTo>
                  <a:pt x="953215" y="132763"/>
                  <a:pt x="951144" y="129296"/>
                  <a:pt x="947003" y="127013"/>
                </a:cubicBezTo>
                <a:cubicBezTo>
                  <a:pt x="942861" y="124728"/>
                  <a:pt x="935603" y="122401"/>
                  <a:pt x="925228" y="120032"/>
                </a:cubicBezTo>
                <a:cubicBezTo>
                  <a:pt x="916526" y="117917"/>
                  <a:pt x="908766" y="115358"/>
                  <a:pt x="901947" y="112357"/>
                </a:cubicBezTo>
                <a:cubicBezTo>
                  <a:pt x="895128" y="109355"/>
                  <a:pt x="889794" y="105339"/>
                  <a:pt x="885945" y="100308"/>
                </a:cubicBezTo>
                <a:cubicBezTo>
                  <a:pt x="882097" y="95275"/>
                  <a:pt x="880172" y="88656"/>
                  <a:pt x="880172" y="80452"/>
                </a:cubicBezTo>
                <a:cubicBezTo>
                  <a:pt x="880172" y="74022"/>
                  <a:pt x="881636" y="68567"/>
                  <a:pt x="884565" y="64085"/>
                </a:cubicBezTo>
                <a:cubicBezTo>
                  <a:pt x="887493" y="59601"/>
                  <a:pt x="891405" y="55985"/>
                  <a:pt x="896299" y="53237"/>
                </a:cubicBezTo>
                <a:cubicBezTo>
                  <a:pt x="901194" y="50489"/>
                  <a:pt x="906716" y="48481"/>
                  <a:pt x="912866" y="47213"/>
                </a:cubicBezTo>
                <a:cubicBezTo>
                  <a:pt x="919015" y="45942"/>
                  <a:pt x="925312" y="45307"/>
                  <a:pt x="931754" y="45307"/>
                </a:cubicBezTo>
                <a:cubicBezTo>
                  <a:pt x="938029" y="45307"/>
                  <a:pt x="944179" y="45941"/>
                  <a:pt x="950203" y="47209"/>
                </a:cubicBezTo>
                <a:cubicBezTo>
                  <a:pt x="956227" y="48477"/>
                  <a:pt x="961666" y="50613"/>
                  <a:pt x="966518" y="53617"/>
                </a:cubicBezTo>
                <a:cubicBezTo>
                  <a:pt x="971371" y="56619"/>
                  <a:pt x="975262" y="60657"/>
                  <a:pt x="978190" y="65732"/>
                </a:cubicBezTo>
                <a:cubicBezTo>
                  <a:pt x="981119" y="70807"/>
                  <a:pt x="982583" y="77151"/>
                  <a:pt x="982583" y="84762"/>
                </a:cubicBezTo>
                <a:lnTo>
                  <a:pt x="951709" y="84762"/>
                </a:lnTo>
                <a:cubicBezTo>
                  <a:pt x="951709" y="78327"/>
                  <a:pt x="949722" y="73867"/>
                  <a:pt x="945748" y="71380"/>
                </a:cubicBezTo>
                <a:cubicBezTo>
                  <a:pt x="941773" y="68891"/>
                  <a:pt x="937109" y="67646"/>
                  <a:pt x="931754" y="67646"/>
                </a:cubicBezTo>
                <a:cubicBezTo>
                  <a:pt x="925981" y="67646"/>
                  <a:pt x="921442" y="68512"/>
                  <a:pt x="918137" y="70243"/>
                </a:cubicBezTo>
                <a:cubicBezTo>
                  <a:pt x="914832" y="71971"/>
                  <a:pt x="913180" y="74823"/>
                  <a:pt x="913180" y="78800"/>
                </a:cubicBezTo>
                <a:cubicBezTo>
                  <a:pt x="913180" y="81083"/>
                  <a:pt x="914225" y="83092"/>
                  <a:pt x="916317" y="84828"/>
                </a:cubicBezTo>
                <a:cubicBezTo>
                  <a:pt x="918409" y="86562"/>
                  <a:pt x="921756" y="88169"/>
                  <a:pt x="926357" y="89649"/>
                </a:cubicBezTo>
                <a:cubicBezTo>
                  <a:pt x="930959" y="91128"/>
                  <a:pt x="937025" y="92714"/>
                  <a:pt x="944555" y="94406"/>
                </a:cubicBezTo>
                <a:cubicBezTo>
                  <a:pt x="952504" y="96268"/>
                  <a:pt x="959616" y="98678"/>
                  <a:pt x="965891" y="101638"/>
                </a:cubicBezTo>
                <a:cubicBezTo>
                  <a:pt x="972166" y="104598"/>
                  <a:pt x="977144" y="108573"/>
                  <a:pt x="980826" y="113565"/>
                </a:cubicBezTo>
                <a:cubicBezTo>
                  <a:pt x="984507" y="118554"/>
                  <a:pt x="986348" y="125023"/>
                  <a:pt x="986348" y="132975"/>
                </a:cubicBezTo>
                <a:cubicBezTo>
                  <a:pt x="986348" y="140419"/>
                  <a:pt x="984863" y="146720"/>
                  <a:pt x="981893" y="151879"/>
                </a:cubicBezTo>
                <a:cubicBezTo>
                  <a:pt x="978922" y="157037"/>
                  <a:pt x="974948" y="161202"/>
                  <a:pt x="969970" y="164374"/>
                </a:cubicBezTo>
                <a:cubicBezTo>
                  <a:pt x="964991" y="167546"/>
                  <a:pt x="959302" y="169850"/>
                  <a:pt x="952901" y="171288"/>
                </a:cubicBezTo>
                <a:cubicBezTo>
                  <a:pt x="946501" y="172726"/>
                  <a:pt x="939870" y="173446"/>
                  <a:pt x="933009" y="173446"/>
                </a:cubicBezTo>
                <a:close/>
                <a:moveTo>
                  <a:pt x="1072021" y="173446"/>
                </a:moveTo>
                <a:cubicBezTo>
                  <a:pt x="1058383" y="173446"/>
                  <a:pt x="1046920" y="170884"/>
                  <a:pt x="1037633" y="165762"/>
                </a:cubicBezTo>
                <a:cubicBezTo>
                  <a:pt x="1028346" y="160640"/>
                  <a:pt x="1021318" y="153254"/>
                  <a:pt x="1016548" y="143603"/>
                </a:cubicBezTo>
                <a:cubicBezTo>
                  <a:pt x="1011779" y="133950"/>
                  <a:pt x="1009395" y="122350"/>
                  <a:pt x="1009395" y="108803"/>
                </a:cubicBezTo>
                <a:cubicBezTo>
                  <a:pt x="1009395" y="95681"/>
                  <a:pt x="1011717" y="84379"/>
                  <a:pt x="1016360" y="74898"/>
                </a:cubicBezTo>
                <a:cubicBezTo>
                  <a:pt x="1021004" y="65415"/>
                  <a:pt x="1027823" y="58112"/>
                  <a:pt x="1036817" y="52990"/>
                </a:cubicBezTo>
                <a:cubicBezTo>
                  <a:pt x="1045812" y="47868"/>
                  <a:pt x="1056877" y="45307"/>
                  <a:pt x="1070013" y="45307"/>
                </a:cubicBezTo>
                <a:cubicBezTo>
                  <a:pt x="1088253" y="45307"/>
                  <a:pt x="1102665" y="50698"/>
                  <a:pt x="1113249" y="61481"/>
                </a:cubicBezTo>
                <a:cubicBezTo>
                  <a:pt x="1123833" y="72264"/>
                  <a:pt x="1129125" y="87635"/>
                  <a:pt x="1129125" y="107596"/>
                </a:cubicBezTo>
                <a:cubicBezTo>
                  <a:pt x="1129125" y="108610"/>
                  <a:pt x="1129083" y="109984"/>
                  <a:pt x="1128999" y="111718"/>
                </a:cubicBezTo>
                <a:cubicBezTo>
                  <a:pt x="1128916" y="113451"/>
                  <a:pt x="1128790" y="114783"/>
                  <a:pt x="1128623" y="115714"/>
                </a:cubicBezTo>
                <a:lnTo>
                  <a:pt x="1042653" y="115714"/>
                </a:lnTo>
                <a:cubicBezTo>
                  <a:pt x="1042821" y="121621"/>
                  <a:pt x="1043887" y="127141"/>
                  <a:pt x="1045854" y="132277"/>
                </a:cubicBezTo>
                <a:cubicBezTo>
                  <a:pt x="1047820" y="137412"/>
                  <a:pt x="1050936" y="141542"/>
                  <a:pt x="1055204" y="144666"/>
                </a:cubicBezTo>
                <a:cubicBezTo>
                  <a:pt x="1059471" y="147788"/>
                  <a:pt x="1065076" y="149349"/>
                  <a:pt x="1072021" y="149349"/>
                </a:cubicBezTo>
                <a:cubicBezTo>
                  <a:pt x="1079216" y="149349"/>
                  <a:pt x="1084990" y="147733"/>
                  <a:pt x="1089340" y="144501"/>
                </a:cubicBezTo>
                <a:cubicBezTo>
                  <a:pt x="1093691" y="141270"/>
                  <a:pt x="1095908" y="136464"/>
                  <a:pt x="1095992" y="130084"/>
                </a:cubicBezTo>
                <a:lnTo>
                  <a:pt x="1128748" y="130084"/>
                </a:lnTo>
                <a:cubicBezTo>
                  <a:pt x="1128330" y="139748"/>
                  <a:pt x="1125715" y="147801"/>
                  <a:pt x="1120904" y="154244"/>
                </a:cubicBezTo>
                <a:cubicBezTo>
                  <a:pt x="1116094" y="160686"/>
                  <a:pt x="1109526" y="165497"/>
                  <a:pt x="1101200" y="168676"/>
                </a:cubicBezTo>
                <a:cubicBezTo>
                  <a:pt x="1092875" y="171856"/>
                  <a:pt x="1083149" y="173446"/>
                  <a:pt x="1072021" y="173446"/>
                </a:cubicBezTo>
                <a:moveTo>
                  <a:pt x="1043030" y="94629"/>
                </a:moveTo>
                <a:lnTo>
                  <a:pt x="1096118" y="94629"/>
                </a:lnTo>
                <a:cubicBezTo>
                  <a:pt x="1095867" y="85844"/>
                  <a:pt x="1093336" y="79276"/>
                  <a:pt x="1088525" y="74925"/>
                </a:cubicBezTo>
                <a:cubicBezTo>
                  <a:pt x="1083714" y="70575"/>
                  <a:pt x="1077543" y="68399"/>
                  <a:pt x="1070013" y="68399"/>
                </a:cubicBezTo>
                <a:cubicBezTo>
                  <a:pt x="1062315" y="68399"/>
                  <a:pt x="1056019" y="70639"/>
                  <a:pt x="1051125" y="75118"/>
                </a:cubicBezTo>
                <a:cubicBezTo>
                  <a:pt x="1046230" y="79597"/>
                  <a:pt x="1043532" y="86100"/>
                  <a:pt x="1043030" y="94629"/>
                </a:cubicBezTo>
                <a:close/>
                <a:moveTo>
                  <a:pt x="1207776" y="173446"/>
                </a:moveTo>
                <a:cubicBezTo>
                  <a:pt x="1200999" y="173446"/>
                  <a:pt x="1194347" y="172811"/>
                  <a:pt x="1187821" y="171543"/>
                </a:cubicBezTo>
                <a:cubicBezTo>
                  <a:pt x="1181295" y="170275"/>
                  <a:pt x="1175396" y="168097"/>
                  <a:pt x="1170125" y="165009"/>
                </a:cubicBezTo>
                <a:cubicBezTo>
                  <a:pt x="1164854" y="161921"/>
                  <a:pt x="1160671" y="157713"/>
                  <a:pt x="1157575" y="152384"/>
                </a:cubicBezTo>
                <a:cubicBezTo>
                  <a:pt x="1154479" y="147056"/>
                  <a:pt x="1152931" y="140416"/>
                  <a:pt x="1152931" y="132465"/>
                </a:cubicBezTo>
                <a:lnTo>
                  <a:pt x="1183805" y="132465"/>
                </a:lnTo>
                <a:cubicBezTo>
                  <a:pt x="1183805" y="139490"/>
                  <a:pt x="1186211" y="144375"/>
                  <a:pt x="1191022" y="147117"/>
                </a:cubicBezTo>
                <a:cubicBezTo>
                  <a:pt x="1195833" y="149860"/>
                  <a:pt x="1201459" y="151231"/>
                  <a:pt x="1207902" y="151231"/>
                </a:cubicBezTo>
                <a:cubicBezTo>
                  <a:pt x="1214261" y="151231"/>
                  <a:pt x="1219197" y="150178"/>
                  <a:pt x="1222711" y="148070"/>
                </a:cubicBezTo>
                <a:cubicBezTo>
                  <a:pt x="1226225" y="145960"/>
                  <a:pt x="1227982" y="142408"/>
                  <a:pt x="1227982" y="137414"/>
                </a:cubicBezTo>
                <a:cubicBezTo>
                  <a:pt x="1227982" y="132763"/>
                  <a:pt x="1225911" y="129296"/>
                  <a:pt x="1221770" y="127013"/>
                </a:cubicBezTo>
                <a:cubicBezTo>
                  <a:pt x="1217628" y="124728"/>
                  <a:pt x="1210370" y="122401"/>
                  <a:pt x="1199995" y="120032"/>
                </a:cubicBezTo>
                <a:cubicBezTo>
                  <a:pt x="1191293" y="117917"/>
                  <a:pt x="1183533" y="115358"/>
                  <a:pt x="1176714" y="112357"/>
                </a:cubicBezTo>
                <a:cubicBezTo>
                  <a:pt x="1169895" y="109355"/>
                  <a:pt x="1164561" y="105339"/>
                  <a:pt x="1160713" y="100308"/>
                </a:cubicBezTo>
                <a:cubicBezTo>
                  <a:pt x="1156864" y="95275"/>
                  <a:pt x="1154939" y="88656"/>
                  <a:pt x="1154939" y="80452"/>
                </a:cubicBezTo>
                <a:cubicBezTo>
                  <a:pt x="1154939" y="74022"/>
                  <a:pt x="1156404" y="68567"/>
                  <a:pt x="1159332" y="64085"/>
                </a:cubicBezTo>
                <a:cubicBezTo>
                  <a:pt x="1162260" y="59601"/>
                  <a:pt x="1166172" y="55985"/>
                  <a:pt x="1171067" y="53237"/>
                </a:cubicBezTo>
                <a:cubicBezTo>
                  <a:pt x="1175961" y="50489"/>
                  <a:pt x="1181483" y="48481"/>
                  <a:pt x="1187633" y="47213"/>
                </a:cubicBezTo>
                <a:cubicBezTo>
                  <a:pt x="1193783" y="45942"/>
                  <a:pt x="1200079" y="45307"/>
                  <a:pt x="1206521" y="45307"/>
                </a:cubicBezTo>
                <a:cubicBezTo>
                  <a:pt x="1212796" y="45307"/>
                  <a:pt x="1218946" y="45941"/>
                  <a:pt x="1224970" y="47209"/>
                </a:cubicBezTo>
                <a:cubicBezTo>
                  <a:pt x="1230994" y="48477"/>
                  <a:pt x="1236433" y="50613"/>
                  <a:pt x="1241286" y="53617"/>
                </a:cubicBezTo>
                <a:cubicBezTo>
                  <a:pt x="1246138" y="56619"/>
                  <a:pt x="1250029" y="60657"/>
                  <a:pt x="1252957" y="65732"/>
                </a:cubicBezTo>
                <a:cubicBezTo>
                  <a:pt x="1255886" y="70807"/>
                  <a:pt x="1257350" y="77151"/>
                  <a:pt x="1257350" y="84762"/>
                </a:cubicBezTo>
                <a:lnTo>
                  <a:pt x="1226476" y="84762"/>
                </a:lnTo>
                <a:cubicBezTo>
                  <a:pt x="1226476" y="78327"/>
                  <a:pt x="1224489" y="73867"/>
                  <a:pt x="1220515" y="71380"/>
                </a:cubicBezTo>
                <a:cubicBezTo>
                  <a:pt x="1216541" y="68891"/>
                  <a:pt x="1211876" y="67646"/>
                  <a:pt x="1206521" y="67646"/>
                </a:cubicBezTo>
                <a:cubicBezTo>
                  <a:pt x="1200748" y="67646"/>
                  <a:pt x="1196209" y="68512"/>
                  <a:pt x="1192904" y="70243"/>
                </a:cubicBezTo>
                <a:cubicBezTo>
                  <a:pt x="1189599" y="71971"/>
                  <a:pt x="1187947" y="74823"/>
                  <a:pt x="1187947" y="78800"/>
                </a:cubicBezTo>
                <a:cubicBezTo>
                  <a:pt x="1187947" y="81083"/>
                  <a:pt x="1188993" y="83092"/>
                  <a:pt x="1191084" y="84828"/>
                </a:cubicBezTo>
                <a:cubicBezTo>
                  <a:pt x="1193176" y="86562"/>
                  <a:pt x="1196523" y="88169"/>
                  <a:pt x="1201125" y="89649"/>
                </a:cubicBezTo>
                <a:cubicBezTo>
                  <a:pt x="1205726" y="91128"/>
                  <a:pt x="1211792" y="92714"/>
                  <a:pt x="1219323" y="94406"/>
                </a:cubicBezTo>
                <a:cubicBezTo>
                  <a:pt x="1227271" y="96268"/>
                  <a:pt x="1234383" y="98678"/>
                  <a:pt x="1240658" y="101638"/>
                </a:cubicBezTo>
                <a:cubicBezTo>
                  <a:pt x="1246933" y="104598"/>
                  <a:pt x="1251912" y="108573"/>
                  <a:pt x="1255593" y="113565"/>
                </a:cubicBezTo>
                <a:cubicBezTo>
                  <a:pt x="1259274" y="118554"/>
                  <a:pt x="1261115" y="125023"/>
                  <a:pt x="1261115" y="132975"/>
                </a:cubicBezTo>
                <a:cubicBezTo>
                  <a:pt x="1261115" y="140419"/>
                  <a:pt x="1259630" y="146720"/>
                  <a:pt x="1256660" y="151879"/>
                </a:cubicBezTo>
                <a:cubicBezTo>
                  <a:pt x="1253690" y="157037"/>
                  <a:pt x="1249715" y="161202"/>
                  <a:pt x="1244737" y="164374"/>
                </a:cubicBezTo>
                <a:cubicBezTo>
                  <a:pt x="1239759" y="167546"/>
                  <a:pt x="1234069" y="169850"/>
                  <a:pt x="1227669" y="171288"/>
                </a:cubicBezTo>
                <a:cubicBezTo>
                  <a:pt x="1221268" y="172726"/>
                  <a:pt x="1214637" y="173446"/>
                  <a:pt x="1207776" y="173446"/>
                </a:cubicBezTo>
                <a:close/>
              </a:path>
            </a:pathLst>
          </a:custGeom>
          <a:solidFill xmlns:a="http://schemas.openxmlformats.org/drawingml/2006/main">
            <a:srgbClr val="0050B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4562b5f0f4375"/>
          <a:stretch xmlns:a="http://schemas.openxmlformats.org/drawingml/2006/main"/>
        </p:blipFill>
        <p:spPr>
          <a:xfrm xmlns:a="http://schemas.openxmlformats.org/drawingml/2006/main">
            <a:off x="5681670" y="4586474"/>
            <a:ext cx="401364" cy="501706"/>
          </a:xfrm>
          <a:prstGeom xmlns:a="http://schemas.openxmlformats.org/drawingml/2006/main" prst="rect">
            <a:avLst/>
          </a:prstGeom>
        </p:spPr>
      </p:pic>
      <p:sp>
        <p:nvSpPr>
          <p:cNvPr id="118" name="Text Code">
            <a:extLst xmlns:a="http://schemas.openxmlformats.org/drawingml/2006/main">
              <a:ext uri="{FF2B5EF4-FFF2-40B4-BE49-F238E27FC236}">
                <a16:creationId xmlns:a16="http://schemas.microsoft.com/office/drawing/2014/main" id="{9E91E270-4AF4-42BD-870E-8056FAAD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931" y="5070660"/>
            <a:ext cx="599242" cy="173446"/>
          </a:xfrm>
          <a:custGeom xmlns:a="http://schemas.openxmlformats.org/drawingml/2006/main">
            <a:pathLst>
              <a:path w="599242" h="173446">
                <a:moveTo>
                  <a:pt x="82330" y="173446"/>
                </a:moveTo>
                <a:cubicBezTo>
                  <a:pt x="65262" y="173446"/>
                  <a:pt x="50578" y="169869"/>
                  <a:pt x="38278" y="162715"/>
                </a:cubicBezTo>
                <a:cubicBezTo>
                  <a:pt x="25979" y="155561"/>
                  <a:pt x="16525" y="145521"/>
                  <a:pt x="9915" y="132594"/>
                </a:cubicBezTo>
                <a:cubicBezTo>
                  <a:pt x="3305" y="119667"/>
                  <a:pt x="0" y="104419"/>
                  <a:pt x="0" y="86848"/>
                </a:cubicBezTo>
                <a:cubicBezTo>
                  <a:pt x="0" y="69278"/>
                  <a:pt x="3305" y="53987"/>
                  <a:pt x="9915" y="40977"/>
                </a:cubicBezTo>
                <a:cubicBezTo>
                  <a:pt x="16525" y="27966"/>
                  <a:pt x="25979" y="17884"/>
                  <a:pt x="38278" y="10731"/>
                </a:cubicBezTo>
                <a:cubicBezTo>
                  <a:pt x="50578" y="3577"/>
                  <a:pt x="65262" y="0"/>
                  <a:pt x="82330" y="0"/>
                </a:cubicBezTo>
                <a:cubicBezTo>
                  <a:pt x="95550" y="0"/>
                  <a:pt x="107724" y="2280"/>
                  <a:pt x="118852" y="6840"/>
                </a:cubicBezTo>
                <a:cubicBezTo>
                  <a:pt x="129980" y="11400"/>
                  <a:pt x="139016" y="18135"/>
                  <a:pt x="145960" y="27046"/>
                </a:cubicBezTo>
                <a:cubicBezTo>
                  <a:pt x="152905" y="35957"/>
                  <a:pt x="156712" y="46938"/>
                  <a:pt x="157381" y="59991"/>
                </a:cubicBezTo>
                <a:lnTo>
                  <a:pt x="121236" y="59991"/>
                </a:lnTo>
                <a:cubicBezTo>
                  <a:pt x="120316" y="53130"/>
                  <a:pt x="118078" y="47440"/>
                  <a:pt x="114522" y="42922"/>
                </a:cubicBezTo>
                <a:cubicBezTo>
                  <a:pt x="110966" y="38404"/>
                  <a:pt x="106427" y="35015"/>
                  <a:pt x="100905" y="32756"/>
                </a:cubicBezTo>
                <a:cubicBezTo>
                  <a:pt x="95382" y="30497"/>
                  <a:pt x="89191" y="29368"/>
                  <a:pt x="82330" y="29368"/>
                </a:cubicBezTo>
                <a:cubicBezTo>
                  <a:pt x="71286" y="29368"/>
                  <a:pt x="62396" y="32045"/>
                  <a:pt x="55661" y="37400"/>
                </a:cubicBezTo>
                <a:cubicBezTo>
                  <a:pt x="48925" y="42755"/>
                  <a:pt x="44031" y="49762"/>
                  <a:pt x="40977" y="58422"/>
                </a:cubicBezTo>
                <a:cubicBezTo>
                  <a:pt x="37923" y="67081"/>
                  <a:pt x="36396" y="76557"/>
                  <a:pt x="36396" y="86848"/>
                </a:cubicBezTo>
                <a:cubicBezTo>
                  <a:pt x="36396" y="97056"/>
                  <a:pt x="37923" y="106510"/>
                  <a:pt x="40977" y="115212"/>
                </a:cubicBezTo>
                <a:cubicBezTo>
                  <a:pt x="44031" y="123914"/>
                  <a:pt x="48925" y="130900"/>
                  <a:pt x="55661" y="136171"/>
                </a:cubicBezTo>
                <a:cubicBezTo>
                  <a:pt x="62396" y="141442"/>
                  <a:pt x="71286" y="144078"/>
                  <a:pt x="82330" y="144078"/>
                </a:cubicBezTo>
                <a:cubicBezTo>
                  <a:pt x="93960" y="144078"/>
                  <a:pt x="103143" y="141087"/>
                  <a:pt x="109878" y="135104"/>
                </a:cubicBezTo>
                <a:cubicBezTo>
                  <a:pt x="116613" y="129122"/>
                  <a:pt x="120483" y="120609"/>
                  <a:pt x="121487" y="109564"/>
                </a:cubicBezTo>
                <a:lnTo>
                  <a:pt x="157632" y="109564"/>
                </a:lnTo>
                <a:cubicBezTo>
                  <a:pt x="156628" y="123370"/>
                  <a:pt x="152988" y="135021"/>
                  <a:pt x="146713" y="144517"/>
                </a:cubicBezTo>
                <a:cubicBezTo>
                  <a:pt x="140438" y="154013"/>
                  <a:pt x="131862" y="161209"/>
                  <a:pt x="120985" y="166104"/>
                </a:cubicBezTo>
                <a:cubicBezTo>
                  <a:pt x="110108" y="170998"/>
                  <a:pt x="97223" y="173446"/>
                  <a:pt x="82330" y="173446"/>
                </a:cubicBezTo>
                <a:close/>
                <a:moveTo>
                  <a:pt x="242715" y="173446"/>
                </a:moveTo>
                <a:cubicBezTo>
                  <a:pt x="230332" y="173446"/>
                  <a:pt x="219476" y="170949"/>
                  <a:pt x="210147" y="165955"/>
                </a:cubicBezTo>
                <a:cubicBezTo>
                  <a:pt x="200818" y="160958"/>
                  <a:pt x="193601" y="153719"/>
                  <a:pt x="188498" y="144239"/>
                </a:cubicBezTo>
                <a:cubicBezTo>
                  <a:pt x="183394" y="134755"/>
                  <a:pt x="180842" y="123282"/>
                  <a:pt x="180842" y="109819"/>
                </a:cubicBezTo>
                <a:cubicBezTo>
                  <a:pt x="180842" y="96105"/>
                  <a:pt x="183394" y="84444"/>
                  <a:pt x="188498" y="74835"/>
                </a:cubicBezTo>
                <a:cubicBezTo>
                  <a:pt x="193601" y="65224"/>
                  <a:pt x="200818" y="57900"/>
                  <a:pt x="210147" y="52864"/>
                </a:cubicBezTo>
                <a:cubicBezTo>
                  <a:pt x="219476" y="47826"/>
                  <a:pt x="230332" y="45307"/>
                  <a:pt x="242715" y="45307"/>
                </a:cubicBezTo>
                <a:cubicBezTo>
                  <a:pt x="255265" y="45307"/>
                  <a:pt x="266205" y="47826"/>
                  <a:pt x="275534" y="52864"/>
                </a:cubicBezTo>
                <a:cubicBezTo>
                  <a:pt x="284863" y="57900"/>
                  <a:pt x="292121" y="65224"/>
                  <a:pt x="297309" y="74835"/>
                </a:cubicBezTo>
                <a:cubicBezTo>
                  <a:pt x="302496" y="84444"/>
                  <a:pt x="305090" y="96105"/>
                  <a:pt x="305090" y="109819"/>
                </a:cubicBezTo>
                <a:cubicBezTo>
                  <a:pt x="305090" y="123282"/>
                  <a:pt x="302496" y="134755"/>
                  <a:pt x="297309" y="144239"/>
                </a:cubicBezTo>
                <a:cubicBezTo>
                  <a:pt x="292121" y="153719"/>
                  <a:pt x="284863" y="160958"/>
                  <a:pt x="275534" y="165955"/>
                </a:cubicBezTo>
                <a:cubicBezTo>
                  <a:pt x="266205" y="170949"/>
                  <a:pt x="255265" y="173446"/>
                  <a:pt x="242715" y="173446"/>
                </a:cubicBezTo>
                <a:moveTo>
                  <a:pt x="242715" y="148094"/>
                </a:moveTo>
                <a:cubicBezTo>
                  <a:pt x="249994" y="148094"/>
                  <a:pt x="255705" y="146366"/>
                  <a:pt x="259846" y="142909"/>
                </a:cubicBezTo>
                <a:cubicBezTo>
                  <a:pt x="263988" y="139452"/>
                  <a:pt x="266916" y="134823"/>
                  <a:pt x="268631" y="129021"/>
                </a:cubicBezTo>
                <a:cubicBezTo>
                  <a:pt x="270347" y="123219"/>
                  <a:pt x="271204" y="116820"/>
                  <a:pt x="271204" y="109823"/>
                </a:cubicBezTo>
                <a:cubicBezTo>
                  <a:pt x="271204" y="102654"/>
                  <a:pt x="270347" y="96125"/>
                  <a:pt x="268631" y="90237"/>
                </a:cubicBezTo>
                <a:cubicBezTo>
                  <a:pt x="266916" y="84349"/>
                  <a:pt x="263988" y="79655"/>
                  <a:pt x="259846" y="76157"/>
                </a:cubicBezTo>
                <a:cubicBezTo>
                  <a:pt x="255705" y="72659"/>
                  <a:pt x="249994" y="70909"/>
                  <a:pt x="242715" y="70909"/>
                </a:cubicBezTo>
                <a:cubicBezTo>
                  <a:pt x="235603" y="70909"/>
                  <a:pt x="230018" y="72659"/>
                  <a:pt x="225960" y="76157"/>
                </a:cubicBezTo>
                <a:cubicBezTo>
                  <a:pt x="221902" y="79655"/>
                  <a:pt x="219037" y="84349"/>
                  <a:pt x="217363" y="90237"/>
                </a:cubicBezTo>
                <a:cubicBezTo>
                  <a:pt x="215690" y="96125"/>
                  <a:pt x="214853" y="102654"/>
                  <a:pt x="214853" y="109823"/>
                </a:cubicBezTo>
                <a:cubicBezTo>
                  <a:pt x="214853" y="116820"/>
                  <a:pt x="215690" y="123219"/>
                  <a:pt x="217363" y="129021"/>
                </a:cubicBezTo>
                <a:cubicBezTo>
                  <a:pt x="219037" y="134823"/>
                  <a:pt x="221902" y="139452"/>
                  <a:pt x="225960" y="142909"/>
                </a:cubicBezTo>
                <a:cubicBezTo>
                  <a:pt x="230018" y="146366"/>
                  <a:pt x="235603" y="148094"/>
                  <a:pt x="242715" y="148094"/>
                </a:cubicBezTo>
                <a:close/>
                <a:moveTo>
                  <a:pt x="376565" y="173446"/>
                </a:moveTo>
                <a:cubicBezTo>
                  <a:pt x="367361" y="173446"/>
                  <a:pt x="359099" y="171117"/>
                  <a:pt x="351778" y="166460"/>
                </a:cubicBezTo>
                <a:cubicBezTo>
                  <a:pt x="344457" y="161804"/>
                  <a:pt x="338684" y="154671"/>
                  <a:pt x="334459" y="145062"/>
                </a:cubicBezTo>
                <a:cubicBezTo>
                  <a:pt x="330233" y="135453"/>
                  <a:pt x="328121" y="123240"/>
                  <a:pt x="328121" y="108423"/>
                </a:cubicBezTo>
                <a:cubicBezTo>
                  <a:pt x="328121" y="94116"/>
                  <a:pt x="330401" y="82305"/>
                  <a:pt x="334961" y="72992"/>
                </a:cubicBezTo>
                <a:cubicBezTo>
                  <a:pt x="339520" y="63679"/>
                  <a:pt x="345691" y="56737"/>
                  <a:pt x="353472" y="52166"/>
                </a:cubicBezTo>
                <a:cubicBezTo>
                  <a:pt x="361253" y="47593"/>
                  <a:pt x="369997" y="45307"/>
                  <a:pt x="379702" y="45307"/>
                </a:cubicBezTo>
                <a:cubicBezTo>
                  <a:pt x="388237" y="45307"/>
                  <a:pt x="395558" y="47064"/>
                  <a:pt x="401666" y="50578"/>
                </a:cubicBezTo>
                <a:cubicBezTo>
                  <a:pt x="407773" y="54092"/>
                  <a:pt x="412626" y="58694"/>
                  <a:pt x="416224" y="64383"/>
                </a:cubicBezTo>
                <a:lnTo>
                  <a:pt x="416224" y="2259"/>
                </a:lnTo>
                <a:lnTo>
                  <a:pt x="449482" y="2259"/>
                </a:lnTo>
                <a:lnTo>
                  <a:pt x="449482" y="171186"/>
                </a:lnTo>
                <a:lnTo>
                  <a:pt x="417604" y="171186"/>
                </a:lnTo>
                <a:lnTo>
                  <a:pt x="416224" y="153867"/>
                </a:lnTo>
                <a:cubicBezTo>
                  <a:pt x="411873" y="159891"/>
                  <a:pt x="406476" y="164660"/>
                  <a:pt x="400034" y="168174"/>
                </a:cubicBezTo>
                <a:cubicBezTo>
                  <a:pt x="393591" y="171688"/>
                  <a:pt x="385768" y="173446"/>
                  <a:pt x="376565" y="173446"/>
                </a:cubicBezTo>
                <a:moveTo>
                  <a:pt x="386354" y="148094"/>
                </a:moveTo>
                <a:cubicBezTo>
                  <a:pt x="393382" y="148094"/>
                  <a:pt x="399448" y="146088"/>
                  <a:pt x="404552" y="142078"/>
                </a:cubicBezTo>
                <a:cubicBezTo>
                  <a:pt x="409656" y="138067"/>
                  <a:pt x="413546" y="133375"/>
                  <a:pt x="416224" y="128002"/>
                </a:cubicBezTo>
                <a:lnTo>
                  <a:pt x="416224" y="91523"/>
                </a:lnTo>
                <a:cubicBezTo>
                  <a:pt x="413630" y="85891"/>
                  <a:pt x="409991" y="80985"/>
                  <a:pt x="405305" y="76804"/>
                </a:cubicBezTo>
                <a:cubicBezTo>
                  <a:pt x="400620" y="72623"/>
                  <a:pt x="394847" y="70533"/>
                  <a:pt x="387986" y="70533"/>
                </a:cubicBezTo>
                <a:cubicBezTo>
                  <a:pt x="379786" y="70533"/>
                  <a:pt x="373427" y="73775"/>
                  <a:pt x="368909" y="80259"/>
                </a:cubicBezTo>
                <a:cubicBezTo>
                  <a:pt x="364391" y="86744"/>
                  <a:pt x="362132" y="96130"/>
                  <a:pt x="362132" y="108419"/>
                </a:cubicBezTo>
                <a:cubicBezTo>
                  <a:pt x="362132" y="121900"/>
                  <a:pt x="364286" y="131883"/>
                  <a:pt x="368595" y="138367"/>
                </a:cubicBezTo>
                <a:cubicBezTo>
                  <a:pt x="372904" y="144852"/>
                  <a:pt x="378824" y="148094"/>
                  <a:pt x="386354" y="148094"/>
                </a:cubicBezTo>
                <a:close/>
                <a:moveTo>
                  <a:pt x="542138" y="173446"/>
                </a:moveTo>
                <a:cubicBezTo>
                  <a:pt x="528500" y="173446"/>
                  <a:pt x="517037" y="170884"/>
                  <a:pt x="507750" y="165762"/>
                </a:cubicBezTo>
                <a:cubicBezTo>
                  <a:pt x="498463" y="160640"/>
                  <a:pt x="491434" y="153254"/>
                  <a:pt x="486665" y="143603"/>
                </a:cubicBezTo>
                <a:cubicBezTo>
                  <a:pt x="481896" y="133950"/>
                  <a:pt x="479512" y="122350"/>
                  <a:pt x="479512" y="108803"/>
                </a:cubicBezTo>
                <a:cubicBezTo>
                  <a:pt x="479512" y="95681"/>
                  <a:pt x="481833" y="84379"/>
                  <a:pt x="486477" y="74898"/>
                </a:cubicBezTo>
                <a:cubicBezTo>
                  <a:pt x="491121" y="65415"/>
                  <a:pt x="497940" y="58112"/>
                  <a:pt x="506934" y="52990"/>
                </a:cubicBezTo>
                <a:cubicBezTo>
                  <a:pt x="515928" y="47868"/>
                  <a:pt x="526994" y="45307"/>
                  <a:pt x="540130" y="45307"/>
                </a:cubicBezTo>
                <a:cubicBezTo>
                  <a:pt x="558369" y="45307"/>
                  <a:pt x="572781" y="50698"/>
                  <a:pt x="583365" y="61481"/>
                </a:cubicBezTo>
                <a:cubicBezTo>
                  <a:pt x="593950" y="72264"/>
                  <a:pt x="599242" y="87635"/>
                  <a:pt x="599242" y="107596"/>
                </a:cubicBezTo>
                <a:cubicBezTo>
                  <a:pt x="599242" y="108610"/>
                  <a:pt x="599200" y="109984"/>
                  <a:pt x="599116" y="111718"/>
                </a:cubicBezTo>
                <a:cubicBezTo>
                  <a:pt x="599032" y="113451"/>
                  <a:pt x="598907" y="114783"/>
                  <a:pt x="598740" y="115714"/>
                </a:cubicBezTo>
                <a:lnTo>
                  <a:pt x="512770" y="115714"/>
                </a:lnTo>
                <a:cubicBezTo>
                  <a:pt x="512937" y="121621"/>
                  <a:pt x="514004" y="127141"/>
                  <a:pt x="515970" y="132277"/>
                </a:cubicBezTo>
                <a:cubicBezTo>
                  <a:pt x="517936" y="137412"/>
                  <a:pt x="521053" y="141542"/>
                  <a:pt x="525320" y="144666"/>
                </a:cubicBezTo>
                <a:cubicBezTo>
                  <a:pt x="529587" y="147788"/>
                  <a:pt x="535193" y="149349"/>
                  <a:pt x="542138" y="149349"/>
                </a:cubicBezTo>
                <a:cubicBezTo>
                  <a:pt x="549333" y="149349"/>
                  <a:pt x="555106" y="147733"/>
                  <a:pt x="559457" y="144501"/>
                </a:cubicBezTo>
                <a:cubicBezTo>
                  <a:pt x="563808" y="141270"/>
                  <a:pt x="566025" y="136464"/>
                  <a:pt x="566109" y="130084"/>
                </a:cubicBezTo>
                <a:lnTo>
                  <a:pt x="598865" y="130084"/>
                </a:lnTo>
                <a:cubicBezTo>
                  <a:pt x="598447" y="139748"/>
                  <a:pt x="595832" y="147801"/>
                  <a:pt x="591021" y="154244"/>
                </a:cubicBezTo>
                <a:cubicBezTo>
                  <a:pt x="586210" y="160686"/>
                  <a:pt x="579642" y="165497"/>
                  <a:pt x="571317" y="168676"/>
                </a:cubicBezTo>
                <a:cubicBezTo>
                  <a:pt x="562992" y="171856"/>
                  <a:pt x="553266" y="173446"/>
                  <a:pt x="542138" y="173446"/>
                </a:cubicBezTo>
                <a:moveTo>
                  <a:pt x="513146" y="94629"/>
                </a:moveTo>
                <a:lnTo>
                  <a:pt x="566234" y="94629"/>
                </a:lnTo>
                <a:cubicBezTo>
                  <a:pt x="565983" y="85844"/>
                  <a:pt x="563452" y="79276"/>
                  <a:pt x="558641" y="74925"/>
                </a:cubicBezTo>
                <a:cubicBezTo>
                  <a:pt x="553830" y="70575"/>
                  <a:pt x="547660" y="68399"/>
                  <a:pt x="540130" y="68399"/>
                </a:cubicBezTo>
                <a:cubicBezTo>
                  <a:pt x="532432" y="68399"/>
                  <a:pt x="526136" y="70639"/>
                  <a:pt x="521241" y="75118"/>
                </a:cubicBezTo>
                <a:cubicBezTo>
                  <a:pt x="516347" y="79597"/>
                  <a:pt x="513648" y="86100"/>
                  <a:pt x="513146" y="94629"/>
                </a:cubicBezTo>
                <a:close/>
              </a:path>
            </a:pathLst>
          </a:custGeom>
          <a:solidFill xmlns:a="http://schemas.openxmlformats.org/drawingml/2006/main">
            <a:srgbClr val="0050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2757A-6411-46A8-AD8F-48D72EDF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26" y="385504"/>
            <a:ext cx="2591493" cy="5013030"/>
          </a:xfrm>
          <a:custGeom xmlns:a="http://schemas.openxmlformats.org/drawingml/2006/main">
            <a:pathLst>
              <a:path w="2591493" h="5013030">
                <a:moveTo>
                  <a:pt x="0" y="179037"/>
                </a:moveTo>
                <a:cubicBezTo>
                  <a:pt x="0" y="80089"/>
                  <a:pt x="80182" y="0"/>
                  <a:pt x="179083" y="0"/>
                </a:cubicBezTo>
                <a:lnTo>
                  <a:pt x="2412457" y="0"/>
                </a:lnTo>
                <a:cubicBezTo>
                  <a:pt x="2511404" y="0"/>
                  <a:pt x="2591493" y="80089"/>
                  <a:pt x="2591493" y="179037"/>
                </a:cubicBezTo>
                <a:lnTo>
                  <a:pt x="2591493" y="4833993"/>
                </a:lnTo>
                <a:cubicBezTo>
                  <a:pt x="2591493" y="4932941"/>
                  <a:pt x="2511404" y="5013030"/>
                  <a:pt x="2412457" y="5013030"/>
                </a:cubicBezTo>
                <a:lnTo>
                  <a:pt x="179083" y="5013030"/>
                </a:lnTo>
                <a:cubicBezTo>
                  <a:pt x="80182" y="5013030"/>
                  <a:pt x="0" y="4932941"/>
                  <a:pt x="0" y="4833993"/>
                </a:cubicBezTo>
                <a:lnTo>
                  <a:pt x="0" y="179037"/>
                </a:lnTo>
                <a:close/>
              </a:path>
            </a:pathLst>
          </a:custGeom>
          <a:solidFill xmlns:a="http://schemas.openxmlformats.org/drawingml/2006/main">
            <a:srgbClr val="FBFB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534C6-F762-4260-88A0-1586287E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26" y="385504"/>
            <a:ext cx="2591493" cy="5013030"/>
          </a:xfrm>
          <a:custGeom xmlns:a="http://schemas.openxmlformats.org/drawingml/2006/main">
            <a:pathLst>
              <a:path w="2591493" h="5013030" fill="none">
                <a:moveTo>
                  <a:pt x="0" y="179037"/>
                </a:moveTo>
                <a:cubicBezTo>
                  <a:pt x="0" y="80089"/>
                  <a:pt x="80182" y="0"/>
                  <a:pt x="179083" y="0"/>
                </a:cubicBezTo>
                <a:lnTo>
                  <a:pt x="2412457" y="0"/>
                </a:lnTo>
                <a:cubicBezTo>
                  <a:pt x="2511404" y="0"/>
                  <a:pt x="2591493" y="80089"/>
                  <a:pt x="2591493" y="179037"/>
                </a:cubicBezTo>
                <a:lnTo>
                  <a:pt x="2591493" y="4833993"/>
                </a:lnTo>
                <a:cubicBezTo>
                  <a:pt x="2591493" y="4932941"/>
                  <a:pt x="2511404" y="5013030"/>
                  <a:pt x="2412457" y="5013030"/>
                </a:cubicBezTo>
                <a:lnTo>
                  <a:pt x="179083" y="5013030"/>
                </a:lnTo>
                <a:cubicBezTo>
                  <a:pt x="80182" y="5013030"/>
                  <a:pt x="0" y="4932941"/>
                  <a:pt x="0" y="4833993"/>
                </a:cubicBezTo>
                <a:lnTo>
                  <a:pt x="0" y="1790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0000"/>
            </a:solidFill>
            <a:miter/>
          </a:ln>
        </p:spPr>
      </p:sp>
      <p:sp>
        <p:nvSpPr>
          <p:cNvPr id="121" name="Text T">
            <a:extLst xmlns:a="http://schemas.openxmlformats.org/drawingml/2006/main">
              <a:ext uri="{FF2B5EF4-FFF2-40B4-BE49-F238E27FC236}">
                <a16:creationId xmlns:a16="http://schemas.microsoft.com/office/drawing/2014/main" id="{2B9CE610-0EB2-4A20-BAFB-1914C32D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1" y="4721169"/>
            <a:ext cx="169295" cy="125650"/>
          </a:xfrm>
          <a:custGeom xmlns:a="http://schemas.openxmlformats.org/drawingml/2006/main">
            <a:pathLst>
              <a:path w="169295" h="125650">
                <a:moveTo>
                  <a:pt x="169295" y="80371"/>
                </a:moveTo>
                <a:lnTo>
                  <a:pt x="29432" y="80371"/>
                </a:lnTo>
                <a:lnTo>
                  <a:pt x="29432" y="125650"/>
                </a:lnTo>
                <a:lnTo>
                  <a:pt x="0" y="125650"/>
                </a:lnTo>
                <a:lnTo>
                  <a:pt x="0" y="0"/>
                </a:lnTo>
                <a:lnTo>
                  <a:pt x="29432" y="0"/>
                </a:lnTo>
                <a:lnTo>
                  <a:pt x="29432" y="45028"/>
                </a:lnTo>
                <a:lnTo>
                  <a:pt x="169295" y="45028"/>
                </a:lnTo>
                <a:lnTo>
                  <a:pt x="169295" y="803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o">
            <a:extLst xmlns:a="http://schemas.openxmlformats.org/drawingml/2006/main">
              <a:ext uri="{FF2B5EF4-FFF2-40B4-BE49-F238E27FC236}">
                <a16:creationId xmlns:a16="http://schemas.microsoft.com/office/drawing/2014/main" id="{D249D959-DD43-4F05-A502-1B4C5FE6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4584456"/>
            <a:ext cx="128417" cy="124518"/>
          </a:xfrm>
          <a:custGeom xmlns:a="http://schemas.openxmlformats.org/drawingml/2006/main">
            <a:pathLst>
              <a:path w="128417" h="124518">
                <a:moveTo>
                  <a:pt x="128417" y="62511"/>
                </a:moveTo>
                <a:cubicBezTo>
                  <a:pt x="128417" y="74921"/>
                  <a:pt x="125915" y="85800"/>
                  <a:pt x="120910" y="95150"/>
                </a:cubicBezTo>
                <a:cubicBezTo>
                  <a:pt x="115903" y="104499"/>
                  <a:pt x="108648" y="111731"/>
                  <a:pt x="99147" y="116846"/>
                </a:cubicBezTo>
                <a:cubicBezTo>
                  <a:pt x="89643" y="121961"/>
                  <a:pt x="78145" y="124518"/>
                  <a:pt x="64653" y="124518"/>
                </a:cubicBezTo>
                <a:cubicBezTo>
                  <a:pt x="50909" y="124518"/>
                  <a:pt x="39222" y="121961"/>
                  <a:pt x="29593" y="116846"/>
                </a:cubicBezTo>
                <a:cubicBezTo>
                  <a:pt x="19960" y="111731"/>
                  <a:pt x="12621" y="104499"/>
                  <a:pt x="7574" y="95150"/>
                </a:cubicBezTo>
                <a:cubicBezTo>
                  <a:pt x="2525" y="85800"/>
                  <a:pt x="0" y="74921"/>
                  <a:pt x="0" y="62511"/>
                </a:cubicBezTo>
                <a:cubicBezTo>
                  <a:pt x="0" y="49933"/>
                  <a:pt x="2525" y="38970"/>
                  <a:pt x="7574" y="29620"/>
                </a:cubicBezTo>
                <a:cubicBezTo>
                  <a:pt x="12621" y="20271"/>
                  <a:pt x="19960" y="12997"/>
                  <a:pt x="29593" y="7798"/>
                </a:cubicBezTo>
                <a:cubicBezTo>
                  <a:pt x="39222" y="2599"/>
                  <a:pt x="50909" y="0"/>
                  <a:pt x="64653" y="0"/>
                </a:cubicBezTo>
                <a:cubicBezTo>
                  <a:pt x="78145" y="0"/>
                  <a:pt x="89643" y="2599"/>
                  <a:pt x="99147" y="7798"/>
                </a:cubicBezTo>
                <a:cubicBezTo>
                  <a:pt x="108648" y="12997"/>
                  <a:pt x="115903" y="20271"/>
                  <a:pt x="120910" y="29620"/>
                </a:cubicBezTo>
                <a:cubicBezTo>
                  <a:pt x="125915" y="38970"/>
                  <a:pt x="128417" y="49933"/>
                  <a:pt x="128417" y="62511"/>
                </a:cubicBezTo>
                <a:moveTo>
                  <a:pt x="103011" y="62511"/>
                </a:moveTo>
                <a:cubicBezTo>
                  <a:pt x="103011" y="55216"/>
                  <a:pt x="101279" y="49493"/>
                  <a:pt x="97815" y="45342"/>
                </a:cubicBezTo>
                <a:cubicBezTo>
                  <a:pt x="94350" y="41192"/>
                  <a:pt x="89711" y="38257"/>
                  <a:pt x="83897" y="36538"/>
                </a:cubicBezTo>
                <a:cubicBezTo>
                  <a:pt x="78082" y="34819"/>
                  <a:pt x="71669" y="33960"/>
                  <a:pt x="64657" y="33960"/>
                </a:cubicBezTo>
                <a:cubicBezTo>
                  <a:pt x="57472" y="33960"/>
                  <a:pt x="50929" y="34819"/>
                  <a:pt x="45028" y="36538"/>
                </a:cubicBezTo>
                <a:cubicBezTo>
                  <a:pt x="39127" y="38257"/>
                  <a:pt x="34423" y="41192"/>
                  <a:pt x="30917" y="45342"/>
                </a:cubicBezTo>
                <a:cubicBezTo>
                  <a:pt x="27411" y="49493"/>
                  <a:pt x="25658" y="55216"/>
                  <a:pt x="25658" y="62511"/>
                </a:cubicBezTo>
                <a:cubicBezTo>
                  <a:pt x="25658" y="69638"/>
                  <a:pt x="27411" y="75235"/>
                  <a:pt x="30917" y="79302"/>
                </a:cubicBezTo>
                <a:cubicBezTo>
                  <a:pt x="34423" y="83369"/>
                  <a:pt x="39127" y="86240"/>
                  <a:pt x="45028" y="87918"/>
                </a:cubicBezTo>
                <a:cubicBezTo>
                  <a:pt x="50929" y="89595"/>
                  <a:pt x="57472" y="90433"/>
                  <a:pt x="64657" y="90433"/>
                </a:cubicBezTo>
                <a:cubicBezTo>
                  <a:pt x="71669" y="90433"/>
                  <a:pt x="78082" y="89595"/>
                  <a:pt x="83897" y="87917"/>
                </a:cubicBezTo>
                <a:cubicBezTo>
                  <a:pt x="89711" y="86240"/>
                  <a:pt x="94350" y="83369"/>
                  <a:pt x="97815" y="79302"/>
                </a:cubicBezTo>
                <a:cubicBezTo>
                  <a:pt x="101279" y="75235"/>
                  <a:pt x="103011" y="69638"/>
                  <a:pt x="103011" y="625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u">
            <a:extLst xmlns:a="http://schemas.openxmlformats.org/drawingml/2006/main">
              <a:ext uri="{FF2B5EF4-FFF2-40B4-BE49-F238E27FC236}">
                <a16:creationId xmlns:a16="http://schemas.microsoft.com/office/drawing/2014/main" id="{9F0C8D77-AB87-4E5D-88C0-9EFE9DEE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9" y="4441008"/>
            <a:ext cx="126531" cy="115211"/>
          </a:xfrm>
          <a:custGeom xmlns:a="http://schemas.openxmlformats.org/drawingml/2006/main">
            <a:pathLst>
              <a:path w="126531" h="115211">
                <a:moveTo>
                  <a:pt x="126531" y="76220"/>
                </a:moveTo>
                <a:cubicBezTo>
                  <a:pt x="126531" y="88630"/>
                  <a:pt x="122629" y="98231"/>
                  <a:pt x="114826" y="105023"/>
                </a:cubicBezTo>
                <a:cubicBezTo>
                  <a:pt x="107020" y="111815"/>
                  <a:pt x="95910" y="115211"/>
                  <a:pt x="81495" y="115211"/>
                </a:cubicBezTo>
                <a:lnTo>
                  <a:pt x="0" y="115211"/>
                </a:lnTo>
                <a:lnTo>
                  <a:pt x="0" y="81880"/>
                </a:lnTo>
                <a:lnTo>
                  <a:pt x="77765" y="81880"/>
                </a:lnTo>
                <a:cubicBezTo>
                  <a:pt x="82049" y="81880"/>
                  <a:pt x="85841" y="81272"/>
                  <a:pt x="89140" y="80057"/>
                </a:cubicBezTo>
                <a:cubicBezTo>
                  <a:pt x="92439" y="78841"/>
                  <a:pt x="94988" y="76828"/>
                  <a:pt x="96789" y="74019"/>
                </a:cubicBezTo>
                <a:cubicBezTo>
                  <a:pt x="98589" y="71210"/>
                  <a:pt x="99489" y="67500"/>
                  <a:pt x="99489" y="62888"/>
                </a:cubicBezTo>
                <a:cubicBezTo>
                  <a:pt x="99489" y="56180"/>
                  <a:pt x="97968" y="50457"/>
                  <a:pt x="94926" y="45720"/>
                </a:cubicBezTo>
                <a:cubicBezTo>
                  <a:pt x="91883" y="40982"/>
                  <a:pt x="88177" y="36852"/>
                  <a:pt x="83806" y="33331"/>
                </a:cubicBezTo>
                <a:lnTo>
                  <a:pt x="0" y="33331"/>
                </a:lnTo>
                <a:lnTo>
                  <a:pt x="0" y="0"/>
                </a:lnTo>
                <a:lnTo>
                  <a:pt x="124267" y="0"/>
                </a:lnTo>
                <a:lnTo>
                  <a:pt x="124267" y="32199"/>
                </a:lnTo>
                <a:lnTo>
                  <a:pt x="106407" y="32702"/>
                </a:lnTo>
                <a:cubicBezTo>
                  <a:pt x="111605" y="36810"/>
                  <a:pt x="116259" y="42428"/>
                  <a:pt x="120368" y="49556"/>
                </a:cubicBezTo>
                <a:cubicBezTo>
                  <a:pt x="124476" y="56683"/>
                  <a:pt x="126531" y="65571"/>
                  <a:pt x="126531" y="762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r">
            <a:extLst xmlns:a="http://schemas.openxmlformats.org/drawingml/2006/main">
              <a:ext uri="{FF2B5EF4-FFF2-40B4-BE49-F238E27FC236}">
                <a16:creationId xmlns:a16="http://schemas.microsoft.com/office/drawing/2014/main" id="{69C48FEE-E21E-4195-898A-A3EEB40F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4331309"/>
            <a:ext cx="126153" cy="72573"/>
          </a:xfrm>
          <a:custGeom xmlns:a="http://schemas.openxmlformats.org/drawingml/2006/main">
            <a:pathLst>
              <a:path w="126153" h="72573">
                <a:moveTo>
                  <a:pt x="126153" y="72573"/>
                </a:moveTo>
                <a:lnTo>
                  <a:pt x="1887" y="72573"/>
                </a:lnTo>
                <a:lnTo>
                  <a:pt x="1887" y="40626"/>
                </a:lnTo>
                <a:lnTo>
                  <a:pt x="22891" y="39997"/>
                </a:lnTo>
                <a:cubicBezTo>
                  <a:pt x="15512" y="36810"/>
                  <a:pt x="9852" y="32031"/>
                  <a:pt x="5911" y="25658"/>
                </a:cubicBezTo>
                <a:cubicBezTo>
                  <a:pt x="1970" y="19286"/>
                  <a:pt x="0" y="11571"/>
                  <a:pt x="0" y="2516"/>
                </a:cubicBezTo>
                <a:lnTo>
                  <a:pt x="0" y="0"/>
                </a:lnTo>
                <a:lnTo>
                  <a:pt x="28048" y="0"/>
                </a:lnTo>
                <a:lnTo>
                  <a:pt x="28048" y="3144"/>
                </a:lnTo>
                <a:cubicBezTo>
                  <a:pt x="28048" y="8092"/>
                  <a:pt x="28496" y="12829"/>
                  <a:pt x="29392" y="17357"/>
                </a:cubicBezTo>
                <a:cubicBezTo>
                  <a:pt x="30288" y="21885"/>
                  <a:pt x="31825" y="25994"/>
                  <a:pt x="34003" y="29683"/>
                </a:cubicBezTo>
                <a:cubicBezTo>
                  <a:pt x="36180" y="33373"/>
                  <a:pt x="39190" y="36559"/>
                  <a:pt x="43031" y="39242"/>
                </a:cubicBezTo>
                <a:lnTo>
                  <a:pt x="126153" y="39242"/>
                </a:lnTo>
                <a:lnTo>
                  <a:pt x="126153" y="72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n">
            <a:extLst xmlns:a="http://schemas.openxmlformats.org/drawingml/2006/main">
              <a:ext uri="{FF2B5EF4-FFF2-40B4-BE49-F238E27FC236}">
                <a16:creationId xmlns:a16="http://schemas.microsoft.com/office/drawing/2014/main" id="{C974FDF7-4637-4F03-B012-D0FA5B0C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4194375"/>
            <a:ext cx="126153" cy="114456"/>
          </a:xfrm>
          <a:custGeom xmlns:a="http://schemas.openxmlformats.org/drawingml/2006/main">
            <a:pathLst>
              <a:path w="126153" h="114456">
                <a:moveTo>
                  <a:pt x="126153" y="114456"/>
                </a:moveTo>
                <a:lnTo>
                  <a:pt x="1887" y="114456"/>
                </a:lnTo>
                <a:lnTo>
                  <a:pt x="1887" y="82383"/>
                </a:lnTo>
                <a:lnTo>
                  <a:pt x="20124" y="81754"/>
                </a:lnTo>
                <a:cubicBezTo>
                  <a:pt x="14842" y="77646"/>
                  <a:pt x="10167" y="72237"/>
                  <a:pt x="6100" y="65529"/>
                </a:cubicBezTo>
                <a:cubicBezTo>
                  <a:pt x="2033" y="58821"/>
                  <a:pt x="0" y="50101"/>
                  <a:pt x="0" y="39368"/>
                </a:cubicBezTo>
                <a:cubicBezTo>
                  <a:pt x="0" y="26874"/>
                  <a:pt x="3844" y="17189"/>
                  <a:pt x="11532" y="10314"/>
                </a:cubicBezTo>
                <a:cubicBezTo>
                  <a:pt x="19220" y="3438"/>
                  <a:pt x="30455" y="0"/>
                  <a:pt x="45236" y="0"/>
                </a:cubicBezTo>
                <a:lnTo>
                  <a:pt x="126153" y="0"/>
                </a:lnTo>
                <a:lnTo>
                  <a:pt x="126153" y="33079"/>
                </a:lnTo>
                <a:lnTo>
                  <a:pt x="49300" y="33079"/>
                </a:lnTo>
                <a:cubicBezTo>
                  <a:pt x="44780" y="33079"/>
                  <a:pt x="40816" y="33708"/>
                  <a:pt x="37407" y="34966"/>
                </a:cubicBezTo>
                <a:cubicBezTo>
                  <a:pt x="33998" y="36224"/>
                  <a:pt x="31355" y="38215"/>
                  <a:pt x="29479" y="40940"/>
                </a:cubicBezTo>
                <a:cubicBezTo>
                  <a:pt x="27603" y="43665"/>
                  <a:pt x="26665" y="47250"/>
                  <a:pt x="26665" y="51694"/>
                </a:cubicBezTo>
                <a:cubicBezTo>
                  <a:pt x="26665" y="58318"/>
                  <a:pt x="28242" y="63999"/>
                  <a:pt x="31397" y="68737"/>
                </a:cubicBezTo>
                <a:cubicBezTo>
                  <a:pt x="34552" y="73474"/>
                  <a:pt x="38388" y="77604"/>
                  <a:pt x="42905" y="81126"/>
                </a:cubicBezTo>
                <a:lnTo>
                  <a:pt x="126153" y="81126"/>
                </a:lnTo>
                <a:lnTo>
                  <a:pt x="126153" y="114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a">
            <a:extLst xmlns:a="http://schemas.openxmlformats.org/drawingml/2006/main">
              <a:ext uri="{FF2B5EF4-FFF2-40B4-BE49-F238E27FC236}">
                <a16:creationId xmlns:a16="http://schemas.microsoft.com/office/drawing/2014/main" id="{73EB8A2A-E8F9-4847-A3D4-B3B6B915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4053179"/>
            <a:ext cx="128417" cy="113827"/>
          </a:xfrm>
          <a:custGeom xmlns:a="http://schemas.openxmlformats.org/drawingml/2006/main">
            <a:pathLst>
              <a:path w="128417" h="113827">
                <a:moveTo>
                  <a:pt x="128417" y="74082"/>
                </a:moveTo>
                <a:cubicBezTo>
                  <a:pt x="128417" y="81042"/>
                  <a:pt x="127063" y="87540"/>
                  <a:pt x="124353" y="93577"/>
                </a:cubicBezTo>
                <a:cubicBezTo>
                  <a:pt x="121644" y="99615"/>
                  <a:pt x="117559" y="104499"/>
                  <a:pt x="112098" y="108230"/>
                </a:cubicBezTo>
                <a:cubicBezTo>
                  <a:pt x="106635" y="111962"/>
                  <a:pt x="99797" y="113827"/>
                  <a:pt x="91585" y="113827"/>
                </a:cubicBezTo>
                <a:cubicBezTo>
                  <a:pt x="80155" y="113827"/>
                  <a:pt x="71540" y="110431"/>
                  <a:pt x="65742" y="103640"/>
                </a:cubicBezTo>
                <a:cubicBezTo>
                  <a:pt x="59940" y="96848"/>
                  <a:pt x="56002" y="87352"/>
                  <a:pt x="53927" y="75151"/>
                </a:cubicBezTo>
                <a:cubicBezTo>
                  <a:pt x="51851" y="62951"/>
                  <a:pt x="50645" y="48759"/>
                  <a:pt x="50307" y="32576"/>
                </a:cubicBezTo>
                <a:lnTo>
                  <a:pt x="43558" y="32576"/>
                </a:lnTo>
                <a:cubicBezTo>
                  <a:pt x="35335" y="32576"/>
                  <a:pt x="29709" y="34484"/>
                  <a:pt x="26680" y="38299"/>
                </a:cubicBezTo>
                <a:cubicBezTo>
                  <a:pt x="23651" y="42114"/>
                  <a:pt x="22137" y="47040"/>
                  <a:pt x="22137" y="53078"/>
                </a:cubicBezTo>
                <a:cubicBezTo>
                  <a:pt x="22137" y="59702"/>
                  <a:pt x="23752" y="65152"/>
                  <a:pt x="26983" y="69428"/>
                </a:cubicBezTo>
                <a:cubicBezTo>
                  <a:pt x="30211" y="73705"/>
                  <a:pt x="35443" y="75843"/>
                  <a:pt x="42677" y="75843"/>
                </a:cubicBezTo>
                <a:lnTo>
                  <a:pt x="42677" y="107035"/>
                </a:lnTo>
                <a:cubicBezTo>
                  <a:pt x="32062" y="107035"/>
                  <a:pt x="23655" y="104751"/>
                  <a:pt x="17455" y="100181"/>
                </a:cubicBezTo>
                <a:cubicBezTo>
                  <a:pt x="11253" y="95611"/>
                  <a:pt x="6793" y="89280"/>
                  <a:pt x="4076" y="81188"/>
                </a:cubicBezTo>
                <a:cubicBezTo>
                  <a:pt x="1359" y="73097"/>
                  <a:pt x="0" y="63727"/>
                  <a:pt x="0" y="53078"/>
                </a:cubicBezTo>
                <a:cubicBezTo>
                  <a:pt x="0" y="45279"/>
                  <a:pt x="658" y="38152"/>
                  <a:pt x="1973" y="31696"/>
                </a:cubicBezTo>
                <a:cubicBezTo>
                  <a:pt x="3289" y="25239"/>
                  <a:pt x="5559" y="19642"/>
                  <a:pt x="8785" y="14904"/>
                </a:cubicBezTo>
                <a:cubicBezTo>
                  <a:pt x="12008" y="10167"/>
                  <a:pt x="16399" y="6498"/>
                  <a:pt x="21960" y="3899"/>
                </a:cubicBezTo>
                <a:cubicBezTo>
                  <a:pt x="27517" y="1300"/>
                  <a:pt x="34455" y="0"/>
                  <a:pt x="42772" y="0"/>
                </a:cubicBezTo>
                <a:lnTo>
                  <a:pt x="126153" y="0"/>
                </a:lnTo>
                <a:lnTo>
                  <a:pt x="126153" y="31192"/>
                </a:lnTo>
                <a:lnTo>
                  <a:pt x="110306" y="32199"/>
                </a:lnTo>
                <a:cubicBezTo>
                  <a:pt x="116259" y="37397"/>
                  <a:pt x="120766" y="43435"/>
                  <a:pt x="123827" y="50310"/>
                </a:cubicBezTo>
                <a:cubicBezTo>
                  <a:pt x="126887" y="57186"/>
                  <a:pt x="128417" y="65110"/>
                  <a:pt x="128417" y="74082"/>
                </a:cubicBezTo>
                <a:moveTo>
                  <a:pt x="105526" y="63140"/>
                </a:moveTo>
                <a:cubicBezTo>
                  <a:pt x="105526" y="56851"/>
                  <a:pt x="103857" y="51044"/>
                  <a:pt x="100519" y="45720"/>
                </a:cubicBezTo>
                <a:cubicBezTo>
                  <a:pt x="97178" y="40395"/>
                  <a:pt x="93368" y="36140"/>
                  <a:pt x="89089" y="32953"/>
                </a:cubicBezTo>
                <a:lnTo>
                  <a:pt x="68796" y="32953"/>
                </a:lnTo>
                <a:cubicBezTo>
                  <a:pt x="68882" y="50562"/>
                  <a:pt x="70574" y="62888"/>
                  <a:pt x="73870" y="69932"/>
                </a:cubicBezTo>
                <a:cubicBezTo>
                  <a:pt x="77166" y="76975"/>
                  <a:pt x="82496" y="80497"/>
                  <a:pt x="89859" y="80497"/>
                </a:cubicBezTo>
                <a:cubicBezTo>
                  <a:pt x="95168" y="80497"/>
                  <a:pt x="99106" y="78883"/>
                  <a:pt x="101674" y="75654"/>
                </a:cubicBezTo>
                <a:cubicBezTo>
                  <a:pt x="104242" y="72426"/>
                  <a:pt x="105526" y="68255"/>
                  <a:pt x="105526" y="631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m">
            <a:extLst xmlns:a="http://schemas.openxmlformats.org/drawingml/2006/main">
              <a:ext uri="{FF2B5EF4-FFF2-40B4-BE49-F238E27FC236}">
                <a16:creationId xmlns:a16="http://schemas.microsoft.com/office/drawing/2014/main" id="{CF360876-E968-4F94-93B9-724409C7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3824078"/>
            <a:ext cx="126153" cy="194450"/>
          </a:xfrm>
          <a:custGeom xmlns:a="http://schemas.openxmlformats.org/drawingml/2006/main">
            <a:pathLst>
              <a:path w="126153" h="194450">
                <a:moveTo>
                  <a:pt x="41101" y="80410"/>
                </a:moveTo>
                <a:lnTo>
                  <a:pt x="40578" y="79942"/>
                </a:lnTo>
                <a:lnTo>
                  <a:pt x="40062" y="79468"/>
                </a:lnTo>
                <a:lnTo>
                  <a:pt x="39553" y="78989"/>
                </a:lnTo>
                <a:lnTo>
                  <a:pt x="39052" y="78505"/>
                </a:lnTo>
                <a:lnTo>
                  <a:pt x="38558" y="78017"/>
                </a:lnTo>
                <a:lnTo>
                  <a:pt x="38072" y="77523"/>
                </a:lnTo>
                <a:lnTo>
                  <a:pt x="37593" y="77024"/>
                </a:lnTo>
                <a:lnTo>
                  <a:pt x="37122" y="76520"/>
                </a:lnTo>
                <a:lnTo>
                  <a:pt x="36658" y="76011"/>
                </a:lnTo>
                <a:lnTo>
                  <a:pt x="36201" y="75497"/>
                </a:lnTo>
                <a:lnTo>
                  <a:pt x="35752" y="74978"/>
                </a:lnTo>
                <a:lnTo>
                  <a:pt x="35310" y="74454"/>
                </a:lnTo>
                <a:lnTo>
                  <a:pt x="34876" y="73925"/>
                </a:lnTo>
                <a:lnTo>
                  <a:pt x="34449" y="73391"/>
                </a:lnTo>
                <a:lnTo>
                  <a:pt x="34029" y="72852"/>
                </a:lnTo>
                <a:lnTo>
                  <a:pt x="33617" y="72308"/>
                </a:lnTo>
                <a:lnTo>
                  <a:pt x="33213" y="71759"/>
                </a:lnTo>
                <a:lnTo>
                  <a:pt x="32816" y="71205"/>
                </a:lnTo>
                <a:lnTo>
                  <a:pt x="32426" y="70646"/>
                </a:lnTo>
                <a:lnTo>
                  <a:pt x="32043" y="70082"/>
                </a:lnTo>
                <a:lnTo>
                  <a:pt x="31669" y="69513"/>
                </a:lnTo>
                <a:lnTo>
                  <a:pt x="31301" y="68939"/>
                </a:lnTo>
                <a:lnTo>
                  <a:pt x="30941" y="68359"/>
                </a:lnTo>
                <a:lnTo>
                  <a:pt x="30592" y="67773"/>
                </a:lnTo>
                <a:lnTo>
                  <a:pt x="30258" y="67177"/>
                </a:lnTo>
                <a:lnTo>
                  <a:pt x="29939" y="66572"/>
                </a:lnTo>
                <a:lnTo>
                  <a:pt x="29634" y="65957"/>
                </a:lnTo>
                <a:lnTo>
                  <a:pt x="29345" y="65333"/>
                </a:lnTo>
                <a:lnTo>
                  <a:pt x="29070" y="64700"/>
                </a:lnTo>
                <a:lnTo>
                  <a:pt x="28810" y="64057"/>
                </a:lnTo>
                <a:lnTo>
                  <a:pt x="28565" y="63405"/>
                </a:lnTo>
                <a:lnTo>
                  <a:pt x="28335" y="62744"/>
                </a:lnTo>
                <a:lnTo>
                  <a:pt x="28120" y="62073"/>
                </a:lnTo>
                <a:lnTo>
                  <a:pt x="27919" y="61392"/>
                </a:lnTo>
                <a:lnTo>
                  <a:pt x="27734" y="60703"/>
                </a:lnTo>
                <a:lnTo>
                  <a:pt x="27563" y="60004"/>
                </a:lnTo>
                <a:lnTo>
                  <a:pt x="27407" y="59295"/>
                </a:lnTo>
                <a:lnTo>
                  <a:pt x="27266" y="58577"/>
                </a:lnTo>
                <a:lnTo>
                  <a:pt x="27140" y="57850"/>
                </a:lnTo>
                <a:lnTo>
                  <a:pt x="27028" y="57113"/>
                </a:lnTo>
                <a:lnTo>
                  <a:pt x="26932" y="56367"/>
                </a:lnTo>
                <a:lnTo>
                  <a:pt x="26850" y="55612"/>
                </a:lnTo>
                <a:lnTo>
                  <a:pt x="26783" y="54847"/>
                </a:lnTo>
                <a:lnTo>
                  <a:pt x="26731" y="54073"/>
                </a:lnTo>
                <a:lnTo>
                  <a:pt x="26694" y="53289"/>
                </a:lnTo>
                <a:lnTo>
                  <a:pt x="26672" y="52496"/>
                </a:lnTo>
                <a:lnTo>
                  <a:pt x="26665" y="51694"/>
                </a:lnTo>
                <a:lnTo>
                  <a:pt x="26669" y="51153"/>
                </a:lnTo>
                <a:lnTo>
                  <a:pt x="26684" y="50621"/>
                </a:lnTo>
                <a:lnTo>
                  <a:pt x="26709" y="50097"/>
                </a:lnTo>
                <a:lnTo>
                  <a:pt x="26743" y="49582"/>
                </a:lnTo>
                <a:lnTo>
                  <a:pt x="26787" y="49075"/>
                </a:lnTo>
                <a:lnTo>
                  <a:pt x="26840" y="48577"/>
                </a:lnTo>
                <a:lnTo>
                  <a:pt x="26904" y="48087"/>
                </a:lnTo>
                <a:lnTo>
                  <a:pt x="26977" y="47606"/>
                </a:lnTo>
                <a:lnTo>
                  <a:pt x="27060" y="47134"/>
                </a:lnTo>
                <a:lnTo>
                  <a:pt x="27153" y="46670"/>
                </a:lnTo>
                <a:lnTo>
                  <a:pt x="27256" y="46214"/>
                </a:lnTo>
                <a:lnTo>
                  <a:pt x="27368" y="45767"/>
                </a:lnTo>
                <a:lnTo>
                  <a:pt x="27490" y="45328"/>
                </a:lnTo>
                <a:lnTo>
                  <a:pt x="27622" y="44898"/>
                </a:lnTo>
                <a:lnTo>
                  <a:pt x="27764" y="44477"/>
                </a:lnTo>
                <a:lnTo>
                  <a:pt x="27915" y="44064"/>
                </a:lnTo>
                <a:lnTo>
                  <a:pt x="28077" y="43659"/>
                </a:lnTo>
                <a:lnTo>
                  <a:pt x="28248" y="43263"/>
                </a:lnTo>
                <a:lnTo>
                  <a:pt x="28428" y="42876"/>
                </a:lnTo>
                <a:lnTo>
                  <a:pt x="28619" y="42497"/>
                </a:lnTo>
                <a:lnTo>
                  <a:pt x="28819" y="42126"/>
                </a:lnTo>
                <a:lnTo>
                  <a:pt x="29029" y="41764"/>
                </a:lnTo>
                <a:lnTo>
                  <a:pt x="29249" y="41411"/>
                </a:lnTo>
                <a:lnTo>
                  <a:pt x="29479" y="41066"/>
                </a:lnTo>
                <a:lnTo>
                  <a:pt x="29717" y="40729"/>
                </a:lnTo>
                <a:lnTo>
                  <a:pt x="29964" y="40400"/>
                </a:lnTo>
                <a:lnTo>
                  <a:pt x="30218" y="40079"/>
                </a:lnTo>
                <a:lnTo>
                  <a:pt x="30481" y="39766"/>
                </a:lnTo>
                <a:lnTo>
                  <a:pt x="30751" y="39461"/>
                </a:lnTo>
                <a:lnTo>
                  <a:pt x="31030" y="39164"/>
                </a:lnTo>
                <a:lnTo>
                  <a:pt x="31316" y="38874"/>
                </a:lnTo>
                <a:lnTo>
                  <a:pt x="31610" y="38592"/>
                </a:lnTo>
                <a:lnTo>
                  <a:pt x="31913" y="38318"/>
                </a:lnTo>
                <a:lnTo>
                  <a:pt x="32223" y="38053"/>
                </a:lnTo>
                <a:lnTo>
                  <a:pt x="32542" y="37794"/>
                </a:lnTo>
                <a:lnTo>
                  <a:pt x="32868" y="37544"/>
                </a:lnTo>
                <a:lnTo>
                  <a:pt x="33202" y="37302"/>
                </a:lnTo>
                <a:lnTo>
                  <a:pt x="33544" y="37067"/>
                </a:lnTo>
                <a:lnTo>
                  <a:pt x="33895" y="36841"/>
                </a:lnTo>
                <a:lnTo>
                  <a:pt x="34253" y="36622"/>
                </a:lnTo>
                <a:lnTo>
                  <a:pt x="34619" y="36411"/>
                </a:lnTo>
                <a:lnTo>
                  <a:pt x="34994" y="36208"/>
                </a:lnTo>
                <a:lnTo>
                  <a:pt x="35376" y="36013"/>
                </a:lnTo>
                <a:lnTo>
                  <a:pt x="35766" y="35825"/>
                </a:lnTo>
                <a:lnTo>
                  <a:pt x="36164" y="35646"/>
                </a:lnTo>
                <a:lnTo>
                  <a:pt x="36570" y="35474"/>
                </a:lnTo>
                <a:lnTo>
                  <a:pt x="36984" y="35310"/>
                </a:lnTo>
                <a:lnTo>
                  <a:pt x="37407" y="35154"/>
                </a:lnTo>
                <a:lnTo>
                  <a:pt x="37836" y="35006"/>
                </a:lnTo>
                <a:lnTo>
                  <a:pt x="38270" y="34863"/>
                </a:lnTo>
                <a:lnTo>
                  <a:pt x="38711" y="34727"/>
                </a:lnTo>
                <a:lnTo>
                  <a:pt x="39157" y="34597"/>
                </a:lnTo>
                <a:lnTo>
                  <a:pt x="39610" y="34474"/>
                </a:lnTo>
                <a:lnTo>
                  <a:pt x="40068" y="34357"/>
                </a:lnTo>
                <a:lnTo>
                  <a:pt x="40531" y="34246"/>
                </a:lnTo>
                <a:lnTo>
                  <a:pt x="41001" y="34141"/>
                </a:lnTo>
                <a:lnTo>
                  <a:pt x="41476" y="34043"/>
                </a:lnTo>
                <a:lnTo>
                  <a:pt x="41957" y="33951"/>
                </a:lnTo>
                <a:lnTo>
                  <a:pt x="42444" y="33866"/>
                </a:lnTo>
                <a:lnTo>
                  <a:pt x="42937" y="33787"/>
                </a:lnTo>
                <a:lnTo>
                  <a:pt x="43435" y="33714"/>
                </a:lnTo>
                <a:lnTo>
                  <a:pt x="43940" y="33647"/>
                </a:lnTo>
                <a:lnTo>
                  <a:pt x="44450" y="33587"/>
                </a:lnTo>
                <a:lnTo>
                  <a:pt x="44965" y="33533"/>
                </a:lnTo>
                <a:lnTo>
                  <a:pt x="45487" y="33486"/>
                </a:lnTo>
                <a:lnTo>
                  <a:pt x="46014" y="33445"/>
                </a:lnTo>
                <a:lnTo>
                  <a:pt x="46548" y="33410"/>
                </a:lnTo>
                <a:lnTo>
                  <a:pt x="47087" y="33381"/>
                </a:lnTo>
                <a:lnTo>
                  <a:pt x="47631" y="33359"/>
                </a:lnTo>
                <a:lnTo>
                  <a:pt x="48182" y="33343"/>
                </a:lnTo>
                <a:lnTo>
                  <a:pt x="48738" y="33334"/>
                </a:lnTo>
                <a:lnTo>
                  <a:pt x="49300" y="33331"/>
                </a:lnTo>
                <a:lnTo>
                  <a:pt x="126153" y="33331"/>
                </a:lnTo>
                <a:lnTo>
                  <a:pt x="126153" y="0"/>
                </a:lnTo>
                <a:lnTo>
                  <a:pt x="45236" y="0"/>
                </a:lnTo>
                <a:lnTo>
                  <a:pt x="43448" y="17"/>
                </a:lnTo>
                <a:lnTo>
                  <a:pt x="41695" y="69"/>
                </a:lnTo>
                <a:lnTo>
                  <a:pt x="39975" y="156"/>
                </a:lnTo>
                <a:lnTo>
                  <a:pt x="38290" y="278"/>
                </a:lnTo>
                <a:lnTo>
                  <a:pt x="36639" y="434"/>
                </a:lnTo>
                <a:lnTo>
                  <a:pt x="35023" y="625"/>
                </a:lnTo>
                <a:lnTo>
                  <a:pt x="33441" y="851"/>
                </a:lnTo>
                <a:lnTo>
                  <a:pt x="31893" y="1111"/>
                </a:lnTo>
                <a:lnTo>
                  <a:pt x="30379" y="1406"/>
                </a:lnTo>
                <a:lnTo>
                  <a:pt x="28899" y="1736"/>
                </a:lnTo>
                <a:lnTo>
                  <a:pt x="27454" y="2101"/>
                </a:lnTo>
                <a:lnTo>
                  <a:pt x="26044" y="2500"/>
                </a:lnTo>
                <a:lnTo>
                  <a:pt x="24667" y="2934"/>
                </a:lnTo>
                <a:lnTo>
                  <a:pt x="23325" y="3403"/>
                </a:lnTo>
                <a:lnTo>
                  <a:pt x="22017" y="3906"/>
                </a:lnTo>
                <a:lnTo>
                  <a:pt x="20743" y="4444"/>
                </a:lnTo>
                <a:lnTo>
                  <a:pt x="19504" y="5017"/>
                </a:lnTo>
                <a:lnTo>
                  <a:pt x="18298" y="5625"/>
                </a:lnTo>
                <a:lnTo>
                  <a:pt x="17128" y="6267"/>
                </a:lnTo>
                <a:lnTo>
                  <a:pt x="15991" y="6944"/>
                </a:lnTo>
                <a:lnTo>
                  <a:pt x="14889" y="7656"/>
                </a:lnTo>
                <a:lnTo>
                  <a:pt x="13821" y="8402"/>
                </a:lnTo>
                <a:lnTo>
                  <a:pt x="12787" y="9183"/>
                </a:lnTo>
                <a:lnTo>
                  <a:pt x="11788" y="9999"/>
                </a:lnTo>
                <a:lnTo>
                  <a:pt x="10826" y="10847"/>
                </a:lnTo>
                <a:lnTo>
                  <a:pt x="9905" y="11724"/>
                </a:lnTo>
                <a:lnTo>
                  <a:pt x="9025" y="12630"/>
                </a:lnTo>
                <a:lnTo>
                  <a:pt x="8186" y="13565"/>
                </a:lnTo>
                <a:lnTo>
                  <a:pt x="7388" y="14529"/>
                </a:lnTo>
                <a:lnTo>
                  <a:pt x="6631" y="15522"/>
                </a:lnTo>
                <a:lnTo>
                  <a:pt x="5914" y="16544"/>
                </a:lnTo>
                <a:lnTo>
                  <a:pt x="5239" y="17595"/>
                </a:lnTo>
                <a:lnTo>
                  <a:pt x="4605" y="18675"/>
                </a:lnTo>
                <a:lnTo>
                  <a:pt x="4011" y="19784"/>
                </a:lnTo>
                <a:lnTo>
                  <a:pt x="3459" y="20922"/>
                </a:lnTo>
                <a:lnTo>
                  <a:pt x="2947" y="22089"/>
                </a:lnTo>
                <a:lnTo>
                  <a:pt x="2476" y="23286"/>
                </a:lnTo>
                <a:lnTo>
                  <a:pt x="2046" y="24511"/>
                </a:lnTo>
                <a:lnTo>
                  <a:pt x="1658" y="25765"/>
                </a:lnTo>
                <a:lnTo>
                  <a:pt x="1310" y="27049"/>
                </a:lnTo>
                <a:lnTo>
                  <a:pt x="1003" y="28361"/>
                </a:lnTo>
                <a:lnTo>
                  <a:pt x="737" y="29703"/>
                </a:lnTo>
                <a:lnTo>
                  <a:pt x="512" y="31073"/>
                </a:lnTo>
                <a:lnTo>
                  <a:pt x="327" y="32473"/>
                </a:lnTo>
                <a:lnTo>
                  <a:pt x="184" y="33902"/>
                </a:lnTo>
                <a:lnTo>
                  <a:pt x="82" y="35359"/>
                </a:lnTo>
                <a:lnTo>
                  <a:pt x="20" y="36846"/>
                </a:lnTo>
                <a:lnTo>
                  <a:pt x="0" y="38362"/>
                </a:lnTo>
                <a:lnTo>
                  <a:pt x="11" y="39654"/>
                </a:lnTo>
                <a:lnTo>
                  <a:pt x="44" y="40933"/>
                </a:lnTo>
                <a:lnTo>
                  <a:pt x="98" y="42197"/>
                </a:lnTo>
                <a:lnTo>
                  <a:pt x="175" y="43447"/>
                </a:lnTo>
                <a:lnTo>
                  <a:pt x="273" y="44683"/>
                </a:lnTo>
                <a:lnTo>
                  <a:pt x="393" y="45904"/>
                </a:lnTo>
                <a:lnTo>
                  <a:pt x="535" y="47112"/>
                </a:lnTo>
                <a:lnTo>
                  <a:pt x="699" y="48305"/>
                </a:lnTo>
                <a:lnTo>
                  <a:pt x="884" y="49484"/>
                </a:lnTo>
                <a:lnTo>
                  <a:pt x="1092" y="50649"/>
                </a:lnTo>
                <a:lnTo>
                  <a:pt x="1321" y="51800"/>
                </a:lnTo>
                <a:lnTo>
                  <a:pt x="1572" y="52936"/>
                </a:lnTo>
                <a:lnTo>
                  <a:pt x="1845" y="54058"/>
                </a:lnTo>
                <a:lnTo>
                  <a:pt x="2140" y="55166"/>
                </a:lnTo>
                <a:lnTo>
                  <a:pt x="2457" y="56260"/>
                </a:lnTo>
                <a:lnTo>
                  <a:pt x="2795" y="57340"/>
                </a:lnTo>
                <a:lnTo>
                  <a:pt x="3155" y="58405"/>
                </a:lnTo>
                <a:lnTo>
                  <a:pt x="3537" y="59457"/>
                </a:lnTo>
                <a:lnTo>
                  <a:pt x="3941" y="60494"/>
                </a:lnTo>
                <a:lnTo>
                  <a:pt x="4367" y="61517"/>
                </a:lnTo>
                <a:lnTo>
                  <a:pt x="4815" y="62525"/>
                </a:lnTo>
                <a:lnTo>
                  <a:pt x="5284" y="63520"/>
                </a:lnTo>
                <a:lnTo>
                  <a:pt x="5776" y="64500"/>
                </a:lnTo>
                <a:lnTo>
                  <a:pt x="6289" y="65466"/>
                </a:lnTo>
                <a:lnTo>
                  <a:pt x="6817" y="66419"/>
                </a:lnTo>
                <a:lnTo>
                  <a:pt x="7352" y="67360"/>
                </a:lnTo>
                <a:lnTo>
                  <a:pt x="7894" y="68288"/>
                </a:lnTo>
                <a:lnTo>
                  <a:pt x="8444" y="69203"/>
                </a:lnTo>
                <a:lnTo>
                  <a:pt x="9002" y="70106"/>
                </a:lnTo>
                <a:lnTo>
                  <a:pt x="9567" y="70997"/>
                </a:lnTo>
                <a:lnTo>
                  <a:pt x="10139" y="71875"/>
                </a:lnTo>
                <a:lnTo>
                  <a:pt x="10719" y="72741"/>
                </a:lnTo>
                <a:lnTo>
                  <a:pt x="11306" y="73594"/>
                </a:lnTo>
                <a:lnTo>
                  <a:pt x="11901" y="74435"/>
                </a:lnTo>
                <a:lnTo>
                  <a:pt x="12503" y="75263"/>
                </a:lnTo>
                <a:lnTo>
                  <a:pt x="13112" y="76079"/>
                </a:lnTo>
                <a:lnTo>
                  <a:pt x="13729" y="76882"/>
                </a:lnTo>
                <a:lnTo>
                  <a:pt x="14353" y="77673"/>
                </a:lnTo>
                <a:lnTo>
                  <a:pt x="14985" y="78452"/>
                </a:lnTo>
                <a:lnTo>
                  <a:pt x="15624" y="79218"/>
                </a:lnTo>
                <a:lnTo>
                  <a:pt x="16271" y="79972"/>
                </a:lnTo>
                <a:lnTo>
                  <a:pt x="16925" y="80713"/>
                </a:lnTo>
                <a:lnTo>
                  <a:pt x="17586" y="81442"/>
                </a:lnTo>
                <a:lnTo>
                  <a:pt x="18255" y="82158"/>
                </a:lnTo>
                <a:lnTo>
                  <a:pt x="18931" y="82862"/>
                </a:lnTo>
                <a:lnTo>
                  <a:pt x="19615" y="83553"/>
                </a:lnTo>
                <a:lnTo>
                  <a:pt x="20306" y="84232"/>
                </a:lnTo>
                <a:lnTo>
                  <a:pt x="21005" y="84899"/>
                </a:lnTo>
                <a:lnTo>
                  <a:pt x="21017" y="84897"/>
                </a:lnTo>
                <a:lnTo>
                  <a:pt x="20743" y="85011"/>
                </a:lnTo>
                <a:lnTo>
                  <a:pt x="19504" y="85576"/>
                </a:lnTo>
                <a:lnTo>
                  <a:pt x="18298" y="86176"/>
                </a:lnTo>
                <a:lnTo>
                  <a:pt x="17128" y="86811"/>
                </a:lnTo>
                <a:lnTo>
                  <a:pt x="15991" y="87479"/>
                </a:lnTo>
                <a:lnTo>
                  <a:pt x="14889" y="88182"/>
                </a:lnTo>
                <a:lnTo>
                  <a:pt x="13821" y="88919"/>
                </a:lnTo>
                <a:lnTo>
                  <a:pt x="12787" y="89690"/>
                </a:lnTo>
                <a:lnTo>
                  <a:pt x="11788" y="90496"/>
                </a:lnTo>
                <a:lnTo>
                  <a:pt x="10826" y="91334"/>
                </a:lnTo>
                <a:lnTo>
                  <a:pt x="9905" y="92201"/>
                </a:lnTo>
                <a:lnTo>
                  <a:pt x="9025" y="93099"/>
                </a:lnTo>
                <a:lnTo>
                  <a:pt x="8186" y="94026"/>
                </a:lnTo>
                <a:lnTo>
                  <a:pt x="7388" y="94984"/>
                </a:lnTo>
                <a:lnTo>
                  <a:pt x="6631" y="95971"/>
                </a:lnTo>
                <a:lnTo>
                  <a:pt x="5914" y="96988"/>
                </a:lnTo>
                <a:lnTo>
                  <a:pt x="5239" y="98035"/>
                </a:lnTo>
                <a:lnTo>
                  <a:pt x="4605" y="99113"/>
                </a:lnTo>
                <a:lnTo>
                  <a:pt x="4011" y="100220"/>
                </a:lnTo>
                <a:lnTo>
                  <a:pt x="3459" y="101356"/>
                </a:lnTo>
                <a:lnTo>
                  <a:pt x="2947" y="102523"/>
                </a:lnTo>
                <a:lnTo>
                  <a:pt x="2476" y="103720"/>
                </a:lnTo>
                <a:lnTo>
                  <a:pt x="2046" y="104947"/>
                </a:lnTo>
                <a:lnTo>
                  <a:pt x="1658" y="106203"/>
                </a:lnTo>
                <a:lnTo>
                  <a:pt x="1310" y="107490"/>
                </a:lnTo>
                <a:lnTo>
                  <a:pt x="1003" y="108806"/>
                </a:lnTo>
                <a:lnTo>
                  <a:pt x="737" y="110152"/>
                </a:lnTo>
                <a:lnTo>
                  <a:pt x="512" y="111529"/>
                </a:lnTo>
                <a:lnTo>
                  <a:pt x="327" y="112935"/>
                </a:lnTo>
                <a:lnTo>
                  <a:pt x="184" y="114371"/>
                </a:lnTo>
                <a:lnTo>
                  <a:pt x="82" y="115837"/>
                </a:lnTo>
                <a:lnTo>
                  <a:pt x="20" y="117333"/>
                </a:lnTo>
                <a:lnTo>
                  <a:pt x="0" y="118858"/>
                </a:lnTo>
                <a:lnTo>
                  <a:pt x="11" y="120149"/>
                </a:lnTo>
                <a:lnTo>
                  <a:pt x="42" y="121423"/>
                </a:lnTo>
                <a:lnTo>
                  <a:pt x="95" y="122680"/>
                </a:lnTo>
                <a:lnTo>
                  <a:pt x="169" y="123919"/>
                </a:lnTo>
                <a:lnTo>
                  <a:pt x="265" y="125141"/>
                </a:lnTo>
                <a:lnTo>
                  <a:pt x="381" y="126346"/>
                </a:lnTo>
                <a:lnTo>
                  <a:pt x="519" y="127534"/>
                </a:lnTo>
                <a:lnTo>
                  <a:pt x="678" y="128704"/>
                </a:lnTo>
                <a:lnTo>
                  <a:pt x="858" y="129857"/>
                </a:lnTo>
                <a:lnTo>
                  <a:pt x="1059" y="130993"/>
                </a:lnTo>
                <a:lnTo>
                  <a:pt x="1281" y="132111"/>
                </a:lnTo>
                <a:lnTo>
                  <a:pt x="1525" y="133213"/>
                </a:lnTo>
                <a:lnTo>
                  <a:pt x="1790" y="134297"/>
                </a:lnTo>
                <a:lnTo>
                  <a:pt x="2076" y="135363"/>
                </a:lnTo>
                <a:lnTo>
                  <a:pt x="2383" y="136413"/>
                </a:lnTo>
                <a:lnTo>
                  <a:pt x="2711" y="137445"/>
                </a:lnTo>
                <a:lnTo>
                  <a:pt x="3061" y="138460"/>
                </a:lnTo>
                <a:lnTo>
                  <a:pt x="3431" y="139458"/>
                </a:lnTo>
                <a:lnTo>
                  <a:pt x="3823" y="140439"/>
                </a:lnTo>
                <a:lnTo>
                  <a:pt x="4236" y="141402"/>
                </a:lnTo>
                <a:lnTo>
                  <a:pt x="4670" y="142348"/>
                </a:lnTo>
                <a:lnTo>
                  <a:pt x="5126" y="143277"/>
                </a:lnTo>
                <a:lnTo>
                  <a:pt x="5602" y="144188"/>
                </a:lnTo>
                <a:lnTo>
                  <a:pt x="6100" y="145083"/>
                </a:lnTo>
                <a:lnTo>
                  <a:pt x="6612" y="145960"/>
                </a:lnTo>
                <a:lnTo>
                  <a:pt x="7130" y="146822"/>
                </a:lnTo>
                <a:lnTo>
                  <a:pt x="7654" y="147668"/>
                </a:lnTo>
                <a:lnTo>
                  <a:pt x="8184" y="148498"/>
                </a:lnTo>
                <a:lnTo>
                  <a:pt x="8721" y="149312"/>
                </a:lnTo>
                <a:lnTo>
                  <a:pt x="9264" y="150110"/>
                </a:lnTo>
                <a:lnTo>
                  <a:pt x="9814" y="150892"/>
                </a:lnTo>
                <a:lnTo>
                  <a:pt x="10370" y="151658"/>
                </a:lnTo>
                <a:lnTo>
                  <a:pt x="10932" y="152408"/>
                </a:lnTo>
                <a:lnTo>
                  <a:pt x="11500" y="153142"/>
                </a:lnTo>
                <a:lnTo>
                  <a:pt x="12075" y="153861"/>
                </a:lnTo>
                <a:lnTo>
                  <a:pt x="12656" y="154563"/>
                </a:lnTo>
                <a:lnTo>
                  <a:pt x="13244" y="155250"/>
                </a:lnTo>
                <a:lnTo>
                  <a:pt x="13838" y="155920"/>
                </a:lnTo>
                <a:lnTo>
                  <a:pt x="14438" y="156575"/>
                </a:lnTo>
                <a:lnTo>
                  <a:pt x="15044" y="157213"/>
                </a:lnTo>
                <a:lnTo>
                  <a:pt x="15657" y="157836"/>
                </a:lnTo>
                <a:lnTo>
                  <a:pt x="16276" y="158443"/>
                </a:lnTo>
                <a:lnTo>
                  <a:pt x="16902" y="159033"/>
                </a:lnTo>
                <a:lnTo>
                  <a:pt x="17534" y="159608"/>
                </a:lnTo>
                <a:lnTo>
                  <a:pt x="18172" y="160167"/>
                </a:lnTo>
                <a:lnTo>
                  <a:pt x="18816" y="160710"/>
                </a:lnTo>
                <a:lnTo>
                  <a:pt x="19467" y="161237"/>
                </a:lnTo>
                <a:lnTo>
                  <a:pt x="20124" y="161748"/>
                </a:lnTo>
                <a:lnTo>
                  <a:pt x="1887" y="162377"/>
                </a:lnTo>
                <a:lnTo>
                  <a:pt x="1887" y="194450"/>
                </a:lnTo>
                <a:lnTo>
                  <a:pt x="126153" y="194450"/>
                </a:lnTo>
                <a:lnTo>
                  <a:pt x="126153" y="161119"/>
                </a:lnTo>
                <a:lnTo>
                  <a:pt x="42905" y="161119"/>
                </a:lnTo>
                <a:lnTo>
                  <a:pt x="42344" y="160676"/>
                </a:lnTo>
                <a:lnTo>
                  <a:pt x="41790" y="160227"/>
                </a:lnTo>
                <a:lnTo>
                  <a:pt x="41243" y="159773"/>
                </a:lnTo>
                <a:lnTo>
                  <a:pt x="40703" y="159313"/>
                </a:lnTo>
                <a:lnTo>
                  <a:pt x="40171" y="158847"/>
                </a:lnTo>
                <a:lnTo>
                  <a:pt x="39645" y="158376"/>
                </a:lnTo>
                <a:lnTo>
                  <a:pt x="39126" y="157899"/>
                </a:lnTo>
                <a:lnTo>
                  <a:pt x="38615" y="157416"/>
                </a:lnTo>
                <a:lnTo>
                  <a:pt x="38111" y="156927"/>
                </a:lnTo>
                <a:lnTo>
                  <a:pt x="37613" y="156433"/>
                </a:lnTo>
                <a:lnTo>
                  <a:pt x="37123" y="155933"/>
                </a:lnTo>
                <a:lnTo>
                  <a:pt x="36640" y="155428"/>
                </a:lnTo>
                <a:lnTo>
                  <a:pt x="36164" y="154917"/>
                </a:lnTo>
                <a:lnTo>
                  <a:pt x="35695" y="154400"/>
                </a:lnTo>
                <a:lnTo>
                  <a:pt x="35234" y="153877"/>
                </a:lnTo>
                <a:lnTo>
                  <a:pt x="34779" y="153349"/>
                </a:lnTo>
                <a:lnTo>
                  <a:pt x="34331" y="152815"/>
                </a:lnTo>
                <a:lnTo>
                  <a:pt x="33891" y="152276"/>
                </a:lnTo>
                <a:lnTo>
                  <a:pt x="33457" y="151730"/>
                </a:lnTo>
                <a:lnTo>
                  <a:pt x="33031" y="151179"/>
                </a:lnTo>
                <a:lnTo>
                  <a:pt x="32612" y="150623"/>
                </a:lnTo>
                <a:lnTo>
                  <a:pt x="32200" y="150061"/>
                </a:lnTo>
                <a:lnTo>
                  <a:pt x="31795" y="149493"/>
                </a:lnTo>
                <a:lnTo>
                  <a:pt x="31397" y="148919"/>
                </a:lnTo>
                <a:lnTo>
                  <a:pt x="31011" y="148338"/>
                </a:lnTo>
                <a:lnTo>
                  <a:pt x="30641" y="147747"/>
                </a:lnTo>
                <a:lnTo>
                  <a:pt x="30288" y="147146"/>
                </a:lnTo>
                <a:lnTo>
                  <a:pt x="29951" y="146536"/>
                </a:lnTo>
                <a:lnTo>
                  <a:pt x="29630" y="145916"/>
                </a:lnTo>
                <a:lnTo>
                  <a:pt x="29326" y="145287"/>
                </a:lnTo>
                <a:lnTo>
                  <a:pt x="29039" y="144648"/>
                </a:lnTo>
                <a:lnTo>
                  <a:pt x="28768" y="144000"/>
                </a:lnTo>
                <a:lnTo>
                  <a:pt x="28513" y="143342"/>
                </a:lnTo>
                <a:lnTo>
                  <a:pt x="28275" y="142674"/>
                </a:lnTo>
                <a:lnTo>
                  <a:pt x="28053" y="141996"/>
                </a:lnTo>
                <a:lnTo>
                  <a:pt x="27848" y="141309"/>
                </a:lnTo>
                <a:lnTo>
                  <a:pt x="27659" y="140613"/>
                </a:lnTo>
                <a:lnTo>
                  <a:pt x="27486" y="139907"/>
                </a:lnTo>
                <a:lnTo>
                  <a:pt x="27330" y="139191"/>
                </a:lnTo>
                <a:lnTo>
                  <a:pt x="27190" y="138466"/>
                </a:lnTo>
                <a:lnTo>
                  <a:pt x="27067" y="137731"/>
                </a:lnTo>
                <a:lnTo>
                  <a:pt x="26960" y="136986"/>
                </a:lnTo>
                <a:lnTo>
                  <a:pt x="26870" y="136232"/>
                </a:lnTo>
                <a:lnTo>
                  <a:pt x="26796" y="135468"/>
                </a:lnTo>
                <a:lnTo>
                  <a:pt x="26738" y="134694"/>
                </a:lnTo>
                <a:lnTo>
                  <a:pt x="26697" y="133911"/>
                </a:lnTo>
                <a:lnTo>
                  <a:pt x="26673" y="133119"/>
                </a:lnTo>
                <a:lnTo>
                  <a:pt x="26665" y="132316"/>
                </a:lnTo>
                <a:lnTo>
                  <a:pt x="26669" y="131776"/>
                </a:lnTo>
                <a:lnTo>
                  <a:pt x="26684" y="131243"/>
                </a:lnTo>
                <a:lnTo>
                  <a:pt x="26709" y="130720"/>
                </a:lnTo>
                <a:lnTo>
                  <a:pt x="26743" y="130204"/>
                </a:lnTo>
                <a:lnTo>
                  <a:pt x="26787" y="129698"/>
                </a:lnTo>
                <a:lnTo>
                  <a:pt x="26840" y="129200"/>
                </a:lnTo>
                <a:lnTo>
                  <a:pt x="26904" y="128710"/>
                </a:lnTo>
                <a:lnTo>
                  <a:pt x="26977" y="128229"/>
                </a:lnTo>
                <a:lnTo>
                  <a:pt x="27060" y="127756"/>
                </a:lnTo>
                <a:lnTo>
                  <a:pt x="27153" y="127292"/>
                </a:lnTo>
                <a:lnTo>
                  <a:pt x="27256" y="126836"/>
                </a:lnTo>
                <a:lnTo>
                  <a:pt x="27368" y="126389"/>
                </a:lnTo>
                <a:lnTo>
                  <a:pt x="27490" y="125951"/>
                </a:lnTo>
                <a:lnTo>
                  <a:pt x="27622" y="125521"/>
                </a:lnTo>
                <a:lnTo>
                  <a:pt x="27764" y="125099"/>
                </a:lnTo>
                <a:lnTo>
                  <a:pt x="27915" y="124686"/>
                </a:lnTo>
                <a:lnTo>
                  <a:pt x="28077" y="124282"/>
                </a:lnTo>
                <a:lnTo>
                  <a:pt x="28248" y="123886"/>
                </a:lnTo>
                <a:lnTo>
                  <a:pt x="28428" y="123498"/>
                </a:lnTo>
                <a:lnTo>
                  <a:pt x="28619" y="123119"/>
                </a:lnTo>
                <a:lnTo>
                  <a:pt x="28819" y="122749"/>
                </a:lnTo>
                <a:lnTo>
                  <a:pt x="29029" y="122387"/>
                </a:lnTo>
                <a:lnTo>
                  <a:pt x="29249" y="122033"/>
                </a:lnTo>
                <a:lnTo>
                  <a:pt x="29479" y="121688"/>
                </a:lnTo>
                <a:lnTo>
                  <a:pt x="29717" y="121352"/>
                </a:lnTo>
                <a:lnTo>
                  <a:pt x="29964" y="121023"/>
                </a:lnTo>
                <a:lnTo>
                  <a:pt x="30218" y="120702"/>
                </a:lnTo>
                <a:lnTo>
                  <a:pt x="30481" y="120389"/>
                </a:lnTo>
                <a:lnTo>
                  <a:pt x="30751" y="120083"/>
                </a:lnTo>
                <a:lnTo>
                  <a:pt x="31030" y="119786"/>
                </a:lnTo>
                <a:lnTo>
                  <a:pt x="31316" y="119496"/>
                </a:lnTo>
                <a:lnTo>
                  <a:pt x="31610" y="119215"/>
                </a:lnTo>
                <a:lnTo>
                  <a:pt x="31913" y="118941"/>
                </a:lnTo>
                <a:lnTo>
                  <a:pt x="32223" y="118675"/>
                </a:lnTo>
                <a:lnTo>
                  <a:pt x="32542" y="118417"/>
                </a:lnTo>
                <a:lnTo>
                  <a:pt x="32868" y="118167"/>
                </a:lnTo>
                <a:lnTo>
                  <a:pt x="33202" y="117924"/>
                </a:lnTo>
                <a:lnTo>
                  <a:pt x="33544" y="117690"/>
                </a:lnTo>
                <a:lnTo>
                  <a:pt x="33895" y="117463"/>
                </a:lnTo>
                <a:lnTo>
                  <a:pt x="34253" y="117244"/>
                </a:lnTo>
                <a:lnTo>
                  <a:pt x="34619" y="117033"/>
                </a:lnTo>
                <a:lnTo>
                  <a:pt x="34994" y="116830"/>
                </a:lnTo>
                <a:lnTo>
                  <a:pt x="35376" y="116635"/>
                </a:lnTo>
                <a:lnTo>
                  <a:pt x="35766" y="116448"/>
                </a:lnTo>
                <a:lnTo>
                  <a:pt x="36164" y="116268"/>
                </a:lnTo>
                <a:lnTo>
                  <a:pt x="36570" y="116097"/>
                </a:lnTo>
                <a:lnTo>
                  <a:pt x="36984" y="115933"/>
                </a:lnTo>
                <a:lnTo>
                  <a:pt x="37407" y="115777"/>
                </a:lnTo>
                <a:lnTo>
                  <a:pt x="37836" y="115628"/>
                </a:lnTo>
                <a:lnTo>
                  <a:pt x="38270" y="115486"/>
                </a:lnTo>
                <a:lnTo>
                  <a:pt x="38711" y="115349"/>
                </a:lnTo>
                <a:lnTo>
                  <a:pt x="39157" y="115220"/>
                </a:lnTo>
                <a:lnTo>
                  <a:pt x="39610" y="115096"/>
                </a:lnTo>
                <a:lnTo>
                  <a:pt x="40068" y="114979"/>
                </a:lnTo>
                <a:lnTo>
                  <a:pt x="40531" y="114868"/>
                </a:lnTo>
                <a:lnTo>
                  <a:pt x="41001" y="114764"/>
                </a:lnTo>
                <a:lnTo>
                  <a:pt x="41476" y="114666"/>
                </a:lnTo>
                <a:lnTo>
                  <a:pt x="41957" y="114574"/>
                </a:lnTo>
                <a:lnTo>
                  <a:pt x="42444" y="114488"/>
                </a:lnTo>
                <a:lnTo>
                  <a:pt x="42937" y="114409"/>
                </a:lnTo>
                <a:lnTo>
                  <a:pt x="43435" y="114336"/>
                </a:lnTo>
                <a:lnTo>
                  <a:pt x="43940" y="114270"/>
                </a:lnTo>
                <a:lnTo>
                  <a:pt x="44450" y="114210"/>
                </a:lnTo>
                <a:lnTo>
                  <a:pt x="44965" y="114156"/>
                </a:lnTo>
                <a:lnTo>
                  <a:pt x="45487" y="114108"/>
                </a:lnTo>
                <a:lnTo>
                  <a:pt x="46014" y="114067"/>
                </a:lnTo>
                <a:lnTo>
                  <a:pt x="46548" y="114032"/>
                </a:lnTo>
                <a:lnTo>
                  <a:pt x="47087" y="114004"/>
                </a:lnTo>
                <a:lnTo>
                  <a:pt x="47631" y="113982"/>
                </a:lnTo>
                <a:lnTo>
                  <a:pt x="48182" y="113966"/>
                </a:lnTo>
                <a:lnTo>
                  <a:pt x="48738" y="113956"/>
                </a:lnTo>
                <a:lnTo>
                  <a:pt x="49300" y="113953"/>
                </a:lnTo>
                <a:lnTo>
                  <a:pt x="126153" y="113953"/>
                </a:lnTo>
                <a:lnTo>
                  <a:pt x="126153" y="80622"/>
                </a:lnTo>
                <a:lnTo>
                  <a:pt x="45236" y="80622"/>
                </a:lnTo>
                <a:lnTo>
                  <a:pt x="43448" y="80640"/>
                </a:lnTo>
                <a:lnTo>
                  <a:pt x="41695" y="80691"/>
                </a:lnTo>
                <a:lnTo>
                  <a:pt x="41437" y="80704"/>
                </a:lnTo>
                <a:lnTo>
                  <a:pt x="41101" y="80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e">
            <a:extLst xmlns:a="http://schemas.openxmlformats.org/drawingml/2006/main">
              <a:ext uri="{FF2B5EF4-FFF2-40B4-BE49-F238E27FC236}">
                <a16:creationId xmlns:a16="http://schemas.microsoft.com/office/drawing/2014/main" id="{3962AE80-8400-4FA5-A25A-B5E720ED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3675829"/>
            <a:ext cx="128417" cy="119990"/>
          </a:xfrm>
          <a:custGeom xmlns:a="http://schemas.openxmlformats.org/drawingml/2006/main">
            <a:pathLst>
              <a:path w="128417" h="119990">
                <a:moveTo>
                  <a:pt x="128417" y="57228"/>
                </a:moveTo>
                <a:cubicBezTo>
                  <a:pt x="128417" y="70896"/>
                  <a:pt x="125851" y="82383"/>
                  <a:pt x="120718" y="91691"/>
                </a:cubicBezTo>
                <a:cubicBezTo>
                  <a:pt x="115584" y="100998"/>
                  <a:pt x="108182" y="108042"/>
                  <a:pt x="98510" y="112821"/>
                </a:cubicBezTo>
                <a:cubicBezTo>
                  <a:pt x="88836" y="117601"/>
                  <a:pt x="77211" y="119990"/>
                  <a:pt x="63635" y="119990"/>
                </a:cubicBezTo>
                <a:cubicBezTo>
                  <a:pt x="50483" y="119990"/>
                  <a:pt x="39157" y="117664"/>
                  <a:pt x="29656" y="113010"/>
                </a:cubicBezTo>
                <a:cubicBezTo>
                  <a:pt x="20152" y="108356"/>
                  <a:pt x="12833" y="101522"/>
                  <a:pt x="7700" y="92508"/>
                </a:cubicBezTo>
                <a:cubicBezTo>
                  <a:pt x="2567" y="83494"/>
                  <a:pt x="0" y="72405"/>
                  <a:pt x="0" y="59241"/>
                </a:cubicBezTo>
                <a:cubicBezTo>
                  <a:pt x="0" y="40961"/>
                  <a:pt x="5403" y="26518"/>
                  <a:pt x="16209" y="15911"/>
                </a:cubicBezTo>
                <a:cubicBezTo>
                  <a:pt x="27016" y="5304"/>
                  <a:pt x="42421" y="0"/>
                  <a:pt x="62424" y="0"/>
                </a:cubicBezTo>
                <a:cubicBezTo>
                  <a:pt x="63441" y="0"/>
                  <a:pt x="64818" y="42"/>
                  <a:pt x="66555" y="126"/>
                </a:cubicBezTo>
                <a:cubicBezTo>
                  <a:pt x="68292" y="210"/>
                  <a:pt x="69628" y="335"/>
                  <a:pt x="70560" y="503"/>
                </a:cubicBezTo>
                <a:lnTo>
                  <a:pt x="70560" y="86660"/>
                </a:lnTo>
                <a:cubicBezTo>
                  <a:pt x="76480" y="86492"/>
                  <a:pt x="82013" y="85423"/>
                  <a:pt x="87159" y="83452"/>
                </a:cubicBezTo>
                <a:cubicBezTo>
                  <a:pt x="92305" y="81482"/>
                  <a:pt x="96444" y="78359"/>
                  <a:pt x="99575" y="74082"/>
                </a:cubicBezTo>
                <a:cubicBezTo>
                  <a:pt x="102704" y="69806"/>
                  <a:pt x="104268" y="64188"/>
                  <a:pt x="104268" y="57228"/>
                </a:cubicBezTo>
                <a:cubicBezTo>
                  <a:pt x="104268" y="50017"/>
                  <a:pt x="102649" y="44231"/>
                  <a:pt x="99410" y="39871"/>
                </a:cubicBezTo>
                <a:cubicBezTo>
                  <a:pt x="96172" y="35511"/>
                  <a:pt x="91355" y="33289"/>
                  <a:pt x="84962" y="33205"/>
                </a:cubicBezTo>
                <a:lnTo>
                  <a:pt x="84962" y="377"/>
                </a:lnTo>
                <a:cubicBezTo>
                  <a:pt x="94647" y="797"/>
                  <a:pt x="102717" y="3417"/>
                  <a:pt x="109174" y="8238"/>
                </a:cubicBezTo>
                <a:cubicBezTo>
                  <a:pt x="115630" y="13060"/>
                  <a:pt x="120452" y="19642"/>
                  <a:pt x="123638" y="27985"/>
                </a:cubicBezTo>
                <a:cubicBezTo>
                  <a:pt x="126824" y="36328"/>
                  <a:pt x="128417" y="46076"/>
                  <a:pt x="128417" y="57228"/>
                </a:cubicBezTo>
                <a:moveTo>
                  <a:pt x="49430" y="86282"/>
                </a:moveTo>
                <a:lnTo>
                  <a:pt x="49430" y="33079"/>
                </a:lnTo>
                <a:cubicBezTo>
                  <a:pt x="40626" y="33331"/>
                  <a:pt x="34043" y="35867"/>
                  <a:pt x="29683" y="40689"/>
                </a:cubicBezTo>
                <a:cubicBezTo>
                  <a:pt x="25323" y="45510"/>
                  <a:pt x="23143" y="51694"/>
                  <a:pt x="23143" y="59241"/>
                </a:cubicBezTo>
                <a:cubicBezTo>
                  <a:pt x="23143" y="66955"/>
                  <a:pt x="25387" y="73265"/>
                  <a:pt x="29876" y="78170"/>
                </a:cubicBezTo>
                <a:cubicBezTo>
                  <a:pt x="34364" y="83075"/>
                  <a:pt x="40882" y="85779"/>
                  <a:pt x="49430" y="86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n">
            <a:extLst xmlns:a="http://schemas.openxmlformats.org/drawingml/2006/main">
              <a:ext uri="{FF2B5EF4-FFF2-40B4-BE49-F238E27FC236}">
                <a16:creationId xmlns:a16="http://schemas.microsoft.com/office/drawing/2014/main" id="{ED420A90-4D22-418D-BE41-05E590A9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3531854"/>
            <a:ext cx="126153" cy="114456"/>
          </a:xfrm>
          <a:custGeom xmlns:a="http://schemas.openxmlformats.org/drawingml/2006/main">
            <a:pathLst>
              <a:path w="126153" h="114456">
                <a:moveTo>
                  <a:pt x="126153" y="114456"/>
                </a:moveTo>
                <a:lnTo>
                  <a:pt x="1887" y="114456"/>
                </a:lnTo>
                <a:lnTo>
                  <a:pt x="1887" y="82383"/>
                </a:lnTo>
                <a:lnTo>
                  <a:pt x="20124" y="81754"/>
                </a:lnTo>
                <a:cubicBezTo>
                  <a:pt x="14842" y="77646"/>
                  <a:pt x="10167" y="72237"/>
                  <a:pt x="6100" y="65529"/>
                </a:cubicBezTo>
                <a:cubicBezTo>
                  <a:pt x="2033" y="58821"/>
                  <a:pt x="0" y="50101"/>
                  <a:pt x="0" y="39368"/>
                </a:cubicBezTo>
                <a:cubicBezTo>
                  <a:pt x="0" y="26874"/>
                  <a:pt x="3844" y="17189"/>
                  <a:pt x="11532" y="10314"/>
                </a:cubicBezTo>
                <a:cubicBezTo>
                  <a:pt x="19220" y="3438"/>
                  <a:pt x="30455" y="0"/>
                  <a:pt x="45236" y="0"/>
                </a:cubicBezTo>
                <a:lnTo>
                  <a:pt x="126153" y="0"/>
                </a:lnTo>
                <a:lnTo>
                  <a:pt x="126153" y="33079"/>
                </a:lnTo>
                <a:lnTo>
                  <a:pt x="49300" y="33079"/>
                </a:lnTo>
                <a:cubicBezTo>
                  <a:pt x="44780" y="33079"/>
                  <a:pt x="40816" y="33708"/>
                  <a:pt x="37407" y="34966"/>
                </a:cubicBezTo>
                <a:cubicBezTo>
                  <a:pt x="33998" y="36224"/>
                  <a:pt x="31355" y="38215"/>
                  <a:pt x="29479" y="40940"/>
                </a:cubicBezTo>
                <a:cubicBezTo>
                  <a:pt x="27603" y="43665"/>
                  <a:pt x="26665" y="47250"/>
                  <a:pt x="26665" y="51694"/>
                </a:cubicBezTo>
                <a:cubicBezTo>
                  <a:pt x="26665" y="58318"/>
                  <a:pt x="28242" y="63999"/>
                  <a:pt x="31397" y="68737"/>
                </a:cubicBezTo>
                <a:cubicBezTo>
                  <a:pt x="34552" y="73474"/>
                  <a:pt x="38388" y="77604"/>
                  <a:pt x="42905" y="81126"/>
                </a:cubicBezTo>
                <a:lnTo>
                  <a:pt x="126153" y="81126"/>
                </a:lnTo>
                <a:lnTo>
                  <a:pt x="126153" y="114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t">
            <a:extLst xmlns:a="http://schemas.openxmlformats.org/drawingml/2006/main">
              <a:ext uri="{FF2B5EF4-FFF2-40B4-BE49-F238E27FC236}">
                <a16:creationId xmlns:a16="http://schemas.microsoft.com/office/drawing/2014/main" id="{0E47AFCE-9E54-442D-B9B6-677D7837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20" y="3433309"/>
            <a:ext cx="153195" cy="80497"/>
          </a:xfrm>
          <a:custGeom xmlns:a="http://schemas.openxmlformats.org/drawingml/2006/main">
            <a:pathLst>
              <a:path w="153195" h="80497">
                <a:moveTo>
                  <a:pt x="153195" y="12955"/>
                </a:moveTo>
                <a:cubicBezTo>
                  <a:pt x="153195" y="25365"/>
                  <a:pt x="151685" y="34987"/>
                  <a:pt x="148663" y="41821"/>
                </a:cubicBezTo>
                <a:cubicBezTo>
                  <a:pt x="145640" y="48654"/>
                  <a:pt x="140956" y="53413"/>
                  <a:pt x="134612" y="56096"/>
                </a:cubicBezTo>
                <a:cubicBezTo>
                  <a:pt x="128268" y="58779"/>
                  <a:pt x="119986" y="60121"/>
                  <a:pt x="109767" y="60121"/>
                </a:cubicBezTo>
                <a:lnTo>
                  <a:pt x="54587" y="60121"/>
                </a:lnTo>
                <a:lnTo>
                  <a:pt x="54587" y="80497"/>
                </a:lnTo>
                <a:lnTo>
                  <a:pt x="28929" y="80497"/>
                </a:lnTo>
                <a:lnTo>
                  <a:pt x="28929" y="60121"/>
                </a:lnTo>
                <a:lnTo>
                  <a:pt x="0" y="60121"/>
                </a:lnTo>
                <a:lnTo>
                  <a:pt x="0" y="26790"/>
                </a:lnTo>
                <a:lnTo>
                  <a:pt x="28929" y="26790"/>
                </a:lnTo>
                <a:lnTo>
                  <a:pt x="28929" y="0"/>
                </a:lnTo>
                <a:lnTo>
                  <a:pt x="54587" y="0"/>
                </a:lnTo>
                <a:lnTo>
                  <a:pt x="54587" y="26790"/>
                </a:lnTo>
                <a:lnTo>
                  <a:pt x="108018" y="26790"/>
                </a:lnTo>
                <a:cubicBezTo>
                  <a:pt x="114611" y="26790"/>
                  <a:pt x="119491" y="25889"/>
                  <a:pt x="122659" y="24086"/>
                </a:cubicBezTo>
                <a:cubicBezTo>
                  <a:pt x="125827" y="22283"/>
                  <a:pt x="127411" y="18196"/>
                  <a:pt x="127411" y="11823"/>
                </a:cubicBezTo>
                <a:lnTo>
                  <a:pt x="127411" y="0"/>
                </a:lnTo>
                <a:lnTo>
                  <a:pt x="153195" y="0"/>
                </a:lnTo>
                <a:lnTo>
                  <a:pt x="153195" y="12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M">
            <a:extLst xmlns:a="http://schemas.openxmlformats.org/drawingml/2006/main">
              <a:ext uri="{FF2B5EF4-FFF2-40B4-BE49-F238E27FC236}">
                <a16:creationId xmlns:a16="http://schemas.microsoft.com/office/drawing/2014/main" id="{CFF298C9-63D6-4F51-BDBE-265B40DD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1" y="3191063"/>
            <a:ext cx="169295" cy="171056"/>
          </a:xfrm>
          <a:custGeom xmlns:a="http://schemas.openxmlformats.org/drawingml/2006/main">
            <a:pathLst>
              <a:path w="169295" h="171056">
                <a:moveTo>
                  <a:pt x="0" y="171056"/>
                </a:moveTo>
                <a:lnTo>
                  <a:pt x="169295" y="171056"/>
                </a:lnTo>
                <a:lnTo>
                  <a:pt x="169295" y="137222"/>
                </a:lnTo>
                <a:lnTo>
                  <a:pt x="45997" y="137222"/>
                </a:lnTo>
                <a:lnTo>
                  <a:pt x="115211" y="96470"/>
                </a:lnTo>
                <a:lnTo>
                  <a:pt x="115211" y="74711"/>
                </a:lnTo>
                <a:lnTo>
                  <a:pt x="45799" y="34840"/>
                </a:lnTo>
                <a:lnTo>
                  <a:pt x="169295" y="34840"/>
                </a:lnTo>
                <a:lnTo>
                  <a:pt x="169295" y="0"/>
                </a:lnTo>
                <a:lnTo>
                  <a:pt x="0" y="0"/>
                </a:lnTo>
                <a:lnTo>
                  <a:pt x="0" y="39116"/>
                </a:lnTo>
                <a:lnTo>
                  <a:pt x="78238" y="84446"/>
                </a:lnTo>
                <a:lnTo>
                  <a:pt x="0" y="130430"/>
                </a:lnTo>
                <a:lnTo>
                  <a:pt x="0" y="171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a">
            <a:extLst xmlns:a="http://schemas.openxmlformats.org/drawingml/2006/main">
              <a:ext uri="{FF2B5EF4-FFF2-40B4-BE49-F238E27FC236}">
                <a16:creationId xmlns:a16="http://schemas.microsoft.com/office/drawing/2014/main" id="{091F7C98-C9C6-4815-A585-4C68565D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3044973"/>
            <a:ext cx="128417" cy="113827"/>
          </a:xfrm>
          <a:custGeom xmlns:a="http://schemas.openxmlformats.org/drawingml/2006/main">
            <a:pathLst>
              <a:path w="128417" h="113827">
                <a:moveTo>
                  <a:pt x="128417" y="74082"/>
                </a:moveTo>
                <a:cubicBezTo>
                  <a:pt x="128417" y="81042"/>
                  <a:pt x="127063" y="87540"/>
                  <a:pt x="124353" y="93577"/>
                </a:cubicBezTo>
                <a:cubicBezTo>
                  <a:pt x="121644" y="99615"/>
                  <a:pt x="117559" y="104499"/>
                  <a:pt x="112098" y="108230"/>
                </a:cubicBezTo>
                <a:cubicBezTo>
                  <a:pt x="106635" y="111962"/>
                  <a:pt x="99797" y="113827"/>
                  <a:pt x="91585" y="113827"/>
                </a:cubicBezTo>
                <a:cubicBezTo>
                  <a:pt x="80155" y="113827"/>
                  <a:pt x="71540" y="110431"/>
                  <a:pt x="65742" y="103640"/>
                </a:cubicBezTo>
                <a:cubicBezTo>
                  <a:pt x="59940" y="96848"/>
                  <a:pt x="56002" y="87352"/>
                  <a:pt x="53927" y="75151"/>
                </a:cubicBezTo>
                <a:cubicBezTo>
                  <a:pt x="51851" y="62951"/>
                  <a:pt x="50645" y="48759"/>
                  <a:pt x="50307" y="32576"/>
                </a:cubicBezTo>
                <a:lnTo>
                  <a:pt x="43558" y="32576"/>
                </a:lnTo>
                <a:cubicBezTo>
                  <a:pt x="35335" y="32576"/>
                  <a:pt x="29709" y="34484"/>
                  <a:pt x="26680" y="38299"/>
                </a:cubicBezTo>
                <a:cubicBezTo>
                  <a:pt x="23651" y="42114"/>
                  <a:pt x="22137" y="47040"/>
                  <a:pt x="22137" y="53078"/>
                </a:cubicBezTo>
                <a:cubicBezTo>
                  <a:pt x="22137" y="59702"/>
                  <a:pt x="23752" y="65152"/>
                  <a:pt x="26983" y="69428"/>
                </a:cubicBezTo>
                <a:cubicBezTo>
                  <a:pt x="30211" y="73705"/>
                  <a:pt x="35443" y="75843"/>
                  <a:pt x="42677" y="75843"/>
                </a:cubicBezTo>
                <a:lnTo>
                  <a:pt x="42677" y="107035"/>
                </a:lnTo>
                <a:cubicBezTo>
                  <a:pt x="32062" y="107035"/>
                  <a:pt x="23655" y="104751"/>
                  <a:pt x="17455" y="100181"/>
                </a:cubicBezTo>
                <a:cubicBezTo>
                  <a:pt x="11253" y="95611"/>
                  <a:pt x="6793" y="89280"/>
                  <a:pt x="4076" y="81188"/>
                </a:cubicBezTo>
                <a:cubicBezTo>
                  <a:pt x="1359" y="73097"/>
                  <a:pt x="0" y="63727"/>
                  <a:pt x="0" y="53078"/>
                </a:cubicBezTo>
                <a:cubicBezTo>
                  <a:pt x="0" y="45279"/>
                  <a:pt x="658" y="38152"/>
                  <a:pt x="1973" y="31696"/>
                </a:cubicBezTo>
                <a:cubicBezTo>
                  <a:pt x="3289" y="25239"/>
                  <a:pt x="5559" y="19642"/>
                  <a:pt x="8785" y="14904"/>
                </a:cubicBezTo>
                <a:cubicBezTo>
                  <a:pt x="12008" y="10167"/>
                  <a:pt x="16399" y="6498"/>
                  <a:pt x="21960" y="3899"/>
                </a:cubicBezTo>
                <a:cubicBezTo>
                  <a:pt x="27517" y="1300"/>
                  <a:pt x="34455" y="0"/>
                  <a:pt x="42772" y="0"/>
                </a:cubicBezTo>
                <a:lnTo>
                  <a:pt x="126153" y="0"/>
                </a:lnTo>
                <a:lnTo>
                  <a:pt x="126153" y="31192"/>
                </a:lnTo>
                <a:lnTo>
                  <a:pt x="110306" y="32199"/>
                </a:lnTo>
                <a:cubicBezTo>
                  <a:pt x="116259" y="37397"/>
                  <a:pt x="120766" y="43435"/>
                  <a:pt x="123827" y="50310"/>
                </a:cubicBezTo>
                <a:cubicBezTo>
                  <a:pt x="126887" y="57186"/>
                  <a:pt x="128417" y="65110"/>
                  <a:pt x="128417" y="74082"/>
                </a:cubicBezTo>
                <a:moveTo>
                  <a:pt x="105526" y="63140"/>
                </a:moveTo>
                <a:cubicBezTo>
                  <a:pt x="105526" y="56851"/>
                  <a:pt x="103857" y="51044"/>
                  <a:pt x="100519" y="45720"/>
                </a:cubicBezTo>
                <a:cubicBezTo>
                  <a:pt x="97178" y="40395"/>
                  <a:pt x="93368" y="36140"/>
                  <a:pt x="89089" y="32953"/>
                </a:cubicBezTo>
                <a:lnTo>
                  <a:pt x="68796" y="32953"/>
                </a:lnTo>
                <a:cubicBezTo>
                  <a:pt x="68882" y="50562"/>
                  <a:pt x="70574" y="62888"/>
                  <a:pt x="73870" y="69932"/>
                </a:cubicBezTo>
                <a:cubicBezTo>
                  <a:pt x="77166" y="76975"/>
                  <a:pt x="82496" y="80497"/>
                  <a:pt x="89859" y="80497"/>
                </a:cubicBezTo>
                <a:cubicBezTo>
                  <a:pt x="95168" y="80497"/>
                  <a:pt x="99106" y="78883"/>
                  <a:pt x="101674" y="75654"/>
                </a:cubicBezTo>
                <a:cubicBezTo>
                  <a:pt x="104242" y="72426"/>
                  <a:pt x="105526" y="68255"/>
                  <a:pt x="105526" y="631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n">
            <a:extLst xmlns:a="http://schemas.openxmlformats.org/drawingml/2006/main">
              <a:ext uri="{FF2B5EF4-FFF2-40B4-BE49-F238E27FC236}">
                <a16:creationId xmlns:a16="http://schemas.microsoft.com/office/drawing/2014/main" id="{7E0A0651-EF64-4A6A-BB50-FBA0658E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2895866"/>
            <a:ext cx="126153" cy="114456"/>
          </a:xfrm>
          <a:custGeom xmlns:a="http://schemas.openxmlformats.org/drawingml/2006/main">
            <a:pathLst>
              <a:path w="126153" h="114456">
                <a:moveTo>
                  <a:pt x="126153" y="114456"/>
                </a:moveTo>
                <a:lnTo>
                  <a:pt x="1887" y="114456"/>
                </a:lnTo>
                <a:lnTo>
                  <a:pt x="1887" y="82383"/>
                </a:lnTo>
                <a:lnTo>
                  <a:pt x="20124" y="81754"/>
                </a:lnTo>
                <a:cubicBezTo>
                  <a:pt x="14842" y="77646"/>
                  <a:pt x="10167" y="72237"/>
                  <a:pt x="6100" y="65529"/>
                </a:cubicBezTo>
                <a:cubicBezTo>
                  <a:pt x="2033" y="58821"/>
                  <a:pt x="0" y="50101"/>
                  <a:pt x="0" y="39368"/>
                </a:cubicBezTo>
                <a:cubicBezTo>
                  <a:pt x="0" y="26874"/>
                  <a:pt x="3844" y="17189"/>
                  <a:pt x="11532" y="10314"/>
                </a:cubicBezTo>
                <a:cubicBezTo>
                  <a:pt x="19220" y="3438"/>
                  <a:pt x="30455" y="0"/>
                  <a:pt x="45236" y="0"/>
                </a:cubicBezTo>
                <a:lnTo>
                  <a:pt x="126153" y="0"/>
                </a:lnTo>
                <a:lnTo>
                  <a:pt x="126153" y="33079"/>
                </a:lnTo>
                <a:lnTo>
                  <a:pt x="49300" y="33079"/>
                </a:lnTo>
                <a:cubicBezTo>
                  <a:pt x="44780" y="33079"/>
                  <a:pt x="40816" y="33708"/>
                  <a:pt x="37407" y="34966"/>
                </a:cubicBezTo>
                <a:cubicBezTo>
                  <a:pt x="33998" y="36224"/>
                  <a:pt x="31355" y="38215"/>
                  <a:pt x="29479" y="40940"/>
                </a:cubicBezTo>
                <a:cubicBezTo>
                  <a:pt x="27603" y="43665"/>
                  <a:pt x="26665" y="47250"/>
                  <a:pt x="26665" y="51694"/>
                </a:cubicBezTo>
                <a:cubicBezTo>
                  <a:pt x="26665" y="58318"/>
                  <a:pt x="28242" y="63999"/>
                  <a:pt x="31397" y="68737"/>
                </a:cubicBezTo>
                <a:cubicBezTo>
                  <a:pt x="34552" y="73474"/>
                  <a:pt x="38388" y="77604"/>
                  <a:pt x="42905" y="81126"/>
                </a:cubicBezTo>
                <a:lnTo>
                  <a:pt x="126153" y="81126"/>
                </a:lnTo>
                <a:lnTo>
                  <a:pt x="126153" y="114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a">
            <a:extLst xmlns:a="http://schemas.openxmlformats.org/drawingml/2006/main">
              <a:ext uri="{FF2B5EF4-FFF2-40B4-BE49-F238E27FC236}">
                <a16:creationId xmlns:a16="http://schemas.microsoft.com/office/drawing/2014/main" id="{0B8704B7-C4CA-4310-BF72-5E87DF09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2754412"/>
            <a:ext cx="128417" cy="113827"/>
          </a:xfrm>
          <a:custGeom xmlns:a="http://schemas.openxmlformats.org/drawingml/2006/main">
            <a:pathLst>
              <a:path w="128417" h="113827">
                <a:moveTo>
                  <a:pt x="128417" y="74082"/>
                </a:moveTo>
                <a:cubicBezTo>
                  <a:pt x="128417" y="81042"/>
                  <a:pt x="127063" y="87540"/>
                  <a:pt x="124353" y="93577"/>
                </a:cubicBezTo>
                <a:cubicBezTo>
                  <a:pt x="121644" y="99615"/>
                  <a:pt x="117559" y="104499"/>
                  <a:pt x="112098" y="108230"/>
                </a:cubicBezTo>
                <a:cubicBezTo>
                  <a:pt x="106635" y="111962"/>
                  <a:pt x="99797" y="113827"/>
                  <a:pt x="91585" y="113827"/>
                </a:cubicBezTo>
                <a:cubicBezTo>
                  <a:pt x="80155" y="113827"/>
                  <a:pt x="71540" y="110431"/>
                  <a:pt x="65742" y="103640"/>
                </a:cubicBezTo>
                <a:cubicBezTo>
                  <a:pt x="59940" y="96848"/>
                  <a:pt x="56002" y="87352"/>
                  <a:pt x="53927" y="75151"/>
                </a:cubicBezTo>
                <a:cubicBezTo>
                  <a:pt x="51851" y="62951"/>
                  <a:pt x="50645" y="48759"/>
                  <a:pt x="50307" y="32576"/>
                </a:cubicBezTo>
                <a:lnTo>
                  <a:pt x="43558" y="32576"/>
                </a:lnTo>
                <a:cubicBezTo>
                  <a:pt x="35335" y="32576"/>
                  <a:pt x="29709" y="34484"/>
                  <a:pt x="26680" y="38299"/>
                </a:cubicBezTo>
                <a:cubicBezTo>
                  <a:pt x="23651" y="42114"/>
                  <a:pt x="22137" y="47040"/>
                  <a:pt x="22137" y="53078"/>
                </a:cubicBezTo>
                <a:cubicBezTo>
                  <a:pt x="22137" y="59702"/>
                  <a:pt x="23752" y="65152"/>
                  <a:pt x="26983" y="69428"/>
                </a:cubicBezTo>
                <a:cubicBezTo>
                  <a:pt x="30211" y="73705"/>
                  <a:pt x="35443" y="75843"/>
                  <a:pt x="42677" y="75843"/>
                </a:cubicBezTo>
                <a:lnTo>
                  <a:pt x="42677" y="107035"/>
                </a:lnTo>
                <a:cubicBezTo>
                  <a:pt x="32062" y="107035"/>
                  <a:pt x="23655" y="104751"/>
                  <a:pt x="17455" y="100181"/>
                </a:cubicBezTo>
                <a:cubicBezTo>
                  <a:pt x="11253" y="95611"/>
                  <a:pt x="6793" y="89280"/>
                  <a:pt x="4076" y="81188"/>
                </a:cubicBezTo>
                <a:cubicBezTo>
                  <a:pt x="1359" y="73097"/>
                  <a:pt x="0" y="63727"/>
                  <a:pt x="0" y="53078"/>
                </a:cubicBezTo>
                <a:cubicBezTo>
                  <a:pt x="0" y="45279"/>
                  <a:pt x="658" y="38152"/>
                  <a:pt x="1973" y="31696"/>
                </a:cubicBezTo>
                <a:cubicBezTo>
                  <a:pt x="3289" y="25239"/>
                  <a:pt x="5559" y="19642"/>
                  <a:pt x="8785" y="14904"/>
                </a:cubicBezTo>
                <a:cubicBezTo>
                  <a:pt x="12008" y="10167"/>
                  <a:pt x="16399" y="6498"/>
                  <a:pt x="21960" y="3899"/>
                </a:cubicBezTo>
                <a:cubicBezTo>
                  <a:pt x="27517" y="1300"/>
                  <a:pt x="34455" y="0"/>
                  <a:pt x="42772" y="0"/>
                </a:cubicBezTo>
                <a:lnTo>
                  <a:pt x="126153" y="0"/>
                </a:lnTo>
                <a:lnTo>
                  <a:pt x="126153" y="31192"/>
                </a:lnTo>
                <a:lnTo>
                  <a:pt x="110306" y="32199"/>
                </a:lnTo>
                <a:cubicBezTo>
                  <a:pt x="116259" y="37397"/>
                  <a:pt x="120766" y="43435"/>
                  <a:pt x="123827" y="50310"/>
                </a:cubicBezTo>
                <a:cubicBezTo>
                  <a:pt x="126887" y="57186"/>
                  <a:pt x="128417" y="65110"/>
                  <a:pt x="128417" y="74082"/>
                </a:cubicBezTo>
                <a:moveTo>
                  <a:pt x="105526" y="63140"/>
                </a:moveTo>
                <a:cubicBezTo>
                  <a:pt x="105526" y="56851"/>
                  <a:pt x="103857" y="51044"/>
                  <a:pt x="100519" y="45720"/>
                </a:cubicBezTo>
                <a:cubicBezTo>
                  <a:pt x="97178" y="40395"/>
                  <a:pt x="93368" y="36140"/>
                  <a:pt x="89089" y="32953"/>
                </a:cubicBezTo>
                <a:lnTo>
                  <a:pt x="68796" y="32953"/>
                </a:lnTo>
                <a:cubicBezTo>
                  <a:pt x="68882" y="50562"/>
                  <a:pt x="70574" y="62888"/>
                  <a:pt x="73870" y="69932"/>
                </a:cubicBezTo>
                <a:cubicBezTo>
                  <a:pt x="77166" y="76975"/>
                  <a:pt x="82496" y="80497"/>
                  <a:pt x="89859" y="80497"/>
                </a:cubicBezTo>
                <a:cubicBezTo>
                  <a:pt x="95168" y="80497"/>
                  <a:pt x="99106" y="78883"/>
                  <a:pt x="101674" y="75654"/>
                </a:cubicBezTo>
                <a:cubicBezTo>
                  <a:pt x="104242" y="72426"/>
                  <a:pt x="105526" y="68255"/>
                  <a:pt x="105526" y="631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g">
            <a:extLst xmlns:a="http://schemas.openxmlformats.org/drawingml/2006/main">
              <a:ext uri="{FF2B5EF4-FFF2-40B4-BE49-F238E27FC236}">
                <a16:creationId xmlns:a16="http://schemas.microsoft.com/office/drawing/2014/main" id="{A6456518-4380-4DA1-974F-C00CC0D2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46" y="2608576"/>
            <a:ext cx="188287" cy="122129"/>
          </a:xfrm>
          <a:custGeom xmlns:a="http://schemas.openxmlformats.org/drawingml/2006/main">
            <a:pathLst>
              <a:path w="188287" h="122129">
                <a:moveTo>
                  <a:pt x="28920" y="24501"/>
                </a:moveTo>
                <a:lnTo>
                  <a:pt x="28568" y="23974"/>
                </a:lnTo>
                <a:lnTo>
                  <a:pt x="28236" y="23433"/>
                </a:lnTo>
                <a:lnTo>
                  <a:pt x="27922" y="22877"/>
                </a:lnTo>
                <a:lnTo>
                  <a:pt x="27628" y="22308"/>
                </a:lnTo>
                <a:lnTo>
                  <a:pt x="27352" y="21724"/>
                </a:lnTo>
                <a:lnTo>
                  <a:pt x="27096" y="21126"/>
                </a:lnTo>
                <a:lnTo>
                  <a:pt x="26858" y="20514"/>
                </a:lnTo>
                <a:lnTo>
                  <a:pt x="26640" y="19887"/>
                </a:lnTo>
                <a:lnTo>
                  <a:pt x="26440" y="19247"/>
                </a:lnTo>
                <a:lnTo>
                  <a:pt x="26260" y="18592"/>
                </a:lnTo>
                <a:lnTo>
                  <a:pt x="26099" y="17923"/>
                </a:lnTo>
                <a:lnTo>
                  <a:pt x="25950" y="17244"/>
                </a:lnTo>
                <a:lnTo>
                  <a:pt x="25807" y="16559"/>
                </a:lnTo>
                <a:lnTo>
                  <a:pt x="25671" y="15868"/>
                </a:lnTo>
                <a:lnTo>
                  <a:pt x="25541" y="15172"/>
                </a:lnTo>
                <a:lnTo>
                  <a:pt x="25418" y="14469"/>
                </a:lnTo>
                <a:lnTo>
                  <a:pt x="25301" y="13761"/>
                </a:lnTo>
                <a:lnTo>
                  <a:pt x="25190" y="13046"/>
                </a:lnTo>
                <a:lnTo>
                  <a:pt x="25085" y="12326"/>
                </a:lnTo>
                <a:lnTo>
                  <a:pt x="24987" y="11600"/>
                </a:lnTo>
                <a:lnTo>
                  <a:pt x="24895" y="10868"/>
                </a:lnTo>
                <a:lnTo>
                  <a:pt x="24810" y="10130"/>
                </a:lnTo>
                <a:lnTo>
                  <a:pt x="24731" y="9386"/>
                </a:lnTo>
                <a:lnTo>
                  <a:pt x="24658" y="8636"/>
                </a:lnTo>
                <a:lnTo>
                  <a:pt x="24591" y="7881"/>
                </a:lnTo>
                <a:lnTo>
                  <a:pt x="24531" y="7119"/>
                </a:lnTo>
                <a:lnTo>
                  <a:pt x="24477" y="6352"/>
                </a:lnTo>
                <a:lnTo>
                  <a:pt x="24430" y="5578"/>
                </a:lnTo>
                <a:lnTo>
                  <a:pt x="24389" y="4799"/>
                </a:lnTo>
                <a:lnTo>
                  <a:pt x="24354" y="4014"/>
                </a:lnTo>
                <a:lnTo>
                  <a:pt x="24325" y="3223"/>
                </a:lnTo>
                <a:lnTo>
                  <a:pt x="24303" y="2426"/>
                </a:lnTo>
                <a:lnTo>
                  <a:pt x="24287" y="1623"/>
                </a:lnTo>
                <a:lnTo>
                  <a:pt x="24278" y="815"/>
                </a:lnTo>
                <a:lnTo>
                  <a:pt x="24275" y="0"/>
                </a:lnTo>
                <a:lnTo>
                  <a:pt x="0" y="0"/>
                </a:lnTo>
                <a:lnTo>
                  <a:pt x="19" y="1198"/>
                </a:lnTo>
                <a:lnTo>
                  <a:pt x="53" y="2381"/>
                </a:lnTo>
                <a:lnTo>
                  <a:pt x="104" y="3550"/>
                </a:lnTo>
                <a:lnTo>
                  <a:pt x="171" y="4704"/>
                </a:lnTo>
                <a:lnTo>
                  <a:pt x="254" y="5844"/>
                </a:lnTo>
                <a:lnTo>
                  <a:pt x="354" y="6969"/>
                </a:lnTo>
                <a:lnTo>
                  <a:pt x="469" y="8079"/>
                </a:lnTo>
                <a:lnTo>
                  <a:pt x="601" y="9175"/>
                </a:lnTo>
                <a:lnTo>
                  <a:pt x="749" y="10256"/>
                </a:lnTo>
                <a:lnTo>
                  <a:pt x="913" y="11322"/>
                </a:lnTo>
                <a:lnTo>
                  <a:pt x="1093" y="12374"/>
                </a:lnTo>
                <a:lnTo>
                  <a:pt x="1289" y="13411"/>
                </a:lnTo>
                <a:lnTo>
                  <a:pt x="1502" y="14433"/>
                </a:lnTo>
                <a:lnTo>
                  <a:pt x="1730" y="15441"/>
                </a:lnTo>
                <a:lnTo>
                  <a:pt x="1975" y="16434"/>
                </a:lnTo>
                <a:lnTo>
                  <a:pt x="2236" y="17413"/>
                </a:lnTo>
                <a:lnTo>
                  <a:pt x="2513" y="18377"/>
                </a:lnTo>
                <a:lnTo>
                  <a:pt x="2806" y="19326"/>
                </a:lnTo>
                <a:lnTo>
                  <a:pt x="3116" y="20261"/>
                </a:lnTo>
                <a:lnTo>
                  <a:pt x="3441" y="21181"/>
                </a:lnTo>
                <a:lnTo>
                  <a:pt x="3783" y="22086"/>
                </a:lnTo>
                <a:lnTo>
                  <a:pt x="4141" y="22977"/>
                </a:lnTo>
                <a:lnTo>
                  <a:pt x="4515" y="23853"/>
                </a:lnTo>
                <a:lnTo>
                  <a:pt x="4905" y="24715"/>
                </a:lnTo>
                <a:lnTo>
                  <a:pt x="5318" y="25560"/>
                </a:lnTo>
                <a:lnTo>
                  <a:pt x="5759" y="26386"/>
                </a:lnTo>
                <a:lnTo>
                  <a:pt x="6230" y="27194"/>
                </a:lnTo>
                <a:lnTo>
                  <a:pt x="6729" y="27983"/>
                </a:lnTo>
                <a:lnTo>
                  <a:pt x="7257" y="28754"/>
                </a:lnTo>
                <a:lnTo>
                  <a:pt x="7814" y="29506"/>
                </a:lnTo>
                <a:lnTo>
                  <a:pt x="8399" y="30240"/>
                </a:lnTo>
                <a:lnTo>
                  <a:pt x="9014" y="30955"/>
                </a:lnTo>
                <a:lnTo>
                  <a:pt x="9657" y="31651"/>
                </a:lnTo>
                <a:lnTo>
                  <a:pt x="10329" y="32329"/>
                </a:lnTo>
                <a:lnTo>
                  <a:pt x="11030" y="32989"/>
                </a:lnTo>
                <a:lnTo>
                  <a:pt x="11760" y="33629"/>
                </a:lnTo>
                <a:lnTo>
                  <a:pt x="12519" y="34252"/>
                </a:lnTo>
                <a:lnTo>
                  <a:pt x="13306" y="34855"/>
                </a:lnTo>
                <a:lnTo>
                  <a:pt x="14122" y="35440"/>
                </a:lnTo>
                <a:lnTo>
                  <a:pt x="14967" y="36007"/>
                </a:lnTo>
                <a:lnTo>
                  <a:pt x="15841" y="36555"/>
                </a:lnTo>
                <a:lnTo>
                  <a:pt x="16744" y="37084"/>
                </a:lnTo>
                <a:lnTo>
                  <a:pt x="17675" y="37595"/>
                </a:lnTo>
                <a:lnTo>
                  <a:pt x="18636" y="38087"/>
                </a:lnTo>
                <a:lnTo>
                  <a:pt x="19625" y="38561"/>
                </a:lnTo>
                <a:lnTo>
                  <a:pt x="20643" y="39016"/>
                </a:lnTo>
                <a:lnTo>
                  <a:pt x="20753" y="39062"/>
                </a:lnTo>
                <a:lnTo>
                  <a:pt x="20615" y="39408"/>
                </a:lnTo>
                <a:lnTo>
                  <a:pt x="20224" y="40461"/>
                </a:lnTo>
                <a:lnTo>
                  <a:pt x="19852" y="41534"/>
                </a:lnTo>
                <a:lnTo>
                  <a:pt x="19501" y="42628"/>
                </a:lnTo>
                <a:lnTo>
                  <a:pt x="19170" y="43742"/>
                </a:lnTo>
                <a:lnTo>
                  <a:pt x="18859" y="44878"/>
                </a:lnTo>
                <a:lnTo>
                  <a:pt x="18569" y="46034"/>
                </a:lnTo>
                <a:lnTo>
                  <a:pt x="18298" y="47210"/>
                </a:lnTo>
                <a:lnTo>
                  <a:pt x="18047" y="48408"/>
                </a:lnTo>
                <a:lnTo>
                  <a:pt x="17816" y="49626"/>
                </a:lnTo>
                <a:lnTo>
                  <a:pt x="17606" y="50866"/>
                </a:lnTo>
                <a:lnTo>
                  <a:pt x="17415" y="52125"/>
                </a:lnTo>
                <a:lnTo>
                  <a:pt x="17244" y="53406"/>
                </a:lnTo>
                <a:lnTo>
                  <a:pt x="17094" y="54707"/>
                </a:lnTo>
                <a:lnTo>
                  <a:pt x="16964" y="56029"/>
                </a:lnTo>
                <a:lnTo>
                  <a:pt x="16853" y="57372"/>
                </a:lnTo>
                <a:lnTo>
                  <a:pt x="16763" y="58736"/>
                </a:lnTo>
                <a:lnTo>
                  <a:pt x="16693" y="60120"/>
                </a:lnTo>
                <a:lnTo>
                  <a:pt x="16643" y="61525"/>
                </a:lnTo>
                <a:lnTo>
                  <a:pt x="16612" y="62951"/>
                </a:lnTo>
                <a:lnTo>
                  <a:pt x="16602" y="64397"/>
                </a:lnTo>
                <a:lnTo>
                  <a:pt x="16612" y="65803"/>
                </a:lnTo>
                <a:lnTo>
                  <a:pt x="16643" y="67192"/>
                </a:lnTo>
                <a:lnTo>
                  <a:pt x="16693" y="68562"/>
                </a:lnTo>
                <a:lnTo>
                  <a:pt x="16763" y="69914"/>
                </a:lnTo>
                <a:lnTo>
                  <a:pt x="16853" y="71248"/>
                </a:lnTo>
                <a:lnTo>
                  <a:pt x="16964" y="72565"/>
                </a:lnTo>
                <a:lnTo>
                  <a:pt x="17094" y="73864"/>
                </a:lnTo>
                <a:lnTo>
                  <a:pt x="17244" y="75144"/>
                </a:lnTo>
                <a:lnTo>
                  <a:pt x="17415" y="76407"/>
                </a:lnTo>
                <a:lnTo>
                  <a:pt x="17606" y="77652"/>
                </a:lnTo>
                <a:lnTo>
                  <a:pt x="17816" y="78879"/>
                </a:lnTo>
                <a:lnTo>
                  <a:pt x="18047" y="80088"/>
                </a:lnTo>
                <a:lnTo>
                  <a:pt x="18298" y="81279"/>
                </a:lnTo>
                <a:lnTo>
                  <a:pt x="18569" y="82452"/>
                </a:lnTo>
                <a:lnTo>
                  <a:pt x="18859" y="83608"/>
                </a:lnTo>
                <a:lnTo>
                  <a:pt x="19170" y="84745"/>
                </a:lnTo>
                <a:lnTo>
                  <a:pt x="19501" y="85865"/>
                </a:lnTo>
                <a:lnTo>
                  <a:pt x="19852" y="86966"/>
                </a:lnTo>
                <a:lnTo>
                  <a:pt x="20224" y="88050"/>
                </a:lnTo>
                <a:lnTo>
                  <a:pt x="20615" y="89116"/>
                </a:lnTo>
                <a:lnTo>
                  <a:pt x="21026" y="90164"/>
                </a:lnTo>
                <a:lnTo>
                  <a:pt x="21457" y="91194"/>
                </a:lnTo>
                <a:lnTo>
                  <a:pt x="21909" y="92206"/>
                </a:lnTo>
                <a:lnTo>
                  <a:pt x="22380" y="93200"/>
                </a:lnTo>
                <a:lnTo>
                  <a:pt x="22868" y="94175"/>
                </a:lnTo>
                <a:lnTo>
                  <a:pt x="23370" y="95131"/>
                </a:lnTo>
                <a:lnTo>
                  <a:pt x="23885" y="96066"/>
                </a:lnTo>
                <a:lnTo>
                  <a:pt x="24413" y="96982"/>
                </a:lnTo>
                <a:lnTo>
                  <a:pt x="24954" y="97878"/>
                </a:lnTo>
                <a:lnTo>
                  <a:pt x="25508" y="98754"/>
                </a:lnTo>
                <a:lnTo>
                  <a:pt x="26076" y="99610"/>
                </a:lnTo>
                <a:lnTo>
                  <a:pt x="26658" y="100446"/>
                </a:lnTo>
                <a:lnTo>
                  <a:pt x="27252" y="101263"/>
                </a:lnTo>
                <a:lnTo>
                  <a:pt x="27860" y="102059"/>
                </a:lnTo>
                <a:lnTo>
                  <a:pt x="28481" y="102836"/>
                </a:lnTo>
                <a:lnTo>
                  <a:pt x="29115" y="103592"/>
                </a:lnTo>
                <a:lnTo>
                  <a:pt x="29763" y="104329"/>
                </a:lnTo>
                <a:lnTo>
                  <a:pt x="30424" y="105046"/>
                </a:lnTo>
                <a:lnTo>
                  <a:pt x="31098" y="105743"/>
                </a:lnTo>
                <a:lnTo>
                  <a:pt x="31786" y="106421"/>
                </a:lnTo>
                <a:lnTo>
                  <a:pt x="32486" y="107078"/>
                </a:lnTo>
                <a:lnTo>
                  <a:pt x="33200" y="107715"/>
                </a:lnTo>
                <a:lnTo>
                  <a:pt x="33928" y="108333"/>
                </a:lnTo>
                <a:lnTo>
                  <a:pt x="34669" y="108931"/>
                </a:lnTo>
                <a:lnTo>
                  <a:pt x="35423" y="109509"/>
                </a:lnTo>
                <a:lnTo>
                  <a:pt x="36190" y="110067"/>
                </a:lnTo>
                <a:lnTo>
                  <a:pt x="36970" y="110605"/>
                </a:lnTo>
                <a:lnTo>
                  <a:pt x="37764" y="111123"/>
                </a:lnTo>
                <a:lnTo>
                  <a:pt x="38569" y="111621"/>
                </a:lnTo>
                <a:lnTo>
                  <a:pt x="39381" y="112098"/>
                </a:lnTo>
                <a:lnTo>
                  <a:pt x="40202" y="112553"/>
                </a:lnTo>
                <a:lnTo>
                  <a:pt x="41031" y="112987"/>
                </a:lnTo>
                <a:lnTo>
                  <a:pt x="41868" y="113400"/>
                </a:lnTo>
                <a:lnTo>
                  <a:pt x="42713" y="113792"/>
                </a:lnTo>
                <a:lnTo>
                  <a:pt x="43566" y="114163"/>
                </a:lnTo>
                <a:lnTo>
                  <a:pt x="44427" y="114512"/>
                </a:lnTo>
                <a:lnTo>
                  <a:pt x="45296" y="114840"/>
                </a:lnTo>
                <a:lnTo>
                  <a:pt x="46173" y="115148"/>
                </a:lnTo>
                <a:lnTo>
                  <a:pt x="47059" y="115434"/>
                </a:lnTo>
                <a:lnTo>
                  <a:pt x="47952" y="115698"/>
                </a:lnTo>
                <a:lnTo>
                  <a:pt x="48854" y="115942"/>
                </a:lnTo>
                <a:lnTo>
                  <a:pt x="49763" y="116164"/>
                </a:lnTo>
                <a:lnTo>
                  <a:pt x="50681" y="116366"/>
                </a:lnTo>
                <a:lnTo>
                  <a:pt x="51607" y="116546"/>
                </a:lnTo>
                <a:lnTo>
                  <a:pt x="52540" y="116704"/>
                </a:lnTo>
                <a:lnTo>
                  <a:pt x="53482" y="116842"/>
                </a:lnTo>
                <a:lnTo>
                  <a:pt x="54432" y="116959"/>
                </a:lnTo>
                <a:lnTo>
                  <a:pt x="55390" y="117054"/>
                </a:lnTo>
                <a:lnTo>
                  <a:pt x="56357" y="117128"/>
                </a:lnTo>
                <a:lnTo>
                  <a:pt x="57331" y="117181"/>
                </a:lnTo>
                <a:lnTo>
                  <a:pt x="58313" y="117213"/>
                </a:lnTo>
                <a:lnTo>
                  <a:pt x="59303" y="117223"/>
                </a:lnTo>
                <a:lnTo>
                  <a:pt x="60232" y="117213"/>
                </a:lnTo>
                <a:lnTo>
                  <a:pt x="61156" y="117181"/>
                </a:lnTo>
                <a:lnTo>
                  <a:pt x="62074" y="117129"/>
                </a:lnTo>
                <a:lnTo>
                  <a:pt x="62988" y="117056"/>
                </a:lnTo>
                <a:lnTo>
                  <a:pt x="63896" y="116961"/>
                </a:lnTo>
                <a:lnTo>
                  <a:pt x="64798" y="116846"/>
                </a:lnTo>
                <a:lnTo>
                  <a:pt x="65696" y="116710"/>
                </a:lnTo>
                <a:lnTo>
                  <a:pt x="66588" y="116553"/>
                </a:lnTo>
                <a:lnTo>
                  <a:pt x="67475" y="116374"/>
                </a:lnTo>
                <a:lnTo>
                  <a:pt x="68357" y="116175"/>
                </a:lnTo>
                <a:lnTo>
                  <a:pt x="69233" y="115955"/>
                </a:lnTo>
                <a:lnTo>
                  <a:pt x="70104" y="115714"/>
                </a:lnTo>
                <a:lnTo>
                  <a:pt x="70970" y="115452"/>
                </a:lnTo>
                <a:lnTo>
                  <a:pt x="71831" y="115169"/>
                </a:lnTo>
                <a:lnTo>
                  <a:pt x="72687" y="114865"/>
                </a:lnTo>
                <a:lnTo>
                  <a:pt x="73537" y="114540"/>
                </a:lnTo>
                <a:lnTo>
                  <a:pt x="74382" y="114194"/>
                </a:lnTo>
                <a:lnTo>
                  <a:pt x="75222" y="113827"/>
                </a:lnTo>
                <a:lnTo>
                  <a:pt x="76057" y="113440"/>
                </a:lnTo>
                <a:lnTo>
                  <a:pt x="76886" y="113031"/>
                </a:lnTo>
                <a:lnTo>
                  <a:pt x="77710" y="112601"/>
                </a:lnTo>
                <a:lnTo>
                  <a:pt x="78529" y="112150"/>
                </a:lnTo>
                <a:lnTo>
                  <a:pt x="79342" y="111679"/>
                </a:lnTo>
                <a:lnTo>
                  <a:pt x="80151" y="111186"/>
                </a:lnTo>
                <a:lnTo>
                  <a:pt x="80950" y="110673"/>
                </a:lnTo>
                <a:lnTo>
                  <a:pt x="81736" y="110141"/>
                </a:lnTo>
                <a:lnTo>
                  <a:pt x="82509" y="109588"/>
                </a:lnTo>
                <a:lnTo>
                  <a:pt x="83269" y="109016"/>
                </a:lnTo>
                <a:lnTo>
                  <a:pt x="84016" y="108425"/>
                </a:lnTo>
                <a:lnTo>
                  <a:pt x="84750" y="107814"/>
                </a:lnTo>
                <a:lnTo>
                  <a:pt x="85471" y="107183"/>
                </a:lnTo>
                <a:lnTo>
                  <a:pt x="86178" y="106532"/>
                </a:lnTo>
                <a:lnTo>
                  <a:pt x="86873" y="105862"/>
                </a:lnTo>
                <a:lnTo>
                  <a:pt x="87555" y="105172"/>
                </a:lnTo>
                <a:lnTo>
                  <a:pt x="88223" y="104463"/>
                </a:lnTo>
                <a:lnTo>
                  <a:pt x="88879" y="103734"/>
                </a:lnTo>
                <a:lnTo>
                  <a:pt x="89521" y="102985"/>
                </a:lnTo>
                <a:lnTo>
                  <a:pt x="90150" y="102217"/>
                </a:lnTo>
                <a:lnTo>
                  <a:pt x="90766" y="101429"/>
                </a:lnTo>
                <a:lnTo>
                  <a:pt x="91369" y="100621"/>
                </a:lnTo>
                <a:lnTo>
                  <a:pt x="91959" y="99794"/>
                </a:lnTo>
                <a:lnTo>
                  <a:pt x="92536" y="98947"/>
                </a:lnTo>
                <a:lnTo>
                  <a:pt x="93043" y="98168"/>
                </a:lnTo>
                <a:lnTo>
                  <a:pt x="93174" y="98496"/>
                </a:lnTo>
                <a:lnTo>
                  <a:pt x="93534" y="99367"/>
                </a:lnTo>
                <a:lnTo>
                  <a:pt x="93899" y="100217"/>
                </a:lnTo>
                <a:lnTo>
                  <a:pt x="94269" y="101047"/>
                </a:lnTo>
                <a:lnTo>
                  <a:pt x="94644" y="101856"/>
                </a:lnTo>
                <a:lnTo>
                  <a:pt x="95023" y="102644"/>
                </a:lnTo>
                <a:lnTo>
                  <a:pt x="95406" y="103412"/>
                </a:lnTo>
                <a:lnTo>
                  <a:pt x="95794" y="104158"/>
                </a:lnTo>
                <a:lnTo>
                  <a:pt x="96187" y="104884"/>
                </a:lnTo>
                <a:lnTo>
                  <a:pt x="96584" y="105589"/>
                </a:lnTo>
                <a:lnTo>
                  <a:pt x="96986" y="106274"/>
                </a:lnTo>
                <a:lnTo>
                  <a:pt x="97393" y="106938"/>
                </a:lnTo>
                <a:lnTo>
                  <a:pt x="97804" y="107581"/>
                </a:lnTo>
                <a:lnTo>
                  <a:pt x="98219" y="108203"/>
                </a:lnTo>
                <a:lnTo>
                  <a:pt x="98640" y="108804"/>
                </a:lnTo>
                <a:lnTo>
                  <a:pt x="99064" y="109385"/>
                </a:lnTo>
                <a:lnTo>
                  <a:pt x="99494" y="109945"/>
                </a:lnTo>
                <a:lnTo>
                  <a:pt x="99928" y="110484"/>
                </a:lnTo>
                <a:lnTo>
                  <a:pt x="100366" y="111003"/>
                </a:lnTo>
                <a:lnTo>
                  <a:pt x="100810" y="111501"/>
                </a:lnTo>
                <a:lnTo>
                  <a:pt x="101259" y="111978"/>
                </a:lnTo>
                <a:lnTo>
                  <a:pt x="101717" y="112435"/>
                </a:lnTo>
                <a:lnTo>
                  <a:pt x="102182" y="112871"/>
                </a:lnTo>
                <a:lnTo>
                  <a:pt x="102656" y="113288"/>
                </a:lnTo>
                <a:lnTo>
                  <a:pt x="103138" y="113684"/>
                </a:lnTo>
                <a:lnTo>
                  <a:pt x="103628" y="114059"/>
                </a:lnTo>
                <a:lnTo>
                  <a:pt x="104126" y="114415"/>
                </a:lnTo>
                <a:lnTo>
                  <a:pt x="104632" y="114750"/>
                </a:lnTo>
                <a:lnTo>
                  <a:pt x="105146" y="115065"/>
                </a:lnTo>
                <a:lnTo>
                  <a:pt x="105668" y="115359"/>
                </a:lnTo>
                <a:lnTo>
                  <a:pt x="106198" y="115633"/>
                </a:lnTo>
                <a:lnTo>
                  <a:pt x="106737" y="115887"/>
                </a:lnTo>
                <a:lnTo>
                  <a:pt x="107283" y="116121"/>
                </a:lnTo>
                <a:lnTo>
                  <a:pt x="107838" y="116334"/>
                </a:lnTo>
                <a:lnTo>
                  <a:pt x="108400" y="116527"/>
                </a:lnTo>
                <a:lnTo>
                  <a:pt x="108971" y="116699"/>
                </a:lnTo>
                <a:lnTo>
                  <a:pt x="109550" y="116852"/>
                </a:lnTo>
                <a:lnTo>
                  <a:pt x="110137" y="116984"/>
                </a:lnTo>
                <a:lnTo>
                  <a:pt x="110732" y="117095"/>
                </a:lnTo>
                <a:lnTo>
                  <a:pt x="111335" y="117187"/>
                </a:lnTo>
                <a:lnTo>
                  <a:pt x="111946" y="117258"/>
                </a:lnTo>
                <a:lnTo>
                  <a:pt x="112565" y="117309"/>
                </a:lnTo>
                <a:lnTo>
                  <a:pt x="113192" y="117339"/>
                </a:lnTo>
                <a:lnTo>
                  <a:pt x="113827" y="117349"/>
                </a:lnTo>
                <a:lnTo>
                  <a:pt x="114236" y="117343"/>
                </a:lnTo>
                <a:lnTo>
                  <a:pt x="114646" y="117323"/>
                </a:lnTo>
                <a:lnTo>
                  <a:pt x="115056" y="117290"/>
                </a:lnTo>
                <a:lnTo>
                  <a:pt x="115466" y="117244"/>
                </a:lnTo>
                <a:lnTo>
                  <a:pt x="115877" y="117185"/>
                </a:lnTo>
                <a:lnTo>
                  <a:pt x="116288" y="117113"/>
                </a:lnTo>
                <a:lnTo>
                  <a:pt x="116699" y="117028"/>
                </a:lnTo>
                <a:lnTo>
                  <a:pt x="117112" y="116930"/>
                </a:lnTo>
                <a:lnTo>
                  <a:pt x="117524" y="116819"/>
                </a:lnTo>
                <a:lnTo>
                  <a:pt x="117937" y="116694"/>
                </a:lnTo>
                <a:lnTo>
                  <a:pt x="118350" y="116556"/>
                </a:lnTo>
                <a:lnTo>
                  <a:pt x="118764" y="116406"/>
                </a:lnTo>
                <a:lnTo>
                  <a:pt x="119178" y="116242"/>
                </a:lnTo>
                <a:lnTo>
                  <a:pt x="119593" y="116065"/>
                </a:lnTo>
                <a:lnTo>
                  <a:pt x="120008" y="115875"/>
                </a:lnTo>
                <a:lnTo>
                  <a:pt x="120424" y="115672"/>
                </a:lnTo>
                <a:lnTo>
                  <a:pt x="120840" y="115456"/>
                </a:lnTo>
                <a:lnTo>
                  <a:pt x="121256" y="115227"/>
                </a:lnTo>
                <a:lnTo>
                  <a:pt x="121673" y="114984"/>
                </a:lnTo>
                <a:lnTo>
                  <a:pt x="122090" y="114729"/>
                </a:lnTo>
                <a:lnTo>
                  <a:pt x="122508" y="114460"/>
                </a:lnTo>
                <a:lnTo>
                  <a:pt x="122926" y="114179"/>
                </a:lnTo>
                <a:lnTo>
                  <a:pt x="123345" y="113884"/>
                </a:lnTo>
                <a:lnTo>
                  <a:pt x="123764" y="113576"/>
                </a:lnTo>
                <a:lnTo>
                  <a:pt x="124181" y="113254"/>
                </a:lnTo>
                <a:lnTo>
                  <a:pt x="124594" y="112916"/>
                </a:lnTo>
                <a:lnTo>
                  <a:pt x="125003" y="112564"/>
                </a:lnTo>
                <a:lnTo>
                  <a:pt x="125408" y="112196"/>
                </a:lnTo>
                <a:lnTo>
                  <a:pt x="125808" y="111813"/>
                </a:lnTo>
                <a:lnTo>
                  <a:pt x="126205" y="111414"/>
                </a:lnTo>
                <a:lnTo>
                  <a:pt x="126597" y="111000"/>
                </a:lnTo>
                <a:lnTo>
                  <a:pt x="126985" y="110571"/>
                </a:lnTo>
                <a:lnTo>
                  <a:pt x="127369" y="110127"/>
                </a:lnTo>
                <a:lnTo>
                  <a:pt x="127749" y="109667"/>
                </a:lnTo>
                <a:lnTo>
                  <a:pt x="128124" y="109192"/>
                </a:lnTo>
                <a:lnTo>
                  <a:pt x="128496" y="108702"/>
                </a:lnTo>
                <a:lnTo>
                  <a:pt x="128863" y="108197"/>
                </a:lnTo>
                <a:lnTo>
                  <a:pt x="129227" y="107676"/>
                </a:lnTo>
                <a:lnTo>
                  <a:pt x="129586" y="107140"/>
                </a:lnTo>
                <a:lnTo>
                  <a:pt x="129941" y="106588"/>
                </a:lnTo>
                <a:lnTo>
                  <a:pt x="130292" y="106022"/>
                </a:lnTo>
                <a:lnTo>
                  <a:pt x="130638" y="105440"/>
                </a:lnTo>
                <a:lnTo>
                  <a:pt x="130981" y="104842"/>
                </a:lnTo>
                <a:lnTo>
                  <a:pt x="131319" y="104230"/>
                </a:lnTo>
                <a:lnTo>
                  <a:pt x="131653" y="103602"/>
                </a:lnTo>
                <a:lnTo>
                  <a:pt x="131983" y="102959"/>
                </a:lnTo>
                <a:lnTo>
                  <a:pt x="132140" y="102642"/>
                </a:lnTo>
                <a:lnTo>
                  <a:pt x="132335" y="103113"/>
                </a:lnTo>
                <a:lnTo>
                  <a:pt x="132851" y="104282"/>
                </a:lnTo>
                <a:lnTo>
                  <a:pt x="133385" y="105412"/>
                </a:lnTo>
                <a:lnTo>
                  <a:pt x="133934" y="106501"/>
                </a:lnTo>
                <a:lnTo>
                  <a:pt x="134500" y="107550"/>
                </a:lnTo>
                <a:lnTo>
                  <a:pt x="135082" y="108559"/>
                </a:lnTo>
                <a:lnTo>
                  <a:pt x="135681" y="109527"/>
                </a:lnTo>
                <a:lnTo>
                  <a:pt x="136296" y="110456"/>
                </a:lnTo>
                <a:lnTo>
                  <a:pt x="136928" y="111344"/>
                </a:lnTo>
                <a:lnTo>
                  <a:pt x="137575" y="112192"/>
                </a:lnTo>
                <a:lnTo>
                  <a:pt x="138236" y="113003"/>
                </a:lnTo>
                <a:lnTo>
                  <a:pt x="138906" y="113779"/>
                </a:lnTo>
                <a:lnTo>
                  <a:pt x="139584" y="114521"/>
                </a:lnTo>
                <a:lnTo>
                  <a:pt x="140272" y="115228"/>
                </a:lnTo>
                <a:lnTo>
                  <a:pt x="140968" y="115901"/>
                </a:lnTo>
                <a:lnTo>
                  <a:pt x="141674" y="116539"/>
                </a:lnTo>
                <a:lnTo>
                  <a:pt x="142388" y="117143"/>
                </a:lnTo>
                <a:lnTo>
                  <a:pt x="143111" y="117712"/>
                </a:lnTo>
                <a:lnTo>
                  <a:pt x="143844" y="118247"/>
                </a:lnTo>
                <a:lnTo>
                  <a:pt x="144585" y="118748"/>
                </a:lnTo>
                <a:lnTo>
                  <a:pt x="145336" y="119213"/>
                </a:lnTo>
                <a:lnTo>
                  <a:pt x="146095" y="119645"/>
                </a:lnTo>
                <a:lnTo>
                  <a:pt x="146863" y="120041"/>
                </a:lnTo>
                <a:lnTo>
                  <a:pt x="147640" y="120404"/>
                </a:lnTo>
                <a:lnTo>
                  <a:pt x="148427" y="120731"/>
                </a:lnTo>
                <a:lnTo>
                  <a:pt x="149222" y="121025"/>
                </a:lnTo>
                <a:lnTo>
                  <a:pt x="150026" y="121283"/>
                </a:lnTo>
                <a:lnTo>
                  <a:pt x="150839" y="121508"/>
                </a:lnTo>
                <a:lnTo>
                  <a:pt x="151662" y="121697"/>
                </a:lnTo>
                <a:lnTo>
                  <a:pt x="152493" y="121853"/>
                </a:lnTo>
                <a:lnTo>
                  <a:pt x="153333" y="121973"/>
                </a:lnTo>
                <a:lnTo>
                  <a:pt x="154182" y="122060"/>
                </a:lnTo>
                <a:lnTo>
                  <a:pt x="155040" y="122111"/>
                </a:lnTo>
                <a:lnTo>
                  <a:pt x="155907" y="122129"/>
                </a:lnTo>
                <a:lnTo>
                  <a:pt x="156619" y="122119"/>
                </a:lnTo>
                <a:lnTo>
                  <a:pt x="157327" y="122089"/>
                </a:lnTo>
                <a:lnTo>
                  <a:pt x="158031" y="122040"/>
                </a:lnTo>
                <a:lnTo>
                  <a:pt x="158730" y="121971"/>
                </a:lnTo>
                <a:lnTo>
                  <a:pt x="159426" y="121883"/>
                </a:lnTo>
                <a:lnTo>
                  <a:pt x="160117" y="121775"/>
                </a:lnTo>
                <a:lnTo>
                  <a:pt x="160804" y="121647"/>
                </a:lnTo>
                <a:lnTo>
                  <a:pt x="161486" y="121500"/>
                </a:lnTo>
                <a:lnTo>
                  <a:pt x="162165" y="121333"/>
                </a:lnTo>
                <a:lnTo>
                  <a:pt x="162840" y="121146"/>
                </a:lnTo>
                <a:lnTo>
                  <a:pt x="163510" y="120940"/>
                </a:lnTo>
                <a:lnTo>
                  <a:pt x="164176" y="120714"/>
                </a:lnTo>
                <a:lnTo>
                  <a:pt x="164838" y="120468"/>
                </a:lnTo>
                <a:lnTo>
                  <a:pt x="165496" y="120203"/>
                </a:lnTo>
                <a:lnTo>
                  <a:pt x="166150" y="119918"/>
                </a:lnTo>
                <a:lnTo>
                  <a:pt x="166799" y="119613"/>
                </a:lnTo>
                <a:lnTo>
                  <a:pt x="167445" y="119289"/>
                </a:lnTo>
                <a:lnTo>
                  <a:pt x="168086" y="118945"/>
                </a:lnTo>
                <a:lnTo>
                  <a:pt x="168723" y="118581"/>
                </a:lnTo>
                <a:lnTo>
                  <a:pt x="169356" y="118198"/>
                </a:lnTo>
                <a:lnTo>
                  <a:pt x="169984" y="117795"/>
                </a:lnTo>
                <a:lnTo>
                  <a:pt x="170609" y="117373"/>
                </a:lnTo>
                <a:lnTo>
                  <a:pt x="171229" y="116931"/>
                </a:lnTo>
                <a:lnTo>
                  <a:pt x="171846" y="116469"/>
                </a:lnTo>
                <a:lnTo>
                  <a:pt x="172455" y="115984"/>
                </a:lnTo>
                <a:lnTo>
                  <a:pt x="173054" y="115475"/>
                </a:lnTo>
                <a:lnTo>
                  <a:pt x="173644" y="114940"/>
                </a:lnTo>
                <a:lnTo>
                  <a:pt x="174223" y="114379"/>
                </a:lnTo>
                <a:lnTo>
                  <a:pt x="174793" y="113794"/>
                </a:lnTo>
                <a:lnTo>
                  <a:pt x="175353" y="113183"/>
                </a:lnTo>
                <a:lnTo>
                  <a:pt x="175903" y="112546"/>
                </a:lnTo>
                <a:lnTo>
                  <a:pt x="176444" y="111885"/>
                </a:lnTo>
                <a:lnTo>
                  <a:pt x="176974" y="111198"/>
                </a:lnTo>
                <a:lnTo>
                  <a:pt x="177495" y="110486"/>
                </a:lnTo>
                <a:lnTo>
                  <a:pt x="178006" y="109748"/>
                </a:lnTo>
                <a:lnTo>
                  <a:pt x="178507" y="108985"/>
                </a:lnTo>
                <a:lnTo>
                  <a:pt x="178998" y="108197"/>
                </a:lnTo>
                <a:lnTo>
                  <a:pt x="179479" y="107383"/>
                </a:lnTo>
                <a:lnTo>
                  <a:pt x="179951" y="106544"/>
                </a:lnTo>
                <a:lnTo>
                  <a:pt x="180412" y="105680"/>
                </a:lnTo>
                <a:lnTo>
                  <a:pt x="180864" y="104790"/>
                </a:lnTo>
                <a:lnTo>
                  <a:pt x="181306" y="103875"/>
                </a:lnTo>
                <a:lnTo>
                  <a:pt x="181738" y="102935"/>
                </a:lnTo>
                <a:lnTo>
                  <a:pt x="182160" y="101969"/>
                </a:lnTo>
                <a:lnTo>
                  <a:pt x="182573" y="100979"/>
                </a:lnTo>
                <a:lnTo>
                  <a:pt x="182975" y="99962"/>
                </a:lnTo>
                <a:lnTo>
                  <a:pt x="183368" y="98921"/>
                </a:lnTo>
                <a:lnTo>
                  <a:pt x="183751" y="97854"/>
                </a:lnTo>
                <a:lnTo>
                  <a:pt x="184121" y="96759"/>
                </a:lnTo>
                <a:lnTo>
                  <a:pt x="184476" y="95632"/>
                </a:lnTo>
                <a:lnTo>
                  <a:pt x="184814" y="94474"/>
                </a:lnTo>
                <a:lnTo>
                  <a:pt x="185137" y="93284"/>
                </a:lnTo>
                <a:lnTo>
                  <a:pt x="185444" y="92063"/>
                </a:lnTo>
                <a:lnTo>
                  <a:pt x="185735" y="90810"/>
                </a:lnTo>
                <a:lnTo>
                  <a:pt x="186011" y="89526"/>
                </a:lnTo>
                <a:lnTo>
                  <a:pt x="186271" y="88211"/>
                </a:lnTo>
                <a:lnTo>
                  <a:pt x="186515" y="86864"/>
                </a:lnTo>
                <a:lnTo>
                  <a:pt x="186743" y="85486"/>
                </a:lnTo>
                <a:lnTo>
                  <a:pt x="186956" y="84076"/>
                </a:lnTo>
                <a:lnTo>
                  <a:pt x="187153" y="82635"/>
                </a:lnTo>
                <a:lnTo>
                  <a:pt x="187334" y="81162"/>
                </a:lnTo>
                <a:lnTo>
                  <a:pt x="187499" y="79658"/>
                </a:lnTo>
                <a:lnTo>
                  <a:pt x="187649" y="78123"/>
                </a:lnTo>
                <a:lnTo>
                  <a:pt x="187783" y="76556"/>
                </a:lnTo>
                <a:lnTo>
                  <a:pt x="187901" y="74957"/>
                </a:lnTo>
                <a:lnTo>
                  <a:pt x="188003" y="73327"/>
                </a:lnTo>
                <a:lnTo>
                  <a:pt x="188090" y="71666"/>
                </a:lnTo>
                <a:lnTo>
                  <a:pt x="188161" y="69973"/>
                </a:lnTo>
                <a:lnTo>
                  <a:pt x="188216" y="68249"/>
                </a:lnTo>
                <a:lnTo>
                  <a:pt x="188255" y="66494"/>
                </a:lnTo>
                <a:lnTo>
                  <a:pt x="188279" y="64707"/>
                </a:lnTo>
                <a:lnTo>
                  <a:pt x="188287" y="62888"/>
                </a:lnTo>
                <a:lnTo>
                  <a:pt x="188268" y="60356"/>
                </a:lnTo>
                <a:lnTo>
                  <a:pt x="188212" y="57874"/>
                </a:lnTo>
                <a:lnTo>
                  <a:pt x="188118" y="55444"/>
                </a:lnTo>
                <a:lnTo>
                  <a:pt x="187986" y="53064"/>
                </a:lnTo>
                <a:lnTo>
                  <a:pt x="187817" y="50734"/>
                </a:lnTo>
                <a:lnTo>
                  <a:pt x="187610" y="48455"/>
                </a:lnTo>
                <a:lnTo>
                  <a:pt x="187365" y="46227"/>
                </a:lnTo>
                <a:lnTo>
                  <a:pt x="187083" y="44050"/>
                </a:lnTo>
                <a:lnTo>
                  <a:pt x="186763" y="41923"/>
                </a:lnTo>
                <a:lnTo>
                  <a:pt x="186406" y="39847"/>
                </a:lnTo>
                <a:lnTo>
                  <a:pt x="186010" y="37821"/>
                </a:lnTo>
                <a:lnTo>
                  <a:pt x="185578" y="35846"/>
                </a:lnTo>
                <a:lnTo>
                  <a:pt x="185107" y="33922"/>
                </a:lnTo>
                <a:lnTo>
                  <a:pt x="184599" y="32048"/>
                </a:lnTo>
                <a:lnTo>
                  <a:pt x="184054" y="30226"/>
                </a:lnTo>
                <a:lnTo>
                  <a:pt x="183471" y="28453"/>
                </a:lnTo>
                <a:lnTo>
                  <a:pt x="182850" y="26732"/>
                </a:lnTo>
                <a:lnTo>
                  <a:pt x="182191" y="25061"/>
                </a:lnTo>
                <a:lnTo>
                  <a:pt x="181495" y="23441"/>
                </a:lnTo>
                <a:lnTo>
                  <a:pt x="180762" y="21871"/>
                </a:lnTo>
                <a:lnTo>
                  <a:pt x="179990" y="20352"/>
                </a:lnTo>
                <a:lnTo>
                  <a:pt x="179181" y="18884"/>
                </a:lnTo>
                <a:lnTo>
                  <a:pt x="178335" y="17466"/>
                </a:lnTo>
                <a:lnTo>
                  <a:pt x="177450" y="16099"/>
                </a:lnTo>
                <a:lnTo>
                  <a:pt x="176536" y="14786"/>
                </a:lnTo>
                <a:lnTo>
                  <a:pt x="175598" y="13528"/>
                </a:lnTo>
                <a:lnTo>
                  <a:pt x="174636" y="12326"/>
                </a:lnTo>
                <a:lnTo>
                  <a:pt x="173651" y="11180"/>
                </a:lnTo>
                <a:lnTo>
                  <a:pt x="172641" y="10090"/>
                </a:lnTo>
                <a:lnTo>
                  <a:pt x="171609" y="9056"/>
                </a:lnTo>
                <a:lnTo>
                  <a:pt x="170552" y="8078"/>
                </a:lnTo>
                <a:lnTo>
                  <a:pt x="169472" y="7155"/>
                </a:lnTo>
                <a:lnTo>
                  <a:pt x="168369" y="6289"/>
                </a:lnTo>
                <a:lnTo>
                  <a:pt x="167242" y="5478"/>
                </a:lnTo>
                <a:lnTo>
                  <a:pt x="166091" y="4724"/>
                </a:lnTo>
                <a:lnTo>
                  <a:pt x="164916" y="4025"/>
                </a:lnTo>
                <a:lnTo>
                  <a:pt x="163718" y="3382"/>
                </a:lnTo>
                <a:lnTo>
                  <a:pt x="162496" y="2795"/>
                </a:lnTo>
                <a:lnTo>
                  <a:pt x="161251" y="2264"/>
                </a:lnTo>
                <a:lnTo>
                  <a:pt x="159982" y="1789"/>
                </a:lnTo>
                <a:lnTo>
                  <a:pt x="158689" y="1370"/>
                </a:lnTo>
                <a:lnTo>
                  <a:pt x="157372" y="1006"/>
                </a:lnTo>
                <a:lnTo>
                  <a:pt x="156032" y="699"/>
                </a:lnTo>
                <a:lnTo>
                  <a:pt x="154669" y="447"/>
                </a:lnTo>
                <a:lnTo>
                  <a:pt x="153282" y="252"/>
                </a:lnTo>
                <a:lnTo>
                  <a:pt x="151871" y="112"/>
                </a:lnTo>
                <a:lnTo>
                  <a:pt x="150436" y="28"/>
                </a:lnTo>
                <a:lnTo>
                  <a:pt x="148978" y="0"/>
                </a:lnTo>
                <a:lnTo>
                  <a:pt x="147544" y="24"/>
                </a:lnTo>
                <a:lnTo>
                  <a:pt x="146142" y="97"/>
                </a:lnTo>
                <a:lnTo>
                  <a:pt x="144771" y="219"/>
                </a:lnTo>
                <a:lnTo>
                  <a:pt x="143430" y="390"/>
                </a:lnTo>
                <a:lnTo>
                  <a:pt x="142121" y="609"/>
                </a:lnTo>
                <a:lnTo>
                  <a:pt x="140843" y="877"/>
                </a:lnTo>
                <a:lnTo>
                  <a:pt x="139596" y="1193"/>
                </a:lnTo>
                <a:lnTo>
                  <a:pt x="138380" y="1558"/>
                </a:lnTo>
                <a:lnTo>
                  <a:pt x="137195" y="1972"/>
                </a:lnTo>
                <a:lnTo>
                  <a:pt x="136041" y="2435"/>
                </a:lnTo>
                <a:lnTo>
                  <a:pt x="134918" y="2946"/>
                </a:lnTo>
                <a:lnTo>
                  <a:pt x="133827" y="3506"/>
                </a:lnTo>
                <a:lnTo>
                  <a:pt x="132766" y="4115"/>
                </a:lnTo>
                <a:lnTo>
                  <a:pt x="131737" y="4772"/>
                </a:lnTo>
                <a:lnTo>
                  <a:pt x="130738" y="5478"/>
                </a:lnTo>
                <a:lnTo>
                  <a:pt x="129771" y="6233"/>
                </a:lnTo>
                <a:lnTo>
                  <a:pt x="128835" y="7036"/>
                </a:lnTo>
                <a:lnTo>
                  <a:pt x="127929" y="7889"/>
                </a:lnTo>
                <a:lnTo>
                  <a:pt x="127055" y="8789"/>
                </a:lnTo>
                <a:lnTo>
                  <a:pt x="126212" y="9739"/>
                </a:lnTo>
                <a:lnTo>
                  <a:pt x="125400" y="10737"/>
                </a:lnTo>
                <a:lnTo>
                  <a:pt x="124619" y="11784"/>
                </a:lnTo>
                <a:lnTo>
                  <a:pt x="123869" y="12880"/>
                </a:lnTo>
                <a:lnTo>
                  <a:pt x="123151" y="14024"/>
                </a:lnTo>
                <a:lnTo>
                  <a:pt x="122462" y="15221"/>
                </a:lnTo>
                <a:lnTo>
                  <a:pt x="121802" y="16476"/>
                </a:lnTo>
                <a:lnTo>
                  <a:pt x="121172" y="17788"/>
                </a:lnTo>
                <a:lnTo>
                  <a:pt x="120571" y="19158"/>
                </a:lnTo>
                <a:lnTo>
                  <a:pt x="119999" y="20585"/>
                </a:lnTo>
                <a:lnTo>
                  <a:pt x="119457" y="22070"/>
                </a:lnTo>
                <a:lnTo>
                  <a:pt x="118944" y="23612"/>
                </a:lnTo>
                <a:lnTo>
                  <a:pt x="118460" y="25211"/>
                </a:lnTo>
                <a:lnTo>
                  <a:pt x="118006" y="26868"/>
                </a:lnTo>
                <a:lnTo>
                  <a:pt x="117581" y="28582"/>
                </a:lnTo>
                <a:lnTo>
                  <a:pt x="117185" y="30354"/>
                </a:lnTo>
                <a:lnTo>
                  <a:pt x="116818" y="32183"/>
                </a:lnTo>
                <a:lnTo>
                  <a:pt x="116481" y="34070"/>
                </a:lnTo>
                <a:lnTo>
                  <a:pt x="116174" y="36013"/>
                </a:lnTo>
                <a:lnTo>
                  <a:pt x="115895" y="38015"/>
                </a:lnTo>
                <a:lnTo>
                  <a:pt x="115646" y="40074"/>
                </a:lnTo>
                <a:lnTo>
                  <a:pt x="115426" y="42190"/>
                </a:lnTo>
                <a:lnTo>
                  <a:pt x="115235" y="44364"/>
                </a:lnTo>
                <a:lnTo>
                  <a:pt x="115074" y="46595"/>
                </a:lnTo>
                <a:lnTo>
                  <a:pt x="114942" y="48883"/>
                </a:lnTo>
                <a:lnTo>
                  <a:pt x="114840" y="51229"/>
                </a:lnTo>
                <a:lnTo>
                  <a:pt x="114766" y="53633"/>
                </a:lnTo>
                <a:lnTo>
                  <a:pt x="114722" y="56093"/>
                </a:lnTo>
                <a:lnTo>
                  <a:pt x="114708" y="58612"/>
                </a:lnTo>
                <a:lnTo>
                  <a:pt x="114708" y="61630"/>
                </a:lnTo>
                <a:lnTo>
                  <a:pt x="114706" y="62607"/>
                </a:lnTo>
                <a:lnTo>
                  <a:pt x="114702" y="63565"/>
                </a:lnTo>
                <a:lnTo>
                  <a:pt x="114695" y="64506"/>
                </a:lnTo>
                <a:lnTo>
                  <a:pt x="114685" y="65430"/>
                </a:lnTo>
                <a:lnTo>
                  <a:pt x="114672" y="66335"/>
                </a:lnTo>
                <a:lnTo>
                  <a:pt x="114657" y="67223"/>
                </a:lnTo>
                <a:lnTo>
                  <a:pt x="114638" y="68094"/>
                </a:lnTo>
                <a:lnTo>
                  <a:pt x="114617" y="68946"/>
                </a:lnTo>
                <a:lnTo>
                  <a:pt x="114593" y="69781"/>
                </a:lnTo>
                <a:lnTo>
                  <a:pt x="114566" y="70598"/>
                </a:lnTo>
                <a:lnTo>
                  <a:pt x="114536" y="71398"/>
                </a:lnTo>
                <a:lnTo>
                  <a:pt x="114503" y="72180"/>
                </a:lnTo>
                <a:lnTo>
                  <a:pt x="114468" y="72944"/>
                </a:lnTo>
                <a:lnTo>
                  <a:pt x="114430" y="73690"/>
                </a:lnTo>
                <a:lnTo>
                  <a:pt x="114388" y="74419"/>
                </a:lnTo>
                <a:lnTo>
                  <a:pt x="114344" y="75130"/>
                </a:lnTo>
                <a:lnTo>
                  <a:pt x="114298" y="75824"/>
                </a:lnTo>
                <a:lnTo>
                  <a:pt x="114248" y="76499"/>
                </a:lnTo>
                <a:lnTo>
                  <a:pt x="114195" y="77157"/>
                </a:lnTo>
                <a:lnTo>
                  <a:pt x="114140" y="77798"/>
                </a:lnTo>
                <a:lnTo>
                  <a:pt x="114082" y="78420"/>
                </a:lnTo>
                <a:lnTo>
                  <a:pt x="114021" y="79025"/>
                </a:lnTo>
                <a:lnTo>
                  <a:pt x="113957" y="79613"/>
                </a:lnTo>
                <a:lnTo>
                  <a:pt x="113890" y="80182"/>
                </a:lnTo>
                <a:lnTo>
                  <a:pt x="113821" y="80736"/>
                </a:lnTo>
                <a:lnTo>
                  <a:pt x="113748" y="81276"/>
                </a:lnTo>
                <a:lnTo>
                  <a:pt x="113673" y="81802"/>
                </a:lnTo>
                <a:lnTo>
                  <a:pt x="113595" y="82313"/>
                </a:lnTo>
                <a:lnTo>
                  <a:pt x="113514" y="82811"/>
                </a:lnTo>
                <a:lnTo>
                  <a:pt x="113430" y="83295"/>
                </a:lnTo>
                <a:lnTo>
                  <a:pt x="113344" y="83765"/>
                </a:lnTo>
                <a:lnTo>
                  <a:pt x="113254" y="84221"/>
                </a:lnTo>
                <a:lnTo>
                  <a:pt x="113162" y="84663"/>
                </a:lnTo>
                <a:lnTo>
                  <a:pt x="113067" y="85091"/>
                </a:lnTo>
                <a:lnTo>
                  <a:pt x="112969" y="85505"/>
                </a:lnTo>
                <a:lnTo>
                  <a:pt x="112868" y="85905"/>
                </a:lnTo>
                <a:lnTo>
                  <a:pt x="112765" y="86291"/>
                </a:lnTo>
                <a:lnTo>
                  <a:pt x="112658" y="86663"/>
                </a:lnTo>
                <a:lnTo>
                  <a:pt x="112549" y="87021"/>
                </a:lnTo>
                <a:lnTo>
                  <a:pt x="112437" y="87365"/>
                </a:lnTo>
                <a:lnTo>
                  <a:pt x="112322" y="87696"/>
                </a:lnTo>
                <a:lnTo>
                  <a:pt x="112204" y="88012"/>
                </a:lnTo>
                <a:lnTo>
                  <a:pt x="112083" y="88314"/>
                </a:lnTo>
                <a:lnTo>
                  <a:pt x="111960" y="88602"/>
                </a:lnTo>
                <a:lnTo>
                  <a:pt x="111834" y="88877"/>
                </a:lnTo>
                <a:lnTo>
                  <a:pt x="111704" y="89137"/>
                </a:lnTo>
                <a:lnTo>
                  <a:pt x="111572" y="89383"/>
                </a:lnTo>
                <a:lnTo>
                  <a:pt x="111438" y="89615"/>
                </a:lnTo>
                <a:lnTo>
                  <a:pt x="111300" y="89836"/>
                </a:lnTo>
                <a:lnTo>
                  <a:pt x="111160" y="90047"/>
                </a:lnTo>
                <a:lnTo>
                  <a:pt x="111017" y="90249"/>
                </a:lnTo>
                <a:lnTo>
                  <a:pt x="110872" y="90442"/>
                </a:lnTo>
                <a:lnTo>
                  <a:pt x="110724" y="90625"/>
                </a:lnTo>
                <a:lnTo>
                  <a:pt x="110573" y="90799"/>
                </a:lnTo>
                <a:lnTo>
                  <a:pt x="110420" y="90963"/>
                </a:lnTo>
                <a:lnTo>
                  <a:pt x="110264" y="91118"/>
                </a:lnTo>
                <a:lnTo>
                  <a:pt x="110105" y="91263"/>
                </a:lnTo>
                <a:lnTo>
                  <a:pt x="109944" y="91400"/>
                </a:lnTo>
                <a:lnTo>
                  <a:pt x="109780" y="91526"/>
                </a:lnTo>
                <a:lnTo>
                  <a:pt x="109614" y="91644"/>
                </a:lnTo>
                <a:lnTo>
                  <a:pt x="109445" y="91752"/>
                </a:lnTo>
                <a:lnTo>
                  <a:pt x="109273" y="91850"/>
                </a:lnTo>
                <a:lnTo>
                  <a:pt x="109099" y="91939"/>
                </a:lnTo>
                <a:lnTo>
                  <a:pt x="108922" y="92019"/>
                </a:lnTo>
                <a:lnTo>
                  <a:pt x="108743" y="92090"/>
                </a:lnTo>
                <a:lnTo>
                  <a:pt x="108561" y="92151"/>
                </a:lnTo>
                <a:lnTo>
                  <a:pt x="108376" y="92202"/>
                </a:lnTo>
                <a:lnTo>
                  <a:pt x="108188" y="92245"/>
                </a:lnTo>
                <a:lnTo>
                  <a:pt x="107998" y="92277"/>
                </a:lnTo>
                <a:lnTo>
                  <a:pt x="107806" y="92301"/>
                </a:lnTo>
                <a:lnTo>
                  <a:pt x="107611" y="92315"/>
                </a:lnTo>
                <a:lnTo>
                  <a:pt x="107413" y="92320"/>
                </a:lnTo>
                <a:lnTo>
                  <a:pt x="107132" y="92312"/>
                </a:lnTo>
                <a:lnTo>
                  <a:pt x="106854" y="92288"/>
                </a:lnTo>
                <a:lnTo>
                  <a:pt x="106581" y="92249"/>
                </a:lnTo>
                <a:lnTo>
                  <a:pt x="106311" y="92194"/>
                </a:lnTo>
                <a:lnTo>
                  <a:pt x="106044" y="92123"/>
                </a:lnTo>
                <a:lnTo>
                  <a:pt x="105782" y="92037"/>
                </a:lnTo>
                <a:lnTo>
                  <a:pt x="105523" y="91934"/>
                </a:lnTo>
                <a:lnTo>
                  <a:pt x="105268" y="91817"/>
                </a:lnTo>
                <a:lnTo>
                  <a:pt x="105016" y="91683"/>
                </a:lnTo>
                <a:lnTo>
                  <a:pt x="104768" y="91534"/>
                </a:lnTo>
                <a:lnTo>
                  <a:pt x="104524" y="91368"/>
                </a:lnTo>
                <a:lnTo>
                  <a:pt x="104284" y="91188"/>
                </a:lnTo>
                <a:lnTo>
                  <a:pt x="104048" y="90991"/>
                </a:lnTo>
                <a:lnTo>
                  <a:pt x="103815" y="90779"/>
                </a:lnTo>
                <a:lnTo>
                  <a:pt x="103585" y="90551"/>
                </a:lnTo>
                <a:lnTo>
                  <a:pt x="103360" y="90307"/>
                </a:lnTo>
                <a:lnTo>
                  <a:pt x="103138" y="90048"/>
                </a:lnTo>
                <a:lnTo>
                  <a:pt x="102920" y="89773"/>
                </a:lnTo>
                <a:lnTo>
                  <a:pt x="102706" y="89482"/>
                </a:lnTo>
                <a:lnTo>
                  <a:pt x="102495" y="89175"/>
                </a:lnTo>
                <a:lnTo>
                  <a:pt x="102288" y="88853"/>
                </a:lnTo>
                <a:lnTo>
                  <a:pt x="102085" y="88515"/>
                </a:lnTo>
                <a:lnTo>
                  <a:pt x="101886" y="88161"/>
                </a:lnTo>
                <a:lnTo>
                  <a:pt x="101690" y="87792"/>
                </a:lnTo>
                <a:lnTo>
                  <a:pt x="101497" y="87410"/>
                </a:lnTo>
                <a:lnTo>
                  <a:pt x="101307" y="87021"/>
                </a:lnTo>
                <a:lnTo>
                  <a:pt x="101119" y="86624"/>
                </a:lnTo>
                <a:lnTo>
                  <a:pt x="100934" y="86220"/>
                </a:lnTo>
                <a:lnTo>
                  <a:pt x="100750" y="85807"/>
                </a:lnTo>
                <a:lnTo>
                  <a:pt x="100570" y="85386"/>
                </a:lnTo>
                <a:lnTo>
                  <a:pt x="100392" y="84958"/>
                </a:lnTo>
                <a:lnTo>
                  <a:pt x="100216" y="84522"/>
                </a:lnTo>
                <a:lnTo>
                  <a:pt x="100042" y="84077"/>
                </a:lnTo>
                <a:lnTo>
                  <a:pt x="99871" y="83625"/>
                </a:lnTo>
                <a:lnTo>
                  <a:pt x="99702" y="83166"/>
                </a:lnTo>
                <a:lnTo>
                  <a:pt x="99607" y="82896"/>
                </a:lnTo>
                <a:lnTo>
                  <a:pt x="99618" y="82852"/>
                </a:lnTo>
                <a:lnTo>
                  <a:pt x="99895" y="81699"/>
                </a:lnTo>
                <a:lnTo>
                  <a:pt x="100151" y="80528"/>
                </a:lnTo>
                <a:lnTo>
                  <a:pt x="100387" y="79340"/>
                </a:lnTo>
                <a:lnTo>
                  <a:pt x="100602" y="78136"/>
                </a:lnTo>
                <a:lnTo>
                  <a:pt x="100797" y="76914"/>
                </a:lnTo>
                <a:lnTo>
                  <a:pt x="100971" y="75675"/>
                </a:lnTo>
                <a:lnTo>
                  <a:pt x="101125" y="74420"/>
                </a:lnTo>
                <a:lnTo>
                  <a:pt x="101258" y="73147"/>
                </a:lnTo>
                <a:lnTo>
                  <a:pt x="101371" y="71857"/>
                </a:lnTo>
                <a:lnTo>
                  <a:pt x="101463" y="70550"/>
                </a:lnTo>
                <a:lnTo>
                  <a:pt x="101535" y="69226"/>
                </a:lnTo>
                <a:lnTo>
                  <a:pt x="101586" y="67885"/>
                </a:lnTo>
                <a:lnTo>
                  <a:pt x="101617" y="66527"/>
                </a:lnTo>
                <a:lnTo>
                  <a:pt x="101627" y="65152"/>
                </a:lnTo>
                <a:lnTo>
                  <a:pt x="101617" y="63685"/>
                </a:lnTo>
                <a:lnTo>
                  <a:pt x="101587" y="62239"/>
                </a:lnTo>
                <a:lnTo>
                  <a:pt x="101537" y="60814"/>
                </a:lnTo>
                <a:lnTo>
                  <a:pt x="101467" y="59410"/>
                </a:lnTo>
                <a:lnTo>
                  <a:pt x="101376" y="58027"/>
                </a:lnTo>
                <a:lnTo>
                  <a:pt x="101266" y="56666"/>
                </a:lnTo>
                <a:lnTo>
                  <a:pt x="101136" y="55326"/>
                </a:lnTo>
                <a:lnTo>
                  <a:pt x="100985" y="54007"/>
                </a:lnTo>
                <a:lnTo>
                  <a:pt x="100815" y="52709"/>
                </a:lnTo>
                <a:lnTo>
                  <a:pt x="100624" y="51432"/>
                </a:lnTo>
                <a:lnTo>
                  <a:pt x="100413" y="50177"/>
                </a:lnTo>
                <a:lnTo>
                  <a:pt x="100183" y="48943"/>
                </a:lnTo>
                <a:lnTo>
                  <a:pt x="99932" y="47730"/>
                </a:lnTo>
                <a:lnTo>
                  <a:pt x="99661" y="46538"/>
                </a:lnTo>
                <a:lnTo>
                  <a:pt x="99370" y="45367"/>
                </a:lnTo>
                <a:lnTo>
                  <a:pt x="99059" y="44217"/>
                </a:lnTo>
                <a:lnTo>
                  <a:pt x="98728" y="43089"/>
                </a:lnTo>
                <a:lnTo>
                  <a:pt x="98377" y="41982"/>
                </a:lnTo>
                <a:lnTo>
                  <a:pt x="98006" y="40896"/>
                </a:lnTo>
                <a:lnTo>
                  <a:pt x="97615" y="39831"/>
                </a:lnTo>
                <a:lnTo>
                  <a:pt x="97203" y="38787"/>
                </a:lnTo>
                <a:lnTo>
                  <a:pt x="96772" y="37765"/>
                </a:lnTo>
                <a:lnTo>
                  <a:pt x="96321" y="36763"/>
                </a:lnTo>
                <a:lnTo>
                  <a:pt x="95849" y="35783"/>
                </a:lnTo>
                <a:lnTo>
                  <a:pt x="95361" y="34824"/>
                </a:lnTo>
                <a:lnTo>
                  <a:pt x="94859" y="33884"/>
                </a:lnTo>
                <a:lnTo>
                  <a:pt x="94344" y="32965"/>
                </a:lnTo>
                <a:lnTo>
                  <a:pt x="93815" y="32066"/>
                </a:lnTo>
                <a:lnTo>
                  <a:pt x="93273" y="31187"/>
                </a:lnTo>
                <a:lnTo>
                  <a:pt x="92717" y="30328"/>
                </a:lnTo>
                <a:lnTo>
                  <a:pt x="92148" y="29489"/>
                </a:lnTo>
                <a:lnTo>
                  <a:pt x="91565" y="28670"/>
                </a:lnTo>
                <a:lnTo>
                  <a:pt x="90969" y="27871"/>
                </a:lnTo>
                <a:lnTo>
                  <a:pt x="90359" y="27093"/>
                </a:lnTo>
                <a:lnTo>
                  <a:pt x="89735" y="26334"/>
                </a:lnTo>
                <a:lnTo>
                  <a:pt x="89099" y="25595"/>
                </a:lnTo>
                <a:lnTo>
                  <a:pt x="88448" y="24877"/>
                </a:lnTo>
                <a:lnTo>
                  <a:pt x="87784" y="24179"/>
                </a:lnTo>
                <a:lnTo>
                  <a:pt x="87107" y="23500"/>
                </a:lnTo>
                <a:lnTo>
                  <a:pt x="86416" y="22842"/>
                </a:lnTo>
                <a:lnTo>
                  <a:pt x="85712" y="22204"/>
                </a:lnTo>
                <a:lnTo>
                  <a:pt x="84994" y="21586"/>
                </a:lnTo>
                <a:lnTo>
                  <a:pt x="84262" y="20988"/>
                </a:lnTo>
                <a:lnTo>
                  <a:pt x="83517" y="20411"/>
                </a:lnTo>
                <a:lnTo>
                  <a:pt x="82759" y="19853"/>
                </a:lnTo>
                <a:lnTo>
                  <a:pt x="81987" y="19315"/>
                </a:lnTo>
                <a:lnTo>
                  <a:pt x="81201" y="18798"/>
                </a:lnTo>
                <a:lnTo>
                  <a:pt x="80402" y="18300"/>
                </a:lnTo>
                <a:lnTo>
                  <a:pt x="79594" y="17823"/>
                </a:lnTo>
                <a:lnTo>
                  <a:pt x="78779" y="17366"/>
                </a:lnTo>
                <a:lnTo>
                  <a:pt x="77958" y="16930"/>
                </a:lnTo>
                <a:lnTo>
                  <a:pt x="77130" y="16513"/>
                </a:lnTo>
                <a:lnTo>
                  <a:pt x="76297" y="16117"/>
                </a:lnTo>
                <a:lnTo>
                  <a:pt x="75458" y="15742"/>
                </a:lnTo>
                <a:lnTo>
                  <a:pt x="74612" y="15386"/>
                </a:lnTo>
                <a:lnTo>
                  <a:pt x="73761" y="15051"/>
                </a:lnTo>
                <a:lnTo>
                  <a:pt x="72903" y="14736"/>
                </a:lnTo>
                <a:lnTo>
                  <a:pt x="72039" y="14442"/>
                </a:lnTo>
                <a:lnTo>
                  <a:pt x="71169" y="14168"/>
                </a:lnTo>
                <a:lnTo>
                  <a:pt x="70293" y="13914"/>
                </a:lnTo>
                <a:lnTo>
                  <a:pt x="69411" y="13680"/>
                </a:lnTo>
                <a:lnTo>
                  <a:pt x="68523" y="13467"/>
                </a:lnTo>
                <a:lnTo>
                  <a:pt x="67628" y="13274"/>
                </a:lnTo>
                <a:lnTo>
                  <a:pt x="66728" y="13102"/>
                </a:lnTo>
                <a:lnTo>
                  <a:pt x="65821" y="12949"/>
                </a:lnTo>
                <a:lnTo>
                  <a:pt x="64908" y="12817"/>
                </a:lnTo>
                <a:lnTo>
                  <a:pt x="63989" y="12706"/>
                </a:lnTo>
                <a:lnTo>
                  <a:pt x="63064" y="12614"/>
                </a:lnTo>
                <a:lnTo>
                  <a:pt x="62133" y="12543"/>
                </a:lnTo>
                <a:lnTo>
                  <a:pt x="61196" y="12492"/>
                </a:lnTo>
                <a:lnTo>
                  <a:pt x="60253" y="12462"/>
                </a:lnTo>
                <a:lnTo>
                  <a:pt x="59303" y="12452"/>
                </a:lnTo>
                <a:lnTo>
                  <a:pt x="58313" y="12462"/>
                </a:lnTo>
                <a:lnTo>
                  <a:pt x="57331" y="12492"/>
                </a:lnTo>
                <a:lnTo>
                  <a:pt x="56357" y="12541"/>
                </a:lnTo>
                <a:lnTo>
                  <a:pt x="55390" y="12611"/>
                </a:lnTo>
                <a:lnTo>
                  <a:pt x="54432" y="12700"/>
                </a:lnTo>
                <a:lnTo>
                  <a:pt x="53482" y="12810"/>
                </a:lnTo>
                <a:lnTo>
                  <a:pt x="52540" y="12939"/>
                </a:lnTo>
                <a:lnTo>
                  <a:pt x="51607" y="13088"/>
                </a:lnTo>
                <a:lnTo>
                  <a:pt x="50681" y="13257"/>
                </a:lnTo>
                <a:lnTo>
                  <a:pt x="49763" y="13445"/>
                </a:lnTo>
                <a:lnTo>
                  <a:pt x="48854" y="13654"/>
                </a:lnTo>
                <a:lnTo>
                  <a:pt x="47952" y="13883"/>
                </a:lnTo>
                <a:lnTo>
                  <a:pt x="47059" y="14131"/>
                </a:lnTo>
                <a:lnTo>
                  <a:pt x="46173" y="14399"/>
                </a:lnTo>
                <a:lnTo>
                  <a:pt x="45296" y="14687"/>
                </a:lnTo>
                <a:lnTo>
                  <a:pt x="44427" y="14995"/>
                </a:lnTo>
                <a:lnTo>
                  <a:pt x="43566" y="15323"/>
                </a:lnTo>
                <a:lnTo>
                  <a:pt x="42713" y="15671"/>
                </a:lnTo>
                <a:lnTo>
                  <a:pt x="41868" y="16039"/>
                </a:lnTo>
                <a:lnTo>
                  <a:pt x="41031" y="16426"/>
                </a:lnTo>
                <a:lnTo>
                  <a:pt x="40202" y="16833"/>
                </a:lnTo>
                <a:lnTo>
                  <a:pt x="39381" y="17261"/>
                </a:lnTo>
                <a:lnTo>
                  <a:pt x="38569" y="17708"/>
                </a:lnTo>
                <a:lnTo>
                  <a:pt x="37764" y="18175"/>
                </a:lnTo>
                <a:lnTo>
                  <a:pt x="36970" y="18662"/>
                </a:lnTo>
                <a:lnTo>
                  <a:pt x="36190" y="19169"/>
                </a:lnTo>
                <a:lnTo>
                  <a:pt x="35423" y="19696"/>
                </a:lnTo>
                <a:lnTo>
                  <a:pt x="34669" y="20243"/>
                </a:lnTo>
                <a:lnTo>
                  <a:pt x="33928" y="20810"/>
                </a:lnTo>
                <a:lnTo>
                  <a:pt x="33200" y="21398"/>
                </a:lnTo>
                <a:lnTo>
                  <a:pt x="32486" y="22005"/>
                </a:lnTo>
                <a:lnTo>
                  <a:pt x="31786" y="22633"/>
                </a:lnTo>
                <a:lnTo>
                  <a:pt x="31098" y="23280"/>
                </a:lnTo>
                <a:lnTo>
                  <a:pt x="30424" y="23948"/>
                </a:lnTo>
                <a:lnTo>
                  <a:pt x="29763" y="24636"/>
                </a:lnTo>
                <a:lnTo>
                  <a:pt x="29349" y="25089"/>
                </a:lnTo>
                <a:lnTo>
                  <a:pt x="29290" y="25014"/>
                </a:lnTo>
                <a:lnTo>
                  <a:pt x="28920" y="24501"/>
                </a:lnTo>
                <a:close/>
                <a:moveTo>
                  <a:pt x="167337" y="66942"/>
                </a:moveTo>
                <a:lnTo>
                  <a:pt x="167282" y="68069"/>
                </a:lnTo>
                <a:lnTo>
                  <a:pt x="167211" y="69168"/>
                </a:lnTo>
                <a:lnTo>
                  <a:pt x="167124" y="70238"/>
                </a:lnTo>
                <a:lnTo>
                  <a:pt x="167021" y="71280"/>
                </a:lnTo>
                <a:lnTo>
                  <a:pt x="166903" y="72293"/>
                </a:lnTo>
                <a:lnTo>
                  <a:pt x="166769" y="73278"/>
                </a:lnTo>
                <a:lnTo>
                  <a:pt x="166618" y="74235"/>
                </a:lnTo>
                <a:lnTo>
                  <a:pt x="166453" y="75163"/>
                </a:lnTo>
                <a:lnTo>
                  <a:pt x="166271" y="76063"/>
                </a:lnTo>
                <a:lnTo>
                  <a:pt x="166074" y="76935"/>
                </a:lnTo>
                <a:lnTo>
                  <a:pt x="165861" y="77778"/>
                </a:lnTo>
                <a:lnTo>
                  <a:pt x="165632" y="78592"/>
                </a:lnTo>
                <a:lnTo>
                  <a:pt x="165387" y="79379"/>
                </a:lnTo>
                <a:lnTo>
                  <a:pt x="165126" y="80137"/>
                </a:lnTo>
                <a:lnTo>
                  <a:pt x="164850" y="80866"/>
                </a:lnTo>
                <a:lnTo>
                  <a:pt x="164558" y="81567"/>
                </a:lnTo>
                <a:lnTo>
                  <a:pt x="164250" y="82240"/>
                </a:lnTo>
                <a:lnTo>
                  <a:pt x="163926" y="82885"/>
                </a:lnTo>
                <a:lnTo>
                  <a:pt x="163587" y="83500"/>
                </a:lnTo>
                <a:lnTo>
                  <a:pt x="163231" y="84088"/>
                </a:lnTo>
                <a:lnTo>
                  <a:pt x="162860" y="84647"/>
                </a:lnTo>
                <a:lnTo>
                  <a:pt x="162480" y="85181"/>
                </a:lnTo>
                <a:lnTo>
                  <a:pt x="162097" y="85692"/>
                </a:lnTo>
                <a:lnTo>
                  <a:pt x="161712" y="86180"/>
                </a:lnTo>
                <a:lnTo>
                  <a:pt x="161323" y="86646"/>
                </a:lnTo>
                <a:lnTo>
                  <a:pt x="160932" y="87089"/>
                </a:lnTo>
                <a:lnTo>
                  <a:pt x="160539" y="87509"/>
                </a:lnTo>
                <a:lnTo>
                  <a:pt x="160143" y="87906"/>
                </a:lnTo>
                <a:lnTo>
                  <a:pt x="159744" y="88281"/>
                </a:lnTo>
                <a:lnTo>
                  <a:pt x="159342" y="88633"/>
                </a:lnTo>
                <a:lnTo>
                  <a:pt x="158938" y="88962"/>
                </a:lnTo>
                <a:lnTo>
                  <a:pt x="158532" y="89269"/>
                </a:lnTo>
                <a:lnTo>
                  <a:pt x="158122" y="89553"/>
                </a:lnTo>
                <a:lnTo>
                  <a:pt x="157710" y="89814"/>
                </a:lnTo>
                <a:lnTo>
                  <a:pt x="157295" y="90052"/>
                </a:lnTo>
                <a:lnTo>
                  <a:pt x="156878" y="90268"/>
                </a:lnTo>
                <a:lnTo>
                  <a:pt x="156458" y="90461"/>
                </a:lnTo>
                <a:lnTo>
                  <a:pt x="156035" y="90631"/>
                </a:lnTo>
                <a:lnTo>
                  <a:pt x="155610" y="90779"/>
                </a:lnTo>
                <a:lnTo>
                  <a:pt x="155182" y="90904"/>
                </a:lnTo>
                <a:lnTo>
                  <a:pt x="154752" y="91006"/>
                </a:lnTo>
                <a:lnTo>
                  <a:pt x="154318" y="91085"/>
                </a:lnTo>
                <a:lnTo>
                  <a:pt x="153882" y="91142"/>
                </a:lnTo>
                <a:lnTo>
                  <a:pt x="153444" y="91176"/>
                </a:lnTo>
                <a:lnTo>
                  <a:pt x="153003" y="91188"/>
                </a:lnTo>
                <a:lnTo>
                  <a:pt x="152626" y="91182"/>
                </a:lnTo>
                <a:lnTo>
                  <a:pt x="152252" y="91166"/>
                </a:lnTo>
                <a:lnTo>
                  <a:pt x="151883" y="91140"/>
                </a:lnTo>
                <a:lnTo>
                  <a:pt x="151517" y="91102"/>
                </a:lnTo>
                <a:lnTo>
                  <a:pt x="151154" y="91054"/>
                </a:lnTo>
                <a:lnTo>
                  <a:pt x="150796" y="90995"/>
                </a:lnTo>
                <a:lnTo>
                  <a:pt x="150441" y="90926"/>
                </a:lnTo>
                <a:lnTo>
                  <a:pt x="150090" y="90845"/>
                </a:lnTo>
                <a:lnTo>
                  <a:pt x="149743" y="90754"/>
                </a:lnTo>
                <a:lnTo>
                  <a:pt x="149399" y="90653"/>
                </a:lnTo>
                <a:lnTo>
                  <a:pt x="149059" y="90540"/>
                </a:lnTo>
                <a:lnTo>
                  <a:pt x="148723" y="90417"/>
                </a:lnTo>
                <a:lnTo>
                  <a:pt x="148391" y="90284"/>
                </a:lnTo>
                <a:lnTo>
                  <a:pt x="148062" y="90139"/>
                </a:lnTo>
                <a:lnTo>
                  <a:pt x="147737" y="89984"/>
                </a:lnTo>
                <a:lnTo>
                  <a:pt x="147416" y="89818"/>
                </a:lnTo>
                <a:lnTo>
                  <a:pt x="147099" y="89642"/>
                </a:lnTo>
                <a:lnTo>
                  <a:pt x="146785" y="89454"/>
                </a:lnTo>
                <a:lnTo>
                  <a:pt x="146475" y="89256"/>
                </a:lnTo>
                <a:lnTo>
                  <a:pt x="146169" y="89048"/>
                </a:lnTo>
                <a:lnTo>
                  <a:pt x="145866" y="88828"/>
                </a:lnTo>
                <a:lnTo>
                  <a:pt x="145567" y="88598"/>
                </a:lnTo>
                <a:lnTo>
                  <a:pt x="145272" y="88358"/>
                </a:lnTo>
                <a:lnTo>
                  <a:pt x="144981" y="88106"/>
                </a:lnTo>
                <a:lnTo>
                  <a:pt x="144694" y="87846"/>
                </a:lnTo>
                <a:lnTo>
                  <a:pt x="144412" y="87580"/>
                </a:lnTo>
                <a:lnTo>
                  <a:pt x="144137" y="87307"/>
                </a:lnTo>
                <a:lnTo>
                  <a:pt x="143866" y="87028"/>
                </a:lnTo>
                <a:lnTo>
                  <a:pt x="143601" y="86743"/>
                </a:lnTo>
                <a:lnTo>
                  <a:pt x="143342" y="86451"/>
                </a:lnTo>
                <a:lnTo>
                  <a:pt x="143088" y="86153"/>
                </a:lnTo>
                <a:lnTo>
                  <a:pt x="142840" y="85849"/>
                </a:lnTo>
                <a:lnTo>
                  <a:pt x="142597" y="85539"/>
                </a:lnTo>
                <a:lnTo>
                  <a:pt x="142359" y="85222"/>
                </a:lnTo>
                <a:lnTo>
                  <a:pt x="142127" y="84898"/>
                </a:lnTo>
                <a:lnTo>
                  <a:pt x="141901" y="84569"/>
                </a:lnTo>
                <a:lnTo>
                  <a:pt x="141680" y="84233"/>
                </a:lnTo>
                <a:lnTo>
                  <a:pt x="141465" y="83890"/>
                </a:lnTo>
                <a:lnTo>
                  <a:pt x="141255" y="83542"/>
                </a:lnTo>
                <a:lnTo>
                  <a:pt x="141050" y="83187"/>
                </a:lnTo>
                <a:lnTo>
                  <a:pt x="140851" y="82826"/>
                </a:lnTo>
                <a:lnTo>
                  <a:pt x="140657" y="82458"/>
                </a:lnTo>
                <a:lnTo>
                  <a:pt x="140469" y="82084"/>
                </a:lnTo>
                <a:lnTo>
                  <a:pt x="140287" y="81704"/>
                </a:lnTo>
                <a:lnTo>
                  <a:pt x="140110" y="81317"/>
                </a:lnTo>
                <a:lnTo>
                  <a:pt x="139938" y="80924"/>
                </a:lnTo>
                <a:lnTo>
                  <a:pt x="139772" y="80525"/>
                </a:lnTo>
                <a:lnTo>
                  <a:pt x="139611" y="80119"/>
                </a:lnTo>
                <a:lnTo>
                  <a:pt x="139611" y="57731"/>
                </a:lnTo>
                <a:lnTo>
                  <a:pt x="139614" y="56972"/>
                </a:lnTo>
                <a:lnTo>
                  <a:pt x="139622" y="56226"/>
                </a:lnTo>
                <a:lnTo>
                  <a:pt x="139635" y="55493"/>
                </a:lnTo>
                <a:lnTo>
                  <a:pt x="139654" y="54772"/>
                </a:lnTo>
                <a:lnTo>
                  <a:pt x="139677" y="54064"/>
                </a:lnTo>
                <a:lnTo>
                  <a:pt x="139706" y="53368"/>
                </a:lnTo>
                <a:lnTo>
                  <a:pt x="139740" y="52686"/>
                </a:lnTo>
                <a:lnTo>
                  <a:pt x="139780" y="52015"/>
                </a:lnTo>
                <a:lnTo>
                  <a:pt x="139824" y="51358"/>
                </a:lnTo>
                <a:lnTo>
                  <a:pt x="139874" y="50713"/>
                </a:lnTo>
                <a:lnTo>
                  <a:pt x="139929" y="50081"/>
                </a:lnTo>
                <a:lnTo>
                  <a:pt x="139990" y="49461"/>
                </a:lnTo>
                <a:lnTo>
                  <a:pt x="140055" y="48855"/>
                </a:lnTo>
                <a:lnTo>
                  <a:pt x="140126" y="48260"/>
                </a:lnTo>
                <a:lnTo>
                  <a:pt x="140203" y="47679"/>
                </a:lnTo>
                <a:lnTo>
                  <a:pt x="140284" y="47110"/>
                </a:lnTo>
                <a:lnTo>
                  <a:pt x="140371" y="46554"/>
                </a:lnTo>
                <a:lnTo>
                  <a:pt x="140463" y="46010"/>
                </a:lnTo>
                <a:lnTo>
                  <a:pt x="140560" y="45480"/>
                </a:lnTo>
                <a:lnTo>
                  <a:pt x="140662" y="44961"/>
                </a:lnTo>
                <a:lnTo>
                  <a:pt x="140770" y="44456"/>
                </a:lnTo>
                <a:lnTo>
                  <a:pt x="140883" y="43963"/>
                </a:lnTo>
                <a:lnTo>
                  <a:pt x="141001" y="43483"/>
                </a:lnTo>
                <a:lnTo>
                  <a:pt x="141125" y="43015"/>
                </a:lnTo>
                <a:lnTo>
                  <a:pt x="141253" y="42560"/>
                </a:lnTo>
                <a:lnTo>
                  <a:pt x="141386" y="42115"/>
                </a:lnTo>
                <a:lnTo>
                  <a:pt x="141524" y="41681"/>
                </a:lnTo>
                <a:lnTo>
                  <a:pt x="141666" y="41258"/>
                </a:lnTo>
                <a:lnTo>
                  <a:pt x="141812" y="40846"/>
                </a:lnTo>
                <a:lnTo>
                  <a:pt x="141962" y="40445"/>
                </a:lnTo>
                <a:lnTo>
                  <a:pt x="142117" y="40055"/>
                </a:lnTo>
                <a:lnTo>
                  <a:pt x="142276" y="39675"/>
                </a:lnTo>
                <a:lnTo>
                  <a:pt x="142440" y="39307"/>
                </a:lnTo>
                <a:lnTo>
                  <a:pt x="142608" y="38950"/>
                </a:lnTo>
                <a:lnTo>
                  <a:pt x="142781" y="38603"/>
                </a:lnTo>
                <a:lnTo>
                  <a:pt x="142957" y="38267"/>
                </a:lnTo>
                <a:lnTo>
                  <a:pt x="143139" y="37943"/>
                </a:lnTo>
                <a:lnTo>
                  <a:pt x="143324" y="37629"/>
                </a:lnTo>
                <a:lnTo>
                  <a:pt x="143514" y="37326"/>
                </a:lnTo>
                <a:lnTo>
                  <a:pt x="143708" y="37034"/>
                </a:lnTo>
                <a:lnTo>
                  <a:pt x="143907" y="36753"/>
                </a:lnTo>
                <a:lnTo>
                  <a:pt x="144110" y="36483"/>
                </a:lnTo>
                <a:lnTo>
                  <a:pt x="144318" y="36224"/>
                </a:lnTo>
                <a:lnTo>
                  <a:pt x="144530" y="35975"/>
                </a:lnTo>
                <a:lnTo>
                  <a:pt x="144746" y="35738"/>
                </a:lnTo>
                <a:lnTo>
                  <a:pt x="144966" y="35512"/>
                </a:lnTo>
                <a:lnTo>
                  <a:pt x="145191" y="35296"/>
                </a:lnTo>
                <a:lnTo>
                  <a:pt x="145421" y="35092"/>
                </a:lnTo>
                <a:lnTo>
                  <a:pt x="145655" y="34897"/>
                </a:lnTo>
                <a:lnTo>
                  <a:pt x="145893" y="34710"/>
                </a:lnTo>
                <a:lnTo>
                  <a:pt x="146136" y="34531"/>
                </a:lnTo>
                <a:lnTo>
                  <a:pt x="146383" y="34361"/>
                </a:lnTo>
                <a:lnTo>
                  <a:pt x="146635" y="34200"/>
                </a:lnTo>
                <a:lnTo>
                  <a:pt x="146891" y="34046"/>
                </a:lnTo>
                <a:lnTo>
                  <a:pt x="147151" y="33901"/>
                </a:lnTo>
                <a:lnTo>
                  <a:pt x="147416" y="33764"/>
                </a:lnTo>
                <a:lnTo>
                  <a:pt x="147685" y="33635"/>
                </a:lnTo>
                <a:lnTo>
                  <a:pt x="147959" y="33515"/>
                </a:lnTo>
                <a:lnTo>
                  <a:pt x="148237" y="33403"/>
                </a:lnTo>
                <a:lnTo>
                  <a:pt x="148519" y="33299"/>
                </a:lnTo>
                <a:lnTo>
                  <a:pt x="148806" y="33204"/>
                </a:lnTo>
                <a:lnTo>
                  <a:pt x="149097" y="33117"/>
                </a:lnTo>
                <a:lnTo>
                  <a:pt x="149392" y="33038"/>
                </a:lnTo>
                <a:lnTo>
                  <a:pt x="149692" y="32967"/>
                </a:lnTo>
                <a:lnTo>
                  <a:pt x="149996" y="32905"/>
                </a:lnTo>
                <a:lnTo>
                  <a:pt x="150305" y="32851"/>
                </a:lnTo>
                <a:lnTo>
                  <a:pt x="150618" y="32806"/>
                </a:lnTo>
                <a:lnTo>
                  <a:pt x="150935" y="32768"/>
                </a:lnTo>
                <a:lnTo>
                  <a:pt x="151257" y="32739"/>
                </a:lnTo>
                <a:lnTo>
                  <a:pt x="151583" y="32718"/>
                </a:lnTo>
                <a:lnTo>
                  <a:pt x="151913" y="32706"/>
                </a:lnTo>
                <a:lnTo>
                  <a:pt x="152248" y="32702"/>
                </a:lnTo>
                <a:lnTo>
                  <a:pt x="152771" y="32714"/>
                </a:lnTo>
                <a:lnTo>
                  <a:pt x="153288" y="32750"/>
                </a:lnTo>
                <a:lnTo>
                  <a:pt x="153798" y="32810"/>
                </a:lnTo>
                <a:lnTo>
                  <a:pt x="154301" y="32894"/>
                </a:lnTo>
                <a:lnTo>
                  <a:pt x="154798" y="33002"/>
                </a:lnTo>
                <a:lnTo>
                  <a:pt x="155288" y="33134"/>
                </a:lnTo>
                <a:lnTo>
                  <a:pt x="155771" y="33290"/>
                </a:lnTo>
                <a:lnTo>
                  <a:pt x="156248" y="33470"/>
                </a:lnTo>
                <a:lnTo>
                  <a:pt x="156719" y="33675"/>
                </a:lnTo>
                <a:lnTo>
                  <a:pt x="157183" y="33903"/>
                </a:lnTo>
                <a:lnTo>
                  <a:pt x="157640" y="34155"/>
                </a:lnTo>
                <a:lnTo>
                  <a:pt x="158091" y="34431"/>
                </a:lnTo>
                <a:lnTo>
                  <a:pt x="158535" y="34731"/>
                </a:lnTo>
                <a:lnTo>
                  <a:pt x="158972" y="35056"/>
                </a:lnTo>
                <a:lnTo>
                  <a:pt x="159403" y="35404"/>
                </a:lnTo>
                <a:lnTo>
                  <a:pt x="159828" y="35776"/>
                </a:lnTo>
                <a:lnTo>
                  <a:pt x="160246" y="36173"/>
                </a:lnTo>
                <a:lnTo>
                  <a:pt x="160657" y="36593"/>
                </a:lnTo>
                <a:lnTo>
                  <a:pt x="161062" y="37037"/>
                </a:lnTo>
                <a:lnTo>
                  <a:pt x="161460" y="37506"/>
                </a:lnTo>
                <a:lnTo>
                  <a:pt x="161851" y="37998"/>
                </a:lnTo>
                <a:lnTo>
                  <a:pt x="162236" y="38515"/>
                </a:lnTo>
                <a:lnTo>
                  <a:pt x="162614" y="39055"/>
                </a:lnTo>
                <a:lnTo>
                  <a:pt x="162986" y="39619"/>
                </a:lnTo>
                <a:lnTo>
                  <a:pt x="163347" y="40213"/>
                </a:lnTo>
                <a:lnTo>
                  <a:pt x="163692" y="40841"/>
                </a:lnTo>
                <a:lnTo>
                  <a:pt x="164023" y="41504"/>
                </a:lnTo>
                <a:lnTo>
                  <a:pt x="164337" y="42201"/>
                </a:lnTo>
                <a:lnTo>
                  <a:pt x="164637" y="42933"/>
                </a:lnTo>
                <a:lnTo>
                  <a:pt x="164921" y="43699"/>
                </a:lnTo>
                <a:lnTo>
                  <a:pt x="165189" y="44500"/>
                </a:lnTo>
                <a:lnTo>
                  <a:pt x="165443" y="45335"/>
                </a:lnTo>
                <a:lnTo>
                  <a:pt x="165681" y="46205"/>
                </a:lnTo>
                <a:lnTo>
                  <a:pt x="165903" y="47109"/>
                </a:lnTo>
                <a:lnTo>
                  <a:pt x="166111" y="48048"/>
                </a:lnTo>
                <a:lnTo>
                  <a:pt x="166303" y="49021"/>
                </a:lnTo>
                <a:lnTo>
                  <a:pt x="166479" y="50029"/>
                </a:lnTo>
                <a:lnTo>
                  <a:pt x="166640" y="51071"/>
                </a:lnTo>
                <a:lnTo>
                  <a:pt x="166786" y="52148"/>
                </a:lnTo>
                <a:lnTo>
                  <a:pt x="166917" y="53259"/>
                </a:lnTo>
                <a:lnTo>
                  <a:pt x="167032" y="54405"/>
                </a:lnTo>
                <a:lnTo>
                  <a:pt x="167132" y="55585"/>
                </a:lnTo>
                <a:lnTo>
                  <a:pt x="167216" y="56800"/>
                </a:lnTo>
                <a:lnTo>
                  <a:pt x="167285" y="58049"/>
                </a:lnTo>
                <a:lnTo>
                  <a:pt x="167339" y="59333"/>
                </a:lnTo>
                <a:lnTo>
                  <a:pt x="167377" y="60651"/>
                </a:lnTo>
                <a:lnTo>
                  <a:pt x="167400" y="62004"/>
                </a:lnTo>
                <a:lnTo>
                  <a:pt x="167408" y="63391"/>
                </a:lnTo>
                <a:lnTo>
                  <a:pt x="167400" y="64603"/>
                </a:lnTo>
                <a:lnTo>
                  <a:pt x="167376" y="65787"/>
                </a:lnTo>
                <a:lnTo>
                  <a:pt x="167337" y="66942"/>
                </a:lnTo>
                <a:close/>
                <a:moveTo>
                  <a:pt x="81541" y="67167"/>
                </a:moveTo>
                <a:lnTo>
                  <a:pt x="81472" y="67827"/>
                </a:lnTo>
                <a:lnTo>
                  <a:pt x="81384" y="68479"/>
                </a:lnTo>
                <a:lnTo>
                  <a:pt x="81276" y="69126"/>
                </a:lnTo>
                <a:lnTo>
                  <a:pt x="81149" y="69766"/>
                </a:lnTo>
                <a:lnTo>
                  <a:pt x="81002" y="70400"/>
                </a:lnTo>
                <a:lnTo>
                  <a:pt x="80835" y="71027"/>
                </a:lnTo>
                <a:lnTo>
                  <a:pt x="80649" y="71648"/>
                </a:lnTo>
                <a:lnTo>
                  <a:pt x="80443" y="72263"/>
                </a:lnTo>
                <a:lnTo>
                  <a:pt x="80218" y="72872"/>
                </a:lnTo>
                <a:lnTo>
                  <a:pt x="79973" y="73474"/>
                </a:lnTo>
                <a:lnTo>
                  <a:pt x="79708" y="74069"/>
                </a:lnTo>
                <a:lnTo>
                  <a:pt x="79424" y="74659"/>
                </a:lnTo>
                <a:lnTo>
                  <a:pt x="79120" y="75242"/>
                </a:lnTo>
                <a:lnTo>
                  <a:pt x="78797" y="75819"/>
                </a:lnTo>
                <a:lnTo>
                  <a:pt x="78454" y="76389"/>
                </a:lnTo>
                <a:lnTo>
                  <a:pt x="78091" y="76953"/>
                </a:lnTo>
                <a:lnTo>
                  <a:pt x="77709" y="77511"/>
                </a:lnTo>
                <a:lnTo>
                  <a:pt x="77307" y="78063"/>
                </a:lnTo>
                <a:lnTo>
                  <a:pt x="76886" y="78608"/>
                </a:lnTo>
                <a:lnTo>
                  <a:pt x="76445" y="79147"/>
                </a:lnTo>
                <a:lnTo>
                  <a:pt x="75984" y="79679"/>
                </a:lnTo>
                <a:lnTo>
                  <a:pt x="75505" y="80197"/>
                </a:lnTo>
                <a:lnTo>
                  <a:pt x="75006" y="80694"/>
                </a:lnTo>
                <a:lnTo>
                  <a:pt x="74489" y="81168"/>
                </a:lnTo>
                <a:lnTo>
                  <a:pt x="73953" y="81620"/>
                </a:lnTo>
                <a:lnTo>
                  <a:pt x="73399" y="82050"/>
                </a:lnTo>
                <a:lnTo>
                  <a:pt x="72825" y="82458"/>
                </a:lnTo>
                <a:lnTo>
                  <a:pt x="72233" y="82844"/>
                </a:lnTo>
                <a:lnTo>
                  <a:pt x="71623" y="83208"/>
                </a:lnTo>
                <a:lnTo>
                  <a:pt x="70993" y="83550"/>
                </a:lnTo>
                <a:lnTo>
                  <a:pt x="70345" y="83870"/>
                </a:lnTo>
                <a:lnTo>
                  <a:pt x="69678" y="84167"/>
                </a:lnTo>
                <a:lnTo>
                  <a:pt x="68992" y="84443"/>
                </a:lnTo>
                <a:lnTo>
                  <a:pt x="68288" y="84697"/>
                </a:lnTo>
                <a:lnTo>
                  <a:pt x="67565" y="84928"/>
                </a:lnTo>
                <a:lnTo>
                  <a:pt x="66823" y="85138"/>
                </a:lnTo>
                <a:lnTo>
                  <a:pt x="66062" y="85325"/>
                </a:lnTo>
                <a:lnTo>
                  <a:pt x="65283" y="85491"/>
                </a:lnTo>
                <a:lnTo>
                  <a:pt x="64485" y="85634"/>
                </a:lnTo>
                <a:lnTo>
                  <a:pt x="63668" y="85755"/>
                </a:lnTo>
                <a:lnTo>
                  <a:pt x="62833" y="85854"/>
                </a:lnTo>
                <a:lnTo>
                  <a:pt x="61978" y="85932"/>
                </a:lnTo>
                <a:lnTo>
                  <a:pt x="61105" y="85987"/>
                </a:lnTo>
                <a:lnTo>
                  <a:pt x="60214" y="86020"/>
                </a:lnTo>
                <a:lnTo>
                  <a:pt x="59303" y="86031"/>
                </a:lnTo>
                <a:lnTo>
                  <a:pt x="58382" y="86020"/>
                </a:lnTo>
                <a:lnTo>
                  <a:pt x="57480" y="85988"/>
                </a:lnTo>
                <a:lnTo>
                  <a:pt x="56596" y="85935"/>
                </a:lnTo>
                <a:lnTo>
                  <a:pt x="55731" y="85860"/>
                </a:lnTo>
                <a:lnTo>
                  <a:pt x="54884" y="85763"/>
                </a:lnTo>
                <a:lnTo>
                  <a:pt x="54055" y="85646"/>
                </a:lnTo>
                <a:lnTo>
                  <a:pt x="53245" y="85507"/>
                </a:lnTo>
                <a:lnTo>
                  <a:pt x="52454" y="85346"/>
                </a:lnTo>
                <a:lnTo>
                  <a:pt x="51681" y="85164"/>
                </a:lnTo>
                <a:lnTo>
                  <a:pt x="50927" y="84961"/>
                </a:lnTo>
                <a:lnTo>
                  <a:pt x="50191" y="84736"/>
                </a:lnTo>
                <a:lnTo>
                  <a:pt x="49473" y="84490"/>
                </a:lnTo>
                <a:lnTo>
                  <a:pt x="48774" y="84223"/>
                </a:lnTo>
                <a:lnTo>
                  <a:pt x="48094" y="83934"/>
                </a:lnTo>
                <a:lnTo>
                  <a:pt x="47432" y="83623"/>
                </a:lnTo>
                <a:lnTo>
                  <a:pt x="46789" y="83292"/>
                </a:lnTo>
                <a:lnTo>
                  <a:pt x="46164" y="82939"/>
                </a:lnTo>
                <a:lnTo>
                  <a:pt x="45557" y="82564"/>
                </a:lnTo>
                <a:lnTo>
                  <a:pt x="44970" y="82168"/>
                </a:lnTo>
                <a:lnTo>
                  <a:pt x="44400" y="81751"/>
                </a:lnTo>
                <a:lnTo>
                  <a:pt x="43849" y="81312"/>
                </a:lnTo>
                <a:lnTo>
                  <a:pt x="43317" y="80852"/>
                </a:lnTo>
                <a:lnTo>
                  <a:pt x="42803" y="80371"/>
                </a:lnTo>
                <a:lnTo>
                  <a:pt x="42308" y="79868"/>
                </a:lnTo>
                <a:lnTo>
                  <a:pt x="41832" y="79349"/>
                </a:lnTo>
                <a:lnTo>
                  <a:pt x="41376" y="78818"/>
                </a:lnTo>
                <a:lnTo>
                  <a:pt x="40941" y="78276"/>
                </a:lnTo>
                <a:lnTo>
                  <a:pt x="40526" y="77723"/>
                </a:lnTo>
                <a:lnTo>
                  <a:pt x="40131" y="77158"/>
                </a:lnTo>
                <a:lnTo>
                  <a:pt x="39756" y="76582"/>
                </a:lnTo>
                <a:lnTo>
                  <a:pt x="39402" y="75995"/>
                </a:lnTo>
                <a:lnTo>
                  <a:pt x="39067" y="75396"/>
                </a:lnTo>
                <a:lnTo>
                  <a:pt x="38754" y="74786"/>
                </a:lnTo>
                <a:lnTo>
                  <a:pt x="38460" y="74164"/>
                </a:lnTo>
                <a:lnTo>
                  <a:pt x="38186" y="73531"/>
                </a:lnTo>
                <a:lnTo>
                  <a:pt x="37933" y="72887"/>
                </a:lnTo>
                <a:lnTo>
                  <a:pt x="37700" y="72232"/>
                </a:lnTo>
                <a:lnTo>
                  <a:pt x="37488" y="71565"/>
                </a:lnTo>
                <a:lnTo>
                  <a:pt x="37295" y="70887"/>
                </a:lnTo>
                <a:lnTo>
                  <a:pt x="37123" y="70197"/>
                </a:lnTo>
                <a:lnTo>
                  <a:pt x="36971" y="69496"/>
                </a:lnTo>
                <a:lnTo>
                  <a:pt x="36840" y="68784"/>
                </a:lnTo>
                <a:lnTo>
                  <a:pt x="36728" y="68060"/>
                </a:lnTo>
                <a:lnTo>
                  <a:pt x="36637" y="67325"/>
                </a:lnTo>
                <a:lnTo>
                  <a:pt x="36566" y="66579"/>
                </a:lnTo>
                <a:lnTo>
                  <a:pt x="36516" y="65821"/>
                </a:lnTo>
                <a:lnTo>
                  <a:pt x="36485" y="65052"/>
                </a:lnTo>
                <a:lnTo>
                  <a:pt x="36475" y="64272"/>
                </a:lnTo>
                <a:lnTo>
                  <a:pt x="36485" y="63502"/>
                </a:lnTo>
                <a:lnTo>
                  <a:pt x="36514" y="62745"/>
                </a:lnTo>
                <a:lnTo>
                  <a:pt x="36563" y="62000"/>
                </a:lnTo>
                <a:lnTo>
                  <a:pt x="36632" y="61267"/>
                </a:lnTo>
                <a:lnTo>
                  <a:pt x="36720" y="60546"/>
                </a:lnTo>
                <a:lnTo>
                  <a:pt x="36828" y="59838"/>
                </a:lnTo>
                <a:lnTo>
                  <a:pt x="36955" y="59142"/>
                </a:lnTo>
                <a:lnTo>
                  <a:pt x="37102" y="58458"/>
                </a:lnTo>
                <a:lnTo>
                  <a:pt x="37269" y="57786"/>
                </a:lnTo>
                <a:lnTo>
                  <a:pt x="37455" y="57127"/>
                </a:lnTo>
                <a:lnTo>
                  <a:pt x="37661" y="56480"/>
                </a:lnTo>
                <a:lnTo>
                  <a:pt x="37886" y="55845"/>
                </a:lnTo>
                <a:lnTo>
                  <a:pt x="38131" y="55222"/>
                </a:lnTo>
                <a:lnTo>
                  <a:pt x="38396" y="54611"/>
                </a:lnTo>
                <a:lnTo>
                  <a:pt x="38680" y="54013"/>
                </a:lnTo>
                <a:lnTo>
                  <a:pt x="38984" y="53427"/>
                </a:lnTo>
                <a:lnTo>
                  <a:pt x="39307" y="52853"/>
                </a:lnTo>
                <a:lnTo>
                  <a:pt x="39650" y="52291"/>
                </a:lnTo>
                <a:lnTo>
                  <a:pt x="40012" y="51742"/>
                </a:lnTo>
                <a:lnTo>
                  <a:pt x="40395" y="51205"/>
                </a:lnTo>
                <a:lnTo>
                  <a:pt x="40796" y="50680"/>
                </a:lnTo>
                <a:lnTo>
                  <a:pt x="41218" y="50167"/>
                </a:lnTo>
                <a:lnTo>
                  <a:pt x="41659" y="49667"/>
                </a:lnTo>
                <a:lnTo>
                  <a:pt x="42119" y="49178"/>
                </a:lnTo>
                <a:lnTo>
                  <a:pt x="42600" y="48706"/>
                </a:lnTo>
                <a:lnTo>
                  <a:pt x="43101" y="48254"/>
                </a:lnTo>
                <a:lnTo>
                  <a:pt x="43622" y="47822"/>
                </a:lnTo>
                <a:lnTo>
                  <a:pt x="44164" y="47411"/>
                </a:lnTo>
                <a:lnTo>
                  <a:pt x="44727" y="47019"/>
                </a:lnTo>
                <a:lnTo>
                  <a:pt x="45310" y="46647"/>
                </a:lnTo>
                <a:lnTo>
                  <a:pt x="45913" y="46296"/>
                </a:lnTo>
                <a:lnTo>
                  <a:pt x="46537" y="45964"/>
                </a:lnTo>
                <a:lnTo>
                  <a:pt x="47182" y="45653"/>
                </a:lnTo>
                <a:lnTo>
                  <a:pt x="47846" y="45362"/>
                </a:lnTo>
                <a:lnTo>
                  <a:pt x="48532" y="45090"/>
                </a:lnTo>
                <a:lnTo>
                  <a:pt x="49237" y="44839"/>
                </a:lnTo>
                <a:lnTo>
                  <a:pt x="49964" y="44608"/>
                </a:lnTo>
                <a:lnTo>
                  <a:pt x="50710" y="44397"/>
                </a:lnTo>
                <a:lnTo>
                  <a:pt x="51478" y="44206"/>
                </a:lnTo>
                <a:lnTo>
                  <a:pt x="52265" y="44036"/>
                </a:lnTo>
                <a:lnTo>
                  <a:pt x="53073" y="43885"/>
                </a:lnTo>
                <a:lnTo>
                  <a:pt x="53902" y="43754"/>
                </a:lnTo>
                <a:lnTo>
                  <a:pt x="54751" y="43644"/>
                </a:lnTo>
                <a:lnTo>
                  <a:pt x="55621" y="43553"/>
                </a:lnTo>
                <a:lnTo>
                  <a:pt x="56511" y="43483"/>
                </a:lnTo>
                <a:lnTo>
                  <a:pt x="57421" y="43433"/>
                </a:lnTo>
                <a:lnTo>
                  <a:pt x="58352" y="43403"/>
                </a:lnTo>
                <a:lnTo>
                  <a:pt x="59303" y="43393"/>
                </a:lnTo>
                <a:lnTo>
                  <a:pt x="60204" y="43404"/>
                </a:lnTo>
                <a:lnTo>
                  <a:pt x="61086" y="43436"/>
                </a:lnTo>
                <a:lnTo>
                  <a:pt x="61950" y="43490"/>
                </a:lnTo>
                <a:lnTo>
                  <a:pt x="62796" y="43566"/>
                </a:lnTo>
                <a:lnTo>
                  <a:pt x="63624" y="43663"/>
                </a:lnTo>
                <a:lnTo>
                  <a:pt x="64434" y="43782"/>
                </a:lnTo>
                <a:lnTo>
                  <a:pt x="65226" y="43922"/>
                </a:lnTo>
                <a:lnTo>
                  <a:pt x="65999" y="44085"/>
                </a:lnTo>
                <a:lnTo>
                  <a:pt x="66755" y="44268"/>
                </a:lnTo>
                <a:lnTo>
                  <a:pt x="67493" y="44474"/>
                </a:lnTo>
                <a:lnTo>
                  <a:pt x="68212" y="44701"/>
                </a:lnTo>
                <a:lnTo>
                  <a:pt x="68914" y="44949"/>
                </a:lnTo>
                <a:lnTo>
                  <a:pt x="69597" y="45219"/>
                </a:lnTo>
                <a:lnTo>
                  <a:pt x="70262" y="45511"/>
                </a:lnTo>
                <a:lnTo>
                  <a:pt x="70909" y="45825"/>
                </a:lnTo>
                <a:lnTo>
                  <a:pt x="71539" y="46160"/>
                </a:lnTo>
                <a:lnTo>
                  <a:pt x="72150" y="46517"/>
                </a:lnTo>
                <a:lnTo>
                  <a:pt x="72743" y="46895"/>
                </a:lnTo>
                <a:lnTo>
                  <a:pt x="73318" y="47295"/>
                </a:lnTo>
                <a:lnTo>
                  <a:pt x="73875" y="47716"/>
                </a:lnTo>
                <a:lnTo>
                  <a:pt x="74414" y="48159"/>
                </a:lnTo>
                <a:lnTo>
                  <a:pt x="74934" y="48624"/>
                </a:lnTo>
                <a:lnTo>
                  <a:pt x="75437" y="49111"/>
                </a:lnTo>
                <a:lnTo>
                  <a:pt x="75922" y="49619"/>
                </a:lnTo>
                <a:lnTo>
                  <a:pt x="76387" y="50143"/>
                </a:lnTo>
                <a:lnTo>
                  <a:pt x="76833" y="50678"/>
                </a:lnTo>
                <a:lnTo>
                  <a:pt x="77259" y="51223"/>
                </a:lnTo>
                <a:lnTo>
                  <a:pt x="77665" y="51780"/>
                </a:lnTo>
                <a:lnTo>
                  <a:pt x="78052" y="52347"/>
                </a:lnTo>
                <a:lnTo>
                  <a:pt x="78418" y="52924"/>
                </a:lnTo>
                <a:lnTo>
                  <a:pt x="78765" y="53513"/>
                </a:lnTo>
                <a:lnTo>
                  <a:pt x="79092" y="54112"/>
                </a:lnTo>
                <a:lnTo>
                  <a:pt x="79399" y="54721"/>
                </a:lnTo>
                <a:lnTo>
                  <a:pt x="79687" y="55342"/>
                </a:lnTo>
                <a:lnTo>
                  <a:pt x="79954" y="55973"/>
                </a:lnTo>
                <a:lnTo>
                  <a:pt x="80202" y="56615"/>
                </a:lnTo>
                <a:lnTo>
                  <a:pt x="80430" y="57268"/>
                </a:lnTo>
                <a:lnTo>
                  <a:pt x="80638" y="57931"/>
                </a:lnTo>
                <a:lnTo>
                  <a:pt x="80826" y="58605"/>
                </a:lnTo>
                <a:lnTo>
                  <a:pt x="80995" y="59289"/>
                </a:lnTo>
                <a:lnTo>
                  <a:pt x="81143" y="59985"/>
                </a:lnTo>
                <a:lnTo>
                  <a:pt x="81272" y="60691"/>
                </a:lnTo>
                <a:lnTo>
                  <a:pt x="81381" y="61408"/>
                </a:lnTo>
                <a:lnTo>
                  <a:pt x="81470" y="62135"/>
                </a:lnTo>
                <a:lnTo>
                  <a:pt x="81540" y="62873"/>
                </a:lnTo>
                <a:lnTo>
                  <a:pt x="81589" y="63622"/>
                </a:lnTo>
                <a:lnTo>
                  <a:pt x="81619" y="64382"/>
                </a:lnTo>
                <a:lnTo>
                  <a:pt x="81629" y="65152"/>
                </a:lnTo>
                <a:lnTo>
                  <a:pt x="81619" y="65830"/>
                </a:lnTo>
                <a:lnTo>
                  <a:pt x="81590" y="66502"/>
                </a:lnTo>
                <a:lnTo>
                  <a:pt x="81541" y="67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e">
            <a:extLst xmlns:a="http://schemas.openxmlformats.org/drawingml/2006/main">
              <a:ext uri="{FF2B5EF4-FFF2-40B4-BE49-F238E27FC236}">
                <a16:creationId xmlns:a16="http://schemas.microsoft.com/office/drawing/2014/main" id="{784D8C27-E13E-4BA1-B5EB-E2C9083A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2474433"/>
            <a:ext cx="128417" cy="119990"/>
          </a:xfrm>
          <a:custGeom xmlns:a="http://schemas.openxmlformats.org/drawingml/2006/main">
            <a:pathLst>
              <a:path w="128417" h="119990">
                <a:moveTo>
                  <a:pt x="128417" y="57228"/>
                </a:moveTo>
                <a:cubicBezTo>
                  <a:pt x="128417" y="70896"/>
                  <a:pt x="125851" y="82383"/>
                  <a:pt x="120718" y="91691"/>
                </a:cubicBezTo>
                <a:cubicBezTo>
                  <a:pt x="115584" y="100998"/>
                  <a:pt x="108182" y="108042"/>
                  <a:pt x="98510" y="112821"/>
                </a:cubicBezTo>
                <a:cubicBezTo>
                  <a:pt x="88836" y="117601"/>
                  <a:pt x="77211" y="119990"/>
                  <a:pt x="63635" y="119990"/>
                </a:cubicBezTo>
                <a:cubicBezTo>
                  <a:pt x="50483" y="119990"/>
                  <a:pt x="39157" y="117664"/>
                  <a:pt x="29656" y="113010"/>
                </a:cubicBezTo>
                <a:cubicBezTo>
                  <a:pt x="20152" y="108356"/>
                  <a:pt x="12833" y="101522"/>
                  <a:pt x="7700" y="92508"/>
                </a:cubicBezTo>
                <a:cubicBezTo>
                  <a:pt x="2567" y="83494"/>
                  <a:pt x="0" y="72405"/>
                  <a:pt x="0" y="59241"/>
                </a:cubicBezTo>
                <a:cubicBezTo>
                  <a:pt x="0" y="40961"/>
                  <a:pt x="5403" y="26518"/>
                  <a:pt x="16209" y="15911"/>
                </a:cubicBezTo>
                <a:cubicBezTo>
                  <a:pt x="27016" y="5304"/>
                  <a:pt x="42421" y="0"/>
                  <a:pt x="62424" y="0"/>
                </a:cubicBezTo>
                <a:cubicBezTo>
                  <a:pt x="63441" y="0"/>
                  <a:pt x="64818" y="42"/>
                  <a:pt x="66555" y="126"/>
                </a:cubicBezTo>
                <a:cubicBezTo>
                  <a:pt x="68292" y="210"/>
                  <a:pt x="69628" y="335"/>
                  <a:pt x="70560" y="503"/>
                </a:cubicBezTo>
                <a:lnTo>
                  <a:pt x="70560" y="86660"/>
                </a:lnTo>
                <a:cubicBezTo>
                  <a:pt x="76480" y="86492"/>
                  <a:pt x="82013" y="85423"/>
                  <a:pt x="87159" y="83452"/>
                </a:cubicBezTo>
                <a:cubicBezTo>
                  <a:pt x="92305" y="81482"/>
                  <a:pt x="96444" y="78359"/>
                  <a:pt x="99575" y="74082"/>
                </a:cubicBezTo>
                <a:cubicBezTo>
                  <a:pt x="102704" y="69806"/>
                  <a:pt x="104268" y="64188"/>
                  <a:pt x="104268" y="57228"/>
                </a:cubicBezTo>
                <a:cubicBezTo>
                  <a:pt x="104268" y="50017"/>
                  <a:pt x="102649" y="44231"/>
                  <a:pt x="99410" y="39871"/>
                </a:cubicBezTo>
                <a:cubicBezTo>
                  <a:pt x="96172" y="35511"/>
                  <a:pt x="91355" y="33289"/>
                  <a:pt x="84962" y="33205"/>
                </a:cubicBezTo>
                <a:lnTo>
                  <a:pt x="84962" y="377"/>
                </a:lnTo>
                <a:cubicBezTo>
                  <a:pt x="94647" y="797"/>
                  <a:pt x="102717" y="3417"/>
                  <a:pt x="109174" y="8238"/>
                </a:cubicBezTo>
                <a:cubicBezTo>
                  <a:pt x="115630" y="13060"/>
                  <a:pt x="120452" y="19642"/>
                  <a:pt x="123638" y="27985"/>
                </a:cubicBezTo>
                <a:cubicBezTo>
                  <a:pt x="126824" y="36328"/>
                  <a:pt x="128417" y="46076"/>
                  <a:pt x="128417" y="57228"/>
                </a:cubicBezTo>
                <a:moveTo>
                  <a:pt x="49430" y="86282"/>
                </a:moveTo>
                <a:lnTo>
                  <a:pt x="49430" y="33079"/>
                </a:lnTo>
                <a:cubicBezTo>
                  <a:pt x="40626" y="33331"/>
                  <a:pt x="34043" y="35867"/>
                  <a:pt x="29683" y="40689"/>
                </a:cubicBezTo>
                <a:cubicBezTo>
                  <a:pt x="25323" y="45510"/>
                  <a:pt x="23143" y="51694"/>
                  <a:pt x="23143" y="59241"/>
                </a:cubicBezTo>
                <a:cubicBezTo>
                  <a:pt x="23143" y="66955"/>
                  <a:pt x="25387" y="73265"/>
                  <a:pt x="29876" y="78170"/>
                </a:cubicBezTo>
                <a:cubicBezTo>
                  <a:pt x="34364" y="83075"/>
                  <a:pt x="40882" y="85779"/>
                  <a:pt x="49430" y="86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m">
            <a:extLst xmlns:a="http://schemas.openxmlformats.org/drawingml/2006/main">
              <a:ext uri="{FF2B5EF4-FFF2-40B4-BE49-F238E27FC236}">
                <a16:creationId xmlns:a16="http://schemas.microsoft.com/office/drawing/2014/main" id="{52E44F78-81B8-4B89-AD26-B6CCF9B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2250465"/>
            <a:ext cx="126153" cy="194450"/>
          </a:xfrm>
          <a:custGeom xmlns:a="http://schemas.openxmlformats.org/drawingml/2006/main">
            <a:pathLst>
              <a:path w="126153" h="194450">
                <a:moveTo>
                  <a:pt x="41101" y="80410"/>
                </a:moveTo>
                <a:lnTo>
                  <a:pt x="40578" y="79942"/>
                </a:lnTo>
                <a:lnTo>
                  <a:pt x="40062" y="79468"/>
                </a:lnTo>
                <a:lnTo>
                  <a:pt x="39553" y="78989"/>
                </a:lnTo>
                <a:lnTo>
                  <a:pt x="39052" y="78505"/>
                </a:lnTo>
                <a:lnTo>
                  <a:pt x="38558" y="78017"/>
                </a:lnTo>
                <a:lnTo>
                  <a:pt x="38072" y="77523"/>
                </a:lnTo>
                <a:lnTo>
                  <a:pt x="37593" y="77024"/>
                </a:lnTo>
                <a:lnTo>
                  <a:pt x="37122" y="76520"/>
                </a:lnTo>
                <a:lnTo>
                  <a:pt x="36658" y="76011"/>
                </a:lnTo>
                <a:lnTo>
                  <a:pt x="36201" y="75497"/>
                </a:lnTo>
                <a:lnTo>
                  <a:pt x="35752" y="74978"/>
                </a:lnTo>
                <a:lnTo>
                  <a:pt x="35310" y="74454"/>
                </a:lnTo>
                <a:lnTo>
                  <a:pt x="34876" y="73925"/>
                </a:lnTo>
                <a:lnTo>
                  <a:pt x="34449" y="73391"/>
                </a:lnTo>
                <a:lnTo>
                  <a:pt x="34029" y="72852"/>
                </a:lnTo>
                <a:lnTo>
                  <a:pt x="33617" y="72308"/>
                </a:lnTo>
                <a:lnTo>
                  <a:pt x="33213" y="71759"/>
                </a:lnTo>
                <a:lnTo>
                  <a:pt x="32816" y="71205"/>
                </a:lnTo>
                <a:lnTo>
                  <a:pt x="32426" y="70646"/>
                </a:lnTo>
                <a:lnTo>
                  <a:pt x="32043" y="70082"/>
                </a:lnTo>
                <a:lnTo>
                  <a:pt x="31669" y="69513"/>
                </a:lnTo>
                <a:lnTo>
                  <a:pt x="31301" y="68939"/>
                </a:lnTo>
                <a:lnTo>
                  <a:pt x="30941" y="68359"/>
                </a:lnTo>
                <a:lnTo>
                  <a:pt x="30592" y="67773"/>
                </a:lnTo>
                <a:lnTo>
                  <a:pt x="30258" y="67177"/>
                </a:lnTo>
                <a:lnTo>
                  <a:pt x="29939" y="66572"/>
                </a:lnTo>
                <a:lnTo>
                  <a:pt x="29634" y="65957"/>
                </a:lnTo>
                <a:lnTo>
                  <a:pt x="29345" y="65333"/>
                </a:lnTo>
                <a:lnTo>
                  <a:pt x="29070" y="64700"/>
                </a:lnTo>
                <a:lnTo>
                  <a:pt x="28810" y="64057"/>
                </a:lnTo>
                <a:lnTo>
                  <a:pt x="28565" y="63405"/>
                </a:lnTo>
                <a:lnTo>
                  <a:pt x="28335" y="62744"/>
                </a:lnTo>
                <a:lnTo>
                  <a:pt x="28120" y="62073"/>
                </a:lnTo>
                <a:lnTo>
                  <a:pt x="27919" y="61392"/>
                </a:lnTo>
                <a:lnTo>
                  <a:pt x="27734" y="60703"/>
                </a:lnTo>
                <a:lnTo>
                  <a:pt x="27563" y="60004"/>
                </a:lnTo>
                <a:lnTo>
                  <a:pt x="27407" y="59295"/>
                </a:lnTo>
                <a:lnTo>
                  <a:pt x="27266" y="58577"/>
                </a:lnTo>
                <a:lnTo>
                  <a:pt x="27140" y="57850"/>
                </a:lnTo>
                <a:lnTo>
                  <a:pt x="27028" y="57113"/>
                </a:lnTo>
                <a:lnTo>
                  <a:pt x="26932" y="56367"/>
                </a:lnTo>
                <a:lnTo>
                  <a:pt x="26850" y="55612"/>
                </a:lnTo>
                <a:lnTo>
                  <a:pt x="26783" y="54847"/>
                </a:lnTo>
                <a:lnTo>
                  <a:pt x="26731" y="54073"/>
                </a:lnTo>
                <a:lnTo>
                  <a:pt x="26694" y="53289"/>
                </a:lnTo>
                <a:lnTo>
                  <a:pt x="26672" y="52496"/>
                </a:lnTo>
                <a:lnTo>
                  <a:pt x="26665" y="51694"/>
                </a:lnTo>
                <a:lnTo>
                  <a:pt x="26669" y="51153"/>
                </a:lnTo>
                <a:lnTo>
                  <a:pt x="26684" y="50621"/>
                </a:lnTo>
                <a:lnTo>
                  <a:pt x="26709" y="50097"/>
                </a:lnTo>
                <a:lnTo>
                  <a:pt x="26743" y="49582"/>
                </a:lnTo>
                <a:lnTo>
                  <a:pt x="26787" y="49075"/>
                </a:lnTo>
                <a:lnTo>
                  <a:pt x="26840" y="48577"/>
                </a:lnTo>
                <a:lnTo>
                  <a:pt x="26904" y="48087"/>
                </a:lnTo>
                <a:lnTo>
                  <a:pt x="26977" y="47606"/>
                </a:lnTo>
                <a:lnTo>
                  <a:pt x="27060" y="47134"/>
                </a:lnTo>
                <a:lnTo>
                  <a:pt x="27153" y="46670"/>
                </a:lnTo>
                <a:lnTo>
                  <a:pt x="27256" y="46214"/>
                </a:lnTo>
                <a:lnTo>
                  <a:pt x="27368" y="45767"/>
                </a:lnTo>
                <a:lnTo>
                  <a:pt x="27490" y="45328"/>
                </a:lnTo>
                <a:lnTo>
                  <a:pt x="27622" y="44898"/>
                </a:lnTo>
                <a:lnTo>
                  <a:pt x="27764" y="44477"/>
                </a:lnTo>
                <a:lnTo>
                  <a:pt x="27915" y="44064"/>
                </a:lnTo>
                <a:lnTo>
                  <a:pt x="28077" y="43659"/>
                </a:lnTo>
                <a:lnTo>
                  <a:pt x="28248" y="43263"/>
                </a:lnTo>
                <a:lnTo>
                  <a:pt x="28428" y="42876"/>
                </a:lnTo>
                <a:lnTo>
                  <a:pt x="28619" y="42497"/>
                </a:lnTo>
                <a:lnTo>
                  <a:pt x="28819" y="42126"/>
                </a:lnTo>
                <a:lnTo>
                  <a:pt x="29029" y="41764"/>
                </a:lnTo>
                <a:lnTo>
                  <a:pt x="29249" y="41411"/>
                </a:lnTo>
                <a:lnTo>
                  <a:pt x="29479" y="41066"/>
                </a:lnTo>
                <a:lnTo>
                  <a:pt x="29717" y="40729"/>
                </a:lnTo>
                <a:lnTo>
                  <a:pt x="29964" y="40400"/>
                </a:lnTo>
                <a:lnTo>
                  <a:pt x="30218" y="40079"/>
                </a:lnTo>
                <a:lnTo>
                  <a:pt x="30481" y="39766"/>
                </a:lnTo>
                <a:lnTo>
                  <a:pt x="30751" y="39461"/>
                </a:lnTo>
                <a:lnTo>
                  <a:pt x="31030" y="39164"/>
                </a:lnTo>
                <a:lnTo>
                  <a:pt x="31316" y="38874"/>
                </a:lnTo>
                <a:lnTo>
                  <a:pt x="31610" y="38592"/>
                </a:lnTo>
                <a:lnTo>
                  <a:pt x="31913" y="38318"/>
                </a:lnTo>
                <a:lnTo>
                  <a:pt x="32223" y="38053"/>
                </a:lnTo>
                <a:lnTo>
                  <a:pt x="32542" y="37794"/>
                </a:lnTo>
                <a:lnTo>
                  <a:pt x="32868" y="37544"/>
                </a:lnTo>
                <a:lnTo>
                  <a:pt x="33202" y="37302"/>
                </a:lnTo>
                <a:lnTo>
                  <a:pt x="33544" y="37067"/>
                </a:lnTo>
                <a:lnTo>
                  <a:pt x="33895" y="36841"/>
                </a:lnTo>
                <a:lnTo>
                  <a:pt x="34253" y="36622"/>
                </a:lnTo>
                <a:lnTo>
                  <a:pt x="34619" y="36411"/>
                </a:lnTo>
                <a:lnTo>
                  <a:pt x="34994" y="36208"/>
                </a:lnTo>
                <a:lnTo>
                  <a:pt x="35376" y="36013"/>
                </a:lnTo>
                <a:lnTo>
                  <a:pt x="35766" y="35825"/>
                </a:lnTo>
                <a:lnTo>
                  <a:pt x="36164" y="35646"/>
                </a:lnTo>
                <a:lnTo>
                  <a:pt x="36570" y="35474"/>
                </a:lnTo>
                <a:lnTo>
                  <a:pt x="36984" y="35310"/>
                </a:lnTo>
                <a:lnTo>
                  <a:pt x="37407" y="35154"/>
                </a:lnTo>
                <a:lnTo>
                  <a:pt x="37836" y="35006"/>
                </a:lnTo>
                <a:lnTo>
                  <a:pt x="38270" y="34863"/>
                </a:lnTo>
                <a:lnTo>
                  <a:pt x="38711" y="34727"/>
                </a:lnTo>
                <a:lnTo>
                  <a:pt x="39157" y="34597"/>
                </a:lnTo>
                <a:lnTo>
                  <a:pt x="39610" y="34474"/>
                </a:lnTo>
                <a:lnTo>
                  <a:pt x="40068" y="34357"/>
                </a:lnTo>
                <a:lnTo>
                  <a:pt x="40531" y="34246"/>
                </a:lnTo>
                <a:lnTo>
                  <a:pt x="41001" y="34141"/>
                </a:lnTo>
                <a:lnTo>
                  <a:pt x="41476" y="34043"/>
                </a:lnTo>
                <a:lnTo>
                  <a:pt x="41957" y="33951"/>
                </a:lnTo>
                <a:lnTo>
                  <a:pt x="42444" y="33866"/>
                </a:lnTo>
                <a:lnTo>
                  <a:pt x="42937" y="33787"/>
                </a:lnTo>
                <a:lnTo>
                  <a:pt x="43435" y="33714"/>
                </a:lnTo>
                <a:lnTo>
                  <a:pt x="43940" y="33647"/>
                </a:lnTo>
                <a:lnTo>
                  <a:pt x="44450" y="33587"/>
                </a:lnTo>
                <a:lnTo>
                  <a:pt x="44965" y="33533"/>
                </a:lnTo>
                <a:lnTo>
                  <a:pt x="45487" y="33486"/>
                </a:lnTo>
                <a:lnTo>
                  <a:pt x="46014" y="33445"/>
                </a:lnTo>
                <a:lnTo>
                  <a:pt x="46548" y="33410"/>
                </a:lnTo>
                <a:lnTo>
                  <a:pt x="47087" y="33381"/>
                </a:lnTo>
                <a:lnTo>
                  <a:pt x="47631" y="33359"/>
                </a:lnTo>
                <a:lnTo>
                  <a:pt x="48182" y="33343"/>
                </a:lnTo>
                <a:lnTo>
                  <a:pt x="48738" y="33334"/>
                </a:lnTo>
                <a:lnTo>
                  <a:pt x="49300" y="33331"/>
                </a:lnTo>
                <a:lnTo>
                  <a:pt x="126153" y="33331"/>
                </a:lnTo>
                <a:lnTo>
                  <a:pt x="126153" y="0"/>
                </a:lnTo>
                <a:lnTo>
                  <a:pt x="45236" y="0"/>
                </a:lnTo>
                <a:lnTo>
                  <a:pt x="43448" y="17"/>
                </a:lnTo>
                <a:lnTo>
                  <a:pt x="41695" y="69"/>
                </a:lnTo>
                <a:lnTo>
                  <a:pt x="39975" y="156"/>
                </a:lnTo>
                <a:lnTo>
                  <a:pt x="38290" y="278"/>
                </a:lnTo>
                <a:lnTo>
                  <a:pt x="36639" y="434"/>
                </a:lnTo>
                <a:lnTo>
                  <a:pt x="35023" y="625"/>
                </a:lnTo>
                <a:lnTo>
                  <a:pt x="33441" y="851"/>
                </a:lnTo>
                <a:lnTo>
                  <a:pt x="31893" y="1111"/>
                </a:lnTo>
                <a:lnTo>
                  <a:pt x="30379" y="1406"/>
                </a:lnTo>
                <a:lnTo>
                  <a:pt x="28899" y="1736"/>
                </a:lnTo>
                <a:lnTo>
                  <a:pt x="27454" y="2101"/>
                </a:lnTo>
                <a:lnTo>
                  <a:pt x="26044" y="2500"/>
                </a:lnTo>
                <a:lnTo>
                  <a:pt x="24667" y="2934"/>
                </a:lnTo>
                <a:lnTo>
                  <a:pt x="23325" y="3403"/>
                </a:lnTo>
                <a:lnTo>
                  <a:pt x="22017" y="3906"/>
                </a:lnTo>
                <a:lnTo>
                  <a:pt x="20743" y="4444"/>
                </a:lnTo>
                <a:lnTo>
                  <a:pt x="19504" y="5017"/>
                </a:lnTo>
                <a:lnTo>
                  <a:pt x="18298" y="5625"/>
                </a:lnTo>
                <a:lnTo>
                  <a:pt x="17128" y="6267"/>
                </a:lnTo>
                <a:lnTo>
                  <a:pt x="15991" y="6944"/>
                </a:lnTo>
                <a:lnTo>
                  <a:pt x="14889" y="7656"/>
                </a:lnTo>
                <a:lnTo>
                  <a:pt x="13821" y="8402"/>
                </a:lnTo>
                <a:lnTo>
                  <a:pt x="12787" y="9183"/>
                </a:lnTo>
                <a:lnTo>
                  <a:pt x="11788" y="9999"/>
                </a:lnTo>
                <a:lnTo>
                  <a:pt x="10826" y="10847"/>
                </a:lnTo>
                <a:lnTo>
                  <a:pt x="9905" y="11724"/>
                </a:lnTo>
                <a:lnTo>
                  <a:pt x="9025" y="12630"/>
                </a:lnTo>
                <a:lnTo>
                  <a:pt x="8186" y="13565"/>
                </a:lnTo>
                <a:lnTo>
                  <a:pt x="7388" y="14529"/>
                </a:lnTo>
                <a:lnTo>
                  <a:pt x="6631" y="15522"/>
                </a:lnTo>
                <a:lnTo>
                  <a:pt x="5914" y="16544"/>
                </a:lnTo>
                <a:lnTo>
                  <a:pt x="5239" y="17595"/>
                </a:lnTo>
                <a:lnTo>
                  <a:pt x="4605" y="18675"/>
                </a:lnTo>
                <a:lnTo>
                  <a:pt x="4011" y="19784"/>
                </a:lnTo>
                <a:lnTo>
                  <a:pt x="3459" y="20922"/>
                </a:lnTo>
                <a:lnTo>
                  <a:pt x="2947" y="22089"/>
                </a:lnTo>
                <a:lnTo>
                  <a:pt x="2476" y="23286"/>
                </a:lnTo>
                <a:lnTo>
                  <a:pt x="2046" y="24511"/>
                </a:lnTo>
                <a:lnTo>
                  <a:pt x="1658" y="25765"/>
                </a:lnTo>
                <a:lnTo>
                  <a:pt x="1310" y="27049"/>
                </a:lnTo>
                <a:lnTo>
                  <a:pt x="1003" y="28361"/>
                </a:lnTo>
                <a:lnTo>
                  <a:pt x="737" y="29703"/>
                </a:lnTo>
                <a:lnTo>
                  <a:pt x="512" y="31073"/>
                </a:lnTo>
                <a:lnTo>
                  <a:pt x="327" y="32473"/>
                </a:lnTo>
                <a:lnTo>
                  <a:pt x="184" y="33902"/>
                </a:lnTo>
                <a:lnTo>
                  <a:pt x="82" y="35359"/>
                </a:lnTo>
                <a:lnTo>
                  <a:pt x="20" y="36846"/>
                </a:lnTo>
                <a:lnTo>
                  <a:pt x="0" y="38362"/>
                </a:lnTo>
                <a:lnTo>
                  <a:pt x="11" y="39654"/>
                </a:lnTo>
                <a:lnTo>
                  <a:pt x="44" y="40933"/>
                </a:lnTo>
                <a:lnTo>
                  <a:pt x="98" y="42197"/>
                </a:lnTo>
                <a:lnTo>
                  <a:pt x="175" y="43447"/>
                </a:lnTo>
                <a:lnTo>
                  <a:pt x="273" y="44683"/>
                </a:lnTo>
                <a:lnTo>
                  <a:pt x="393" y="45904"/>
                </a:lnTo>
                <a:lnTo>
                  <a:pt x="535" y="47112"/>
                </a:lnTo>
                <a:lnTo>
                  <a:pt x="699" y="48305"/>
                </a:lnTo>
                <a:lnTo>
                  <a:pt x="884" y="49484"/>
                </a:lnTo>
                <a:lnTo>
                  <a:pt x="1092" y="50649"/>
                </a:lnTo>
                <a:lnTo>
                  <a:pt x="1321" y="51800"/>
                </a:lnTo>
                <a:lnTo>
                  <a:pt x="1572" y="52936"/>
                </a:lnTo>
                <a:lnTo>
                  <a:pt x="1845" y="54058"/>
                </a:lnTo>
                <a:lnTo>
                  <a:pt x="2140" y="55166"/>
                </a:lnTo>
                <a:lnTo>
                  <a:pt x="2457" y="56260"/>
                </a:lnTo>
                <a:lnTo>
                  <a:pt x="2795" y="57340"/>
                </a:lnTo>
                <a:lnTo>
                  <a:pt x="3155" y="58405"/>
                </a:lnTo>
                <a:lnTo>
                  <a:pt x="3537" y="59457"/>
                </a:lnTo>
                <a:lnTo>
                  <a:pt x="3941" y="60494"/>
                </a:lnTo>
                <a:lnTo>
                  <a:pt x="4367" y="61517"/>
                </a:lnTo>
                <a:lnTo>
                  <a:pt x="4815" y="62525"/>
                </a:lnTo>
                <a:lnTo>
                  <a:pt x="5284" y="63520"/>
                </a:lnTo>
                <a:lnTo>
                  <a:pt x="5776" y="64500"/>
                </a:lnTo>
                <a:lnTo>
                  <a:pt x="6289" y="65466"/>
                </a:lnTo>
                <a:lnTo>
                  <a:pt x="6817" y="66419"/>
                </a:lnTo>
                <a:lnTo>
                  <a:pt x="7352" y="67360"/>
                </a:lnTo>
                <a:lnTo>
                  <a:pt x="7894" y="68288"/>
                </a:lnTo>
                <a:lnTo>
                  <a:pt x="8444" y="69203"/>
                </a:lnTo>
                <a:lnTo>
                  <a:pt x="9002" y="70106"/>
                </a:lnTo>
                <a:lnTo>
                  <a:pt x="9567" y="70997"/>
                </a:lnTo>
                <a:lnTo>
                  <a:pt x="10139" y="71875"/>
                </a:lnTo>
                <a:lnTo>
                  <a:pt x="10719" y="72741"/>
                </a:lnTo>
                <a:lnTo>
                  <a:pt x="11306" y="73594"/>
                </a:lnTo>
                <a:lnTo>
                  <a:pt x="11901" y="74435"/>
                </a:lnTo>
                <a:lnTo>
                  <a:pt x="12503" y="75263"/>
                </a:lnTo>
                <a:lnTo>
                  <a:pt x="13112" y="76079"/>
                </a:lnTo>
                <a:lnTo>
                  <a:pt x="13729" y="76882"/>
                </a:lnTo>
                <a:lnTo>
                  <a:pt x="14353" y="77673"/>
                </a:lnTo>
                <a:lnTo>
                  <a:pt x="14985" y="78452"/>
                </a:lnTo>
                <a:lnTo>
                  <a:pt x="15624" y="79218"/>
                </a:lnTo>
                <a:lnTo>
                  <a:pt x="16271" y="79972"/>
                </a:lnTo>
                <a:lnTo>
                  <a:pt x="16925" y="80713"/>
                </a:lnTo>
                <a:lnTo>
                  <a:pt x="17586" y="81442"/>
                </a:lnTo>
                <a:lnTo>
                  <a:pt x="18255" y="82158"/>
                </a:lnTo>
                <a:lnTo>
                  <a:pt x="18931" y="82862"/>
                </a:lnTo>
                <a:lnTo>
                  <a:pt x="19615" y="83553"/>
                </a:lnTo>
                <a:lnTo>
                  <a:pt x="20306" y="84232"/>
                </a:lnTo>
                <a:lnTo>
                  <a:pt x="21005" y="84899"/>
                </a:lnTo>
                <a:lnTo>
                  <a:pt x="21017" y="84897"/>
                </a:lnTo>
                <a:lnTo>
                  <a:pt x="20743" y="85011"/>
                </a:lnTo>
                <a:lnTo>
                  <a:pt x="19504" y="85576"/>
                </a:lnTo>
                <a:lnTo>
                  <a:pt x="18298" y="86176"/>
                </a:lnTo>
                <a:lnTo>
                  <a:pt x="17128" y="86811"/>
                </a:lnTo>
                <a:lnTo>
                  <a:pt x="15991" y="87479"/>
                </a:lnTo>
                <a:lnTo>
                  <a:pt x="14889" y="88182"/>
                </a:lnTo>
                <a:lnTo>
                  <a:pt x="13821" y="88919"/>
                </a:lnTo>
                <a:lnTo>
                  <a:pt x="12787" y="89690"/>
                </a:lnTo>
                <a:lnTo>
                  <a:pt x="11788" y="90496"/>
                </a:lnTo>
                <a:lnTo>
                  <a:pt x="10826" y="91334"/>
                </a:lnTo>
                <a:lnTo>
                  <a:pt x="9905" y="92201"/>
                </a:lnTo>
                <a:lnTo>
                  <a:pt x="9025" y="93099"/>
                </a:lnTo>
                <a:lnTo>
                  <a:pt x="8186" y="94026"/>
                </a:lnTo>
                <a:lnTo>
                  <a:pt x="7388" y="94984"/>
                </a:lnTo>
                <a:lnTo>
                  <a:pt x="6631" y="95971"/>
                </a:lnTo>
                <a:lnTo>
                  <a:pt x="5914" y="96988"/>
                </a:lnTo>
                <a:lnTo>
                  <a:pt x="5239" y="98035"/>
                </a:lnTo>
                <a:lnTo>
                  <a:pt x="4605" y="99113"/>
                </a:lnTo>
                <a:lnTo>
                  <a:pt x="4011" y="100220"/>
                </a:lnTo>
                <a:lnTo>
                  <a:pt x="3459" y="101356"/>
                </a:lnTo>
                <a:lnTo>
                  <a:pt x="2947" y="102523"/>
                </a:lnTo>
                <a:lnTo>
                  <a:pt x="2476" y="103720"/>
                </a:lnTo>
                <a:lnTo>
                  <a:pt x="2046" y="104947"/>
                </a:lnTo>
                <a:lnTo>
                  <a:pt x="1658" y="106203"/>
                </a:lnTo>
                <a:lnTo>
                  <a:pt x="1310" y="107490"/>
                </a:lnTo>
                <a:lnTo>
                  <a:pt x="1003" y="108806"/>
                </a:lnTo>
                <a:lnTo>
                  <a:pt x="737" y="110152"/>
                </a:lnTo>
                <a:lnTo>
                  <a:pt x="512" y="111529"/>
                </a:lnTo>
                <a:lnTo>
                  <a:pt x="327" y="112935"/>
                </a:lnTo>
                <a:lnTo>
                  <a:pt x="184" y="114371"/>
                </a:lnTo>
                <a:lnTo>
                  <a:pt x="82" y="115837"/>
                </a:lnTo>
                <a:lnTo>
                  <a:pt x="20" y="117333"/>
                </a:lnTo>
                <a:lnTo>
                  <a:pt x="0" y="118858"/>
                </a:lnTo>
                <a:lnTo>
                  <a:pt x="11" y="120149"/>
                </a:lnTo>
                <a:lnTo>
                  <a:pt x="42" y="121423"/>
                </a:lnTo>
                <a:lnTo>
                  <a:pt x="95" y="122680"/>
                </a:lnTo>
                <a:lnTo>
                  <a:pt x="169" y="123919"/>
                </a:lnTo>
                <a:lnTo>
                  <a:pt x="265" y="125141"/>
                </a:lnTo>
                <a:lnTo>
                  <a:pt x="381" y="126346"/>
                </a:lnTo>
                <a:lnTo>
                  <a:pt x="519" y="127534"/>
                </a:lnTo>
                <a:lnTo>
                  <a:pt x="678" y="128704"/>
                </a:lnTo>
                <a:lnTo>
                  <a:pt x="858" y="129857"/>
                </a:lnTo>
                <a:lnTo>
                  <a:pt x="1059" y="130993"/>
                </a:lnTo>
                <a:lnTo>
                  <a:pt x="1281" y="132111"/>
                </a:lnTo>
                <a:lnTo>
                  <a:pt x="1525" y="133213"/>
                </a:lnTo>
                <a:lnTo>
                  <a:pt x="1790" y="134297"/>
                </a:lnTo>
                <a:lnTo>
                  <a:pt x="2076" y="135363"/>
                </a:lnTo>
                <a:lnTo>
                  <a:pt x="2383" y="136413"/>
                </a:lnTo>
                <a:lnTo>
                  <a:pt x="2711" y="137445"/>
                </a:lnTo>
                <a:lnTo>
                  <a:pt x="3061" y="138460"/>
                </a:lnTo>
                <a:lnTo>
                  <a:pt x="3431" y="139458"/>
                </a:lnTo>
                <a:lnTo>
                  <a:pt x="3823" y="140439"/>
                </a:lnTo>
                <a:lnTo>
                  <a:pt x="4236" y="141402"/>
                </a:lnTo>
                <a:lnTo>
                  <a:pt x="4670" y="142348"/>
                </a:lnTo>
                <a:lnTo>
                  <a:pt x="5126" y="143277"/>
                </a:lnTo>
                <a:lnTo>
                  <a:pt x="5602" y="144188"/>
                </a:lnTo>
                <a:lnTo>
                  <a:pt x="6100" y="145083"/>
                </a:lnTo>
                <a:lnTo>
                  <a:pt x="6612" y="145960"/>
                </a:lnTo>
                <a:lnTo>
                  <a:pt x="7130" y="146822"/>
                </a:lnTo>
                <a:lnTo>
                  <a:pt x="7654" y="147668"/>
                </a:lnTo>
                <a:lnTo>
                  <a:pt x="8184" y="148498"/>
                </a:lnTo>
                <a:lnTo>
                  <a:pt x="8721" y="149312"/>
                </a:lnTo>
                <a:lnTo>
                  <a:pt x="9264" y="150110"/>
                </a:lnTo>
                <a:lnTo>
                  <a:pt x="9814" y="150892"/>
                </a:lnTo>
                <a:lnTo>
                  <a:pt x="10370" y="151658"/>
                </a:lnTo>
                <a:lnTo>
                  <a:pt x="10932" y="152408"/>
                </a:lnTo>
                <a:lnTo>
                  <a:pt x="11500" y="153142"/>
                </a:lnTo>
                <a:lnTo>
                  <a:pt x="12075" y="153861"/>
                </a:lnTo>
                <a:lnTo>
                  <a:pt x="12656" y="154563"/>
                </a:lnTo>
                <a:lnTo>
                  <a:pt x="13244" y="155250"/>
                </a:lnTo>
                <a:lnTo>
                  <a:pt x="13838" y="155920"/>
                </a:lnTo>
                <a:lnTo>
                  <a:pt x="14438" y="156575"/>
                </a:lnTo>
                <a:lnTo>
                  <a:pt x="15044" y="157213"/>
                </a:lnTo>
                <a:lnTo>
                  <a:pt x="15657" y="157836"/>
                </a:lnTo>
                <a:lnTo>
                  <a:pt x="16276" y="158443"/>
                </a:lnTo>
                <a:lnTo>
                  <a:pt x="16902" y="159033"/>
                </a:lnTo>
                <a:lnTo>
                  <a:pt x="17534" y="159608"/>
                </a:lnTo>
                <a:lnTo>
                  <a:pt x="18172" y="160167"/>
                </a:lnTo>
                <a:lnTo>
                  <a:pt x="18816" y="160710"/>
                </a:lnTo>
                <a:lnTo>
                  <a:pt x="19467" y="161237"/>
                </a:lnTo>
                <a:lnTo>
                  <a:pt x="20124" y="161748"/>
                </a:lnTo>
                <a:lnTo>
                  <a:pt x="1887" y="162377"/>
                </a:lnTo>
                <a:lnTo>
                  <a:pt x="1887" y="194450"/>
                </a:lnTo>
                <a:lnTo>
                  <a:pt x="126153" y="194450"/>
                </a:lnTo>
                <a:lnTo>
                  <a:pt x="126153" y="161119"/>
                </a:lnTo>
                <a:lnTo>
                  <a:pt x="42905" y="161119"/>
                </a:lnTo>
                <a:lnTo>
                  <a:pt x="42344" y="160676"/>
                </a:lnTo>
                <a:lnTo>
                  <a:pt x="41790" y="160227"/>
                </a:lnTo>
                <a:lnTo>
                  <a:pt x="41243" y="159773"/>
                </a:lnTo>
                <a:lnTo>
                  <a:pt x="40703" y="159313"/>
                </a:lnTo>
                <a:lnTo>
                  <a:pt x="40171" y="158847"/>
                </a:lnTo>
                <a:lnTo>
                  <a:pt x="39645" y="158376"/>
                </a:lnTo>
                <a:lnTo>
                  <a:pt x="39126" y="157899"/>
                </a:lnTo>
                <a:lnTo>
                  <a:pt x="38615" y="157416"/>
                </a:lnTo>
                <a:lnTo>
                  <a:pt x="38111" y="156927"/>
                </a:lnTo>
                <a:lnTo>
                  <a:pt x="37613" y="156433"/>
                </a:lnTo>
                <a:lnTo>
                  <a:pt x="37123" y="155933"/>
                </a:lnTo>
                <a:lnTo>
                  <a:pt x="36640" y="155428"/>
                </a:lnTo>
                <a:lnTo>
                  <a:pt x="36164" y="154917"/>
                </a:lnTo>
                <a:lnTo>
                  <a:pt x="35695" y="154400"/>
                </a:lnTo>
                <a:lnTo>
                  <a:pt x="35234" y="153877"/>
                </a:lnTo>
                <a:lnTo>
                  <a:pt x="34779" y="153349"/>
                </a:lnTo>
                <a:lnTo>
                  <a:pt x="34331" y="152815"/>
                </a:lnTo>
                <a:lnTo>
                  <a:pt x="33891" y="152276"/>
                </a:lnTo>
                <a:lnTo>
                  <a:pt x="33457" y="151730"/>
                </a:lnTo>
                <a:lnTo>
                  <a:pt x="33031" y="151179"/>
                </a:lnTo>
                <a:lnTo>
                  <a:pt x="32612" y="150623"/>
                </a:lnTo>
                <a:lnTo>
                  <a:pt x="32200" y="150061"/>
                </a:lnTo>
                <a:lnTo>
                  <a:pt x="31795" y="149493"/>
                </a:lnTo>
                <a:lnTo>
                  <a:pt x="31397" y="148919"/>
                </a:lnTo>
                <a:lnTo>
                  <a:pt x="31011" y="148338"/>
                </a:lnTo>
                <a:lnTo>
                  <a:pt x="30641" y="147747"/>
                </a:lnTo>
                <a:lnTo>
                  <a:pt x="30288" y="147146"/>
                </a:lnTo>
                <a:lnTo>
                  <a:pt x="29951" y="146536"/>
                </a:lnTo>
                <a:lnTo>
                  <a:pt x="29630" y="145916"/>
                </a:lnTo>
                <a:lnTo>
                  <a:pt x="29326" y="145287"/>
                </a:lnTo>
                <a:lnTo>
                  <a:pt x="29039" y="144648"/>
                </a:lnTo>
                <a:lnTo>
                  <a:pt x="28768" y="144000"/>
                </a:lnTo>
                <a:lnTo>
                  <a:pt x="28513" y="143342"/>
                </a:lnTo>
                <a:lnTo>
                  <a:pt x="28275" y="142674"/>
                </a:lnTo>
                <a:lnTo>
                  <a:pt x="28053" y="141996"/>
                </a:lnTo>
                <a:lnTo>
                  <a:pt x="27848" y="141309"/>
                </a:lnTo>
                <a:lnTo>
                  <a:pt x="27659" y="140613"/>
                </a:lnTo>
                <a:lnTo>
                  <a:pt x="27486" y="139907"/>
                </a:lnTo>
                <a:lnTo>
                  <a:pt x="27330" y="139191"/>
                </a:lnTo>
                <a:lnTo>
                  <a:pt x="27190" y="138466"/>
                </a:lnTo>
                <a:lnTo>
                  <a:pt x="27067" y="137731"/>
                </a:lnTo>
                <a:lnTo>
                  <a:pt x="26960" y="136986"/>
                </a:lnTo>
                <a:lnTo>
                  <a:pt x="26870" y="136232"/>
                </a:lnTo>
                <a:lnTo>
                  <a:pt x="26796" y="135468"/>
                </a:lnTo>
                <a:lnTo>
                  <a:pt x="26738" y="134694"/>
                </a:lnTo>
                <a:lnTo>
                  <a:pt x="26697" y="133911"/>
                </a:lnTo>
                <a:lnTo>
                  <a:pt x="26673" y="133119"/>
                </a:lnTo>
                <a:lnTo>
                  <a:pt x="26665" y="132316"/>
                </a:lnTo>
                <a:lnTo>
                  <a:pt x="26669" y="131776"/>
                </a:lnTo>
                <a:lnTo>
                  <a:pt x="26684" y="131243"/>
                </a:lnTo>
                <a:lnTo>
                  <a:pt x="26709" y="130720"/>
                </a:lnTo>
                <a:lnTo>
                  <a:pt x="26743" y="130204"/>
                </a:lnTo>
                <a:lnTo>
                  <a:pt x="26787" y="129698"/>
                </a:lnTo>
                <a:lnTo>
                  <a:pt x="26840" y="129200"/>
                </a:lnTo>
                <a:lnTo>
                  <a:pt x="26904" y="128710"/>
                </a:lnTo>
                <a:lnTo>
                  <a:pt x="26977" y="128229"/>
                </a:lnTo>
                <a:lnTo>
                  <a:pt x="27060" y="127756"/>
                </a:lnTo>
                <a:lnTo>
                  <a:pt x="27153" y="127292"/>
                </a:lnTo>
                <a:lnTo>
                  <a:pt x="27256" y="126836"/>
                </a:lnTo>
                <a:lnTo>
                  <a:pt x="27368" y="126389"/>
                </a:lnTo>
                <a:lnTo>
                  <a:pt x="27490" y="125951"/>
                </a:lnTo>
                <a:lnTo>
                  <a:pt x="27622" y="125521"/>
                </a:lnTo>
                <a:lnTo>
                  <a:pt x="27764" y="125099"/>
                </a:lnTo>
                <a:lnTo>
                  <a:pt x="27915" y="124686"/>
                </a:lnTo>
                <a:lnTo>
                  <a:pt x="28077" y="124282"/>
                </a:lnTo>
                <a:lnTo>
                  <a:pt x="28248" y="123886"/>
                </a:lnTo>
                <a:lnTo>
                  <a:pt x="28428" y="123498"/>
                </a:lnTo>
                <a:lnTo>
                  <a:pt x="28619" y="123119"/>
                </a:lnTo>
                <a:lnTo>
                  <a:pt x="28819" y="122749"/>
                </a:lnTo>
                <a:lnTo>
                  <a:pt x="29029" y="122387"/>
                </a:lnTo>
                <a:lnTo>
                  <a:pt x="29249" y="122033"/>
                </a:lnTo>
                <a:lnTo>
                  <a:pt x="29479" y="121688"/>
                </a:lnTo>
                <a:lnTo>
                  <a:pt x="29717" y="121352"/>
                </a:lnTo>
                <a:lnTo>
                  <a:pt x="29964" y="121023"/>
                </a:lnTo>
                <a:lnTo>
                  <a:pt x="30218" y="120702"/>
                </a:lnTo>
                <a:lnTo>
                  <a:pt x="30481" y="120389"/>
                </a:lnTo>
                <a:lnTo>
                  <a:pt x="30751" y="120083"/>
                </a:lnTo>
                <a:lnTo>
                  <a:pt x="31030" y="119786"/>
                </a:lnTo>
                <a:lnTo>
                  <a:pt x="31316" y="119496"/>
                </a:lnTo>
                <a:lnTo>
                  <a:pt x="31610" y="119215"/>
                </a:lnTo>
                <a:lnTo>
                  <a:pt x="31913" y="118941"/>
                </a:lnTo>
                <a:lnTo>
                  <a:pt x="32223" y="118675"/>
                </a:lnTo>
                <a:lnTo>
                  <a:pt x="32542" y="118417"/>
                </a:lnTo>
                <a:lnTo>
                  <a:pt x="32868" y="118167"/>
                </a:lnTo>
                <a:lnTo>
                  <a:pt x="33202" y="117924"/>
                </a:lnTo>
                <a:lnTo>
                  <a:pt x="33544" y="117690"/>
                </a:lnTo>
                <a:lnTo>
                  <a:pt x="33895" y="117463"/>
                </a:lnTo>
                <a:lnTo>
                  <a:pt x="34253" y="117244"/>
                </a:lnTo>
                <a:lnTo>
                  <a:pt x="34619" y="117033"/>
                </a:lnTo>
                <a:lnTo>
                  <a:pt x="34994" y="116830"/>
                </a:lnTo>
                <a:lnTo>
                  <a:pt x="35376" y="116635"/>
                </a:lnTo>
                <a:lnTo>
                  <a:pt x="35766" y="116448"/>
                </a:lnTo>
                <a:lnTo>
                  <a:pt x="36164" y="116268"/>
                </a:lnTo>
                <a:lnTo>
                  <a:pt x="36570" y="116097"/>
                </a:lnTo>
                <a:lnTo>
                  <a:pt x="36984" y="115933"/>
                </a:lnTo>
                <a:lnTo>
                  <a:pt x="37407" y="115777"/>
                </a:lnTo>
                <a:lnTo>
                  <a:pt x="37836" y="115628"/>
                </a:lnTo>
                <a:lnTo>
                  <a:pt x="38270" y="115486"/>
                </a:lnTo>
                <a:lnTo>
                  <a:pt x="38711" y="115349"/>
                </a:lnTo>
                <a:lnTo>
                  <a:pt x="39157" y="115220"/>
                </a:lnTo>
                <a:lnTo>
                  <a:pt x="39610" y="115096"/>
                </a:lnTo>
                <a:lnTo>
                  <a:pt x="40068" y="114979"/>
                </a:lnTo>
                <a:lnTo>
                  <a:pt x="40531" y="114868"/>
                </a:lnTo>
                <a:lnTo>
                  <a:pt x="41001" y="114764"/>
                </a:lnTo>
                <a:lnTo>
                  <a:pt x="41476" y="114666"/>
                </a:lnTo>
                <a:lnTo>
                  <a:pt x="41957" y="114574"/>
                </a:lnTo>
                <a:lnTo>
                  <a:pt x="42444" y="114488"/>
                </a:lnTo>
                <a:lnTo>
                  <a:pt x="42937" y="114409"/>
                </a:lnTo>
                <a:lnTo>
                  <a:pt x="43435" y="114336"/>
                </a:lnTo>
                <a:lnTo>
                  <a:pt x="43940" y="114270"/>
                </a:lnTo>
                <a:lnTo>
                  <a:pt x="44450" y="114210"/>
                </a:lnTo>
                <a:lnTo>
                  <a:pt x="44965" y="114156"/>
                </a:lnTo>
                <a:lnTo>
                  <a:pt x="45487" y="114108"/>
                </a:lnTo>
                <a:lnTo>
                  <a:pt x="46014" y="114067"/>
                </a:lnTo>
                <a:lnTo>
                  <a:pt x="46548" y="114032"/>
                </a:lnTo>
                <a:lnTo>
                  <a:pt x="47087" y="114004"/>
                </a:lnTo>
                <a:lnTo>
                  <a:pt x="47631" y="113982"/>
                </a:lnTo>
                <a:lnTo>
                  <a:pt x="48182" y="113966"/>
                </a:lnTo>
                <a:lnTo>
                  <a:pt x="48738" y="113956"/>
                </a:lnTo>
                <a:lnTo>
                  <a:pt x="49300" y="113953"/>
                </a:lnTo>
                <a:lnTo>
                  <a:pt x="126153" y="113953"/>
                </a:lnTo>
                <a:lnTo>
                  <a:pt x="126153" y="80622"/>
                </a:lnTo>
                <a:lnTo>
                  <a:pt x="45236" y="80622"/>
                </a:lnTo>
                <a:lnTo>
                  <a:pt x="43448" y="80640"/>
                </a:lnTo>
                <a:lnTo>
                  <a:pt x="41695" y="80691"/>
                </a:lnTo>
                <a:lnTo>
                  <a:pt x="41437" y="80704"/>
                </a:lnTo>
                <a:lnTo>
                  <a:pt x="41101" y="80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e">
            <a:extLst xmlns:a="http://schemas.openxmlformats.org/drawingml/2006/main">
              <a:ext uri="{FF2B5EF4-FFF2-40B4-BE49-F238E27FC236}">
                <a16:creationId xmlns:a16="http://schemas.microsoft.com/office/drawing/2014/main" id="{65011BDD-9FB2-4181-A4EB-CFAD1E84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2102216"/>
            <a:ext cx="128417" cy="119990"/>
          </a:xfrm>
          <a:custGeom xmlns:a="http://schemas.openxmlformats.org/drawingml/2006/main">
            <a:pathLst>
              <a:path w="128417" h="119990">
                <a:moveTo>
                  <a:pt x="128417" y="57228"/>
                </a:moveTo>
                <a:cubicBezTo>
                  <a:pt x="128417" y="70896"/>
                  <a:pt x="125851" y="82383"/>
                  <a:pt x="120718" y="91691"/>
                </a:cubicBezTo>
                <a:cubicBezTo>
                  <a:pt x="115584" y="100998"/>
                  <a:pt x="108182" y="108042"/>
                  <a:pt x="98510" y="112821"/>
                </a:cubicBezTo>
                <a:cubicBezTo>
                  <a:pt x="88836" y="117601"/>
                  <a:pt x="77211" y="119990"/>
                  <a:pt x="63635" y="119990"/>
                </a:cubicBezTo>
                <a:cubicBezTo>
                  <a:pt x="50483" y="119990"/>
                  <a:pt x="39157" y="117664"/>
                  <a:pt x="29656" y="113010"/>
                </a:cubicBezTo>
                <a:cubicBezTo>
                  <a:pt x="20152" y="108356"/>
                  <a:pt x="12833" y="101522"/>
                  <a:pt x="7700" y="92508"/>
                </a:cubicBezTo>
                <a:cubicBezTo>
                  <a:pt x="2567" y="83494"/>
                  <a:pt x="0" y="72405"/>
                  <a:pt x="0" y="59241"/>
                </a:cubicBezTo>
                <a:cubicBezTo>
                  <a:pt x="0" y="40961"/>
                  <a:pt x="5403" y="26518"/>
                  <a:pt x="16209" y="15911"/>
                </a:cubicBezTo>
                <a:cubicBezTo>
                  <a:pt x="27016" y="5304"/>
                  <a:pt x="42421" y="0"/>
                  <a:pt x="62424" y="0"/>
                </a:cubicBezTo>
                <a:cubicBezTo>
                  <a:pt x="63441" y="0"/>
                  <a:pt x="64818" y="42"/>
                  <a:pt x="66555" y="126"/>
                </a:cubicBezTo>
                <a:cubicBezTo>
                  <a:pt x="68292" y="210"/>
                  <a:pt x="69628" y="335"/>
                  <a:pt x="70560" y="503"/>
                </a:cubicBezTo>
                <a:lnTo>
                  <a:pt x="70560" y="86660"/>
                </a:lnTo>
                <a:cubicBezTo>
                  <a:pt x="76480" y="86492"/>
                  <a:pt x="82013" y="85423"/>
                  <a:pt x="87159" y="83452"/>
                </a:cubicBezTo>
                <a:cubicBezTo>
                  <a:pt x="92305" y="81482"/>
                  <a:pt x="96444" y="78359"/>
                  <a:pt x="99575" y="74082"/>
                </a:cubicBezTo>
                <a:cubicBezTo>
                  <a:pt x="102704" y="69806"/>
                  <a:pt x="104268" y="64188"/>
                  <a:pt x="104268" y="57228"/>
                </a:cubicBezTo>
                <a:cubicBezTo>
                  <a:pt x="104268" y="50017"/>
                  <a:pt x="102649" y="44231"/>
                  <a:pt x="99410" y="39871"/>
                </a:cubicBezTo>
                <a:cubicBezTo>
                  <a:pt x="96172" y="35511"/>
                  <a:pt x="91355" y="33289"/>
                  <a:pt x="84962" y="33205"/>
                </a:cubicBezTo>
                <a:lnTo>
                  <a:pt x="84962" y="377"/>
                </a:lnTo>
                <a:cubicBezTo>
                  <a:pt x="94647" y="797"/>
                  <a:pt x="102717" y="3417"/>
                  <a:pt x="109174" y="8238"/>
                </a:cubicBezTo>
                <a:cubicBezTo>
                  <a:pt x="115630" y="13060"/>
                  <a:pt x="120452" y="19642"/>
                  <a:pt x="123638" y="27985"/>
                </a:cubicBezTo>
                <a:cubicBezTo>
                  <a:pt x="126824" y="36328"/>
                  <a:pt x="128417" y="46076"/>
                  <a:pt x="128417" y="57228"/>
                </a:cubicBezTo>
                <a:moveTo>
                  <a:pt x="49430" y="86282"/>
                </a:moveTo>
                <a:lnTo>
                  <a:pt x="49430" y="33079"/>
                </a:lnTo>
                <a:cubicBezTo>
                  <a:pt x="40626" y="33331"/>
                  <a:pt x="34043" y="35867"/>
                  <a:pt x="29683" y="40689"/>
                </a:cubicBezTo>
                <a:cubicBezTo>
                  <a:pt x="25323" y="45510"/>
                  <a:pt x="23143" y="51694"/>
                  <a:pt x="23143" y="59241"/>
                </a:cubicBezTo>
                <a:cubicBezTo>
                  <a:pt x="23143" y="66955"/>
                  <a:pt x="25387" y="73265"/>
                  <a:pt x="29876" y="78170"/>
                </a:cubicBezTo>
                <a:cubicBezTo>
                  <a:pt x="34364" y="83075"/>
                  <a:pt x="40882" y="85779"/>
                  <a:pt x="49430" y="86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n">
            <a:extLst xmlns:a="http://schemas.openxmlformats.org/drawingml/2006/main">
              <a:ext uri="{FF2B5EF4-FFF2-40B4-BE49-F238E27FC236}">
                <a16:creationId xmlns:a16="http://schemas.microsoft.com/office/drawing/2014/main" id="{E674390B-4835-436D-8DF5-E696DFAE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1959528"/>
            <a:ext cx="126153" cy="114456"/>
          </a:xfrm>
          <a:custGeom xmlns:a="http://schemas.openxmlformats.org/drawingml/2006/main">
            <a:pathLst>
              <a:path w="126153" h="114456">
                <a:moveTo>
                  <a:pt x="126153" y="114456"/>
                </a:moveTo>
                <a:lnTo>
                  <a:pt x="1887" y="114456"/>
                </a:lnTo>
                <a:lnTo>
                  <a:pt x="1887" y="82383"/>
                </a:lnTo>
                <a:lnTo>
                  <a:pt x="20124" y="81754"/>
                </a:lnTo>
                <a:cubicBezTo>
                  <a:pt x="14842" y="77646"/>
                  <a:pt x="10167" y="72237"/>
                  <a:pt x="6100" y="65529"/>
                </a:cubicBezTo>
                <a:cubicBezTo>
                  <a:pt x="2033" y="58821"/>
                  <a:pt x="0" y="50101"/>
                  <a:pt x="0" y="39368"/>
                </a:cubicBezTo>
                <a:cubicBezTo>
                  <a:pt x="0" y="26874"/>
                  <a:pt x="3844" y="17189"/>
                  <a:pt x="11532" y="10314"/>
                </a:cubicBezTo>
                <a:cubicBezTo>
                  <a:pt x="19220" y="3438"/>
                  <a:pt x="30455" y="0"/>
                  <a:pt x="45236" y="0"/>
                </a:cubicBezTo>
                <a:lnTo>
                  <a:pt x="126153" y="0"/>
                </a:lnTo>
                <a:lnTo>
                  <a:pt x="126153" y="33079"/>
                </a:lnTo>
                <a:lnTo>
                  <a:pt x="49300" y="33079"/>
                </a:lnTo>
                <a:cubicBezTo>
                  <a:pt x="44780" y="33079"/>
                  <a:pt x="40816" y="33708"/>
                  <a:pt x="37407" y="34966"/>
                </a:cubicBezTo>
                <a:cubicBezTo>
                  <a:pt x="33998" y="36224"/>
                  <a:pt x="31355" y="38215"/>
                  <a:pt x="29479" y="40940"/>
                </a:cubicBezTo>
                <a:cubicBezTo>
                  <a:pt x="27603" y="43665"/>
                  <a:pt x="26665" y="47250"/>
                  <a:pt x="26665" y="51694"/>
                </a:cubicBezTo>
                <a:cubicBezTo>
                  <a:pt x="26665" y="58318"/>
                  <a:pt x="28242" y="63999"/>
                  <a:pt x="31397" y="68737"/>
                </a:cubicBezTo>
                <a:cubicBezTo>
                  <a:pt x="34552" y="73474"/>
                  <a:pt x="38388" y="77604"/>
                  <a:pt x="42905" y="81126"/>
                </a:cubicBezTo>
                <a:lnTo>
                  <a:pt x="126153" y="81126"/>
                </a:lnTo>
                <a:lnTo>
                  <a:pt x="126153" y="114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t">
            <a:extLst xmlns:a="http://schemas.openxmlformats.org/drawingml/2006/main">
              <a:ext uri="{FF2B5EF4-FFF2-40B4-BE49-F238E27FC236}">
                <a16:creationId xmlns:a16="http://schemas.microsoft.com/office/drawing/2014/main" id="{3C9259B6-F1C5-44F5-84D1-C66ACD9A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20" y="1860467"/>
            <a:ext cx="153195" cy="80497"/>
          </a:xfrm>
          <a:custGeom xmlns:a="http://schemas.openxmlformats.org/drawingml/2006/main">
            <a:pathLst>
              <a:path w="153195" h="80497">
                <a:moveTo>
                  <a:pt x="153195" y="12955"/>
                </a:moveTo>
                <a:cubicBezTo>
                  <a:pt x="153195" y="25365"/>
                  <a:pt x="151685" y="34987"/>
                  <a:pt x="148663" y="41821"/>
                </a:cubicBezTo>
                <a:cubicBezTo>
                  <a:pt x="145640" y="48654"/>
                  <a:pt x="140956" y="53413"/>
                  <a:pt x="134612" y="56096"/>
                </a:cubicBezTo>
                <a:cubicBezTo>
                  <a:pt x="128268" y="58779"/>
                  <a:pt x="119986" y="60121"/>
                  <a:pt x="109767" y="60121"/>
                </a:cubicBezTo>
                <a:lnTo>
                  <a:pt x="54587" y="60121"/>
                </a:lnTo>
                <a:lnTo>
                  <a:pt x="54587" y="80497"/>
                </a:lnTo>
                <a:lnTo>
                  <a:pt x="28929" y="80497"/>
                </a:lnTo>
                <a:lnTo>
                  <a:pt x="28929" y="60121"/>
                </a:lnTo>
                <a:lnTo>
                  <a:pt x="0" y="60121"/>
                </a:lnTo>
                <a:lnTo>
                  <a:pt x="0" y="26790"/>
                </a:lnTo>
                <a:lnTo>
                  <a:pt x="28929" y="26790"/>
                </a:lnTo>
                <a:lnTo>
                  <a:pt x="28929" y="0"/>
                </a:lnTo>
                <a:lnTo>
                  <a:pt x="54587" y="0"/>
                </a:lnTo>
                <a:lnTo>
                  <a:pt x="54587" y="26790"/>
                </a:lnTo>
                <a:lnTo>
                  <a:pt x="108018" y="26790"/>
                </a:lnTo>
                <a:cubicBezTo>
                  <a:pt x="114611" y="26790"/>
                  <a:pt x="119491" y="25889"/>
                  <a:pt x="122659" y="24086"/>
                </a:cubicBezTo>
                <a:cubicBezTo>
                  <a:pt x="125827" y="22283"/>
                  <a:pt x="127411" y="18196"/>
                  <a:pt x="127411" y="11823"/>
                </a:cubicBezTo>
                <a:lnTo>
                  <a:pt x="127411" y="0"/>
                </a:lnTo>
                <a:lnTo>
                  <a:pt x="153195" y="0"/>
                </a:lnTo>
                <a:lnTo>
                  <a:pt x="153195" y="12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L">
            <a:extLst xmlns:a="http://schemas.openxmlformats.org/drawingml/2006/main">
              <a:ext uri="{FF2B5EF4-FFF2-40B4-BE49-F238E27FC236}">
                <a16:creationId xmlns:a16="http://schemas.microsoft.com/office/drawing/2014/main" id="{D17CFCEB-1A2A-4066-AC41-E970F473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1" y="1677083"/>
            <a:ext cx="169295" cy="106784"/>
          </a:xfrm>
          <a:custGeom xmlns:a="http://schemas.openxmlformats.org/drawingml/2006/main">
            <a:pathLst>
              <a:path w="169295" h="106784">
                <a:moveTo>
                  <a:pt x="169295" y="106784"/>
                </a:moveTo>
                <a:lnTo>
                  <a:pt x="0" y="106784"/>
                </a:lnTo>
                <a:lnTo>
                  <a:pt x="0" y="71441"/>
                </a:lnTo>
                <a:lnTo>
                  <a:pt x="138228" y="71441"/>
                </a:lnTo>
                <a:lnTo>
                  <a:pt x="138228" y="0"/>
                </a:lnTo>
                <a:lnTo>
                  <a:pt x="169295" y="0"/>
                </a:lnTo>
                <a:lnTo>
                  <a:pt x="169295" y="1067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a">
            <a:extLst xmlns:a="http://schemas.openxmlformats.org/drawingml/2006/main">
              <a:ext uri="{FF2B5EF4-FFF2-40B4-BE49-F238E27FC236}">
                <a16:creationId xmlns:a16="http://schemas.microsoft.com/office/drawing/2014/main" id="{88B7CE64-37F0-4ED1-95E4-474DE75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1546832"/>
            <a:ext cx="128417" cy="113827"/>
          </a:xfrm>
          <a:custGeom xmlns:a="http://schemas.openxmlformats.org/drawingml/2006/main">
            <a:pathLst>
              <a:path w="128417" h="113827">
                <a:moveTo>
                  <a:pt x="128417" y="74082"/>
                </a:moveTo>
                <a:cubicBezTo>
                  <a:pt x="128417" y="81042"/>
                  <a:pt x="127063" y="87540"/>
                  <a:pt x="124353" y="93577"/>
                </a:cubicBezTo>
                <a:cubicBezTo>
                  <a:pt x="121644" y="99615"/>
                  <a:pt x="117559" y="104499"/>
                  <a:pt x="112098" y="108230"/>
                </a:cubicBezTo>
                <a:cubicBezTo>
                  <a:pt x="106635" y="111962"/>
                  <a:pt x="99797" y="113827"/>
                  <a:pt x="91585" y="113827"/>
                </a:cubicBezTo>
                <a:cubicBezTo>
                  <a:pt x="80155" y="113827"/>
                  <a:pt x="71540" y="110431"/>
                  <a:pt x="65742" y="103640"/>
                </a:cubicBezTo>
                <a:cubicBezTo>
                  <a:pt x="59940" y="96848"/>
                  <a:pt x="56002" y="87352"/>
                  <a:pt x="53927" y="75151"/>
                </a:cubicBezTo>
                <a:cubicBezTo>
                  <a:pt x="51851" y="62951"/>
                  <a:pt x="50645" y="48759"/>
                  <a:pt x="50307" y="32576"/>
                </a:cubicBezTo>
                <a:lnTo>
                  <a:pt x="43558" y="32576"/>
                </a:lnTo>
                <a:cubicBezTo>
                  <a:pt x="35335" y="32576"/>
                  <a:pt x="29709" y="34484"/>
                  <a:pt x="26680" y="38299"/>
                </a:cubicBezTo>
                <a:cubicBezTo>
                  <a:pt x="23651" y="42114"/>
                  <a:pt x="22137" y="47040"/>
                  <a:pt x="22137" y="53078"/>
                </a:cubicBezTo>
                <a:cubicBezTo>
                  <a:pt x="22137" y="59702"/>
                  <a:pt x="23752" y="65152"/>
                  <a:pt x="26983" y="69428"/>
                </a:cubicBezTo>
                <a:cubicBezTo>
                  <a:pt x="30211" y="73705"/>
                  <a:pt x="35443" y="75843"/>
                  <a:pt x="42677" y="75843"/>
                </a:cubicBezTo>
                <a:lnTo>
                  <a:pt x="42677" y="107035"/>
                </a:lnTo>
                <a:cubicBezTo>
                  <a:pt x="32062" y="107035"/>
                  <a:pt x="23655" y="104751"/>
                  <a:pt x="17455" y="100181"/>
                </a:cubicBezTo>
                <a:cubicBezTo>
                  <a:pt x="11253" y="95611"/>
                  <a:pt x="6793" y="89280"/>
                  <a:pt x="4076" y="81188"/>
                </a:cubicBezTo>
                <a:cubicBezTo>
                  <a:pt x="1359" y="73097"/>
                  <a:pt x="0" y="63727"/>
                  <a:pt x="0" y="53078"/>
                </a:cubicBezTo>
                <a:cubicBezTo>
                  <a:pt x="0" y="45279"/>
                  <a:pt x="658" y="38152"/>
                  <a:pt x="1973" y="31696"/>
                </a:cubicBezTo>
                <a:cubicBezTo>
                  <a:pt x="3289" y="25239"/>
                  <a:pt x="5559" y="19642"/>
                  <a:pt x="8785" y="14904"/>
                </a:cubicBezTo>
                <a:cubicBezTo>
                  <a:pt x="12008" y="10167"/>
                  <a:pt x="16399" y="6498"/>
                  <a:pt x="21960" y="3899"/>
                </a:cubicBezTo>
                <a:cubicBezTo>
                  <a:pt x="27517" y="1300"/>
                  <a:pt x="34455" y="0"/>
                  <a:pt x="42772" y="0"/>
                </a:cubicBezTo>
                <a:lnTo>
                  <a:pt x="126153" y="0"/>
                </a:lnTo>
                <a:lnTo>
                  <a:pt x="126153" y="31192"/>
                </a:lnTo>
                <a:lnTo>
                  <a:pt x="110306" y="32199"/>
                </a:lnTo>
                <a:cubicBezTo>
                  <a:pt x="116259" y="37397"/>
                  <a:pt x="120766" y="43435"/>
                  <a:pt x="123827" y="50310"/>
                </a:cubicBezTo>
                <a:cubicBezTo>
                  <a:pt x="126887" y="57186"/>
                  <a:pt x="128417" y="65110"/>
                  <a:pt x="128417" y="74082"/>
                </a:cubicBezTo>
                <a:moveTo>
                  <a:pt x="105526" y="63140"/>
                </a:moveTo>
                <a:cubicBezTo>
                  <a:pt x="105526" y="56851"/>
                  <a:pt x="103857" y="51044"/>
                  <a:pt x="100519" y="45720"/>
                </a:cubicBezTo>
                <a:cubicBezTo>
                  <a:pt x="97178" y="40395"/>
                  <a:pt x="93368" y="36140"/>
                  <a:pt x="89089" y="32953"/>
                </a:cubicBezTo>
                <a:lnTo>
                  <a:pt x="68796" y="32953"/>
                </a:lnTo>
                <a:cubicBezTo>
                  <a:pt x="68882" y="50562"/>
                  <a:pt x="70574" y="62888"/>
                  <a:pt x="73870" y="69932"/>
                </a:cubicBezTo>
                <a:cubicBezTo>
                  <a:pt x="77166" y="76975"/>
                  <a:pt x="82496" y="80497"/>
                  <a:pt x="89859" y="80497"/>
                </a:cubicBezTo>
                <a:cubicBezTo>
                  <a:pt x="95168" y="80497"/>
                  <a:pt x="99106" y="78883"/>
                  <a:pt x="101674" y="75654"/>
                </a:cubicBezTo>
                <a:cubicBezTo>
                  <a:pt x="104242" y="72426"/>
                  <a:pt x="105526" y="68255"/>
                  <a:pt x="105526" y="631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y">
            <a:extLst xmlns:a="http://schemas.openxmlformats.org/drawingml/2006/main">
              <a:ext uri="{FF2B5EF4-FFF2-40B4-BE49-F238E27FC236}">
                <a16:creationId xmlns:a16="http://schemas.microsoft.com/office/drawing/2014/main" id="{6355B0AE-791A-467E-BA03-DA2A570C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9" y="1402881"/>
            <a:ext cx="169295" cy="127160"/>
          </a:xfrm>
          <a:custGeom xmlns:a="http://schemas.openxmlformats.org/drawingml/2006/main">
            <a:pathLst>
              <a:path w="169295" h="127160">
                <a:moveTo>
                  <a:pt x="169295" y="112821"/>
                </a:moveTo>
                <a:lnTo>
                  <a:pt x="142253" y="112821"/>
                </a:lnTo>
                <a:lnTo>
                  <a:pt x="142253" y="101753"/>
                </a:lnTo>
                <a:cubicBezTo>
                  <a:pt x="142253" y="96806"/>
                  <a:pt x="141372" y="92676"/>
                  <a:pt x="139611" y="89364"/>
                </a:cubicBezTo>
                <a:cubicBezTo>
                  <a:pt x="137851" y="86052"/>
                  <a:pt x="134958" y="83641"/>
                  <a:pt x="130933" y="82132"/>
                </a:cubicBezTo>
                <a:lnTo>
                  <a:pt x="124267" y="79365"/>
                </a:lnTo>
                <a:lnTo>
                  <a:pt x="0" y="127160"/>
                </a:lnTo>
                <a:lnTo>
                  <a:pt x="0" y="92445"/>
                </a:lnTo>
                <a:lnTo>
                  <a:pt x="91927" y="61379"/>
                </a:lnTo>
                <a:lnTo>
                  <a:pt x="0" y="33708"/>
                </a:lnTo>
                <a:lnTo>
                  <a:pt x="0" y="0"/>
                </a:lnTo>
                <a:lnTo>
                  <a:pt x="123862" y="44147"/>
                </a:lnTo>
                <a:lnTo>
                  <a:pt x="136172" y="48675"/>
                </a:lnTo>
                <a:cubicBezTo>
                  <a:pt x="144888" y="51862"/>
                  <a:pt x="151656" y="55551"/>
                  <a:pt x="156477" y="59744"/>
                </a:cubicBezTo>
                <a:cubicBezTo>
                  <a:pt x="161299" y="63936"/>
                  <a:pt x="164640" y="69072"/>
                  <a:pt x="166500" y="75151"/>
                </a:cubicBezTo>
                <a:cubicBezTo>
                  <a:pt x="168363" y="81230"/>
                  <a:pt x="169295" y="88798"/>
                  <a:pt x="169295" y="97854"/>
                </a:cubicBezTo>
                <a:lnTo>
                  <a:pt x="169295" y="1128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e">
            <a:extLst xmlns:a="http://schemas.openxmlformats.org/drawingml/2006/main">
              <a:ext uri="{FF2B5EF4-FFF2-40B4-BE49-F238E27FC236}">
                <a16:creationId xmlns:a16="http://schemas.microsoft.com/office/drawing/2014/main" id="{F00D66DE-42EF-4109-AB61-2A32D0C4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1273033"/>
            <a:ext cx="128417" cy="119990"/>
          </a:xfrm>
          <a:custGeom xmlns:a="http://schemas.openxmlformats.org/drawingml/2006/main">
            <a:pathLst>
              <a:path w="128417" h="119990">
                <a:moveTo>
                  <a:pt x="128417" y="57228"/>
                </a:moveTo>
                <a:cubicBezTo>
                  <a:pt x="128417" y="70896"/>
                  <a:pt x="125851" y="82383"/>
                  <a:pt x="120718" y="91691"/>
                </a:cubicBezTo>
                <a:cubicBezTo>
                  <a:pt x="115584" y="100998"/>
                  <a:pt x="108182" y="108042"/>
                  <a:pt x="98510" y="112821"/>
                </a:cubicBezTo>
                <a:cubicBezTo>
                  <a:pt x="88836" y="117601"/>
                  <a:pt x="77211" y="119990"/>
                  <a:pt x="63635" y="119990"/>
                </a:cubicBezTo>
                <a:cubicBezTo>
                  <a:pt x="50483" y="119990"/>
                  <a:pt x="39157" y="117664"/>
                  <a:pt x="29656" y="113010"/>
                </a:cubicBezTo>
                <a:cubicBezTo>
                  <a:pt x="20152" y="108356"/>
                  <a:pt x="12833" y="101522"/>
                  <a:pt x="7700" y="92508"/>
                </a:cubicBezTo>
                <a:cubicBezTo>
                  <a:pt x="2567" y="83494"/>
                  <a:pt x="0" y="72405"/>
                  <a:pt x="0" y="59241"/>
                </a:cubicBezTo>
                <a:cubicBezTo>
                  <a:pt x="0" y="40961"/>
                  <a:pt x="5403" y="26518"/>
                  <a:pt x="16209" y="15911"/>
                </a:cubicBezTo>
                <a:cubicBezTo>
                  <a:pt x="27016" y="5304"/>
                  <a:pt x="42421" y="0"/>
                  <a:pt x="62424" y="0"/>
                </a:cubicBezTo>
                <a:cubicBezTo>
                  <a:pt x="63441" y="0"/>
                  <a:pt x="64818" y="42"/>
                  <a:pt x="66555" y="126"/>
                </a:cubicBezTo>
                <a:cubicBezTo>
                  <a:pt x="68292" y="210"/>
                  <a:pt x="69628" y="335"/>
                  <a:pt x="70560" y="503"/>
                </a:cubicBezTo>
                <a:lnTo>
                  <a:pt x="70560" y="86660"/>
                </a:lnTo>
                <a:cubicBezTo>
                  <a:pt x="76480" y="86492"/>
                  <a:pt x="82013" y="85423"/>
                  <a:pt x="87159" y="83452"/>
                </a:cubicBezTo>
                <a:cubicBezTo>
                  <a:pt x="92305" y="81482"/>
                  <a:pt x="96444" y="78359"/>
                  <a:pt x="99575" y="74082"/>
                </a:cubicBezTo>
                <a:cubicBezTo>
                  <a:pt x="102704" y="69806"/>
                  <a:pt x="104268" y="64188"/>
                  <a:pt x="104268" y="57228"/>
                </a:cubicBezTo>
                <a:cubicBezTo>
                  <a:pt x="104268" y="50017"/>
                  <a:pt x="102649" y="44231"/>
                  <a:pt x="99410" y="39871"/>
                </a:cubicBezTo>
                <a:cubicBezTo>
                  <a:pt x="96172" y="35511"/>
                  <a:pt x="91355" y="33289"/>
                  <a:pt x="84962" y="33205"/>
                </a:cubicBezTo>
                <a:lnTo>
                  <a:pt x="84962" y="377"/>
                </a:lnTo>
                <a:cubicBezTo>
                  <a:pt x="94647" y="797"/>
                  <a:pt x="102717" y="3417"/>
                  <a:pt x="109174" y="8238"/>
                </a:cubicBezTo>
                <a:cubicBezTo>
                  <a:pt x="115630" y="13060"/>
                  <a:pt x="120452" y="19642"/>
                  <a:pt x="123638" y="27985"/>
                </a:cubicBezTo>
                <a:cubicBezTo>
                  <a:pt x="126824" y="36328"/>
                  <a:pt x="128417" y="46076"/>
                  <a:pt x="128417" y="57228"/>
                </a:cubicBezTo>
                <a:moveTo>
                  <a:pt x="49430" y="86282"/>
                </a:moveTo>
                <a:lnTo>
                  <a:pt x="49430" y="33079"/>
                </a:lnTo>
                <a:cubicBezTo>
                  <a:pt x="40626" y="33331"/>
                  <a:pt x="34043" y="35867"/>
                  <a:pt x="29683" y="40689"/>
                </a:cubicBezTo>
                <a:cubicBezTo>
                  <a:pt x="25323" y="45510"/>
                  <a:pt x="23143" y="51694"/>
                  <a:pt x="23143" y="59241"/>
                </a:cubicBezTo>
                <a:cubicBezTo>
                  <a:pt x="23143" y="66955"/>
                  <a:pt x="25387" y="73265"/>
                  <a:pt x="29876" y="78170"/>
                </a:cubicBezTo>
                <a:cubicBezTo>
                  <a:pt x="34364" y="83075"/>
                  <a:pt x="40882" y="85779"/>
                  <a:pt x="49430" y="86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r">
            <a:extLst xmlns:a="http://schemas.openxmlformats.org/drawingml/2006/main">
              <a:ext uri="{FF2B5EF4-FFF2-40B4-BE49-F238E27FC236}">
                <a16:creationId xmlns:a16="http://schemas.microsoft.com/office/drawing/2014/main" id="{76937089-B847-43E0-85E1-167D8129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62" y="1170941"/>
            <a:ext cx="126153" cy="72573"/>
          </a:xfrm>
          <a:custGeom xmlns:a="http://schemas.openxmlformats.org/drawingml/2006/main">
            <a:pathLst>
              <a:path w="126153" h="72573">
                <a:moveTo>
                  <a:pt x="126153" y="72573"/>
                </a:moveTo>
                <a:lnTo>
                  <a:pt x="1887" y="72573"/>
                </a:lnTo>
                <a:lnTo>
                  <a:pt x="1887" y="40626"/>
                </a:lnTo>
                <a:lnTo>
                  <a:pt x="22891" y="39997"/>
                </a:lnTo>
                <a:cubicBezTo>
                  <a:pt x="15512" y="36810"/>
                  <a:pt x="9852" y="32031"/>
                  <a:pt x="5911" y="25658"/>
                </a:cubicBezTo>
                <a:cubicBezTo>
                  <a:pt x="1970" y="19286"/>
                  <a:pt x="0" y="11571"/>
                  <a:pt x="0" y="2516"/>
                </a:cubicBezTo>
                <a:lnTo>
                  <a:pt x="0" y="0"/>
                </a:lnTo>
                <a:lnTo>
                  <a:pt x="28048" y="0"/>
                </a:lnTo>
                <a:lnTo>
                  <a:pt x="28048" y="3144"/>
                </a:lnTo>
                <a:cubicBezTo>
                  <a:pt x="28048" y="8092"/>
                  <a:pt x="28496" y="12829"/>
                  <a:pt x="29392" y="17357"/>
                </a:cubicBezTo>
                <a:cubicBezTo>
                  <a:pt x="30288" y="21885"/>
                  <a:pt x="31825" y="25994"/>
                  <a:pt x="34003" y="29683"/>
                </a:cubicBezTo>
                <a:cubicBezTo>
                  <a:pt x="36180" y="33373"/>
                  <a:pt x="39190" y="36559"/>
                  <a:pt x="43031" y="39242"/>
                </a:cubicBezTo>
                <a:lnTo>
                  <a:pt x="126153" y="39242"/>
                </a:lnTo>
                <a:lnTo>
                  <a:pt x="126153" y="72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e4140693f470c"/>
          <a:stretch xmlns:a="http://schemas.openxmlformats.org/drawingml/2006/main"/>
        </p:blipFill>
        <p:spPr>
          <a:xfrm xmlns:a="http://schemas.openxmlformats.org/drawingml/2006/main">
            <a:off x="1114300" y="3809972"/>
            <a:ext cx="1391830" cy="1391830"/>
          </a:xfrm>
          <a:prstGeom xmlns:a="http://schemas.openxmlformats.org/drawingml/2006/main" prst="rect">
            <a:avLst/>
          </a:prstGeom>
        </p:spPr>
      </p:pic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D585C-48D3-4C93-AE33-5F45F669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62" y="684675"/>
            <a:ext cx="964191" cy="335490"/>
          </a:xfrm>
          <a:custGeom xmlns:a="http://schemas.openxmlformats.org/drawingml/2006/main">
            <a:pathLst>
              <a:path w="964191" h="335490">
                <a:moveTo>
                  <a:pt x="0" y="23282"/>
                </a:moveTo>
                <a:cubicBezTo>
                  <a:pt x="0" y="10477"/>
                  <a:pt x="10360" y="0"/>
                  <a:pt x="23165" y="0"/>
                </a:cubicBezTo>
                <a:lnTo>
                  <a:pt x="941026" y="0"/>
                </a:lnTo>
                <a:cubicBezTo>
                  <a:pt x="953831" y="0"/>
                  <a:pt x="964191" y="10477"/>
                  <a:pt x="964191" y="23282"/>
                </a:cubicBezTo>
                <a:lnTo>
                  <a:pt x="964191" y="312208"/>
                </a:lnTo>
                <a:cubicBezTo>
                  <a:pt x="964191" y="325013"/>
                  <a:pt x="953831" y="335490"/>
                  <a:pt x="941026" y="335490"/>
                </a:cubicBezTo>
                <a:lnTo>
                  <a:pt x="23165" y="335490"/>
                </a:lnTo>
                <a:cubicBezTo>
                  <a:pt x="10360" y="335490"/>
                  <a:pt x="0" y="325013"/>
                  <a:pt x="0" y="312208"/>
                </a:cubicBezTo>
                <a:lnTo>
                  <a:pt x="0" y="23282"/>
                </a:lnTo>
                <a:close/>
              </a:path>
            </a:pathLst>
          </a:custGeom>
          <a:solidFill xmlns:a="http://schemas.openxmlformats.org/drawingml/2006/main">
            <a:srgbClr val="C2D4C6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8DB44-AB09-4903-9DC4-92855E73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62" y="684675"/>
            <a:ext cx="964191" cy="335490"/>
          </a:xfrm>
          <a:custGeom xmlns:a="http://schemas.openxmlformats.org/drawingml/2006/main">
            <a:pathLst>
              <a:path w="964191" h="335490" fill="none">
                <a:moveTo>
                  <a:pt x="0" y="23282"/>
                </a:moveTo>
                <a:cubicBezTo>
                  <a:pt x="0" y="10477"/>
                  <a:pt x="10360" y="0"/>
                  <a:pt x="23165" y="0"/>
                </a:cubicBezTo>
                <a:lnTo>
                  <a:pt x="941026" y="0"/>
                </a:lnTo>
                <a:cubicBezTo>
                  <a:pt x="953831" y="0"/>
                  <a:pt x="964191" y="10477"/>
                  <a:pt x="964191" y="23282"/>
                </a:cubicBezTo>
                <a:lnTo>
                  <a:pt x="964191" y="312208"/>
                </a:lnTo>
                <a:cubicBezTo>
                  <a:pt x="964191" y="325013"/>
                  <a:pt x="953831" y="335490"/>
                  <a:pt x="941026" y="335490"/>
                </a:cubicBezTo>
                <a:lnTo>
                  <a:pt x="23165" y="335490"/>
                </a:lnTo>
                <a:cubicBezTo>
                  <a:pt x="10360" y="335490"/>
                  <a:pt x="0" y="325013"/>
                  <a:pt x="0" y="312208"/>
                </a:cubicBezTo>
                <a:lnTo>
                  <a:pt x="0" y="232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8DAD95"/>
            </a:solidFill>
            <a:miter/>
          </a:ln>
        </p:spPr>
      </p:sp>
      <p:sp>
        <p:nvSpPr>
          <p:cNvPr id="149" name="Text CoderA">
            <a:extLst xmlns:a="http://schemas.openxmlformats.org/drawingml/2006/main">
              <a:ext uri="{FF2B5EF4-FFF2-40B4-BE49-F238E27FC236}">
                <a16:creationId xmlns:a16="http://schemas.microsoft.com/office/drawing/2014/main" id="{61FD971B-725D-4A19-8661-796D5F3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688" y="787018"/>
            <a:ext cx="748318" cy="141396"/>
          </a:xfrm>
          <a:custGeom xmlns:a="http://schemas.openxmlformats.org/drawingml/2006/main">
            <a:pathLst>
              <a:path w="748318" h="141396">
                <a:moveTo>
                  <a:pt x="67117" y="141396"/>
                </a:moveTo>
                <a:cubicBezTo>
                  <a:pt x="53202" y="141396"/>
                  <a:pt x="41232" y="138480"/>
                  <a:pt x="31205" y="132648"/>
                </a:cubicBezTo>
                <a:cubicBezTo>
                  <a:pt x="21179" y="126816"/>
                  <a:pt x="13471" y="118631"/>
                  <a:pt x="8083" y="108093"/>
                </a:cubicBezTo>
                <a:cubicBezTo>
                  <a:pt x="2694" y="97555"/>
                  <a:pt x="0" y="85124"/>
                  <a:pt x="0" y="70800"/>
                </a:cubicBezTo>
                <a:cubicBezTo>
                  <a:pt x="0" y="56476"/>
                  <a:pt x="2694" y="44011"/>
                  <a:pt x="8083" y="33405"/>
                </a:cubicBezTo>
                <a:cubicBezTo>
                  <a:pt x="13471" y="22799"/>
                  <a:pt x="21179" y="14580"/>
                  <a:pt x="31205" y="8748"/>
                </a:cubicBezTo>
                <a:cubicBezTo>
                  <a:pt x="41232" y="2916"/>
                  <a:pt x="53202" y="0"/>
                  <a:pt x="67117" y="0"/>
                </a:cubicBezTo>
                <a:cubicBezTo>
                  <a:pt x="77894" y="0"/>
                  <a:pt x="87818" y="1859"/>
                  <a:pt x="96890" y="5576"/>
                </a:cubicBezTo>
                <a:cubicBezTo>
                  <a:pt x="105962" y="9293"/>
                  <a:pt x="113328" y="14784"/>
                  <a:pt x="118989" y="22048"/>
                </a:cubicBezTo>
                <a:cubicBezTo>
                  <a:pt x="124651" y="29313"/>
                  <a:pt x="127754" y="38265"/>
                  <a:pt x="128300" y="48905"/>
                </a:cubicBezTo>
                <a:lnTo>
                  <a:pt x="98834" y="48905"/>
                </a:lnTo>
                <a:cubicBezTo>
                  <a:pt x="98084" y="43312"/>
                  <a:pt x="96259" y="38674"/>
                  <a:pt x="93360" y="34991"/>
                </a:cubicBezTo>
                <a:cubicBezTo>
                  <a:pt x="90461" y="31308"/>
                  <a:pt x="86761" y="28545"/>
                  <a:pt x="82259" y="26704"/>
                </a:cubicBezTo>
                <a:cubicBezTo>
                  <a:pt x="77757" y="24862"/>
                  <a:pt x="72710" y="23941"/>
                  <a:pt x="67117" y="23941"/>
                </a:cubicBezTo>
                <a:cubicBezTo>
                  <a:pt x="58113" y="23941"/>
                  <a:pt x="50866" y="26124"/>
                  <a:pt x="45376" y="30489"/>
                </a:cubicBezTo>
                <a:cubicBezTo>
                  <a:pt x="39885" y="34854"/>
                  <a:pt x="35895" y="40567"/>
                  <a:pt x="33405" y="47626"/>
                </a:cubicBezTo>
                <a:cubicBezTo>
                  <a:pt x="30915" y="54686"/>
                  <a:pt x="29671" y="62411"/>
                  <a:pt x="29671" y="70800"/>
                </a:cubicBezTo>
                <a:cubicBezTo>
                  <a:pt x="29671" y="79122"/>
                  <a:pt x="30915" y="86829"/>
                  <a:pt x="33405" y="93923"/>
                </a:cubicBezTo>
                <a:cubicBezTo>
                  <a:pt x="35895" y="101016"/>
                  <a:pt x="39885" y="106712"/>
                  <a:pt x="45376" y="111009"/>
                </a:cubicBezTo>
                <a:cubicBezTo>
                  <a:pt x="50866" y="115306"/>
                  <a:pt x="58113" y="117455"/>
                  <a:pt x="67117" y="117455"/>
                </a:cubicBezTo>
                <a:cubicBezTo>
                  <a:pt x="76598" y="117455"/>
                  <a:pt x="84084" y="115016"/>
                  <a:pt x="89575" y="110139"/>
                </a:cubicBezTo>
                <a:cubicBezTo>
                  <a:pt x="95065" y="105262"/>
                  <a:pt x="98220" y="98322"/>
                  <a:pt x="99038" y="89319"/>
                </a:cubicBezTo>
                <a:lnTo>
                  <a:pt x="128504" y="89319"/>
                </a:lnTo>
                <a:cubicBezTo>
                  <a:pt x="127686" y="100573"/>
                  <a:pt x="124719" y="110071"/>
                  <a:pt x="119603" y="117813"/>
                </a:cubicBezTo>
                <a:cubicBezTo>
                  <a:pt x="114488" y="125554"/>
                  <a:pt x="107496" y="131420"/>
                  <a:pt x="98629" y="135411"/>
                </a:cubicBezTo>
                <a:cubicBezTo>
                  <a:pt x="89762" y="139401"/>
                  <a:pt x="79258" y="141396"/>
                  <a:pt x="67117" y="141396"/>
                </a:cubicBezTo>
                <a:close/>
                <a:moveTo>
                  <a:pt x="197866" y="141396"/>
                </a:moveTo>
                <a:cubicBezTo>
                  <a:pt x="187771" y="141396"/>
                  <a:pt x="178921" y="139360"/>
                  <a:pt x="171316" y="135289"/>
                </a:cubicBezTo>
                <a:cubicBezTo>
                  <a:pt x="163711" y="131216"/>
                  <a:pt x="157828" y="125315"/>
                  <a:pt x="153667" y="117586"/>
                </a:cubicBezTo>
                <a:cubicBezTo>
                  <a:pt x="149506" y="109855"/>
                  <a:pt x="147426" y="100502"/>
                  <a:pt x="147426" y="89527"/>
                </a:cubicBezTo>
                <a:cubicBezTo>
                  <a:pt x="147426" y="78347"/>
                  <a:pt x="149506" y="68840"/>
                  <a:pt x="153667" y="61007"/>
                </a:cubicBezTo>
                <a:cubicBezTo>
                  <a:pt x="157828" y="53172"/>
                  <a:pt x="163711" y="47201"/>
                  <a:pt x="171316" y="43096"/>
                </a:cubicBezTo>
                <a:cubicBezTo>
                  <a:pt x="178921" y="38989"/>
                  <a:pt x="187771" y="36935"/>
                  <a:pt x="197866" y="36935"/>
                </a:cubicBezTo>
                <a:cubicBezTo>
                  <a:pt x="208097" y="36935"/>
                  <a:pt x="217015" y="38989"/>
                  <a:pt x="224621" y="43096"/>
                </a:cubicBezTo>
                <a:cubicBezTo>
                  <a:pt x="232226" y="47201"/>
                  <a:pt x="238143" y="53172"/>
                  <a:pt x="242372" y="61007"/>
                </a:cubicBezTo>
                <a:cubicBezTo>
                  <a:pt x="246601" y="68840"/>
                  <a:pt x="248715" y="78347"/>
                  <a:pt x="248715" y="89527"/>
                </a:cubicBezTo>
                <a:cubicBezTo>
                  <a:pt x="248715" y="100502"/>
                  <a:pt x="246601" y="109855"/>
                  <a:pt x="242372" y="117586"/>
                </a:cubicBezTo>
                <a:cubicBezTo>
                  <a:pt x="238143" y="125315"/>
                  <a:pt x="232226" y="131216"/>
                  <a:pt x="224621" y="135289"/>
                </a:cubicBezTo>
                <a:cubicBezTo>
                  <a:pt x="217015" y="139360"/>
                  <a:pt x="208097" y="141396"/>
                  <a:pt x="197866" y="141396"/>
                </a:cubicBezTo>
                <a:moveTo>
                  <a:pt x="197866" y="120729"/>
                </a:moveTo>
                <a:cubicBezTo>
                  <a:pt x="203800" y="120729"/>
                  <a:pt x="208455" y="119320"/>
                  <a:pt x="211832" y="116502"/>
                </a:cubicBezTo>
                <a:cubicBezTo>
                  <a:pt x="215208" y="113684"/>
                  <a:pt x="217595" y="109910"/>
                  <a:pt x="218993" y="105180"/>
                </a:cubicBezTo>
                <a:cubicBezTo>
                  <a:pt x="220392" y="100451"/>
                  <a:pt x="221091" y="95234"/>
                  <a:pt x="221091" y="89530"/>
                </a:cubicBezTo>
                <a:cubicBezTo>
                  <a:pt x="221091" y="83685"/>
                  <a:pt x="220392" y="78363"/>
                  <a:pt x="218993" y="73563"/>
                </a:cubicBezTo>
                <a:cubicBezTo>
                  <a:pt x="217595" y="68762"/>
                  <a:pt x="215208" y="64936"/>
                  <a:pt x="211832" y="62084"/>
                </a:cubicBezTo>
                <a:cubicBezTo>
                  <a:pt x="208455" y="59233"/>
                  <a:pt x="203800" y="57807"/>
                  <a:pt x="197866" y="57807"/>
                </a:cubicBezTo>
                <a:cubicBezTo>
                  <a:pt x="192068" y="57807"/>
                  <a:pt x="187515" y="59233"/>
                  <a:pt x="184207" y="62084"/>
                </a:cubicBezTo>
                <a:cubicBezTo>
                  <a:pt x="180899" y="64936"/>
                  <a:pt x="178563" y="68762"/>
                  <a:pt x="177199" y="73563"/>
                </a:cubicBezTo>
                <a:cubicBezTo>
                  <a:pt x="175835" y="78363"/>
                  <a:pt x="175152" y="83685"/>
                  <a:pt x="175152" y="89530"/>
                </a:cubicBezTo>
                <a:cubicBezTo>
                  <a:pt x="175152" y="95234"/>
                  <a:pt x="175835" y="100451"/>
                  <a:pt x="177199" y="105180"/>
                </a:cubicBezTo>
                <a:cubicBezTo>
                  <a:pt x="178563" y="109910"/>
                  <a:pt x="180899" y="113684"/>
                  <a:pt x="184207" y="116502"/>
                </a:cubicBezTo>
                <a:cubicBezTo>
                  <a:pt x="187515" y="119320"/>
                  <a:pt x="192068" y="120729"/>
                  <a:pt x="197866" y="120729"/>
                </a:cubicBezTo>
                <a:close/>
                <a:moveTo>
                  <a:pt x="306982" y="141396"/>
                </a:moveTo>
                <a:cubicBezTo>
                  <a:pt x="299479" y="141396"/>
                  <a:pt x="292744" y="139498"/>
                  <a:pt x="286776" y="135701"/>
                </a:cubicBezTo>
                <a:cubicBezTo>
                  <a:pt x="280807" y="131905"/>
                  <a:pt x="276101" y="126091"/>
                  <a:pt x="272656" y="118257"/>
                </a:cubicBezTo>
                <a:cubicBezTo>
                  <a:pt x="269212" y="110424"/>
                  <a:pt x="267490" y="100468"/>
                  <a:pt x="267490" y="88388"/>
                </a:cubicBezTo>
                <a:cubicBezTo>
                  <a:pt x="267490" y="76725"/>
                  <a:pt x="269348" y="67097"/>
                  <a:pt x="273066" y="59504"/>
                </a:cubicBezTo>
                <a:cubicBezTo>
                  <a:pt x="276783" y="51912"/>
                  <a:pt x="281813" y="46253"/>
                  <a:pt x="288157" y="42527"/>
                </a:cubicBezTo>
                <a:cubicBezTo>
                  <a:pt x="294500" y="38799"/>
                  <a:pt x="301628" y="36935"/>
                  <a:pt x="309540" y="36935"/>
                </a:cubicBezTo>
                <a:cubicBezTo>
                  <a:pt x="316497" y="36935"/>
                  <a:pt x="322466" y="38367"/>
                  <a:pt x="327445" y="41232"/>
                </a:cubicBezTo>
                <a:cubicBezTo>
                  <a:pt x="332424" y="44097"/>
                  <a:pt x="336380" y="47848"/>
                  <a:pt x="339313" y="52486"/>
                </a:cubicBezTo>
                <a:lnTo>
                  <a:pt x="339313" y="1842"/>
                </a:lnTo>
                <a:lnTo>
                  <a:pt x="366426" y="1842"/>
                </a:lnTo>
                <a:lnTo>
                  <a:pt x="366426" y="139554"/>
                </a:lnTo>
                <a:lnTo>
                  <a:pt x="340438" y="139554"/>
                </a:lnTo>
                <a:lnTo>
                  <a:pt x="339313" y="125435"/>
                </a:lnTo>
                <a:cubicBezTo>
                  <a:pt x="335766" y="130346"/>
                  <a:pt x="331367" y="134234"/>
                  <a:pt x="326115" y="137099"/>
                </a:cubicBezTo>
                <a:cubicBezTo>
                  <a:pt x="320863" y="139963"/>
                  <a:pt x="314485" y="141396"/>
                  <a:pt x="306982" y="141396"/>
                </a:cubicBezTo>
                <a:moveTo>
                  <a:pt x="314963" y="120729"/>
                </a:moveTo>
                <a:cubicBezTo>
                  <a:pt x="320692" y="120729"/>
                  <a:pt x="325637" y="119094"/>
                  <a:pt x="329798" y="115824"/>
                </a:cubicBezTo>
                <a:cubicBezTo>
                  <a:pt x="333959" y="112554"/>
                  <a:pt x="337130" y="108729"/>
                  <a:pt x="339313" y="104349"/>
                </a:cubicBezTo>
                <a:lnTo>
                  <a:pt x="339313" y="74611"/>
                </a:lnTo>
                <a:cubicBezTo>
                  <a:pt x="337199" y="70020"/>
                  <a:pt x="334232" y="66020"/>
                  <a:pt x="330412" y="62612"/>
                </a:cubicBezTo>
                <a:cubicBezTo>
                  <a:pt x="326592" y="59204"/>
                  <a:pt x="321886" y="57500"/>
                  <a:pt x="316293" y="57500"/>
                </a:cubicBezTo>
                <a:cubicBezTo>
                  <a:pt x="309608" y="57500"/>
                  <a:pt x="304424" y="60143"/>
                  <a:pt x="300741" y="65429"/>
                </a:cubicBezTo>
                <a:cubicBezTo>
                  <a:pt x="297058" y="70715"/>
                  <a:pt x="295216" y="78367"/>
                  <a:pt x="295216" y="88385"/>
                </a:cubicBezTo>
                <a:cubicBezTo>
                  <a:pt x="295216" y="99375"/>
                  <a:pt x="296973" y="107513"/>
                  <a:pt x="300485" y="112799"/>
                </a:cubicBezTo>
                <a:cubicBezTo>
                  <a:pt x="303998" y="118086"/>
                  <a:pt x="308824" y="120729"/>
                  <a:pt x="314963" y="120729"/>
                </a:cubicBezTo>
                <a:close/>
                <a:moveTo>
                  <a:pt x="441332" y="141396"/>
                </a:moveTo>
                <a:cubicBezTo>
                  <a:pt x="430214" y="141396"/>
                  <a:pt x="420869" y="139308"/>
                  <a:pt x="413298" y="135132"/>
                </a:cubicBezTo>
                <a:cubicBezTo>
                  <a:pt x="405727" y="130957"/>
                  <a:pt x="399998" y="124935"/>
                  <a:pt x="396110" y="117068"/>
                </a:cubicBezTo>
                <a:cubicBezTo>
                  <a:pt x="392222" y="109198"/>
                  <a:pt x="390278" y="99742"/>
                  <a:pt x="390278" y="88699"/>
                </a:cubicBezTo>
                <a:cubicBezTo>
                  <a:pt x="390278" y="78000"/>
                  <a:pt x="392171" y="68787"/>
                  <a:pt x="395956" y="61058"/>
                </a:cubicBezTo>
                <a:cubicBezTo>
                  <a:pt x="399742" y="53327"/>
                  <a:pt x="405301" y="47374"/>
                  <a:pt x="412633" y="43198"/>
                </a:cubicBezTo>
                <a:cubicBezTo>
                  <a:pt x="419966" y="39023"/>
                  <a:pt x="428986" y="36935"/>
                  <a:pt x="439695" y="36935"/>
                </a:cubicBezTo>
                <a:cubicBezTo>
                  <a:pt x="454564" y="36935"/>
                  <a:pt x="466313" y="41330"/>
                  <a:pt x="474942" y="50120"/>
                </a:cubicBezTo>
                <a:cubicBezTo>
                  <a:pt x="483570" y="58911"/>
                  <a:pt x="487884" y="71442"/>
                  <a:pt x="487884" y="87714"/>
                </a:cubicBezTo>
                <a:cubicBezTo>
                  <a:pt x="487884" y="88541"/>
                  <a:pt x="487850" y="89661"/>
                  <a:pt x="487782" y="91074"/>
                </a:cubicBezTo>
                <a:cubicBezTo>
                  <a:pt x="487714" y="92487"/>
                  <a:pt x="487611" y="93573"/>
                  <a:pt x="487475" y="94332"/>
                </a:cubicBezTo>
                <a:lnTo>
                  <a:pt x="417391" y="94332"/>
                </a:lnTo>
                <a:cubicBezTo>
                  <a:pt x="417527" y="99147"/>
                  <a:pt x="418397" y="103648"/>
                  <a:pt x="420000" y="107834"/>
                </a:cubicBezTo>
                <a:cubicBezTo>
                  <a:pt x="421603" y="112020"/>
                  <a:pt x="424143" y="115387"/>
                  <a:pt x="427622" y="117934"/>
                </a:cubicBezTo>
                <a:cubicBezTo>
                  <a:pt x="431101" y="120479"/>
                  <a:pt x="435671" y="121752"/>
                  <a:pt x="441332" y="121752"/>
                </a:cubicBezTo>
                <a:cubicBezTo>
                  <a:pt x="447198" y="121752"/>
                  <a:pt x="451904" y="120435"/>
                  <a:pt x="455451" y="117800"/>
                </a:cubicBezTo>
                <a:cubicBezTo>
                  <a:pt x="458998" y="115165"/>
                  <a:pt x="460805" y="111248"/>
                  <a:pt x="460874" y="106047"/>
                </a:cubicBezTo>
                <a:lnTo>
                  <a:pt x="487577" y="106047"/>
                </a:lnTo>
                <a:cubicBezTo>
                  <a:pt x="487236" y="113925"/>
                  <a:pt x="485105" y="120490"/>
                  <a:pt x="481183" y="125742"/>
                </a:cubicBezTo>
                <a:cubicBezTo>
                  <a:pt x="477261" y="130994"/>
                  <a:pt x="471906" y="134916"/>
                  <a:pt x="465120" y="137508"/>
                </a:cubicBezTo>
                <a:cubicBezTo>
                  <a:pt x="458333" y="140100"/>
                  <a:pt x="450404" y="141396"/>
                  <a:pt x="441332" y="141396"/>
                </a:cubicBezTo>
                <a:moveTo>
                  <a:pt x="417698" y="77144"/>
                </a:moveTo>
                <a:lnTo>
                  <a:pt x="460976" y="77144"/>
                </a:lnTo>
                <a:cubicBezTo>
                  <a:pt x="460771" y="69982"/>
                  <a:pt x="458708" y="64627"/>
                  <a:pt x="454786" y="61081"/>
                </a:cubicBezTo>
                <a:cubicBezTo>
                  <a:pt x="450864" y="57534"/>
                  <a:pt x="445834" y="55760"/>
                  <a:pt x="439695" y="55760"/>
                </a:cubicBezTo>
                <a:cubicBezTo>
                  <a:pt x="433420" y="55760"/>
                  <a:pt x="428287" y="57586"/>
                  <a:pt x="424297" y="61237"/>
                </a:cubicBezTo>
                <a:cubicBezTo>
                  <a:pt x="420307" y="64888"/>
                  <a:pt x="418107" y="70191"/>
                  <a:pt x="417698" y="77144"/>
                </a:cubicBezTo>
                <a:close/>
                <a:moveTo>
                  <a:pt x="512734" y="139554"/>
                </a:moveTo>
                <a:lnTo>
                  <a:pt x="512734" y="38469"/>
                </a:lnTo>
                <a:lnTo>
                  <a:pt x="538721" y="38469"/>
                </a:lnTo>
                <a:lnTo>
                  <a:pt x="539233" y="55556"/>
                </a:lnTo>
                <a:cubicBezTo>
                  <a:pt x="541825" y="49553"/>
                  <a:pt x="545712" y="44949"/>
                  <a:pt x="550896" y="41743"/>
                </a:cubicBezTo>
                <a:cubicBezTo>
                  <a:pt x="556080" y="38538"/>
                  <a:pt x="562355" y="36935"/>
                  <a:pt x="569722" y="36935"/>
                </a:cubicBezTo>
                <a:lnTo>
                  <a:pt x="571768" y="36935"/>
                </a:lnTo>
                <a:lnTo>
                  <a:pt x="571768" y="59750"/>
                </a:lnTo>
                <a:lnTo>
                  <a:pt x="569210" y="59750"/>
                </a:lnTo>
                <a:cubicBezTo>
                  <a:pt x="565186" y="59750"/>
                  <a:pt x="561332" y="60115"/>
                  <a:pt x="557649" y="60844"/>
                </a:cubicBezTo>
                <a:cubicBezTo>
                  <a:pt x="553966" y="61573"/>
                  <a:pt x="550623" y="62823"/>
                  <a:pt x="547622" y="64594"/>
                </a:cubicBezTo>
                <a:cubicBezTo>
                  <a:pt x="544621" y="66366"/>
                  <a:pt x="542029" y="68814"/>
                  <a:pt x="539847" y="71938"/>
                </a:cubicBezTo>
                <a:lnTo>
                  <a:pt x="539847" y="139554"/>
                </a:lnTo>
                <a:lnTo>
                  <a:pt x="512734" y="139554"/>
                </a:lnTo>
                <a:close/>
                <a:moveTo>
                  <a:pt x="618996" y="139554"/>
                </a:moveTo>
                <a:lnTo>
                  <a:pt x="668515" y="1842"/>
                </a:lnTo>
                <a:lnTo>
                  <a:pt x="698697" y="1842"/>
                </a:lnTo>
                <a:lnTo>
                  <a:pt x="748318" y="139554"/>
                </a:lnTo>
                <a:lnTo>
                  <a:pt x="718341" y="139554"/>
                </a:lnTo>
                <a:lnTo>
                  <a:pt x="708519" y="109270"/>
                </a:lnTo>
                <a:lnTo>
                  <a:pt x="658795" y="109270"/>
                </a:lnTo>
                <a:lnTo>
                  <a:pt x="648666" y="139554"/>
                </a:lnTo>
                <a:lnTo>
                  <a:pt x="618996" y="139554"/>
                </a:lnTo>
                <a:moveTo>
                  <a:pt x="665650" y="85431"/>
                </a:moveTo>
                <a:lnTo>
                  <a:pt x="701459" y="85431"/>
                </a:lnTo>
                <a:lnTo>
                  <a:pt x="683555" y="30284"/>
                </a:lnTo>
                <a:lnTo>
                  <a:pt x="665650" y="85431"/>
                </a:lnTo>
                <a:close/>
              </a:path>
            </a:pathLst>
          </a:custGeom>
          <a:solidFill xmlns:a="http://schemas.openxmlformats.org/drawingml/2006/main">
            <a:srgbClr val="8DAD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BDCEE-FA9F-4481-8BEB-996E9296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11" y="684675"/>
            <a:ext cx="963400" cy="335490"/>
          </a:xfrm>
          <a:custGeom xmlns:a="http://schemas.openxmlformats.org/drawingml/2006/main">
            <a:pathLst>
              <a:path w="963400" h="335490">
                <a:moveTo>
                  <a:pt x="0" y="23282"/>
                </a:moveTo>
                <a:cubicBezTo>
                  <a:pt x="0" y="10477"/>
                  <a:pt x="10244" y="0"/>
                  <a:pt x="23049" y="0"/>
                </a:cubicBezTo>
                <a:lnTo>
                  <a:pt x="940351" y="0"/>
                </a:lnTo>
                <a:cubicBezTo>
                  <a:pt x="953156" y="0"/>
                  <a:pt x="963400" y="10477"/>
                  <a:pt x="963400" y="23282"/>
                </a:cubicBezTo>
                <a:lnTo>
                  <a:pt x="963400" y="312208"/>
                </a:lnTo>
                <a:cubicBezTo>
                  <a:pt x="963400" y="325013"/>
                  <a:pt x="953156" y="335490"/>
                  <a:pt x="940351" y="335490"/>
                </a:cubicBezTo>
                <a:lnTo>
                  <a:pt x="23049" y="335490"/>
                </a:lnTo>
                <a:cubicBezTo>
                  <a:pt x="10244" y="335490"/>
                  <a:pt x="0" y="325013"/>
                  <a:pt x="0" y="312208"/>
                </a:cubicBezTo>
                <a:lnTo>
                  <a:pt x="0" y="23282"/>
                </a:lnTo>
                <a:close/>
              </a:path>
            </a:pathLst>
          </a:custGeom>
          <a:solidFill xmlns:a="http://schemas.openxmlformats.org/drawingml/2006/main">
            <a:srgbClr val="F9E3D7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C08AF-5BF4-4ED8-A285-23D10DDD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11" y="684675"/>
            <a:ext cx="963400" cy="335490"/>
          </a:xfrm>
          <a:custGeom xmlns:a="http://schemas.openxmlformats.org/drawingml/2006/main">
            <a:pathLst>
              <a:path w="963400" h="335490" fill="none">
                <a:moveTo>
                  <a:pt x="0" y="23282"/>
                </a:moveTo>
                <a:cubicBezTo>
                  <a:pt x="0" y="10477"/>
                  <a:pt x="10244" y="0"/>
                  <a:pt x="23049" y="0"/>
                </a:cubicBezTo>
                <a:lnTo>
                  <a:pt x="940351" y="0"/>
                </a:lnTo>
                <a:cubicBezTo>
                  <a:pt x="953156" y="0"/>
                  <a:pt x="963400" y="10477"/>
                  <a:pt x="963400" y="23282"/>
                </a:cubicBezTo>
                <a:lnTo>
                  <a:pt x="963400" y="312208"/>
                </a:lnTo>
                <a:cubicBezTo>
                  <a:pt x="963400" y="325013"/>
                  <a:pt x="953156" y="335490"/>
                  <a:pt x="940351" y="335490"/>
                </a:cubicBezTo>
                <a:lnTo>
                  <a:pt x="23049" y="335490"/>
                </a:lnTo>
                <a:cubicBezTo>
                  <a:pt x="10244" y="335490"/>
                  <a:pt x="0" y="325013"/>
                  <a:pt x="0" y="312208"/>
                </a:cubicBezTo>
                <a:lnTo>
                  <a:pt x="0" y="232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EBA782"/>
            </a:solidFill>
            <a:miter/>
          </a:ln>
        </p:spPr>
      </p:sp>
      <p:sp>
        <p:nvSpPr>
          <p:cNvPr id="152" name="Text CoderB">
            <a:extLst xmlns:a="http://schemas.openxmlformats.org/drawingml/2006/main">
              <a:ext uri="{FF2B5EF4-FFF2-40B4-BE49-F238E27FC236}">
                <a16:creationId xmlns:a16="http://schemas.microsoft.com/office/drawing/2014/main" id="{436E622F-D4B8-4FA7-A9F6-F1E893F9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085" y="787483"/>
            <a:ext cx="739826" cy="141396"/>
          </a:xfrm>
          <a:custGeom xmlns:a="http://schemas.openxmlformats.org/drawingml/2006/main">
            <a:pathLst>
              <a:path w="739826" h="141396">
                <a:moveTo>
                  <a:pt x="67117" y="141396"/>
                </a:moveTo>
                <a:cubicBezTo>
                  <a:pt x="53202" y="141396"/>
                  <a:pt x="41232" y="138480"/>
                  <a:pt x="31205" y="132648"/>
                </a:cubicBezTo>
                <a:cubicBezTo>
                  <a:pt x="21179" y="126816"/>
                  <a:pt x="13471" y="118631"/>
                  <a:pt x="8083" y="108093"/>
                </a:cubicBezTo>
                <a:cubicBezTo>
                  <a:pt x="2694" y="97555"/>
                  <a:pt x="0" y="85124"/>
                  <a:pt x="0" y="70800"/>
                </a:cubicBezTo>
                <a:cubicBezTo>
                  <a:pt x="0" y="56476"/>
                  <a:pt x="2694" y="44011"/>
                  <a:pt x="8083" y="33405"/>
                </a:cubicBezTo>
                <a:cubicBezTo>
                  <a:pt x="13471" y="22799"/>
                  <a:pt x="21179" y="14580"/>
                  <a:pt x="31205" y="8748"/>
                </a:cubicBezTo>
                <a:cubicBezTo>
                  <a:pt x="41232" y="2916"/>
                  <a:pt x="53202" y="0"/>
                  <a:pt x="67117" y="0"/>
                </a:cubicBezTo>
                <a:cubicBezTo>
                  <a:pt x="77894" y="0"/>
                  <a:pt x="87818" y="1859"/>
                  <a:pt x="96890" y="5576"/>
                </a:cubicBezTo>
                <a:cubicBezTo>
                  <a:pt x="105962" y="9293"/>
                  <a:pt x="113328" y="14784"/>
                  <a:pt x="118989" y="22048"/>
                </a:cubicBezTo>
                <a:cubicBezTo>
                  <a:pt x="124651" y="29313"/>
                  <a:pt x="127754" y="38265"/>
                  <a:pt x="128300" y="48905"/>
                </a:cubicBezTo>
                <a:lnTo>
                  <a:pt x="98834" y="48905"/>
                </a:lnTo>
                <a:cubicBezTo>
                  <a:pt x="98084" y="43312"/>
                  <a:pt x="96259" y="38674"/>
                  <a:pt x="93360" y="34991"/>
                </a:cubicBezTo>
                <a:cubicBezTo>
                  <a:pt x="90461" y="31308"/>
                  <a:pt x="86761" y="28545"/>
                  <a:pt x="82259" y="26704"/>
                </a:cubicBezTo>
                <a:cubicBezTo>
                  <a:pt x="77757" y="24862"/>
                  <a:pt x="72710" y="23941"/>
                  <a:pt x="67117" y="23941"/>
                </a:cubicBezTo>
                <a:cubicBezTo>
                  <a:pt x="58113" y="23941"/>
                  <a:pt x="50866" y="26124"/>
                  <a:pt x="45376" y="30489"/>
                </a:cubicBezTo>
                <a:cubicBezTo>
                  <a:pt x="39885" y="34854"/>
                  <a:pt x="35895" y="40567"/>
                  <a:pt x="33405" y="47626"/>
                </a:cubicBezTo>
                <a:cubicBezTo>
                  <a:pt x="30915" y="54686"/>
                  <a:pt x="29671" y="62411"/>
                  <a:pt x="29671" y="70800"/>
                </a:cubicBezTo>
                <a:cubicBezTo>
                  <a:pt x="29671" y="79122"/>
                  <a:pt x="30915" y="86829"/>
                  <a:pt x="33405" y="93923"/>
                </a:cubicBezTo>
                <a:cubicBezTo>
                  <a:pt x="35895" y="101016"/>
                  <a:pt x="39885" y="106712"/>
                  <a:pt x="45376" y="111009"/>
                </a:cubicBezTo>
                <a:cubicBezTo>
                  <a:pt x="50866" y="115306"/>
                  <a:pt x="58113" y="117455"/>
                  <a:pt x="67117" y="117455"/>
                </a:cubicBezTo>
                <a:cubicBezTo>
                  <a:pt x="76598" y="117455"/>
                  <a:pt x="84084" y="115016"/>
                  <a:pt x="89575" y="110139"/>
                </a:cubicBezTo>
                <a:cubicBezTo>
                  <a:pt x="95065" y="105262"/>
                  <a:pt x="98220" y="98322"/>
                  <a:pt x="99038" y="89319"/>
                </a:cubicBezTo>
                <a:lnTo>
                  <a:pt x="128504" y="89319"/>
                </a:lnTo>
                <a:cubicBezTo>
                  <a:pt x="127686" y="100573"/>
                  <a:pt x="124719" y="110071"/>
                  <a:pt x="119603" y="117813"/>
                </a:cubicBezTo>
                <a:cubicBezTo>
                  <a:pt x="114488" y="125554"/>
                  <a:pt x="107496" y="131420"/>
                  <a:pt x="98629" y="135411"/>
                </a:cubicBezTo>
                <a:cubicBezTo>
                  <a:pt x="89762" y="139401"/>
                  <a:pt x="79258" y="141396"/>
                  <a:pt x="67117" y="141396"/>
                </a:cubicBezTo>
                <a:close/>
                <a:moveTo>
                  <a:pt x="197866" y="141396"/>
                </a:moveTo>
                <a:cubicBezTo>
                  <a:pt x="187771" y="141396"/>
                  <a:pt x="178921" y="139360"/>
                  <a:pt x="171316" y="135289"/>
                </a:cubicBezTo>
                <a:cubicBezTo>
                  <a:pt x="163710" y="131216"/>
                  <a:pt x="157827" y="125315"/>
                  <a:pt x="153667" y="117586"/>
                </a:cubicBezTo>
                <a:cubicBezTo>
                  <a:pt x="149506" y="109855"/>
                  <a:pt x="147426" y="100502"/>
                  <a:pt x="147426" y="89527"/>
                </a:cubicBezTo>
                <a:cubicBezTo>
                  <a:pt x="147426" y="78347"/>
                  <a:pt x="149506" y="68840"/>
                  <a:pt x="153667" y="61007"/>
                </a:cubicBezTo>
                <a:cubicBezTo>
                  <a:pt x="157827" y="53172"/>
                  <a:pt x="163710" y="47201"/>
                  <a:pt x="171316" y="43096"/>
                </a:cubicBezTo>
                <a:cubicBezTo>
                  <a:pt x="178921" y="38989"/>
                  <a:pt x="187771" y="36935"/>
                  <a:pt x="197866" y="36935"/>
                </a:cubicBezTo>
                <a:cubicBezTo>
                  <a:pt x="208097" y="36935"/>
                  <a:pt x="217015" y="38989"/>
                  <a:pt x="224620" y="43096"/>
                </a:cubicBezTo>
                <a:cubicBezTo>
                  <a:pt x="232226" y="47201"/>
                  <a:pt x="238143" y="53172"/>
                  <a:pt x="242372" y="61007"/>
                </a:cubicBezTo>
                <a:cubicBezTo>
                  <a:pt x="246601" y="68840"/>
                  <a:pt x="248715" y="78347"/>
                  <a:pt x="248715" y="89527"/>
                </a:cubicBezTo>
                <a:cubicBezTo>
                  <a:pt x="248715" y="100502"/>
                  <a:pt x="246601" y="109855"/>
                  <a:pt x="242372" y="117586"/>
                </a:cubicBezTo>
                <a:cubicBezTo>
                  <a:pt x="238143" y="125315"/>
                  <a:pt x="232226" y="131216"/>
                  <a:pt x="224620" y="135289"/>
                </a:cubicBezTo>
                <a:cubicBezTo>
                  <a:pt x="217015" y="139360"/>
                  <a:pt x="208097" y="141396"/>
                  <a:pt x="197866" y="141396"/>
                </a:cubicBezTo>
                <a:moveTo>
                  <a:pt x="197866" y="120729"/>
                </a:moveTo>
                <a:cubicBezTo>
                  <a:pt x="203800" y="120729"/>
                  <a:pt x="208455" y="119320"/>
                  <a:pt x="211831" y="116502"/>
                </a:cubicBezTo>
                <a:cubicBezTo>
                  <a:pt x="215208" y="113684"/>
                  <a:pt x="217595" y="109910"/>
                  <a:pt x="218993" y="105180"/>
                </a:cubicBezTo>
                <a:cubicBezTo>
                  <a:pt x="220392" y="100451"/>
                  <a:pt x="221091" y="95234"/>
                  <a:pt x="221091" y="89530"/>
                </a:cubicBezTo>
                <a:cubicBezTo>
                  <a:pt x="221091" y="83685"/>
                  <a:pt x="220392" y="78363"/>
                  <a:pt x="218993" y="73563"/>
                </a:cubicBezTo>
                <a:cubicBezTo>
                  <a:pt x="217595" y="68762"/>
                  <a:pt x="215208" y="64936"/>
                  <a:pt x="211831" y="62084"/>
                </a:cubicBezTo>
                <a:cubicBezTo>
                  <a:pt x="208455" y="59233"/>
                  <a:pt x="203800" y="57807"/>
                  <a:pt x="197866" y="57807"/>
                </a:cubicBezTo>
                <a:cubicBezTo>
                  <a:pt x="192068" y="57807"/>
                  <a:pt x="187515" y="59233"/>
                  <a:pt x="184207" y="62084"/>
                </a:cubicBezTo>
                <a:cubicBezTo>
                  <a:pt x="180899" y="64936"/>
                  <a:pt x="178563" y="68762"/>
                  <a:pt x="177199" y="73563"/>
                </a:cubicBezTo>
                <a:cubicBezTo>
                  <a:pt x="175834" y="78363"/>
                  <a:pt x="175152" y="83685"/>
                  <a:pt x="175152" y="89530"/>
                </a:cubicBezTo>
                <a:cubicBezTo>
                  <a:pt x="175152" y="95234"/>
                  <a:pt x="175834" y="100451"/>
                  <a:pt x="177199" y="105180"/>
                </a:cubicBezTo>
                <a:cubicBezTo>
                  <a:pt x="178563" y="109910"/>
                  <a:pt x="180899" y="113684"/>
                  <a:pt x="184207" y="116502"/>
                </a:cubicBezTo>
                <a:cubicBezTo>
                  <a:pt x="187515" y="119320"/>
                  <a:pt x="192068" y="120729"/>
                  <a:pt x="197866" y="120729"/>
                </a:cubicBezTo>
                <a:close/>
                <a:moveTo>
                  <a:pt x="306982" y="141396"/>
                </a:moveTo>
                <a:cubicBezTo>
                  <a:pt x="299479" y="141396"/>
                  <a:pt x="292744" y="139498"/>
                  <a:pt x="286776" y="135701"/>
                </a:cubicBezTo>
                <a:cubicBezTo>
                  <a:pt x="280807" y="131905"/>
                  <a:pt x="276101" y="126091"/>
                  <a:pt x="272656" y="118257"/>
                </a:cubicBezTo>
                <a:cubicBezTo>
                  <a:pt x="269212" y="110424"/>
                  <a:pt x="267490" y="100468"/>
                  <a:pt x="267490" y="88388"/>
                </a:cubicBezTo>
                <a:cubicBezTo>
                  <a:pt x="267490" y="76725"/>
                  <a:pt x="269348" y="67097"/>
                  <a:pt x="273066" y="59504"/>
                </a:cubicBezTo>
                <a:cubicBezTo>
                  <a:pt x="276783" y="51912"/>
                  <a:pt x="281813" y="46253"/>
                  <a:pt x="288157" y="42527"/>
                </a:cubicBezTo>
                <a:cubicBezTo>
                  <a:pt x="294500" y="38799"/>
                  <a:pt x="301628" y="36935"/>
                  <a:pt x="309540" y="36935"/>
                </a:cubicBezTo>
                <a:cubicBezTo>
                  <a:pt x="316497" y="36935"/>
                  <a:pt x="322466" y="38367"/>
                  <a:pt x="327445" y="41232"/>
                </a:cubicBezTo>
                <a:cubicBezTo>
                  <a:pt x="332424" y="44097"/>
                  <a:pt x="336380" y="47848"/>
                  <a:pt x="339313" y="52486"/>
                </a:cubicBezTo>
                <a:lnTo>
                  <a:pt x="339313" y="1842"/>
                </a:lnTo>
                <a:lnTo>
                  <a:pt x="366426" y="1842"/>
                </a:lnTo>
                <a:lnTo>
                  <a:pt x="366426" y="139554"/>
                </a:lnTo>
                <a:lnTo>
                  <a:pt x="340438" y="139554"/>
                </a:lnTo>
                <a:lnTo>
                  <a:pt x="339313" y="125435"/>
                </a:lnTo>
                <a:cubicBezTo>
                  <a:pt x="335766" y="130346"/>
                  <a:pt x="331367" y="134234"/>
                  <a:pt x="326115" y="137099"/>
                </a:cubicBezTo>
                <a:cubicBezTo>
                  <a:pt x="320863" y="139963"/>
                  <a:pt x="314485" y="141396"/>
                  <a:pt x="306982" y="141396"/>
                </a:cubicBezTo>
                <a:moveTo>
                  <a:pt x="314963" y="120729"/>
                </a:moveTo>
                <a:cubicBezTo>
                  <a:pt x="320692" y="120729"/>
                  <a:pt x="325637" y="119094"/>
                  <a:pt x="329798" y="115824"/>
                </a:cubicBezTo>
                <a:cubicBezTo>
                  <a:pt x="333959" y="112554"/>
                  <a:pt x="337130" y="108729"/>
                  <a:pt x="339313" y="104349"/>
                </a:cubicBezTo>
                <a:lnTo>
                  <a:pt x="339313" y="74611"/>
                </a:lnTo>
                <a:cubicBezTo>
                  <a:pt x="337199" y="70020"/>
                  <a:pt x="334231" y="66020"/>
                  <a:pt x="330412" y="62612"/>
                </a:cubicBezTo>
                <a:cubicBezTo>
                  <a:pt x="326592" y="59204"/>
                  <a:pt x="321886" y="57500"/>
                  <a:pt x="316293" y="57500"/>
                </a:cubicBezTo>
                <a:cubicBezTo>
                  <a:pt x="309608" y="57500"/>
                  <a:pt x="304424" y="60143"/>
                  <a:pt x="300741" y="65429"/>
                </a:cubicBezTo>
                <a:cubicBezTo>
                  <a:pt x="297058" y="70715"/>
                  <a:pt x="295216" y="78367"/>
                  <a:pt x="295216" y="88385"/>
                </a:cubicBezTo>
                <a:cubicBezTo>
                  <a:pt x="295216" y="99375"/>
                  <a:pt x="296973" y="107513"/>
                  <a:pt x="300485" y="112799"/>
                </a:cubicBezTo>
                <a:cubicBezTo>
                  <a:pt x="303998" y="118086"/>
                  <a:pt x="308824" y="120729"/>
                  <a:pt x="314963" y="120729"/>
                </a:cubicBezTo>
                <a:close/>
                <a:moveTo>
                  <a:pt x="441331" y="141396"/>
                </a:moveTo>
                <a:cubicBezTo>
                  <a:pt x="430214" y="141396"/>
                  <a:pt x="420869" y="139308"/>
                  <a:pt x="413298" y="135132"/>
                </a:cubicBezTo>
                <a:cubicBezTo>
                  <a:pt x="405727" y="130957"/>
                  <a:pt x="399997" y="124935"/>
                  <a:pt x="396109" y="117068"/>
                </a:cubicBezTo>
                <a:cubicBezTo>
                  <a:pt x="392221" y="109198"/>
                  <a:pt x="390278" y="99742"/>
                  <a:pt x="390278" y="88699"/>
                </a:cubicBezTo>
                <a:cubicBezTo>
                  <a:pt x="390278" y="78000"/>
                  <a:pt x="392170" y="68787"/>
                  <a:pt x="395956" y="61058"/>
                </a:cubicBezTo>
                <a:cubicBezTo>
                  <a:pt x="399741" y="53327"/>
                  <a:pt x="405300" y="47374"/>
                  <a:pt x="412633" y="43198"/>
                </a:cubicBezTo>
                <a:cubicBezTo>
                  <a:pt x="419965" y="39023"/>
                  <a:pt x="428986" y="36935"/>
                  <a:pt x="439694" y="36935"/>
                </a:cubicBezTo>
                <a:cubicBezTo>
                  <a:pt x="454564" y="36935"/>
                  <a:pt x="466313" y="41330"/>
                  <a:pt x="474941" y="50120"/>
                </a:cubicBezTo>
                <a:cubicBezTo>
                  <a:pt x="483569" y="58911"/>
                  <a:pt x="487884" y="71442"/>
                  <a:pt x="487884" y="87714"/>
                </a:cubicBezTo>
                <a:cubicBezTo>
                  <a:pt x="487884" y="88541"/>
                  <a:pt x="487850" y="89661"/>
                  <a:pt x="487781" y="91074"/>
                </a:cubicBezTo>
                <a:cubicBezTo>
                  <a:pt x="487713" y="92487"/>
                  <a:pt x="487611" y="93573"/>
                  <a:pt x="487474" y="94332"/>
                </a:cubicBezTo>
                <a:lnTo>
                  <a:pt x="417390" y="94332"/>
                </a:lnTo>
                <a:cubicBezTo>
                  <a:pt x="417527" y="99147"/>
                  <a:pt x="418396" y="103648"/>
                  <a:pt x="419999" y="107834"/>
                </a:cubicBezTo>
                <a:cubicBezTo>
                  <a:pt x="421602" y="112020"/>
                  <a:pt x="424143" y="115387"/>
                  <a:pt x="427622" y="117934"/>
                </a:cubicBezTo>
                <a:cubicBezTo>
                  <a:pt x="431100" y="120479"/>
                  <a:pt x="435670" y="121752"/>
                  <a:pt x="441331" y="121752"/>
                </a:cubicBezTo>
                <a:cubicBezTo>
                  <a:pt x="447197" y="121752"/>
                  <a:pt x="451904" y="120435"/>
                  <a:pt x="455451" y="117800"/>
                </a:cubicBezTo>
                <a:cubicBezTo>
                  <a:pt x="458997" y="115165"/>
                  <a:pt x="460805" y="111248"/>
                  <a:pt x="460873" y="106047"/>
                </a:cubicBezTo>
                <a:lnTo>
                  <a:pt x="487577" y="106047"/>
                </a:lnTo>
                <a:cubicBezTo>
                  <a:pt x="487236" y="113925"/>
                  <a:pt x="485104" y="120490"/>
                  <a:pt x="481182" y="125742"/>
                </a:cubicBezTo>
                <a:cubicBezTo>
                  <a:pt x="477260" y="130994"/>
                  <a:pt x="471906" y="134916"/>
                  <a:pt x="465119" y="137508"/>
                </a:cubicBezTo>
                <a:cubicBezTo>
                  <a:pt x="458332" y="140100"/>
                  <a:pt x="450403" y="141396"/>
                  <a:pt x="441331" y="141396"/>
                </a:cubicBezTo>
                <a:moveTo>
                  <a:pt x="417697" y="77144"/>
                </a:moveTo>
                <a:lnTo>
                  <a:pt x="460975" y="77144"/>
                </a:lnTo>
                <a:cubicBezTo>
                  <a:pt x="460771" y="69982"/>
                  <a:pt x="458708" y="64627"/>
                  <a:pt x="454786" y="61081"/>
                </a:cubicBezTo>
                <a:cubicBezTo>
                  <a:pt x="450864" y="57534"/>
                  <a:pt x="445833" y="55760"/>
                  <a:pt x="439694" y="55760"/>
                </a:cubicBezTo>
                <a:cubicBezTo>
                  <a:pt x="433419" y="55760"/>
                  <a:pt x="428287" y="57586"/>
                  <a:pt x="424296" y="61237"/>
                </a:cubicBezTo>
                <a:cubicBezTo>
                  <a:pt x="420306" y="64888"/>
                  <a:pt x="418107" y="70191"/>
                  <a:pt x="417697" y="77144"/>
                </a:cubicBezTo>
                <a:close/>
                <a:moveTo>
                  <a:pt x="512733" y="139554"/>
                </a:moveTo>
                <a:lnTo>
                  <a:pt x="512733" y="38469"/>
                </a:lnTo>
                <a:lnTo>
                  <a:pt x="538721" y="38469"/>
                </a:lnTo>
                <a:lnTo>
                  <a:pt x="539232" y="55556"/>
                </a:lnTo>
                <a:cubicBezTo>
                  <a:pt x="541824" y="49553"/>
                  <a:pt x="545712" y="44949"/>
                  <a:pt x="550896" y="41743"/>
                </a:cubicBezTo>
                <a:cubicBezTo>
                  <a:pt x="556080" y="38538"/>
                  <a:pt x="562355" y="36935"/>
                  <a:pt x="569721" y="36935"/>
                </a:cubicBezTo>
                <a:lnTo>
                  <a:pt x="571768" y="36935"/>
                </a:lnTo>
                <a:lnTo>
                  <a:pt x="571768" y="59750"/>
                </a:lnTo>
                <a:lnTo>
                  <a:pt x="569210" y="59750"/>
                </a:lnTo>
                <a:cubicBezTo>
                  <a:pt x="565185" y="59750"/>
                  <a:pt x="561332" y="60115"/>
                  <a:pt x="557648" y="60844"/>
                </a:cubicBezTo>
                <a:cubicBezTo>
                  <a:pt x="553965" y="61573"/>
                  <a:pt x="550623" y="62823"/>
                  <a:pt x="547622" y="64594"/>
                </a:cubicBezTo>
                <a:cubicBezTo>
                  <a:pt x="544621" y="66366"/>
                  <a:pt x="542029" y="68814"/>
                  <a:pt x="539846" y="71938"/>
                </a:cubicBezTo>
                <a:lnTo>
                  <a:pt x="539846" y="139554"/>
                </a:lnTo>
                <a:lnTo>
                  <a:pt x="512733" y="139554"/>
                </a:lnTo>
                <a:close/>
                <a:moveTo>
                  <a:pt x="635160" y="139554"/>
                </a:moveTo>
                <a:lnTo>
                  <a:pt x="635160" y="1842"/>
                </a:lnTo>
                <a:lnTo>
                  <a:pt x="682224" y="1842"/>
                </a:lnTo>
                <a:cubicBezTo>
                  <a:pt x="697093" y="1842"/>
                  <a:pt x="708859" y="4655"/>
                  <a:pt x="717522" y="10282"/>
                </a:cubicBezTo>
                <a:cubicBezTo>
                  <a:pt x="726184" y="15910"/>
                  <a:pt x="730515" y="24555"/>
                  <a:pt x="730515" y="36219"/>
                </a:cubicBezTo>
                <a:cubicBezTo>
                  <a:pt x="730515" y="43517"/>
                  <a:pt x="728691" y="49707"/>
                  <a:pt x="725042" y="54788"/>
                </a:cubicBezTo>
                <a:cubicBezTo>
                  <a:pt x="721393" y="59870"/>
                  <a:pt x="716533" y="63536"/>
                  <a:pt x="710462" y="65787"/>
                </a:cubicBezTo>
                <a:cubicBezTo>
                  <a:pt x="720011" y="67697"/>
                  <a:pt x="727293" y="71585"/>
                  <a:pt x="732306" y="77451"/>
                </a:cubicBezTo>
                <a:cubicBezTo>
                  <a:pt x="737319" y="83316"/>
                  <a:pt x="739826" y="90547"/>
                  <a:pt x="739826" y="99141"/>
                </a:cubicBezTo>
                <a:cubicBezTo>
                  <a:pt x="739826" y="108349"/>
                  <a:pt x="737728" y="115937"/>
                  <a:pt x="733534" y="121905"/>
                </a:cubicBezTo>
                <a:cubicBezTo>
                  <a:pt x="729339" y="127874"/>
                  <a:pt x="723337" y="132307"/>
                  <a:pt x="715527" y="135206"/>
                </a:cubicBezTo>
                <a:cubicBezTo>
                  <a:pt x="707717" y="138105"/>
                  <a:pt x="698355" y="139554"/>
                  <a:pt x="687442" y="139554"/>
                </a:cubicBezTo>
                <a:lnTo>
                  <a:pt x="635160" y="139554"/>
                </a:lnTo>
                <a:moveTo>
                  <a:pt x="663910" y="115715"/>
                </a:moveTo>
                <a:lnTo>
                  <a:pt x="686419" y="115715"/>
                </a:lnTo>
                <a:cubicBezTo>
                  <a:pt x="690921" y="115715"/>
                  <a:pt x="695013" y="115153"/>
                  <a:pt x="698696" y="114027"/>
                </a:cubicBezTo>
                <a:cubicBezTo>
                  <a:pt x="702380" y="112902"/>
                  <a:pt x="705295" y="110924"/>
                  <a:pt x="707444" y="108093"/>
                </a:cubicBezTo>
                <a:cubicBezTo>
                  <a:pt x="709593" y="105262"/>
                  <a:pt x="710667" y="101460"/>
                  <a:pt x="710667" y="96685"/>
                </a:cubicBezTo>
                <a:cubicBezTo>
                  <a:pt x="710667" y="90547"/>
                  <a:pt x="708382" y="86164"/>
                  <a:pt x="703812" y="83538"/>
                </a:cubicBezTo>
                <a:cubicBezTo>
                  <a:pt x="699242" y="80912"/>
                  <a:pt x="693444" y="79599"/>
                  <a:pt x="686419" y="79599"/>
                </a:cubicBezTo>
                <a:lnTo>
                  <a:pt x="663910" y="79599"/>
                </a:lnTo>
                <a:lnTo>
                  <a:pt x="663910" y="115715"/>
                </a:lnTo>
                <a:moveTo>
                  <a:pt x="663910" y="57602"/>
                </a:moveTo>
                <a:lnTo>
                  <a:pt x="681815" y="57602"/>
                </a:lnTo>
                <a:cubicBezTo>
                  <a:pt x="687340" y="57602"/>
                  <a:pt x="691978" y="56170"/>
                  <a:pt x="695729" y="53305"/>
                </a:cubicBezTo>
                <a:cubicBezTo>
                  <a:pt x="699481" y="50440"/>
                  <a:pt x="701356" y="46245"/>
                  <a:pt x="701356" y="40720"/>
                </a:cubicBezTo>
                <a:cubicBezTo>
                  <a:pt x="701356" y="36832"/>
                  <a:pt x="700504" y="33746"/>
                  <a:pt x="698799" y="31461"/>
                </a:cubicBezTo>
                <a:cubicBezTo>
                  <a:pt x="697093" y="29176"/>
                  <a:pt x="694774" y="27539"/>
                  <a:pt x="691841" y="26550"/>
                </a:cubicBezTo>
                <a:cubicBezTo>
                  <a:pt x="688908" y="25561"/>
                  <a:pt x="685566" y="25067"/>
                  <a:pt x="681815" y="25067"/>
                </a:cubicBezTo>
                <a:lnTo>
                  <a:pt x="663910" y="25067"/>
                </a:lnTo>
                <a:lnTo>
                  <a:pt x="663910" y="57602"/>
                </a:lnTo>
                <a:close/>
              </a:path>
            </a:pathLst>
          </a:custGeom>
          <a:solidFill xmlns:a="http://schemas.openxmlformats.org/drawingml/2006/main">
            <a:srgbClr val="EBA7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696DC-30F0-49F3-89E8-1995093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62" y="1250189"/>
            <a:ext cx="964191" cy="527798"/>
          </a:xfrm>
          <a:custGeom xmlns:a="http://schemas.openxmlformats.org/drawingml/2006/main">
            <a:pathLst>
              <a:path w="964191" h="527798">
                <a:moveTo>
                  <a:pt x="0" y="36320"/>
                </a:moveTo>
                <a:cubicBezTo>
                  <a:pt x="0" y="16297"/>
                  <a:pt x="16321" y="0"/>
                  <a:pt x="36483" y="0"/>
                </a:cubicBezTo>
                <a:lnTo>
                  <a:pt x="927709" y="0"/>
                </a:lnTo>
                <a:cubicBezTo>
                  <a:pt x="947871" y="0"/>
                  <a:pt x="964191" y="16297"/>
                  <a:pt x="964191" y="36320"/>
                </a:cubicBezTo>
                <a:lnTo>
                  <a:pt x="964191" y="491478"/>
                </a:lnTo>
                <a:cubicBezTo>
                  <a:pt x="964191" y="511500"/>
                  <a:pt x="947871" y="527798"/>
                  <a:pt x="927709" y="527798"/>
                </a:cubicBezTo>
                <a:lnTo>
                  <a:pt x="36483" y="527798"/>
                </a:lnTo>
                <a:cubicBezTo>
                  <a:pt x="16321" y="527798"/>
                  <a:pt x="0" y="511500"/>
                  <a:pt x="0" y="491478"/>
                </a:cubicBezTo>
                <a:lnTo>
                  <a:pt x="0" y="36320"/>
                </a:lnTo>
                <a:close/>
              </a:path>
            </a:pathLst>
          </a:custGeom>
          <a:solidFill xmlns:a="http://schemas.openxmlformats.org/drawingml/2006/main">
            <a:srgbClr val="C2D4C6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751CC-DD31-4CAA-AB2D-DB6491A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62" y="1250189"/>
            <a:ext cx="964191" cy="527798"/>
          </a:xfrm>
          <a:custGeom xmlns:a="http://schemas.openxmlformats.org/drawingml/2006/main">
            <a:pathLst>
              <a:path w="964191" h="527798" fill="none">
                <a:moveTo>
                  <a:pt x="0" y="36320"/>
                </a:moveTo>
                <a:cubicBezTo>
                  <a:pt x="0" y="16297"/>
                  <a:pt x="16321" y="0"/>
                  <a:pt x="36483" y="0"/>
                </a:cubicBezTo>
                <a:lnTo>
                  <a:pt x="927709" y="0"/>
                </a:lnTo>
                <a:cubicBezTo>
                  <a:pt x="947871" y="0"/>
                  <a:pt x="964191" y="16297"/>
                  <a:pt x="964191" y="36320"/>
                </a:cubicBezTo>
                <a:lnTo>
                  <a:pt x="964191" y="491478"/>
                </a:lnTo>
                <a:cubicBezTo>
                  <a:pt x="964191" y="511500"/>
                  <a:pt x="947871" y="527798"/>
                  <a:pt x="927709" y="527798"/>
                </a:cubicBezTo>
                <a:lnTo>
                  <a:pt x="36483" y="527798"/>
                </a:lnTo>
                <a:cubicBezTo>
                  <a:pt x="16321" y="527798"/>
                  <a:pt x="0" y="511500"/>
                  <a:pt x="0" y="491478"/>
                </a:cubicBezTo>
                <a:lnTo>
                  <a:pt x="0" y="363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8DAD95"/>
            </a:solidFill>
            <a:miter/>
          </a:ln>
        </p:spPr>
      </p:sp>
      <p:sp>
        <p:nvSpPr>
          <p:cNvPr id="155" name="Text ProxyA">
            <a:extLst xmlns:a="http://schemas.openxmlformats.org/drawingml/2006/main">
              <a:ext uri="{FF2B5EF4-FFF2-40B4-BE49-F238E27FC236}">
                <a16:creationId xmlns:a16="http://schemas.microsoft.com/office/drawing/2014/main" id="{ECB2A39C-5EB4-4D6C-A081-1C878F90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76" y="1554828"/>
            <a:ext cx="691058" cy="174340"/>
          </a:xfrm>
          <a:custGeom xmlns:a="http://schemas.openxmlformats.org/drawingml/2006/main">
            <a:pathLst>
              <a:path w="691058" h="174340">
                <a:moveTo>
                  <a:pt x="310944" y="36628"/>
                </a:moveTo>
                <a:lnTo>
                  <a:pt x="342741" y="84774"/>
                </a:lnTo>
                <a:lnTo>
                  <a:pt x="307568" y="137713"/>
                </a:lnTo>
                <a:lnTo>
                  <a:pt x="336420" y="137713"/>
                </a:lnTo>
                <a:lnTo>
                  <a:pt x="359036" y="101495"/>
                </a:lnTo>
                <a:lnTo>
                  <a:pt x="381744" y="137713"/>
                </a:lnTo>
                <a:lnTo>
                  <a:pt x="410699" y="137713"/>
                </a:lnTo>
                <a:lnTo>
                  <a:pt x="375634" y="85213"/>
                </a:lnTo>
                <a:lnTo>
                  <a:pt x="407629" y="36628"/>
                </a:lnTo>
                <a:lnTo>
                  <a:pt x="378675" y="36628"/>
                </a:lnTo>
                <a:lnTo>
                  <a:pt x="359408" y="69167"/>
                </a:lnTo>
                <a:lnTo>
                  <a:pt x="339898" y="36628"/>
                </a:lnTo>
                <a:lnTo>
                  <a:pt x="310944" y="36628"/>
                </a:lnTo>
                <a:close/>
                <a:moveTo>
                  <a:pt x="54021" y="88603"/>
                </a:moveTo>
                <a:lnTo>
                  <a:pt x="55151" y="88594"/>
                </a:lnTo>
                <a:lnTo>
                  <a:pt x="56272" y="88570"/>
                </a:lnTo>
                <a:lnTo>
                  <a:pt x="57385" y="88528"/>
                </a:lnTo>
                <a:lnTo>
                  <a:pt x="58490" y="88471"/>
                </a:lnTo>
                <a:lnTo>
                  <a:pt x="59586" y="88396"/>
                </a:lnTo>
                <a:lnTo>
                  <a:pt x="60674" y="88306"/>
                </a:lnTo>
                <a:lnTo>
                  <a:pt x="61754" y="88198"/>
                </a:lnTo>
                <a:lnTo>
                  <a:pt x="62826" y="88075"/>
                </a:lnTo>
                <a:lnTo>
                  <a:pt x="63889" y="87934"/>
                </a:lnTo>
                <a:lnTo>
                  <a:pt x="64943" y="87778"/>
                </a:lnTo>
                <a:lnTo>
                  <a:pt x="65989" y="87605"/>
                </a:lnTo>
                <a:lnTo>
                  <a:pt x="67027" y="87415"/>
                </a:lnTo>
                <a:lnTo>
                  <a:pt x="68057" y="87209"/>
                </a:lnTo>
                <a:lnTo>
                  <a:pt x="69078" y="86986"/>
                </a:lnTo>
                <a:lnTo>
                  <a:pt x="70091" y="86747"/>
                </a:lnTo>
                <a:lnTo>
                  <a:pt x="71096" y="86491"/>
                </a:lnTo>
                <a:lnTo>
                  <a:pt x="72092" y="86219"/>
                </a:lnTo>
                <a:lnTo>
                  <a:pt x="73080" y="85930"/>
                </a:lnTo>
                <a:lnTo>
                  <a:pt x="74059" y="85625"/>
                </a:lnTo>
                <a:lnTo>
                  <a:pt x="75031" y="85303"/>
                </a:lnTo>
                <a:lnTo>
                  <a:pt x="75993" y="84965"/>
                </a:lnTo>
                <a:lnTo>
                  <a:pt x="76948" y="84610"/>
                </a:lnTo>
                <a:lnTo>
                  <a:pt x="77894" y="84239"/>
                </a:lnTo>
                <a:lnTo>
                  <a:pt x="78832" y="83851"/>
                </a:lnTo>
                <a:lnTo>
                  <a:pt x="79757" y="83446"/>
                </a:lnTo>
                <a:lnTo>
                  <a:pt x="80667" y="83024"/>
                </a:lnTo>
                <a:lnTo>
                  <a:pt x="81561" y="82584"/>
                </a:lnTo>
                <a:lnTo>
                  <a:pt x="82440" y="82126"/>
                </a:lnTo>
                <a:lnTo>
                  <a:pt x="83302" y="81651"/>
                </a:lnTo>
                <a:lnTo>
                  <a:pt x="84149" y="81158"/>
                </a:lnTo>
                <a:lnTo>
                  <a:pt x="84980" y="80648"/>
                </a:lnTo>
                <a:lnTo>
                  <a:pt x="85795" y="80120"/>
                </a:lnTo>
                <a:lnTo>
                  <a:pt x="86594" y="79575"/>
                </a:lnTo>
                <a:lnTo>
                  <a:pt x="87377" y="79012"/>
                </a:lnTo>
                <a:lnTo>
                  <a:pt x="88145" y="78431"/>
                </a:lnTo>
                <a:lnTo>
                  <a:pt x="88897" y="77833"/>
                </a:lnTo>
                <a:lnTo>
                  <a:pt x="89633" y="77218"/>
                </a:lnTo>
                <a:lnTo>
                  <a:pt x="90353" y="76585"/>
                </a:lnTo>
                <a:lnTo>
                  <a:pt x="91057" y="75934"/>
                </a:lnTo>
                <a:lnTo>
                  <a:pt x="91746" y="75266"/>
                </a:lnTo>
                <a:lnTo>
                  <a:pt x="92419" y="74580"/>
                </a:lnTo>
                <a:lnTo>
                  <a:pt x="93076" y="73877"/>
                </a:lnTo>
                <a:lnTo>
                  <a:pt x="93717" y="73156"/>
                </a:lnTo>
                <a:lnTo>
                  <a:pt x="94342" y="72417"/>
                </a:lnTo>
                <a:lnTo>
                  <a:pt x="94952" y="71661"/>
                </a:lnTo>
                <a:lnTo>
                  <a:pt x="95545" y="70888"/>
                </a:lnTo>
                <a:lnTo>
                  <a:pt x="96123" y="70097"/>
                </a:lnTo>
                <a:lnTo>
                  <a:pt x="96685" y="69288"/>
                </a:lnTo>
                <a:lnTo>
                  <a:pt x="97228" y="68461"/>
                </a:lnTo>
                <a:lnTo>
                  <a:pt x="97747" y="67617"/>
                </a:lnTo>
                <a:lnTo>
                  <a:pt x="98244" y="66754"/>
                </a:lnTo>
                <a:lnTo>
                  <a:pt x="98717" y="65873"/>
                </a:lnTo>
                <a:lnTo>
                  <a:pt x="99168" y="64974"/>
                </a:lnTo>
                <a:lnTo>
                  <a:pt x="99595" y="64057"/>
                </a:lnTo>
                <a:lnTo>
                  <a:pt x="99999" y="63122"/>
                </a:lnTo>
                <a:lnTo>
                  <a:pt x="100380" y="62169"/>
                </a:lnTo>
                <a:lnTo>
                  <a:pt x="100738" y="61198"/>
                </a:lnTo>
                <a:lnTo>
                  <a:pt x="101073" y="60208"/>
                </a:lnTo>
                <a:lnTo>
                  <a:pt x="101384" y="59201"/>
                </a:lnTo>
                <a:lnTo>
                  <a:pt x="101673" y="58175"/>
                </a:lnTo>
                <a:lnTo>
                  <a:pt x="101939" y="57131"/>
                </a:lnTo>
                <a:lnTo>
                  <a:pt x="102181" y="56069"/>
                </a:lnTo>
                <a:lnTo>
                  <a:pt x="102400" y="54989"/>
                </a:lnTo>
                <a:lnTo>
                  <a:pt x="102597" y="53891"/>
                </a:lnTo>
                <a:lnTo>
                  <a:pt x="102770" y="52775"/>
                </a:lnTo>
                <a:lnTo>
                  <a:pt x="102920" y="51641"/>
                </a:lnTo>
                <a:lnTo>
                  <a:pt x="103047" y="50488"/>
                </a:lnTo>
                <a:lnTo>
                  <a:pt x="103151" y="49318"/>
                </a:lnTo>
                <a:lnTo>
                  <a:pt x="103232" y="48129"/>
                </a:lnTo>
                <a:lnTo>
                  <a:pt x="103289" y="46923"/>
                </a:lnTo>
                <a:lnTo>
                  <a:pt x="103324" y="45698"/>
                </a:lnTo>
                <a:lnTo>
                  <a:pt x="103336" y="44455"/>
                </a:lnTo>
                <a:lnTo>
                  <a:pt x="103324" y="43195"/>
                </a:lnTo>
                <a:lnTo>
                  <a:pt x="103289" y="41954"/>
                </a:lnTo>
                <a:lnTo>
                  <a:pt x="103232" y="40732"/>
                </a:lnTo>
                <a:lnTo>
                  <a:pt x="103151" y="39529"/>
                </a:lnTo>
                <a:lnTo>
                  <a:pt x="103047" y="38345"/>
                </a:lnTo>
                <a:lnTo>
                  <a:pt x="102920" y="37179"/>
                </a:lnTo>
                <a:lnTo>
                  <a:pt x="102770" y="36032"/>
                </a:lnTo>
                <a:lnTo>
                  <a:pt x="102597" y="34905"/>
                </a:lnTo>
                <a:lnTo>
                  <a:pt x="102400" y="33795"/>
                </a:lnTo>
                <a:lnTo>
                  <a:pt x="102181" y="32705"/>
                </a:lnTo>
                <a:lnTo>
                  <a:pt x="101939" y="31634"/>
                </a:lnTo>
                <a:lnTo>
                  <a:pt x="101673" y="30581"/>
                </a:lnTo>
                <a:lnTo>
                  <a:pt x="101384" y="29547"/>
                </a:lnTo>
                <a:lnTo>
                  <a:pt x="101073" y="28532"/>
                </a:lnTo>
                <a:lnTo>
                  <a:pt x="100738" y="27536"/>
                </a:lnTo>
                <a:lnTo>
                  <a:pt x="100380" y="26559"/>
                </a:lnTo>
                <a:lnTo>
                  <a:pt x="99999" y="25600"/>
                </a:lnTo>
                <a:lnTo>
                  <a:pt x="99595" y="24660"/>
                </a:lnTo>
                <a:lnTo>
                  <a:pt x="99168" y="23739"/>
                </a:lnTo>
                <a:lnTo>
                  <a:pt x="98717" y="22837"/>
                </a:lnTo>
                <a:lnTo>
                  <a:pt x="98244" y="21954"/>
                </a:lnTo>
                <a:lnTo>
                  <a:pt x="97747" y="21089"/>
                </a:lnTo>
                <a:lnTo>
                  <a:pt x="97228" y="20244"/>
                </a:lnTo>
                <a:lnTo>
                  <a:pt x="96685" y="19417"/>
                </a:lnTo>
                <a:lnTo>
                  <a:pt x="96123" y="18608"/>
                </a:lnTo>
                <a:lnTo>
                  <a:pt x="95545" y="17817"/>
                </a:lnTo>
                <a:lnTo>
                  <a:pt x="94952" y="17043"/>
                </a:lnTo>
                <a:lnTo>
                  <a:pt x="94342" y="16286"/>
                </a:lnTo>
                <a:lnTo>
                  <a:pt x="93717" y="15547"/>
                </a:lnTo>
                <a:lnTo>
                  <a:pt x="93076" y="14825"/>
                </a:lnTo>
                <a:lnTo>
                  <a:pt x="92419" y="14121"/>
                </a:lnTo>
                <a:lnTo>
                  <a:pt x="91746" y="13434"/>
                </a:lnTo>
                <a:lnTo>
                  <a:pt x="91057" y="12764"/>
                </a:lnTo>
                <a:lnTo>
                  <a:pt x="90353" y="12112"/>
                </a:lnTo>
                <a:lnTo>
                  <a:pt x="89633" y="11477"/>
                </a:lnTo>
                <a:lnTo>
                  <a:pt x="88897" y="10860"/>
                </a:lnTo>
                <a:lnTo>
                  <a:pt x="88145" y="10259"/>
                </a:lnTo>
                <a:lnTo>
                  <a:pt x="87377" y="9677"/>
                </a:lnTo>
                <a:lnTo>
                  <a:pt x="86594" y="9111"/>
                </a:lnTo>
                <a:lnTo>
                  <a:pt x="85795" y="8563"/>
                </a:lnTo>
                <a:lnTo>
                  <a:pt x="84980" y="8033"/>
                </a:lnTo>
                <a:lnTo>
                  <a:pt x="84149" y="7520"/>
                </a:lnTo>
                <a:lnTo>
                  <a:pt x="83302" y="7024"/>
                </a:lnTo>
                <a:lnTo>
                  <a:pt x="82440" y="6545"/>
                </a:lnTo>
                <a:lnTo>
                  <a:pt x="81561" y="6084"/>
                </a:lnTo>
                <a:lnTo>
                  <a:pt x="80667" y="5641"/>
                </a:lnTo>
                <a:lnTo>
                  <a:pt x="79757" y="5214"/>
                </a:lnTo>
                <a:lnTo>
                  <a:pt x="78832" y="4805"/>
                </a:lnTo>
                <a:lnTo>
                  <a:pt x="77894" y="4413"/>
                </a:lnTo>
                <a:lnTo>
                  <a:pt x="76948" y="4038"/>
                </a:lnTo>
                <a:lnTo>
                  <a:pt x="75993" y="3679"/>
                </a:lnTo>
                <a:lnTo>
                  <a:pt x="75031" y="3337"/>
                </a:lnTo>
                <a:lnTo>
                  <a:pt x="74059" y="3012"/>
                </a:lnTo>
                <a:lnTo>
                  <a:pt x="73080" y="2703"/>
                </a:lnTo>
                <a:lnTo>
                  <a:pt x="72092" y="2411"/>
                </a:lnTo>
                <a:lnTo>
                  <a:pt x="71096" y="2136"/>
                </a:lnTo>
                <a:lnTo>
                  <a:pt x="70091" y="1877"/>
                </a:lnTo>
                <a:lnTo>
                  <a:pt x="69078" y="1635"/>
                </a:lnTo>
                <a:lnTo>
                  <a:pt x="68057" y="1410"/>
                </a:lnTo>
                <a:lnTo>
                  <a:pt x="67027" y="1201"/>
                </a:lnTo>
                <a:lnTo>
                  <a:pt x="65989" y="1009"/>
                </a:lnTo>
                <a:lnTo>
                  <a:pt x="64943" y="834"/>
                </a:lnTo>
                <a:lnTo>
                  <a:pt x="63889" y="676"/>
                </a:lnTo>
                <a:lnTo>
                  <a:pt x="62826" y="534"/>
                </a:lnTo>
                <a:lnTo>
                  <a:pt x="61754" y="409"/>
                </a:lnTo>
                <a:lnTo>
                  <a:pt x="60674" y="300"/>
                </a:lnTo>
                <a:lnTo>
                  <a:pt x="59586" y="209"/>
                </a:lnTo>
                <a:lnTo>
                  <a:pt x="58490" y="133"/>
                </a:lnTo>
                <a:lnTo>
                  <a:pt x="57385" y="75"/>
                </a:lnTo>
                <a:lnTo>
                  <a:pt x="56272" y="33"/>
                </a:lnTo>
                <a:lnTo>
                  <a:pt x="55151" y="8"/>
                </a:lnTo>
                <a:lnTo>
                  <a:pt x="54021" y="0"/>
                </a:lnTo>
                <a:lnTo>
                  <a:pt x="0" y="0"/>
                </a:lnTo>
                <a:lnTo>
                  <a:pt x="0" y="137713"/>
                </a:lnTo>
                <a:lnTo>
                  <a:pt x="28750" y="137713"/>
                </a:lnTo>
                <a:lnTo>
                  <a:pt x="28750" y="88603"/>
                </a:lnTo>
                <a:lnTo>
                  <a:pt x="54021" y="88603"/>
                </a:lnTo>
                <a:close/>
                <a:moveTo>
                  <a:pt x="52165" y="23234"/>
                </a:moveTo>
                <a:lnTo>
                  <a:pt x="52957" y="23261"/>
                </a:lnTo>
                <a:lnTo>
                  <a:pt x="53738" y="23306"/>
                </a:lnTo>
                <a:lnTo>
                  <a:pt x="54507" y="23370"/>
                </a:lnTo>
                <a:lnTo>
                  <a:pt x="55264" y="23451"/>
                </a:lnTo>
                <a:lnTo>
                  <a:pt x="56010" y="23550"/>
                </a:lnTo>
                <a:lnTo>
                  <a:pt x="56743" y="23668"/>
                </a:lnTo>
                <a:lnTo>
                  <a:pt x="57466" y="23803"/>
                </a:lnTo>
                <a:lnTo>
                  <a:pt x="58176" y="23957"/>
                </a:lnTo>
                <a:lnTo>
                  <a:pt x="58874" y="24129"/>
                </a:lnTo>
                <a:lnTo>
                  <a:pt x="59561" y="24318"/>
                </a:lnTo>
                <a:lnTo>
                  <a:pt x="60236" y="24526"/>
                </a:lnTo>
                <a:lnTo>
                  <a:pt x="60900" y="24752"/>
                </a:lnTo>
                <a:lnTo>
                  <a:pt x="61552" y="24996"/>
                </a:lnTo>
                <a:lnTo>
                  <a:pt x="62192" y="25258"/>
                </a:lnTo>
                <a:lnTo>
                  <a:pt x="62820" y="25538"/>
                </a:lnTo>
                <a:lnTo>
                  <a:pt x="63436" y="25837"/>
                </a:lnTo>
                <a:lnTo>
                  <a:pt x="64041" y="26153"/>
                </a:lnTo>
                <a:lnTo>
                  <a:pt x="64634" y="26487"/>
                </a:lnTo>
                <a:lnTo>
                  <a:pt x="65216" y="26840"/>
                </a:lnTo>
                <a:lnTo>
                  <a:pt x="65785" y="27210"/>
                </a:lnTo>
                <a:lnTo>
                  <a:pt x="66343" y="27599"/>
                </a:lnTo>
                <a:lnTo>
                  <a:pt x="66889" y="28005"/>
                </a:lnTo>
                <a:lnTo>
                  <a:pt x="67424" y="28430"/>
                </a:lnTo>
                <a:lnTo>
                  <a:pt x="67942" y="28874"/>
                </a:lnTo>
                <a:lnTo>
                  <a:pt x="68437" y="29337"/>
                </a:lnTo>
                <a:lnTo>
                  <a:pt x="68911" y="29819"/>
                </a:lnTo>
                <a:lnTo>
                  <a:pt x="69362" y="30321"/>
                </a:lnTo>
                <a:lnTo>
                  <a:pt x="69792" y="30843"/>
                </a:lnTo>
                <a:lnTo>
                  <a:pt x="70199" y="31384"/>
                </a:lnTo>
                <a:lnTo>
                  <a:pt x="70585" y="31944"/>
                </a:lnTo>
                <a:lnTo>
                  <a:pt x="70948" y="32524"/>
                </a:lnTo>
                <a:lnTo>
                  <a:pt x="71289" y="33123"/>
                </a:lnTo>
                <a:lnTo>
                  <a:pt x="71609" y="33742"/>
                </a:lnTo>
                <a:lnTo>
                  <a:pt x="71906" y="34381"/>
                </a:lnTo>
                <a:lnTo>
                  <a:pt x="72181" y="35039"/>
                </a:lnTo>
                <a:lnTo>
                  <a:pt x="72435" y="35716"/>
                </a:lnTo>
                <a:lnTo>
                  <a:pt x="72666" y="36413"/>
                </a:lnTo>
                <a:lnTo>
                  <a:pt x="72875" y="37130"/>
                </a:lnTo>
                <a:lnTo>
                  <a:pt x="73062" y="37866"/>
                </a:lnTo>
                <a:lnTo>
                  <a:pt x="73228" y="38621"/>
                </a:lnTo>
                <a:lnTo>
                  <a:pt x="73371" y="39396"/>
                </a:lnTo>
                <a:lnTo>
                  <a:pt x="73492" y="40190"/>
                </a:lnTo>
                <a:lnTo>
                  <a:pt x="73591" y="41004"/>
                </a:lnTo>
                <a:lnTo>
                  <a:pt x="73668" y="41838"/>
                </a:lnTo>
                <a:lnTo>
                  <a:pt x="73723" y="42690"/>
                </a:lnTo>
                <a:lnTo>
                  <a:pt x="73756" y="43563"/>
                </a:lnTo>
                <a:lnTo>
                  <a:pt x="73767" y="44455"/>
                </a:lnTo>
                <a:lnTo>
                  <a:pt x="73757" y="45313"/>
                </a:lnTo>
                <a:lnTo>
                  <a:pt x="73724" y="46154"/>
                </a:lnTo>
                <a:lnTo>
                  <a:pt x="73671" y="46978"/>
                </a:lnTo>
                <a:lnTo>
                  <a:pt x="73595" y="47783"/>
                </a:lnTo>
                <a:lnTo>
                  <a:pt x="73499" y="48571"/>
                </a:lnTo>
                <a:lnTo>
                  <a:pt x="73380" y="49341"/>
                </a:lnTo>
                <a:lnTo>
                  <a:pt x="73241" y="50093"/>
                </a:lnTo>
                <a:lnTo>
                  <a:pt x="73080" y="50828"/>
                </a:lnTo>
                <a:lnTo>
                  <a:pt x="72897" y="51545"/>
                </a:lnTo>
                <a:lnTo>
                  <a:pt x="72693" y="52244"/>
                </a:lnTo>
                <a:lnTo>
                  <a:pt x="72467" y="52926"/>
                </a:lnTo>
                <a:lnTo>
                  <a:pt x="72220" y="53589"/>
                </a:lnTo>
                <a:lnTo>
                  <a:pt x="71951" y="54235"/>
                </a:lnTo>
                <a:lnTo>
                  <a:pt x="71661" y="54864"/>
                </a:lnTo>
                <a:lnTo>
                  <a:pt x="71349" y="55474"/>
                </a:lnTo>
                <a:lnTo>
                  <a:pt x="71016" y="56067"/>
                </a:lnTo>
                <a:lnTo>
                  <a:pt x="70662" y="56642"/>
                </a:lnTo>
                <a:lnTo>
                  <a:pt x="70285" y="57200"/>
                </a:lnTo>
                <a:lnTo>
                  <a:pt x="69888" y="57740"/>
                </a:lnTo>
                <a:lnTo>
                  <a:pt x="69469" y="58262"/>
                </a:lnTo>
                <a:lnTo>
                  <a:pt x="69028" y="58766"/>
                </a:lnTo>
                <a:lnTo>
                  <a:pt x="68566" y="59253"/>
                </a:lnTo>
                <a:lnTo>
                  <a:pt x="68082" y="59721"/>
                </a:lnTo>
                <a:lnTo>
                  <a:pt x="67577" y="60173"/>
                </a:lnTo>
                <a:lnTo>
                  <a:pt x="67055" y="60606"/>
                </a:lnTo>
                <a:lnTo>
                  <a:pt x="66519" y="61020"/>
                </a:lnTo>
                <a:lnTo>
                  <a:pt x="65970" y="61416"/>
                </a:lnTo>
                <a:lnTo>
                  <a:pt x="65408" y="61794"/>
                </a:lnTo>
                <a:lnTo>
                  <a:pt x="64832" y="62154"/>
                </a:lnTo>
                <a:lnTo>
                  <a:pt x="64243" y="62495"/>
                </a:lnTo>
                <a:lnTo>
                  <a:pt x="63640" y="62817"/>
                </a:lnTo>
                <a:lnTo>
                  <a:pt x="63024" y="63121"/>
                </a:lnTo>
                <a:lnTo>
                  <a:pt x="62395" y="63407"/>
                </a:lnTo>
                <a:lnTo>
                  <a:pt x="61753" y="63674"/>
                </a:lnTo>
                <a:lnTo>
                  <a:pt x="61097" y="63923"/>
                </a:lnTo>
                <a:lnTo>
                  <a:pt x="60428" y="64153"/>
                </a:lnTo>
                <a:lnTo>
                  <a:pt x="59746" y="64365"/>
                </a:lnTo>
                <a:lnTo>
                  <a:pt x="59050" y="64559"/>
                </a:lnTo>
                <a:lnTo>
                  <a:pt x="58341" y="64734"/>
                </a:lnTo>
                <a:lnTo>
                  <a:pt x="57619" y="64890"/>
                </a:lnTo>
                <a:lnTo>
                  <a:pt x="56883" y="65028"/>
                </a:lnTo>
                <a:lnTo>
                  <a:pt x="56134" y="65148"/>
                </a:lnTo>
                <a:lnTo>
                  <a:pt x="55372" y="65250"/>
                </a:lnTo>
                <a:lnTo>
                  <a:pt x="54596" y="65333"/>
                </a:lnTo>
                <a:lnTo>
                  <a:pt x="53808" y="65397"/>
                </a:lnTo>
                <a:lnTo>
                  <a:pt x="53005" y="65443"/>
                </a:lnTo>
                <a:lnTo>
                  <a:pt x="52190" y="65471"/>
                </a:lnTo>
                <a:lnTo>
                  <a:pt x="51361" y="65480"/>
                </a:lnTo>
                <a:lnTo>
                  <a:pt x="28750" y="65480"/>
                </a:lnTo>
                <a:lnTo>
                  <a:pt x="28750" y="23225"/>
                </a:lnTo>
                <a:lnTo>
                  <a:pt x="51361" y="23225"/>
                </a:lnTo>
                <a:lnTo>
                  <a:pt x="52165" y="23234"/>
                </a:lnTo>
                <a:close/>
                <a:moveTo>
                  <a:pt x="661080" y="137713"/>
                </a:moveTo>
                <a:lnTo>
                  <a:pt x="691058" y="137713"/>
                </a:lnTo>
                <a:lnTo>
                  <a:pt x="641436" y="0"/>
                </a:lnTo>
                <a:lnTo>
                  <a:pt x="611254" y="0"/>
                </a:lnTo>
                <a:lnTo>
                  <a:pt x="561735" y="137713"/>
                </a:lnTo>
                <a:lnTo>
                  <a:pt x="591405" y="137713"/>
                </a:lnTo>
                <a:lnTo>
                  <a:pt x="601534" y="107428"/>
                </a:lnTo>
                <a:lnTo>
                  <a:pt x="651258" y="107428"/>
                </a:lnTo>
                <a:lnTo>
                  <a:pt x="661080" y="137713"/>
                </a:lnTo>
                <a:close/>
                <a:moveTo>
                  <a:pt x="626294" y="28443"/>
                </a:moveTo>
                <a:lnTo>
                  <a:pt x="644199" y="83589"/>
                </a:lnTo>
                <a:lnTo>
                  <a:pt x="608389" y="83589"/>
                </a:lnTo>
                <a:lnTo>
                  <a:pt x="626294" y="28443"/>
                </a:lnTo>
                <a:close/>
                <a:moveTo>
                  <a:pt x="151166" y="69710"/>
                </a:moveTo>
                <a:lnTo>
                  <a:pt x="151445" y="69330"/>
                </a:lnTo>
                <a:lnTo>
                  <a:pt x="151728" y="68957"/>
                </a:lnTo>
                <a:lnTo>
                  <a:pt x="152016" y="68591"/>
                </a:lnTo>
                <a:lnTo>
                  <a:pt x="152308" y="68232"/>
                </a:lnTo>
                <a:lnTo>
                  <a:pt x="152604" y="67880"/>
                </a:lnTo>
                <a:lnTo>
                  <a:pt x="152905" y="67535"/>
                </a:lnTo>
                <a:lnTo>
                  <a:pt x="153210" y="67198"/>
                </a:lnTo>
                <a:lnTo>
                  <a:pt x="153519" y="66867"/>
                </a:lnTo>
                <a:lnTo>
                  <a:pt x="153832" y="66543"/>
                </a:lnTo>
                <a:lnTo>
                  <a:pt x="154150" y="66227"/>
                </a:lnTo>
                <a:lnTo>
                  <a:pt x="154472" y="65917"/>
                </a:lnTo>
                <a:lnTo>
                  <a:pt x="154798" y="65615"/>
                </a:lnTo>
                <a:lnTo>
                  <a:pt x="155128" y="65319"/>
                </a:lnTo>
                <a:lnTo>
                  <a:pt x="155463" y="65031"/>
                </a:lnTo>
                <a:lnTo>
                  <a:pt x="155802" y="64750"/>
                </a:lnTo>
                <a:lnTo>
                  <a:pt x="156145" y="64475"/>
                </a:lnTo>
                <a:lnTo>
                  <a:pt x="156492" y="64208"/>
                </a:lnTo>
                <a:lnTo>
                  <a:pt x="156844" y="63948"/>
                </a:lnTo>
                <a:lnTo>
                  <a:pt x="157200" y="63695"/>
                </a:lnTo>
                <a:lnTo>
                  <a:pt x="157560" y="63449"/>
                </a:lnTo>
                <a:lnTo>
                  <a:pt x="157925" y="63210"/>
                </a:lnTo>
                <a:lnTo>
                  <a:pt x="158293" y="62978"/>
                </a:lnTo>
                <a:lnTo>
                  <a:pt x="158666" y="62753"/>
                </a:lnTo>
                <a:lnTo>
                  <a:pt x="159043" y="62534"/>
                </a:lnTo>
                <a:lnTo>
                  <a:pt x="159424" y="62321"/>
                </a:lnTo>
                <a:lnTo>
                  <a:pt x="159808" y="62113"/>
                </a:lnTo>
                <a:lnTo>
                  <a:pt x="160195" y="61911"/>
                </a:lnTo>
                <a:lnTo>
                  <a:pt x="160586" y="61714"/>
                </a:lnTo>
                <a:lnTo>
                  <a:pt x="160981" y="61522"/>
                </a:lnTo>
                <a:lnTo>
                  <a:pt x="161379" y="61336"/>
                </a:lnTo>
                <a:lnTo>
                  <a:pt x="161781" y="61155"/>
                </a:lnTo>
                <a:lnTo>
                  <a:pt x="162187" y="60980"/>
                </a:lnTo>
                <a:lnTo>
                  <a:pt x="162595" y="60810"/>
                </a:lnTo>
                <a:lnTo>
                  <a:pt x="163008" y="60646"/>
                </a:lnTo>
                <a:lnTo>
                  <a:pt x="163424" y="60487"/>
                </a:lnTo>
                <a:lnTo>
                  <a:pt x="163843" y="60333"/>
                </a:lnTo>
                <a:lnTo>
                  <a:pt x="164267" y="60185"/>
                </a:lnTo>
                <a:lnTo>
                  <a:pt x="164693" y="60042"/>
                </a:lnTo>
                <a:lnTo>
                  <a:pt x="165123" y="59905"/>
                </a:lnTo>
                <a:lnTo>
                  <a:pt x="165557" y="59773"/>
                </a:lnTo>
                <a:lnTo>
                  <a:pt x="165994" y="59647"/>
                </a:lnTo>
                <a:lnTo>
                  <a:pt x="166435" y="59526"/>
                </a:lnTo>
                <a:lnTo>
                  <a:pt x="166880" y="59410"/>
                </a:lnTo>
                <a:lnTo>
                  <a:pt x="167328" y="59300"/>
                </a:lnTo>
                <a:lnTo>
                  <a:pt x="167779" y="59195"/>
                </a:lnTo>
                <a:lnTo>
                  <a:pt x="168234" y="59096"/>
                </a:lnTo>
                <a:lnTo>
                  <a:pt x="168693" y="59002"/>
                </a:lnTo>
                <a:lnTo>
                  <a:pt x="169154" y="58913"/>
                </a:lnTo>
                <a:lnTo>
                  <a:pt x="169617" y="58828"/>
                </a:lnTo>
                <a:lnTo>
                  <a:pt x="170082" y="58746"/>
                </a:lnTo>
                <a:lnTo>
                  <a:pt x="170549" y="58668"/>
                </a:lnTo>
                <a:lnTo>
                  <a:pt x="171017" y="58594"/>
                </a:lnTo>
                <a:lnTo>
                  <a:pt x="171487" y="58524"/>
                </a:lnTo>
                <a:lnTo>
                  <a:pt x="171959" y="58457"/>
                </a:lnTo>
                <a:lnTo>
                  <a:pt x="172433" y="58395"/>
                </a:lnTo>
                <a:lnTo>
                  <a:pt x="172909" y="58336"/>
                </a:lnTo>
                <a:lnTo>
                  <a:pt x="173386" y="58281"/>
                </a:lnTo>
                <a:lnTo>
                  <a:pt x="173865" y="58230"/>
                </a:lnTo>
                <a:lnTo>
                  <a:pt x="174346" y="58182"/>
                </a:lnTo>
                <a:lnTo>
                  <a:pt x="174828" y="58139"/>
                </a:lnTo>
                <a:lnTo>
                  <a:pt x="175313" y="58099"/>
                </a:lnTo>
                <a:lnTo>
                  <a:pt x="175799" y="58063"/>
                </a:lnTo>
                <a:lnTo>
                  <a:pt x="176287" y="58030"/>
                </a:lnTo>
                <a:lnTo>
                  <a:pt x="176777" y="58002"/>
                </a:lnTo>
                <a:lnTo>
                  <a:pt x="177268" y="57977"/>
                </a:lnTo>
                <a:lnTo>
                  <a:pt x="177761" y="57956"/>
                </a:lnTo>
                <a:lnTo>
                  <a:pt x="178256" y="57939"/>
                </a:lnTo>
                <a:lnTo>
                  <a:pt x="178753" y="57926"/>
                </a:lnTo>
                <a:lnTo>
                  <a:pt x="179252" y="57916"/>
                </a:lnTo>
                <a:lnTo>
                  <a:pt x="179752" y="57911"/>
                </a:lnTo>
                <a:lnTo>
                  <a:pt x="180254" y="57909"/>
                </a:lnTo>
                <a:lnTo>
                  <a:pt x="182812" y="57909"/>
                </a:lnTo>
                <a:lnTo>
                  <a:pt x="182812" y="35093"/>
                </a:lnTo>
                <a:lnTo>
                  <a:pt x="180766" y="35093"/>
                </a:lnTo>
                <a:lnTo>
                  <a:pt x="179851" y="35102"/>
                </a:lnTo>
                <a:lnTo>
                  <a:pt x="178947" y="35127"/>
                </a:lnTo>
                <a:lnTo>
                  <a:pt x="178055" y="35168"/>
                </a:lnTo>
                <a:lnTo>
                  <a:pt x="177174" y="35227"/>
                </a:lnTo>
                <a:lnTo>
                  <a:pt x="176304" y="35302"/>
                </a:lnTo>
                <a:lnTo>
                  <a:pt x="175446" y="35394"/>
                </a:lnTo>
                <a:lnTo>
                  <a:pt x="174599" y="35502"/>
                </a:lnTo>
                <a:lnTo>
                  <a:pt x="173763" y="35627"/>
                </a:lnTo>
                <a:lnTo>
                  <a:pt x="172939" y="35769"/>
                </a:lnTo>
                <a:lnTo>
                  <a:pt x="172126" y="35928"/>
                </a:lnTo>
                <a:lnTo>
                  <a:pt x="171325" y="36103"/>
                </a:lnTo>
                <a:lnTo>
                  <a:pt x="170535" y="36295"/>
                </a:lnTo>
                <a:lnTo>
                  <a:pt x="169756" y="36504"/>
                </a:lnTo>
                <a:lnTo>
                  <a:pt x="168989" y="36729"/>
                </a:lnTo>
                <a:lnTo>
                  <a:pt x="168233" y="36972"/>
                </a:lnTo>
                <a:lnTo>
                  <a:pt x="167488" y="37230"/>
                </a:lnTo>
                <a:lnTo>
                  <a:pt x="166755" y="37506"/>
                </a:lnTo>
                <a:lnTo>
                  <a:pt x="166033" y="37798"/>
                </a:lnTo>
                <a:lnTo>
                  <a:pt x="165322" y="38107"/>
                </a:lnTo>
                <a:lnTo>
                  <a:pt x="164623" y="38433"/>
                </a:lnTo>
                <a:lnTo>
                  <a:pt x="163935" y="38775"/>
                </a:lnTo>
                <a:lnTo>
                  <a:pt x="163259" y="39134"/>
                </a:lnTo>
                <a:lnTo>
                  <a:pt x="162594" y="39509"/>
                </a:lnTo>
                <a:lnTo>
                  <a:pt x="161940" y="39902"/>
                </a:lnTo>
                <a:lnTo>
                  <a:pt x="161299" y="40310"/>
                </a:lnTo>
                <a:lnTo>
                  <a:pt x="160671" y="40732"/>
                </a:lnTo>
                <a:lnTo>
                  <a:pt x="160057" y="41170"/>
                </a:lnTo>
                <a:lnTo>
                  <a:pt x="159456" y="41621"/>
                </a:lnTo>
                <a:lnTo>
                  <a:pt x="158869" y="42088"/>
                </a:lnTo>
                <a:lnTo>
                  <a:pt x="158295" y="42568"/>
                </a:lnTo>
                <a:lnTo>
                  <a:pt x="157735" y="43064"/>
                </a:lnTo>
                <a:lnTo>
                  <a:pt x="157189" y="43574"/>
                </a:lnTo>
                <a:lnTo>
                  <a:pt x="156655" y="44098"/>
                </a:lnTo>
                <a:lnTo>
                  <a:pt x="156136" y="44637"/>
                </a:lnTo>
                <a:lnTo>
                  <a:pt x="155629" y="45191"/>
                </a:lnTo>
                <a:lnTo>
                  <a:pt x="155137" y="45759"/>
                </a:lnTo>
                <a:lnTo>
                  <a:pt x="154657" y="46342"/>
                </a:lnTo>
                <a:lnTo>
                  <a:pt x="154192" y="46939"/>
                </a:lnTo>
                <a:lnTo>
                  <a:pt x="153739" y="47551"/>
                </a:lnTo>
                <a:lnTo>
                  <a:pt x="153301" y="48178"/>
                </a:lnTo>
                <a:lnTo>
                  <a:pt x="152875" y="48819"/>
                </a:lnTo>
                <a:lnTo>
                  <a:pt x="152464" y="49474"/>
                </a:lnTo>
                <a:lnTo>
                  <a:pt x="152065" y="50145"/>
                </a:lnTo>
                <a:lnTo>
                  <a:pt x="151681" y="50829"/>
                </a:lnTo>
                <a:lnTo>
                  <a:pt x="151309" y="51529"/>
                </a:lnTo>
                <a:lnTo>
                  <a:pt x="150952" y="52243"/>
                </a:lnTo>
                <a:lnTo>
                  <a:pt x="150607" y="52971"/>
                </a:lnTo>
                <a:lnTo>
                  <a:pt x="150277" y="53714"/>
                </a:lnTo>
                <a:lnTo>
                  <a:pt x="149765" y="36628"/>
                </a:lnTo>
                <a:lnTo>
                  <a:pt x="123778" y="36628"/>
                </a:lnTo>
                <a:lnTo>
                  <a:pt x="123778" y="137713"/>
                </a:lnTo>
                <a:lnTo>
                  <a:pt x="150891" y="137713"/>
                </a:lnTo>
                <a:lnTo>
                  <a:pt x="150891" y="70097"/>
                </a:lnTo>
                <a:lnTo>
                  <a:pt x="151166" y="69710"/>
                </a:lnTo>
                <a:close/>
                <a:moveTo>
                  <a:pt x="250825" y="139459"/>
                </a:moveTo>
                <a:lnTo>
                  <a:pt x="252056" y="139385"/>
                </a:lnTo>
                <a:lnTo>
                  <a:pt x="253273" y="139289"/>
                </a:lnTo>
                <a:lnTo>
                  <a:pt x="254477" y="139173"/>
                </a:lnTo>
                <a:lnTo>
                  <a:pt x="255667" y="139035"/>
                </a:lnTo>
                <a:lnTo>
                  <a:pt x="256843" y="138876"/>
                </a:lnTo>
                <a:lnTo>
                  <a:pt x="258006" y="138695"/>
                </a:lnTo>
                <a:lnTo>
                  <a:pt x="259155" y="138494"/>
                </a:lnTo>
                <a:lnTo>
                  <a:pt x="260290" y="138271"/>
                </a:lnTo>
                <a:lnTo>
                  <a:pt x="261412" y="138028"/>
                </a:lnTo>
                <a:lnTo>
                  <a:pt x="262519" y="137762"/>
                </a:lnTo>
                <a:lnTo>
                  <a:pt x="263614" y="137476"/>
                </a:lnTo>
                <a:lnTo>
                  <a:pt x="264694" y="137169"/>
                </a:lnTo>
                <a:lnTo>
                  <a:pt x="265761" y="136840"/>
                </a:lnTo>
                <a:lnTo>
                  <a:pt x="266814" y="136490"/>
                </a:lnTo>
                <a:lnTo>
                  <a:pt x="267854" y="136119"/>
                </a:lnTo>
                <a:lnTo>
                  <a:pt x="268880" y="135727"/>
                </a:lnTo>
                <a:lnTo>
                  <a:pt x="269892" y="135313"/>
                </a:lnTo>
                <a:lnTo>
                  <a:pt x="270891" y="134879"/>
                </a:lnTo>
                <a:lnTo>
                  <a:pt x="271875" y="134423"/>
                </a:lnTo>
                <a:lnTo>
                  <a:pt x="272847" y="133946"/>
                </a:lnTo>
                <a:lnTo>
                  <a:pt x="273804" y="133447"/>
                </a:lnTo>
                <a:lnTo>
                  <a:pt x="274746" y="132929"/>
                </a:lnTo>
                <a:lnTo>
                  <a:pt x="275670" y="132391"/>
                </a:lnTo>
                <a:lnTo>
                  <a:pt x="276577" y="131834"/>
                </a:lnTo>
                <a:lnTo>
                  <a:pt x="277466" y="131258"/>
                </a:lnTo>
                <a:lnTo>
                  <a:pt x="278338" y="130664"/>
                </a:lnTo>
                <a:lnTo>
                  <a:pt x="279192" y="130050"/>
                </a:lnTo>
                <a:lnTo>
                  <a:pt x="280028" y="129417"/>
                </a:lnTo>
                <a:lnTo>
                  <a:pt x="280847" y="128765"/>
                </a:lnTo>
                <a:lnTo>
                  <a:pt x="281648" y="128094"/>
                </a:lnTo>
                <a:lnTo>
                  <a:pt x="282431" y="127404"/>
                </a:lnTo>
                <a:lnTo>
                  <a:pt x="283197" y="126695"/>
                </a:lnTo>
                <a:lnTo>
                  <a:pt x="283946" y="125967"/>
                </a:lnTo>
                <a:lnTo>
                  <a:pt x="284677" y="125219"/>
                </a:lnTo>
                <a:lnTo>
                  <a:pt x="285390" y="124453"/>
                </a:lnTo>
                <a:lnTo>
                  <a:pt x="286086" y="123668"/>
                </a:lnTo>
                <a:lnTo>
                  <a:pt x="286764" y="122864"/>
                </a:lnTo>
                <a:lnTo>
                  <a:pt x="287424" y="122040"/>
                </a:lnTo>
                <a:lnTo>
                  <a:pt x="288067" y="121198"/>
                </a:lnTo>
                <a:lnTo>
                  <a:pt x="288692" y="120337"/>
                </a:lnTo>
                <a:lnTo>
                  <a:pt x="289300" y="119456"/>
                </a:lnTo>
                <a:lnTo>
                  <a:pt x="289890" y="118557"/>
                </a:lnTo>
                <a:lnTo>
                  <a:pt x="290463" y="117638"/>
                </a:lnTo>
                <a:lnTo>
                  <a:pt x="291018" y="116701"/>
                </a:lnTo>
                <a:lnTo>
                  <a:pt x="291555" y="115744"/>
                </a:lnTo>
                <a:lnTo>
                  <a:pt x="292073" y="114769"/>
                </a:lnTo>
                <a:lnTo>
                  <a:pt x="292569" y="113778"/>
                </a:lnTo>
                <a:lnTo>
                  <a:pt x="293042" y="112769"/>
                </a:lnTo>
                <a:lnTo>
                  <a:pt x="293494" y="111744"/>
                </a:lnTo>
                <a:lnTo>
                  <a:pt x="293923" y="110701"/>
                </a:lnTo>
                <a:lnTo>
                  <a:pt x="294331" y="109642"/>
                </a:lnTo>
                <a:lnTo>
                  <a:pt x="294716" y="108566"/>
                </a:lnTo>
                <a:lnTo>
                  <a:pt x="295079" y="107472"/>
                </a:lnTo>
                <a:lnTo>
                  <a:pt x="295421" y="106363"/>
                </a:lnTo>
                <a:lnTo>
                  <a:pt x="295740" y="105236"/>
                </a:lnTo>
                <a:lnTo>
                  <a:pt x="296038" y="104092"/>
                </a:lnTo>
                <a:lnTo>
                  <a:pt x="296313" y="102931"/>
                </a:lnTo>
                <a:lnTo>
                  <a:pt x="296566" y="101754"/>
                </a:lnTo>
                <a:lnTo>
                  <a:pt x="296797" y="100559"/>
                </a:lnTo>
                <a:lnTo>
                  <a:pt x="297007" y="99348"/>
                </a:lnTo>
                <a:lnTo>
                  <a:pt x="297194" y="98119"/>
                </a:lnTo>
                <a:lnTo>
                  <a:pt x="297359" y="96874"/>
                </a:lnTo>
                <a:lnTo>
                  <a:pt x="297502" y="95612"/>
                </a:lnTo>
                <a:lnTo>
                  <a:pt x="297623" y="94333"/>
                </a:lnTo>
                <a:lnTo>
                  <a:pt x="297723" y="93037"/>
                </a:lnTo>
                <a:lnTo>
                  <a:pt x="297800" y="91725"/>
                </a:lnTo>
                <a:lnTo>
                  <a:pt x="297855" y="90395"/>
                </a:lnTo>
                <a:lnTo>
                  <a:pt x="297888" y="89048"/>
                </a:lnTo>
                <a:lnTo>
                  <a:pt x="297899" y="87685"/>
                </a:lnTo>
                <a:lnTo>
                  <a:pt x="297888" y="86296"/>
                </a:lnTo>
                <a:lnTo>
                  <a:pt x="297855" y="84925"/>
                </a:lnTo>
                <a:lnTo>
                  <a:pt x="297800" y="83571"/>
                </a:lnTo>
                <a:lnTo>
                  <a:pt x="297723" y="82235"/>
                </a:lnTo>
                <a:lnTo>
                  <a:pt x="297623" y="80915"/>
                </a:lnTo>
                <a:lnTo>
                  <a:pt x="297502" y="79614"/>
                </a:lnTo>
                <a:lnTo>
                  <a:pt x="297359" y="78330"/>
                </a:lnTo>
                <a:lnTo>
                  <a:pt x="297194" y="77063"/>
                </a:lnTo>
                <a:lnTo>
                  <a:pt x="297007" y="75814"/>
                </a:lnTo>
                <a:lnTo>
                  <a:pt x="296797" y="74582"/>
                </a:lnTo>
                <a:lnTo>
                  <a:pt x="296566" y="73367"/>
                </a:lnTo>
                <a:lnTo>
                  <a:pt x="296313" y="72170"/>
                </a:lnTo>
                <a:lnTo>
                  <a:pt x="296038" y="70991"/>
                </a:lnTo>
                <a:lnTo>
                  <a:pt x="295740" y="69828"/>
                </a:lnTo>
                <a:lnTo>
                  <a:pt x="295421" y="68684"/>
                </a:lnTo>
                <a:lnTo>
                  <a:pt x="295079" y="67556"/>
                </a:lnTo>
                <a:lnTo>
                  <a:pt x="294716" y="66447"/>
                </a:lnTo>
                <a:lnTo>
                  <a:pt x="294331" y="65354"/>
                </a:lnTo>
                <a:lnTo>
                  <a:pt x="293923" y="64279"/>
                </a:lnTo>
                <a:lnTo>
                  <a:pt x="293494" y="63221"/>
                </a:lnTo>
                <a:lnTo>
                  <a:pt x="293042" y="62181"/>
                </a:lnTo>
                <a:lnTo>
                  <a:pt x="292569" y="61159"/>
                </a:lnTo>
                <a:lnTo>
                  <a:pt x="292073" y="60153"/>
                </a:lnTo>
                <a:lnTo>
                  <a:pt x="291555" y="59165"/>
                </a:lnTo>
                <a:lnTo>
                  <a:pt x="291018" y="58196"/>
                </a:lnTo>
                <a:lnTo>
                  <a:pt x="290463" y="57245"/>
                </a:lnTo>
                <a:lnTo>
                  <a:pt x="289890" y="56315"/>
                </a:lnTo>
                <a:lnTo>
                  <a:pt x="289300" y="55403"/>
                </a:lnTo>
                <a:lnTo>
                  <a:pt x="288692" y="54511"/>
                </a:lnTo>
                <a:lnTo>
                  <a:pt x="288067" y="53639"/>
                </a:lnTo>
                <a:lnTo>
                  <a:pt x="287424" y="52785"/>
                </a:lnTo>
                <a:lnTo>
                  <a:pt x="286764" y="51952"/>
                </a:lnTo>
                <a:lnTo>
                  <a:pt x="286086" y="51137"/>
                </a:lnTo>
                <a:lnTo>
                  <a:pt x="285390" y="50342"/>
                </a:lnTo>
                <a:lnTo>
                  <a:pt x="284677" y="49567"/>
                </a:lnTo>
                <a:lnTo>
                  <a:pt x="283946" y="48811"/>
                </a:lnTo>
                <a:lnTo>
                  <a:pt x="283197" y="48074"/>
                </a:lnTo>
                <a:lnTo>
                  <a:pt x="282431" y="47357"/>
                </a:lnTo>
                <a:lnTo>
                  <a:pt x="281648" y="46660"/>
                </a:lnTo>
                <a:lnTo>
                  <a:pt x="280847" y="45981"/>
                </a:lnTo>
                <a:lnTo>
                  <a:pt x="280028" y="45322"/>
                </a:lnTo>
                <a:lnTo>
                  <a:pt x="279192" y="44683"/>
                </a:lnTo>
                <a:lnTo>
                  <a:pt x="278338" y="44063"/>
                </a:lnTo>
                <a:lnTo>
                  <a:pt x="277466" y="43462"/>
                </a:lnTo>
                <a:lnTo>
                  <a:pt x="276577" y="42881"/>
                </a:lnTo>
                <a:lnTo>
                  <a:pt x="275670" y="42319"/>
                </a:lnTo>
                <a:lnTo>
                  <a:pt x="274746" y="41777"/>
                </a:lnTo>
                <a:lnTo>
                  <a:pt x="273804" y="41254"/>
                </a:lnTo>
                <a:lnTo>
                  <a:pt x="272847" y="40752"/>
                </a:lnTo>
                <a:lnTo>
                  <a:pt x="271875" y="40270"/>
                </a:lnTo>
                <a:lnTo>
                  <a:pt x="270891" y="39810"/>
                </a:lnTo>
                <a:lnTo>
                  <a:pt x="269892" y="39372"/>
                </a:lnTo>
                <a:lnTo>
                  <a:pt x="268880" y="38955"/>
                </a:lnTo>
                <a:lnTo>
                  <a:pt x="267854" y="38559"/>
                </a:lnTo>
                <a:lnTo>
                  <a:pt x="266814" y="38184"/>
                </a:lnTo>
                <a:lnTo>
                  <a:pt x="265761" y="37831"/>
                </a:lnTo>
                <a:lnTo>
                  <a:pt x="264694" y="37500"/>
                </a:lnTo>
                <a:lnTo>
                  <a:pt x="263614" y="37190"/>
                </a:lnTo>
                <a:lnTo>
                  <a:pt x="262519" y="36901"/>
                </a:lnTo>
                <a:lnTo>
                  <a:pt x="261412" y="36633"/>
                </a:lnTo>
                <a:lnTo>
                  <a:pt x="260290" y="36387"/>
                </a:lnTo>
                <a:lnTo>
                  <a:pt x="259155" y="36163"/>
                </a:lnTo>
                <a:lnTo>
                  <a:pt x="258006" y="35960"/>
                </a:lnTo>
                <a:lnTo>
                  <a:pt x="256843" y="35778"/>
                </a:lnTo>
                <a:lnTo>
                  <a:pt x="255667" y="35617"/>
                </a:lnTo>
                <a:lnTo>
                  <a:pt x="254477" y="35478"/>
                </a:lnTo>
                <a:lnTo>
                  <a:pt x="253273" y="35361"/>
                </a:lnTo>
                <a:lnTo>
                  <a:pt x="252056" y="35264"/>
                </a:lnTo>
                <a:lnTo>
                  <a:pt x="250825" y="35189"/>
                </a:lnTo>
                <a:lnTo>
                  <a:pt x="249580" y="35136"/>
                </a:lnTo>
                <a:lnTo>
                  <a:pt x="248321" y="35104"/>
                </a:lnTo>
                <a:lnTo>
                  <a:pt x="247049" y="35093"/>
                </a:lnTo>
                <a:lnTo>
                  <a:pt x="245794" y="35104"/>
                </a:lnTo>
                <a:lnTo>
                  <a:pt x="244552" y="35136"/>
                </a:lnTo>
                <a:lnTo>
                  <a:pt x="243322" y="35189"/>
                </a:lnTo>
                <a:lnTo>
                  <a:pt x="242106" y="35264"/>
                </a:lnTo>
                <a:lnTo>
                  <a:pt x="240902" y="35361"/>
                </a:lnTo>
                <a:lnTo>
                  <a:pt x="239712" y="35478"/>
                </a:lnTo>
                <a:lnTo>
                  <a:pt x="238534" y="35617"/>
                </a:lnTo>
                <a:lnTo>
                  <a:pt x="237370" y="35778"/>
                </a:lnTo>
                <a:lnTo>
                  <a:pt x="236218" y="35960"/>
                </a:lnTo>
                <a:lnTo>
                  <a:pt x="235079" y="36163"/>
                </a:lnTo>
                <a:lnTo>
                  <a:pt x="233954" y="36387"/>
                </a:lnTo>
                <a:lnTo>
                  <a:pt x="232841" y="36633"/>
                </a:lnTo>
                <a:lnTo>
                  <a:pt x="231741" y="36901"/>
                </a:lnTo>
                <a:lnTo>
                  <a:pt x="230654" y="37190"/>
                </a:lnTo>
                <a:lnTo>
                  <a:pt x="229580" y="37500"/>
                </a:lnTo>
                <a:lnTo>
                  <a:pt x="228520" y="37831"/>
                </a:lnTo>
                <a:lnTo>
                  <a:pt x="227472" y="38184"/>
                </a:lnTo>
                <a:lnTo>
                  <a:pt x="226437" y="38559"/>
                </a:lnTo>
                <a:lnTo>
                  <a:pt x="225415" y="38955"/>
                </a:lnTo>
                <a:lnTo>
                  <a:pt x="224406" y="39372"/>
                </a:lnTo>
                <a:lnTo>
                  <a:pt x="223410" y="39810"/>
                </a:lnTo>
                <a:lnTo>
                  <a:pt x="222427" y="40270"/>
                </a:lnTo>
                <a:lnTo>
                  <a:pt x="221456" y="40752"/>
                </a:lnTo>
                <a:lnTo>
                  <a:pt x="220499" y="41254"/>
                </a:lnTo>
                <a:lnTo>
                  <a:pt x="219558" y="41777"/>
                </a:lnTo>
                <a:lnTo>
                  <a:pt x="218634" y="42319"/>
                </a:lnTo>
                <a:lnTo>
                  <a:pt x="217728" y="42881"/>
                </a:lnTo>
                <a:lnTo>
                  <a:pt x="216840" y="43462"/>
                </a:lnTo>
                <a:lnTo>
                  <a:pt x="215970" y="44063"/>
                </a:lnTo>
                <a:lnTo>
                  <a:pt x="215118" y="44683"/>
                </a:lnTo>
                <a:lnTo>
                  <a:pt x="214284" y="45322"/>
                </a:lnTo>
                <a:lnTo>
                  <a:pt x="213468" y="45981"/>
                </a:lnTo>
                <a:lnTo>
                  <a:pt x="212670" y="46660"/>
                </a:lnTo>
                <a:lnTo>
                  <a:pt x="211890" y="47357"/>
                </a:lnTo>
                <a:lnTo>
                  <a:pt x="211128" y="48074"/>
                </a:lnTo>
                <a:lnTo>
                  <a:pt x="210383" y="48811"/>
                </a:lnTo>
                <a:lnTo>
                  <a:pt x="209657" y="49567"/>
                </a:lnTo>
                <a:lnTo>
                  <a:pt x="208948" y="50342"/>
                </a:lnTo>
                <a:lnTo>
                  <a:pt x="208258" y="51137"/>
                </a:lnTo>
                <a:lnTo>
                  <a:pt x="207585" y="51952"/>
                </a:lnTo>
                <a:lnTo>
                  <a:pt x="206931" y="52785"/>
                </a:lnTo>
                <a:lnTo>
                  <a:pt x="206294" y="53639"/>
                </a:lnTo>
                <a:lnTo>
                  <a:pt x="205675" y="54511"/>
                </a:lnTo>
                <a:lnTo>
                  <a:pt x="205074" y="55403"/>
                </a:lnTo>
                <a:lnTo>
                  <a:pt x="204491" y="56315"/>
                </a:lnTo>
                <a:lnTo>
                  <a:pt x="203926" y="57245"/>
                </a:lnTo>
                <a:lnTo>
                  <a:pt x="203380" y="58196"/>
                </a:lnTo>
                <a:lnTo>
                  <a:pt x="202850" y="59165"/>
                </a:lnTo>
                <a:lnTo>
                  <a:pt x="202341" y="60153"/>
                </a:lnTo>
                <a:lnTo>
                  <a:pt x="201854" y="61159"/>
                </a:lnTo>
                <a:lnTo>
                  <a:pt x="201388" y="62181"/>
                </a:lnTo>
                <a:lnTo>
                  <a:pt x="200943" y="63221"/>
                </a:lnTo>
                <a:lnTo>
                  <a:pt x="200521" y="64279"/>
                </a:lnTo>
                <a:lnTo>
                  <a:pt x="200120" y="65354"/>
                </a:lnTo>
                <a:lnTo>
                  <a:pt x="199741" y="66447"/>
                </a:lnTo>
                <a:lnTo>
                  <a:pt x="199383" y="67556"/>
                </a:lnTo>
                <a:lnTo>
                  <a:pt x="199047" y="68684"/>
                </a:lnTo>
                <a:lnTo>
                  <a:pt x="198733" y="69828"/>
                </a:lnTo>
                <a:lnTo>
                  <a:pt x="198441" y="70991"/>
                </a:lnTo>
                <a:lnTo>
                  <a:pt x="198170" y="72170"/>
                </a:lnTo>
                <a:lnTo>
                  <a:pt x="197920" y="73367"/>
                </a:lnTo>
                <a:lnTo>
                  <a:pt x="197693" y="74582"/>
                </a:lnTo>
                <a:lnTo>
                  <a:pt x="197487" y="75814"/>
                </a:lnTo>
                <a:lnTo>
                  <a:pt x="197303" y="77063"/>
                </a:lnTo>
                <a:lnTo>
                  <a:pt x="197140" y="78330"/>
                </a:lnTo>
                <a:lnTo>
                  <a:pt x="196999" y="79614"/>
                </a:lnTo>
                <a:lnTo>
                  <a:pt x="196880" y="80915"/>
                </a:lnTo>
                <a:lnTo>
                  <a:pt x="196783" y="82235"/>
                </a:lnTo>
                <a:lnTo>
                  <a:pt x="196707" y="83571"/>
                </a:lnTo>
                <a:lnTo>
                  <a:pt x="196653" y="84925"/>
                </a:lnTo>
                <a:lnTo>
                  <a:pt x="196620" y="86296"/>
                </a:lnTo>
                <a:lnTo>
                  <a:pt x="196609" y="87685"/>
                </a:lnTo>
                <a:lnTo>
                  <a:pt x="196620" y="89048"/>
                </a:lnTo>
                <a:lnTo>
                  <a:pt x="196653" y="90395"/>
                </a:lnTo>
                <a:lnTo>
                  <a:pt x="196707" y="91725"/>
                </a:lnTo>
                <a:lnTo>
                  <a:pt x="196783" y="93037"/>
                </a:lnTo>
                <a:lnTo>
                  <a:pt x="196880" y="94333"/>
                </a:lnTo>
                <a:lnTo>
                  <a:pt x="196999" y="95612"/>
                </a:lnTo>
                <a:lnTo>
                  <a:pt x="197140" y="96874"/>
                </a:lnTo>
                <a:lnTo>
                  <a:pt x="197303" y="98119"/>
                </a:lnTo>
                <a:lnTo>
                  <a:pt x="197487" y="99348"/>
                </a:lnTo>
                <a:lnTo>
                  <a:pt x="197693" y="100559"/>
                </a:lnTo>
                <a:lnTo>
                  <a:pt x="197920" y="101754"/>
                </a:lnTo>
                <a:lnTo>
                  <a:pt x="198170" y="102931"/>
                </a:lnTo>
                <a:lnTo>
                  <a:pt x="198441" y="104092"/>
                </a:lnTo>
                <a:lnTo>
                  <a:pt x="198733" y="105236"/>
                </a:lnTo>
                <a:lnTo>
                  <a:pt x="199047" y="106363"/>
                </a:lnTo>
                <a:lnTo>
                  <a:pt x="199383" y="107472"/>
                </a:lnTo>
                <a:lnTo>
                  <a:pt x="199741" y="108566"/>
                </a:lnTo>
                <a:lnTo>
                  <a:pt x="200120" y="109642"/>
                </a:lnTo>
                <a:lnTo>
                  <a:pt x="200521" y="110701"/>
                </a:lnTo>
                <a:lnTo>
                  <a:pt x="200943" y="111744"/>
                </a:lnTo>
                <a:lnTo>
                  <a:pt x="201388" y="112769"/>
                </a:lnTo>
                <a:lnTo>
                  <a:pt x="201854" y="113778"/>
                </a:lnTo>
                <a:lnTo>
                  <a:pt x="202341" y="114769"/>
                </a:lnTo>
                <a:lnTo>
                  <a:pt x="202850" y="115744"/>
                </a:lnTo>
                <a:lnTo>
                  <a:pt x="203380" y="116701"/>
                </a:lnTo>
                <a:lnTo>
                  <a:pt x="203926" y="117638"/>
                </a:lnTo>
                <a:lnTo>
                  <a:pt x="204491" y="118557"/>
                </a:lnTo>
                <a:lnTo>
                  <a:pt x="205074" y="119456"/>
                </a:lnTo>
                <a:lnTo>
                  <a:pt x="205675" y="120337"/>
                </a:lnTo>
                <a:lnTo>
                  <a:pt x="206294" y="121198"/>
                </a:lnTo>
                <a:lnTo>
                  <a:pt x="206931" y="122040"/>
                </a:lnTo>
                <a:lnTo>
                  <a:pt x="207585" y="122864"/>
                </a:lnTo>
                <a:lnTo>
                  <a:pt x="208258" y="123668"/>
                </a:lnTo>
                <a:lnTo>
                  <a:pt x="208948" y="124453"/>
                </a:lnTo>
                <a:lnTo>
                  <a:pt x="209657" y="125219"/>
                </a:lnTo>
                <a:lnTo>
                  <a:pt x="210383" y="125967"/>
                </a:lnTo>
                <a:lnTo>
                  <a:pt x="211128" y="126695"/>
                </a:lnTo>
                <a:lnTo>
                  <a:pt x="211890" y="127404"/>
                </a:lnTo>
                <a:lnTo>
                  <a:pt x="212670" y="128094"/>
                </a:lnTo>
                <a:lnTo>
                  <a:pt x="213468" y="128765"/>
                </a:lnTo>
                <a:lnTo>
                  <a:pt x="214284" y="129417"/>
                </a:lnTo>
                <a:lnTo>
                  <a:pt x="215118" y="130050"/>
                </a:lnTo>
                <a:lnTo>
                  <a:pt x="215970" y="130664"/>
                </a:lnTo>
                <a:lnTo>
                  <a:pt x="216840" y="131258"/>
                </a:lnTo>
                <a:lnTo>
                  <a:pt x="217728" y="131834"/>
                </a:lnTo>
                <a:lnTo>
                  <a:pt x="218634" y="132391"/>
                </a:lnTo>
                <a:lnTo>
                  <a:pt x="219558" y="132929"/>
                </a:lnTo>
                <a:lnTo>
                  <a:pt x="220499" y="133447"/>
                </a:lnTo>
                <a:lnTo>
                  <a:pt x="221456" y="133946"/>
                </a:lnTo>
                <a:lnTo>
                  <a:pt x="222427" y="134423"/>
                </a:lnTo>
                <a:lnTo>
                  <a:pt x="223410" y="134879"/>
                </a:lnTo>
                <a:lnTo>
                  <a:pt x="224406" y="135313"/>
                </a:lnTo>
                <a:lnTo>
                  <a:pt x="225415" y="135727"/>
                </a:lnTo>
                <a:lnTo>
                  <a:pt x="226437" y="136119"/>
                </a:lnTo>
                <a:lnTo>
                  <a:pt x="227472" y="136490"/>
                </a:lnTo>
                <a:lnTo>
                  <a:pt x="228520" y="136840"/>
                </a:lnTo>
                <a:lnTo>
                  <a:pt x="229580" y="137169"/>
                </a:lnTo>
                <a:lnTo>
                  <a:pt x="230654" y="137476"/>
                </a:lnTo>
                <a:lnTo>
                  <a:pt x="231741" y="137762"/>
                </a:lnTo>
                <a:lnTo>
                  <a:pt x="232841" y="138028"/>
                </a:lnTo>
                <a:lnTo>
                  <a:pt x="233954" y="138271"/>
                </a:lnTo>
                <a:lnTo>
                  <a:pt x="235079" y="138494"/>
                </a:lnTo>
                <a:lnTo>
                  <a:pt x="236218" y="138695"/>
                </a:lnTo>
                <a:lnTo>
                  <a:pt x="237370" y="138876"/>
                </a:lnTo>
                <a:lnTo>
                  <a:pt x="238534" y="139035"/>
                </a:lnTo>
                <a:lnTo>
                  <a:pt x="239712" y="139173"/>
                </a:lnTo>
                <a:lnTo>
                  <a:pt x="240902" y="139289"/>
                </a:lnTo>
                <a:lnTo>
                  <a:pt x="242106" y="139385"/>
                </a:lnTo>
                <a:lnTo>
                  <a:pt x="243322" y="139459"/>
                </a:lnTo>
                <a:lnTo>
                  <a:pt x="244552" y="139512"/>
                </a:lnTo>
                <a:lnTo>
                  <a:pt x="245794" y="139544"/>
                </a:lnTo>
                <a:lnTo>
                  <a:pt x="247049" y="139554"/>
                </a:lnTo>
                <a:lnTo>
                  <a:pt x="248321" y="139544"/>
                </a:lnTo>
                <a:lnTo>
                  <a:pt x="249580" y="139512"/>
                </a:lnTo>
                <a:lnTo>
                  <a:pt x="250825" y="139459"/>
                </a:lnTo>
                <a:close/>
                <a:moveTo>
                  <a:pt x="244934" y="118821"/>
                </a:moveTo>
                <a:lnTo>
                  <a:pt x="244254" y="118770"/>
                </a:lnTo>
                <a:lnTo>
                  <a:pt x="243588" y="118704"/>
                </a:lnTo>
                <a:lnTo>
                  <a:pt x="242935" y="118623"/>
                </a:lnTo>
                <a:lnTo>
                  <a:pt x="242294" y="118528"/>
                </a:lnTo>
                <a:lnTo>
                  <a:pt x="241667" y="118417"/>
                </a:lnTo>
                <a:lnTo>
                  <a:pt x="241052" y="118293"/>
                </a:lnTo>
                <a:lnTo>
                  <a:pt x="240451" y="118153"/>
                </a:lnTo>
                <a:lnTo>
                  <a:pt x="239862" y="117999"/>
                </a:lnTo>
                <a:lnTo>
                  <a:pt x="239286" y="117830"/>
                </a:lnTo>
                <a:lnTo>
                  <a:pt x="238724" y="117647"/>
                </a:lnTo>
                <a:lnTo>
                  <a:pt x="238174" y="117449"/>
                </a:lnTo>
                <a:lnTo>
                  <a:pt x="237637" y="117236"/>
                </a:lnTo>
                <a:lnTo>
                  <a:pt x="237114" y="117009"/>
                </a:lnTo>
                <a:lnTo>
                  <a:pt x="236603" y="116766"/>
                </a:lnTo>
                <a:lnTo>
                  <a:pt x="236105" y="116510"/>
                </a:lnTo>
                <a:lnTo>
                  <a:pt x="235620" y="116238"/>
                </a:lnTo>
                <a:lnTo>
                  <a:pt x="235148" y="115952"/>
                </a:lnTo>
                <a:lnTo>
                  <a:pt x="234690" y="115651"/>
                </a:lnTo>
                <a:lnTo>
                  <a:pt x="234244" y="115335"/>
                </a:lnTo>
                <a:lnTo>
                  <a:pt x="233811" y="115005"/>
                </a:lnTo>
                <a:lnTo>
                  <a:pt x="233391" y="114660"/>
                </a:lnTo>
                <a:lnTo>
                  <a:pt x="232982" y="114303"/>
                </a:lnTo>
                <a:lnTo>
                  <a:pt x="232584" y="113936"/>
                </a:lnTo>
                <a:lnTo>
                  <a:pt x="232196" y="113559"/>
                </a:lnTo>
                <a:lnTo>
                  <a:pt x="231818" y="113172"/>
                </a:lnTo>
                <a:lnTo>
                  <a:pt x="231450" y="112775"/>
                </a:lnTo>
                <a:lnTo>
                  <a:pt x="231092" y="112368"/>
                </a:lnTo>
                <a:lnTo>
                  <a:pt x="230744" y="111951"/>
                </a:lnTo>
                <a:lnTo>
                  <a:pt x="230407" y="111524"/>
                </a:lnTo>
                <a:lnTo>
                  <a:pt x="230079" y="111087"/>
                </a:lnTo>
                <a:lnTo>
                  <a:pt x="229762" y="110640"/>
                </a:lnTo>
                <a:lnTo>
                  <a:pt x="229455" y="110183"/>
                </a:lnTo>
                <a:lnTo>
                  <a:pt x="229158" y="109717"/>
                </a:lnTo>
                <a:lnTo>
                  <a:pt x="228871" y="109240"/>
                </a:lnTo>
                <a:lnTo>
                  <a:pt x="228594" y="108753"/>
                </a:lnTo>
                <a:lnTo>
                  <a:pt x="228327" y="108257"/>
                </a:lnTo>
                <a:lnTo>
                  <a:pt x="228070" y="107750"/>
                </a:lnTo>
                <a:lnTo>
                  <a:pt x="227824" y="107233"/>
                </a:lnTo>
                <a:lnTo>
                  <a:pt x="227588" y="106707"/>
                </a:lnTo>
                <a:lnTo>
                  <a:pt x="227361" y="106170"/>
                </a:lnTo>
                <a:lnTo>
                  <a:pt x="227145" y="105624"/>
                </a:lnTo>
                <a:lnTo>
                  <a:pt x="226939" y="105068"/>
                </a:lnTo>
                <a:lnTo>
                  <a:pt x="226744" y="104501"/>
                </a:lnTo>
                <a:lnTo>
                  <a:pt x="226558" y="103925"/>
                </a:lnTo>
                <a:lnTo>
                  <a:pt x="226382" y="103339"/>
                </a:lnTo>
                <a:lnTo>
                  <a:pt x="226215" y="102745"/>
                </a:lnTo>
                <a:lnTo>
                  <a:pt x="226055" y="102146"/>
                </a:lnTo>
                <a:lnTo>
                  <a:pt x="225903" y="101542"/>
                </a:lnTo>
                <a:lnTo>
                  <a:pt x="225757" y="100933"/>
                </a:lnTo>
                <a:lnTo>
                  <a:pt x="225619" y="100319"/>
                </a:lnTo>
                <a:lnTo>
                  <a:pt x="225487" y="99700"/>
                </a:lnTo>
                <a:lnTo>
                  <a:pt x="225363" y="99076"/>
                </a:lnTo>
                <a:lnTo>
                  <a:pt x="225246" y="98447"/>
                </a:lnTo>
                <a:lnTo>
                  <a:pt x="225135" y="97812"/>
                </a:lnTo>
                <a:lnTo>
                  <a:pt x="225032" y="97173"/>
                </a:lnTo>
                <a:lnTo>
                  <a:pt x="224936" y="96528"/>
                </a:lnTo>
                <a:lnTo>
                  <a:pt x="224848" y="95879"/>
                </a:lnTo>
                <a:lnTo>
                  <a:pt x="224766" y="95224"/>
                </a:lnTo>
                <a:lnTo>
                  <a:pt x="224691" y="94564"/>
                </a:lnTo>
                <a:lnTo>
                  <a:pt x="224624" y="93900"/>
                </a:lnTo>
                <a:lnTo>
                  <a:pt x="224563" y="93230"/>
                </a:lnTo>
                <a:lnTo>
                  <a:pt x="224510" y="92555"/>
                </a:lnTo>
                <a:lnTo>
                  <a:pt x="224464" y="91875"/>
                </a:lnTo>
                <a:lnTo>
                  <a:pt x="224425" y="91190"/>
                </a:lnTo>
                <a:lnTo>
                  <a:pt x="224393" y="90500"/>
                </a:lnTo>
                <a:lnTo>
                  <a:pt x="224368" y="89804"/>
                </a:lnTo>
                <a:lnTo>
                  <a:pt x="224350" y="89104"/>
                </a:lnTo>
                <a:lnTo>
                  <a:pt x="224340" y="88399"/>
                </a:lnTo>
                <a:lnTo>
                  <a:pt x="224336" y="87688"/>
                </a:lnTo>
                <a:lnTo>
                  <a:pt x="224340" y="86960"/>
                </a:lnTo>
                <a:lnTo>
                  <a:pt x="224350" y="86238"/>
                </a:lnTo>
                <a:lnTo>
                  <a:pt x="224368" y="85521"/>
                </a:lnTo>
                <a:lnTo>
                  <a:pt x="224393" y="84809"/>
                </a:lnTo>
                <a:lnTo>
                  <a:pt x="224425" y="84103"/>
                </a:lnTo>
                <a:lnTo>
                  <a:pt x="224464" y="83403"/>
                </a:lnTo>
                <a:lnTo>
                  <a:pt x="224510" y="82707"/>
                </a:lnTo>
                <a:lnTo>
                  <a:pt x="224563" y="82018"/>
                </a:lnTo>
                <a:lnTo>
                  <a:pt x="224624" y="81333"/>
                </a:lnTo>
                <a:lnTo>
                  <a:pt x="224691" y="80654"/>
                </a:lnTo>
                <a:lnTo>
                  <a:pt x="224766" y="79981"/>
                </a:lnTo>
                <a:lnTo>
                  <a:pt x="224848" y="79313"/>
                </a:lnTo>
                <a:lnTo>
                  <a:pt x="224936" y="78650"/>
                </a:lnTo>
                <a:lnTo>
                  <a:pt x="225032" y="77993"/>
                </a:lnTo>
                <a:lnTo>
                  <a:pt x="225135" y="77342"/>
                </a:lnTo>
                <a:lnTo>
                  <a:pt x="225246" y="76695"/>
                </a:lnTo>
                <a:lnTo>
                  <a:pt x="225363" y="76054"/>
                </a:lnTo>
                <a:lnTo>
                  <a:pt x="225487" y="75419"/>
                </a:lnTo>
                <a:lnTo>
                  <a:pt x="225619" y="74789"/>
                </a:lnTo>
                <a:lnTo>
                  <a:pt x="225757" y="74165"/>
                </a:lnTo>
                <a:lnTo>
                  <a:pt x="225903" y="73546"/>
                </a:lnTo>
                <a:lnTo>
                  <a:pt x="226055" y="72932"/>
                </a:lnTo>
                <a:lnTo>
                  <a:pt x="226215" y="72324"/>
                </a:lnTo>
                <a:lnTo>
                  <a:pt x="226382" y="71721"/>
                </a:lnTo>
                <a:lnTo>
                  <a:pt x="226558" y="71126"/>
                </a:lnTo>
                <a:lnTo>
                  <a:pt x="226744" y="70541"/>
                </a:lnTo>
                <a:lnTo>
                  <a:pt x="226939" y="69967"/>
                </a:lnTo>
                <a:lnTo>
                  <a:pt x="227145" y="69402"/>
                </a:lnTo>
                <a:lnTo>
                  <a:pt x="227361" y="68848"/>
                </a:lnTo>
                <a:lnTo>
                  <a:pt x="227588" y="68304"/>
                </a:lnTo>
                <a:lnTo>
                  <a:pt x="227824" y="67769"/>
                </a:lnTo>
                <a:lnTo>
                  <a:pt x="228070" y="67246"/>
                </a:lnTo>
                <a:lnTo>
                  <a:pt x="228327" y="66732"/>
                </a:lnTo>
                <a:lnTo>
                  <a:pt x="228594" y="66228"/>
                </a:lnTo>
                <a:lnTo>
                  <a:pt x="228871" y="65735"/>
                </a:lnTo>
                <a:lnTo>
                  <a:pt x="229158" y="65251"/>
                </a:lnTo>
                <a:lnTo>
                  <a:pt x="229455" y="64778"/>
                </a:lnTo>
                <a:lnTo>
                  <a:pt x="229762" y="64315"/>
                </a:lnTo>
                <a:lnTo>
                  <a:pt x="230079" y="63862"/>
                </a:lnTo>
                <a:lnTo>
                  <a:pt x="230407" y="63420"/>
                </a:lnTo>
                <a:lnTo>
                  <a:pt x="230744" y="62987"/>
                </a:lnTo>
                <a:lnTo>
                  <a:pt x="231092" y="62564"/>
                </a:lnTo>
                <a:lnTo>
                  <a:pt x="231450" y="62152"/>
                </a:lnTo>
                <a:lnTo>
                  <a:pt x="231818" y="61750"/>
                </a:lnTo>
                <a:lnTo>
                  <a:pt x="232196" y="61358"/>
                </a:lnTo>
                <a:lnTo>
                  <a:pt x="232584" y="60976"/>
                </a:lnTo>
                <a:lnTo>
                  <a:pt x="232982" y="60604"/>
                </a:lnTo>
                <a:lnTo>
                  <a:pt x="233391" y="60243"/>
                </a:lnTo>
                <a:lnTo>
                  <a:pt x="233811" y="59894"/>
                </a:lnTo>
                <a:lnTo>
                  <a:pt x="234244" y="59560"/>
                </a:lnTo>
                <a:lnTo>
                  <a:pt x="234690" y="59240"/>
                </a:lnTo>
                <a:lnTo>
                  <a:pt x="235148" y="58936"/>
                </a:lnTo>
                <a:lnTo>
                  <a:pt x="235620" y="58646"/>
                </a:lnTo>
                <a:lnTo>
                  <a:pt x="236105" y="58371"/>
                </a:lnTo>
                <a:lnTo>
                  <a:pt x="236603" y="58111"/>
                </a:lnTo>
                <a:lnTo>
                  <a:pt x="237114" y="57866"/>
                </a:lnTo>
                <a:lnTo>
                  <a:pt x="237637" y="57636"/>
                </a:lnTo>
                <a:lnTo>
                  <a:pt x="238174" y="57421"/>
                </a:lnTo>
                <a:lnTo>
                  <a:pt x="238724" y="57220"/>
                </a:lnTo>
                <a:lnTo>
                  <a:pt x="239286" y="57034"/>
                </a:lnTo>
                <a:lnTo>
                  <a:pt x="239862" y="56864"/>
                </a:lnTo>
                <a:lnTo>
                  <a:pt x="240451" y="56708"/>
                </a:lnTo>
                <a:lnTo>
                  <a:pt x="241052" y="56567"/>
                </a:lnTo>
                <a:lnTo>
                  <a:pt x="241667" y="56440"/>
                </a:lnTo>
                <a:lnTo>
                  <a:pt x="242294" y="56329"/>
                </a:lnTo>
                <a:lnTo>
                  <a:pt x="242935" y="56232"/>
                </a:lnTo>
                <a:lnTo>
                  <a:pt x="243588" y="56151"/>
                </a:lnTo>
                <a:lnTo>
                  <a:pt x="244254" y="56084"/>
                </a:lnTo>
                <a:lnTo>
                  <a:pt x="244934" y="56032"/>
                </a:lnTo>
                <a:lnTo>
                  <a:pt x="245626" y="55995"/>
                </a:lnTo>
                <a:lnTo>
                  <a:pt x="246331" y="55972"/>
                </a:lnTo>
                <a:lnTo>
                  <a:pt x="247049" y="55965"/>
                </a:lnTo>
                <a:lnTo>
                  <a:pt x="247785" y="55972"/>
                </a:lnTo>
                <a:lnTo>
                  <a:pt x="248506" y="55995"/>
                </a:lnTo>
                <a:lnTo>
                  <a:pt x="249215" y="56032"/>
                </a:lnTo>
                <a:lnTo>
                  <a:pt x="249910" y="56084"/>
                </a:lnTo>
                <a:lnTo>
                  <a:pt x="250592" y="56151"/>
                </a:lnTo>
                <a:lnTo>
                  <a:pt x="251260" y="56232"/>
                </a:lnTo>
                <a:lnTo>
                  <a:pt x="251915" y="56329"/>
                </a:lnTo>
                <a:lnTo>
                  <a:pt x="252557" y="56440"/>
                </a:lnTo>
                <a:lnTo>
                  <a:pt x="253186" y="56567"/>
                </a:lnTo>
                <a:lnTo>
                  <a:pt x="253801" y="56708"/>
                </a:lnTo>
                <a:lnTo>
                  <a:pt x="254403" y="56864"/>
                </a:lnTo>
                <a:lnTo>
                  <a:pt x="254991" y="57034"/>
                </a:lnTo>
                <a:lnTo>
                  <a:pt x="255567" y="57220"/>
                </a:lnTo>
                <a:lnTo>
                  <a:pt x="256129" y="57421"/>
                </a:lnTo>
                <a:lnTo>
                  <a:pt x="256677" y="57636"/>
                </a:lnTo>
                <a:lnTo>
                  <a:pt x="257212" y="57866"/>
                </a:lnTo>
                <a:lnTo>
                  <a:pt x="257734" y="58111"/>
                </a:lnTo>
                <a:lnTo>
                  <a:pt x="258243" y="58371"/>
                </a:lnTo>
                <a:lnTo>
                  <a:pt x="258738" y="58646"/>
                </a:lnTo>
                <a:lnTo>
                  <a:pt x="259220" y="58936"/>
                </a:lnTo>
                <a:lnTo>
                  <a:pt x="259689" y="59240"/>
                </a:lnTo>
                <a:lnTo>
                  <a:pt x="260144" y="59560"/>
                </a:lnTo>
                <a:lnTo>
                  <a:pt x="260586" y="59894"/>
                </a:lnTo>
                <a:lnTo>
                  <a:pt x="261015" y="60243"/>
                </a:lnTo>
                <a:lnTo>
                  <a:pt x="261432" y="60604"/>
                </a:lnTo>
                <a:lnTo>
                  <a:pt x="261839" y="60976"/>
                </a:lnTo>
                <a:lnTo>
                  <a:pt x="262235" y="61358"/>
                </a:lnTo>
                <a:lnTo>
                  <a:pt x="262621" y="61750"/>
                </a:lnTo>
                <a:lnTo>
                  <a:pt x="262996" y="62152"/>
                </a:lnTo>
                <a:lnTo>
                  <a:pt x="263362" y="62564"/>
                </a:lnTo>
                <a:lnTo>
                  <a:pt x="263717" y="62987"/>
                </a:lnTo>
                <a:lnTo>
                  <a:pt x="264062" y="63420"/>
                </a:lnTo>
                <a:lnTo>
                  <a:pt x="264396" y="63862"/>
                </a:lnTo>
                <a:lnTo>
                  <a:pt x="264720" y="64315"/>
                </a:lnTo>
                <a:lnTo>
                  <a:pt x="265034" y="64778"/>
                </a:lnTo>
                <a:lnTo>
                  <a:pt x="265338" y="65251"/>
                </a:lnTo>
                <a:lnTo>
                  <a:pt x="265631" y="65735"/>
                </a:lnTo>
                <a:lnTo>
                  <a:pt x="265914" y="66228"/>
                </a:lnTo>
                <a:lnTo>
                  <a:pt x="266187" y="66732"/>
                </a:lnTo>
                <a:lnTo>
                  <a:pt x="266449" y="67246"/>
                </a:lnTo>
                <a:lnTo>
                  <a:pt x="266701" y="67769"/>
                </a:lnTo>
                <a:lnTo>
                  <a:pt x="266943" y="68304"/>
                </a:lnTo>
                <a:lnTo>
                  <a:pt x="267174" y="68848"/>
                </a:lnTo>
                <a:lnTo>
                  <a:pt x="267395" y="69402"/>
                </a:lnTo>
                <a:lnTo>
                  <a:pt x="267606" y="69967"/>
                </a:lnTo>
                <a:lnTo>
                  <a:pt x="267807" y="70541"/>
                </a:lnTo>
                <a:lnTo>
                  <a:pt x="267997" y="71126"/>
                </a:lnTo>
                <a:lnTo>
                  <a:pt x="268177" y="71721"/>
                </a:lnTo>
                <a:lnTo>
                  <a:pt x="268348" y="72324"/>
                </a:lnTo>
                <a:lnTo>
                  <a:pt x="268512" y="72932"/>
                </a:lnTo>
                <a:lnTo>
                  <a:pt x="268669" y="73546"/>
                </a:lnTo>
                <a:lnTo>
                  <a:pt x="268818" y="74165"/>
                </a:lnTo>
                <a:lnTo>
                  <a:pt x="268960" y="74789"/>
                </a:lnTo>
                <a:lnTo>
                  <a:pt x="269095" y="75419"/>
                </a:lnTo>
                <a:lnTo>
                  <a:pt x="269222" y="76054"/>
                </a:lnTo>
                <a:lnTo>
                  <a:pt x="269342" y="76695"/>
                </a:lnTo>
                <a:lnTo>
                  <a:pt x="269455" y="77342"/>
                </a:lnTo>
                <a:lnTo>
                  <a:pt x="269561" y="77993"/>
                </a:lnTo>
                <a:lnTo>
                  <a:pt x="269659" y="78650"/>
                </a:lnTo>
                <a:lnTo>
                  <a:pt x="269750" y="79313"/>
                </a:lnTo>
                <a:lnTo>
                  <a:pt x="269834" y="79981"/>
                </a:lnTo>
                <a:lnTo>
                  <a:pt x="269910" y="80654"/>
                </a:lnTo>
                <a:lnTo>
                  <a:pt x="269979" y="81333"/>
                </a:lnTo>
                <a:lnTo>
                  <a:pt x="270041" y="82018"/>
                </a:lnTo>
                <a:lnTo>
                  <a:pt x="270096" y="82707"/>
                </a:lnTo>
                <a:lnTo>
                  <a:pt x="270143" y="83403"/>
                </a:lnTo>
                <a:lnTo>
                  <a:pt x="270183" y="84103"/>
                </a:lnTo>
                <a:lnTo>
                  <a:pt x="270216" y="84809"/>
                </a:lnTo>
                <a:lnTo>
                  <a:pt x="270242" y="85521"/>
                </a:lnTo>
                <a:lnTo>
                  <a:pt x="270260" y="86238"/>
                </a:lnTo>
                <a:lnTo>
                  <a:pt x="270271" y="86960"/>
                </a:lnTo>
                <a:lnTo>
                  <a:pt x="270274" y="87688"/>
                </a:lnTo>
                <a:lnTo>
                  <a:pt x="270271" y="88399"/>
                </a:lnTo>
                <a:lnTo>
                  <a:pt x="270260" y="89104"/>
                </a:lnTo>
                <a:lnTo>
                  <a:pt x="270242" y="89804"/>
                </a:lnTo>
                <a:lnTo>
                  <a:pt x="270216" y="90500"/>
                </a:lnTo>
                <a:lnTo>
                  <a:pt x="270183" y="91190"/>
                </a:lnTo>
                <a:lnTo>
                  <a:pt x="270143" y="91875"/>
                </a:lnTo>
                <a:lnTo>
                  <a:pt x="270096" y="92555"/>
                </a:lnTo>
                <a:lnTo>
                  <a:pt x="270041" y="93230"/>
                </a:lnTo>
                <a:lnTo>
                  <a:pt x="269979" y="93900"/>
                </a:lnTo>
                <a:lnTo>
                  <a:pt x="269910" y="94564"/>
                </a:lnTo>
                <a:lnTo>
                  <a:pt x="269834" y="95224"/>
                </a:lnTo>
                <a:lnTo>
                  <a:pt x="269750" y="95879"/>
                </a:lnTo>
                <a:lnTo>
                  <a:pt x="269659" y="96528"/>
                </a:lnTo>
                <a:lnTo>
                  <a:pt x="269561" y="97173"/>
                </a:lnTo>
                <a:lnTo>
                  <a:pt x="269455" y="97812"/>
                </a:lnTo>
                <a:lnTo>
                  <a:pt x="269342" y="98447"/>
                </a:lnTo>
                <a:lnTo>
                  <a:pt x="269222" y="99076"/>
                </a:lnTo>
                <a:lnTo>
                  <a:pt x="269095" y="99700"/>
                </a:lnTo>
                <a:lnTo>
                  <a:pt x="268960" y="100319"/>
                </a:lnTo>
                <a:lnTo>
                  <a:pt x="268818" y="100933"/>
                </a:lnTo>
                <a:lnTo>
                  <a:pt x="268669" y="101542"/>
                </a:lnTo>
                <a:lnTo>
                  <a:pt x="268512" y="102146"/>
                </a:lnTo>
                <a:lnTo>
                  <a:pt x="268348" y="102745"/>
                </a:lnTo>
                <a:lnTo>
                  <a:pt x="268177" y="103339"/>
                </a:lnTo>
                <a:lnTo>
                  <a:pt x="267997" y="103925"/>
                </a:lnTo>
                <a:lnTo>
                  <a:pt x="267807" y="104501"/>
                </a:lnTo>
                <a:lnTo>
                  <a:pt x="267606" y="105068"/>
                </a:lnTo>
                <a:lnTo>
                  <a:pt x="267395" y="105624"/>
                </a:lnTo>
                <a:lnTo>
                  <a:pt x="267174" y="106170"/>
                </a:lnTo>
                <a:lnTo>
                  <a:pt x="266943" y="106707"/>
                </a:lnTo>
                <a:lnTo>
                  <a:pt x="266701" y="107233"/>
                </a:lnTo>
                <a:lnTo>
                  <a:pt x="266449" y="107750"/>
                </a:lnTo>
                <a:lnTo>
                  <a:pt x="266187" y="108257"/>
                </a:lnTo>
                <a:lnTo>
                  <a:pt x="265914" y="108753"/>
                </a:lnTo>
                <a:lnTo>
                  <a:pt x="265631" y="109240"/>
                </a:lnTo>
                <a:lnTo>
                  <a:pt x="265338" y="109717"/>
                </a:lnTo>
                <a:lnTo>
                  <a:pt x="265034" y="110183"/>
                </a:lnTo>
                <a:lnTo>
                  <a:pt x="264720" y="110640"/>
                </a:lnTo>
                <a:lnTo>
                  <a:pt x="264396" y="111087"/>
                </a:lnTo>
                <a:lnTo>
                  <a:pt x="264062" y="111524"/>
                </a:lnTo>
                <a:lnTo>
                  <a:pt x="263717" y="111951"/>
                </a:lnTo>
                <a:lnTo>
                  <a:pt x="263362" y="112368"/>
                </a:lnTo>
                <a:lnTo>
                  <a:pt x="262996" y="112775"/>
                </a:lnTo>
                <a:lnTo>
                  <a:pt x="262621" y="113172"/>
                </a:lnTo>
                <a:lnTo>
                  <a:pt x="262235" y="113559"/>
                </a:lnTo>
                <a:lnTo>
                  <a:pt x="261839" y="113936"/>
                </a:lnTo>
                <a:lnTo>
                  <a:pt x="261432" y="114303"/>
                </a:lnTo>
                <a:lnTo>
                  <a:pt x="261015" y="114660"/>
                </a:lnTo>
                <a:lnTo>
                  <a:pt x="260586" y="115005"/>
                </a:lnTo>
                <a:lnTo>
                  <a:pt x="260144" y="115335"/>
                </a:lnTo>
                <a:lnTo>
                  <a:pt x="259689" y="115651"/>
                </a:lnTo>
                <a:lnTo>
                  <a:pt x="259220" y="115952"/>
                </a:lnTo>
                <a:lnTo>
                  <a:pt x="258738" y="116238"/>
                </a:lnTo>
                <a:lnTo>
                  <a:pt x="258243" y="116510"/>
                </a:lnTo>
                <a:lnTo>
                  <a:pt x="257734" y="116766"/>
                </a:lnTo>
                <a:lnTo>
                  <a:pt x="257212" y="117009"/>
                </a:lnTo>
                <a:lnTo>
                  <a:pt x="256677" y="117236"/>
                </a:lnTo>
                <a:lnTo>
                  <a:pt x="256129" y="117449"/>
                </a:lnTo>
                <a:lnTo>
                  <a:pt x="255567" y="117647"/>
                </a:lnTo>
                <a:lnTo>
                  <a:pt x="254991" y="117830"/>
                </a:lnTo>
                <a:lnTo>
                  <a:pt x="254403" y="117999"/>
                </a:lnTo>
                <a:lnTo>
                  <a:pt x="253801" y="118153"/>
                </a:lnTo>
                <a:lnTo>
                  <a:pt x="253186" y="118293"/>
                </a:lnTo>
                <a:lnTo>
                  <a:pt x="252557" y="118417"/>
                </a:lnTo>
                <a:lnTo>
                  <a:pt x="251915" y="118528"/>
                </a:lnTo>
                <a:lnTo>
                  <a:pt x="251260" y="118623"/>
                </a:lnTo>
                <a:lnTo>
                  <a:pt x="250592" y="118704"/>
                </a:lnTo>
                <a:lnTo>
                  <a:pt x="249910" y="118770"/>
                </a:lnTo>
                <a:lnTo>
                  <a:pt x="249215" y="118821"/>
                </a:lnTo>
                <a:lnTo>
                  <a:pt x="248506" y="118858"/>
                </a:lnTo>
                <a:lnTo>
                  <a:pt x="247785" y="118880"/>
                </a:lnTo>
                <a:lnTo>
                  <a:pt x="247049" y="118887"/>
                </a:lnTo>
                <a:lnTo>
                  <a:pt x="246331" y="118880"/>
                </a:lnTo>
                <a:lnTo>
                  <a:pt x="245626" y="118858"/>
                </a:lnTo>
                <a:lnTo>
                  <a:pt x="244934" y="118821"/>
                </a:lnTo>
                <a:close/>
                <a:moveTo>
                  <a:pt x="436636" y="174325"/>
                </a:moveTo>
                <a:lnTo>
                  <a:pt x="437526" y="174305"/>
                </a:lnTo>
                <a:lnTo>
                  <a:pt x="438402" y="174277"/>
                </a:lnTo>
                <a:lnTo>
                  <a:pt x="439266" y="174242"/>
                </a:lnTo>
                <a:lnTo>
                  <a:pt x="440118" y="174198"/>
                </a:lnTo>
                <a:lnTo>
                  <a:pt x="440957" y="174147"/>
                </a:lnTo>
                <a:lnTo>
                  <a:pt x="441783" y="174088"/>
                </a:lnTo>
                <a:lnTo>
                  <a:pt x="442596" y="174021"/>
                </a:lnTo>
                <a:lnTo>
                  <a:pt x="443397" y="173946"/>
                </a:lnTo>
                <a:lnTo>
                  <a:pt x="444186" y="173863"/>
                </a:lnTo>
                <a:lnTo>
                  <a:pt x="444962" y="173772"/>
                </a:lnTo>
                <a:lnTo>
                  <a:pt x="445725" y="173673"/>
                </a:lnTo>
                <a:lnTo>
                  <a:pt x="446475" y="173567"/>
                </a:lnTo>
                <a:lnTo>
                  <a:pt x="447213" y="173452"/>
                </a:lnTo>
                <a:lnTo>
                  <a:pt x="447939" y="173330"/>
                </a:lnTo>
                <a:lnTo>
                  <a:pt x="448651" y="173200"/>
                </a:lnTo>
                <a:lnTo>
                  <a:pt x="449351" y="173062"/>
                </a:lnTo>
                <a:lnTo>
                  <a:pt x="450039" y="172916"/>
                </a:lnTo>
                <a:lnTo>
                  <a:pt x="450714" y="172762"/>
                </a:lnTo>
                <a:lnTo>
                  <a:pt x="451376" y="172600"/>
                </a:lnTo>
                <a:lnTo>
                  <a:pt x="452026" y="172430"/>
                </a:lnTo>
                <a:lnTo>
                  <a:pt x="452663" y="172253"/>
                </a:lnTo>
                <a:lnTo>
                  <a:pt x="453287" y="172067"/>
                </a:lnTo>
                <a:lnTo>
                  <a:pt x="453901" y="171872"/>
                </a:lnTo>
                <a:lnTo>
                  <a:pt x="454508" y="171664"/>
                </a:lnTo>
                <a:lnTo>
                  <a:pt x="455106" y="171443"/>
                </a:lnTo>
                <a:lnTo>
                  <a:pt x="455696" y="171210"/>
                </a:lnTo>
                <a:lnTo>
                  <a:pt x="456278" y="170965"/>
                </a:lnTo>
                <a:lnTo>
                  <a:pt x="456852" y="170706"/>
                </a:lnTo>
                <a:lnTo>
                  <a:pt x="457418" y="170436"/>
                </a:lnTo>
                <a:lnTo>
                  <a:pt x="457977" y="170152"/>
                </a:lnTo>
                <a:lnTo>
                  <a:pt x="458527" y="169857"/>
                </a:lnTo>
                <a:lnTo>
                  <a:pt x="459069" y="169548"/>
                </a:lnTo>
                <a:lnTo>
                  <a:pt x="459603" y="169227"/>
                </a:lnTo>
                <a:lnTo>
                  <a:pt x="460129" y="168894"/>
                </a:lnTo>
                <a:lnTo>
                  <a:pt x="460648" y="168548"/>
                </a:lnTo>
                <a:lnTo>
                  <a:pt x="461158" y="168189"/>
                </a:lnTo>
                <a:lnTo>
                  <a:pt x="461660" y="167818"/>
                </a:lnTo>
                <a:lnTo>
                  <a:pt x="462154" y="167435"/>
                </a:lnTo>
                <a:lnTo>
                  <a:pt x="462641" y="167039"/>
                </a:lnTo>
                <a:lnTo>
                  <a:pt x="463119" y="166630"/>
                </a:lnTo>
                <a:lnTo>
                  <a:pt x="463589" y="166209"/>
                </a:lnTo>
                <a:lnTo>
                  <a:pt x="464051" y="165775"/>
                </a:lnTo>
                <a:lnTo>
                  <a:pt x="464506" y="165328"/>
                </a:lnTo>
                <a:lnTo>
                  <a:pt x="464952" y="164870"/>
                </a:lnTo>
                <a:lnTo>
                  <a:pt x="465390" y="164398"/>
                </a:lnTo>
                <a:lnTo>
                  <a:pt x="465821" y="163914"/>
                </a:lnTo>
                <a:lnTo>
                  <a:pt x="466245" y="163416"/>
                </a:lnTo>
                <a:lnTo>
                  <a:pt x="466665" y="162901"/>
                </a:lnTo>
                <a:lnTo>
                  <a:pt x="467080" y="162369"/>
                </a:lnTo>
                <a:lnTo>
                  <a:pt x="467492" y="161821"/>
                </a:lnTo>
                <a:lnTo>
                  <a:pt x="467899" y="161257"/>
                </a:lnTo>
                <a:lnTo>
                  <a:pt x="468302" y="160676"/>
                </a:lnTo>
                <a:lnTo>
                  <a:pt x="468700" y="160078"/>
                </a:lnTo>
                <a:lnTo>
                  <a:pt x="469095" y="159464"/>
                </a:lnTo>
                <a:lnTo>
                  <a:pt x="469485" y="158834"/>
                </a:lnTo>
                <a:lnTo>
                  <a:pt x="469870" y="158187"/>
                </a:lnTo>
                <a:lnTo>
                  <a:pt x="470252" y="157523"/>
                </a:lnTo>
                <a:lnTo>
                  <a:pt x="470629" y="156843"/>
                </a:lnTo>
                <a:lnTo>
                  <a:pt x="471002" y="156147"/>
                </a:lnTo>
                <a:lnTo>
                  <a:pt x="471371" y="155434"/>
                </a:lnTo>
                <a:lnTo>
                  <a:pt x="471736" y="154705"/>
                </a:lnTo>
                <a:lnTo>
                  <a:pt x="472096" y="153959"/>
                </a:lnTo>
                <a:lnTo>
                  <a:pt x="472452" y="153196"/>
                </a:lnTo>
                <a:lnTo>
                  <a:pt x="472803" y="152417"/>
                </a:lnTo>
                <a:lnTo>
                  <a:pt x="473151" y="151622"/>
                </a:lnTo>
                <a:lnTo>
                  <a:pt x="473494" y="150810"/>
                </a:lnTo>
                <a:lnTo>
                  <a:pt x="473833" y="149981"/>
                </a:lnTo>
                <a:lnTo>
                  <a:pt x="474168" y="149136"/>
                </a:lnTo>
                <a:lnTo>
                  <a:pt x="474498" y="148275"/>
                </a:lnTo>
                <a:lnTo>
                  <a:pt x="474824" y="147397"/>
                </a:lnTo>
                <a:lnTo>
                  <a:pt x="478507" y="137383"/>
                </a:lnTo>
                <a:lnTo>
                  <a:pt x="514419" y="36628"/>
                </a:lnTo>
                <a:lnTo>
                  <a:pt x="486999" y="36628"/>
                </a:lnTo>
                <a:lnTo>
                  <a:pt x="464491" y="111405"/>
                </a:lnTo>
                <a:lnTo>
                  <a:pt x="439219" y="36628"/>
                </a:lnTo>
                <a:lnTo>
                  <a:pt x="410981" y="36628"/>
                </a:lnTo>
                <a:lnTo>
                  <a:pt x="449860" y="137713"/>
                </a:lnTo>
                <a:lnTo>
                  <a:pt x="447609" y="143135"/>
                </a:lnTo>
                <a:lnTo>
                  <a:pt x="447452" y="143540"/>
                </a:lnTo>
                <a:lnTo>
                  <a:pt x="447287" y="143934"/>
                </a:lnTo>
                <a:lnTo>
                  <a:pt x="447114" y="144320"/>
                </a:lnTo>
                <a:lnTo>
                  <a:pt x="446934" y="144695"/>
                </a:lnTo>
                <a:lnTo>
                  <a:pt x="446746" y="145061"/>
                </a:lnTo>
                <a:lnTo>
                  <a:pt x="446551" y="145418"/>
                </a:lnTo>
                <a:lnTo>
                  <a:pt x="446348" y="145765"/>
                </a:lnTo>
                <a:lnTo>
                  <a:pt x="446137" y="146102"/>
                </a:lnTo>
                <a:lnTo>
                  <a:pt x="445918" y="146430"/>
                </a:lnTo>
                <a:lnTo>
                  <a:pt x="445692" y="146748"/>
                </a:lnTo>
                <a:lnTo>
                  <a:pt x="445459" y="147057"/>
                </a:lnTo>
                <a:lnTo>
                  <a:pt x="445217" y="147356"/>
                </a:lnTo>
                <a:lnTo>
                  <a:pt x="444968" y="147645"/>
                </a:lnTo>
                <a:lnTo>
                  <a:pt x="444712" y="147925"/>
                </a:lnTo>
                <a:lnTo>
                  <a:pt x="444448" y="148195"/>
                </a:lnTo>
                <a:lnTo>
                  <a:pt x="444176" y="148455"/>
                </a:lnTo>
                <a:lnTo>
                  <a:pt x="443896" y="148706"/>
                </a:lnTo>
                <a:lnTo>
                  <a:pt x="443609" y="148948"/>
                </a:lnTo>
                <a:lnTo>
                  <a:pt x="443314" y="149180"/>
                </a:lnTo>
                <a:lnTo>
                  <a:pt x="443012" y="149402"/>
                </a:lnTo>
                <a:lnTo>
                  <a:pt x="442702" y="149614"/>
                </a:lnTo>
                <a:lnTo>
                  <a:pt x="442384" y="149817"/>
                </a:lnTo>
                <a:lnTo>
                  <a:pt x="442059" y="150011"/>
                </a:lnTo>
                <a:lnTo>
                  <a:pt x="441726" y="150195"/>
                </a:lnTo>
                <a:lnTo>
                  <a:pt x="441386" y="150370"/>
                </a:lnTo>
                <a:lnTo>
                  <a:pt x="441039" y="150538"/>
                </a:lnTo>
                <a:lnTo>
                  <a:pt x="440684" y="150698"/>
                </a:lnTo>
                <a:lnTo>
                  <a:pt x="440323" y="150851"/>
                </a:lnTo>
                <a:lnTo>
                  <a:pt x="439956" y="150997"/>
                </a:lnTo>
                <a:lnTo>
                  <a:pt x="439581" y="151135"/>
                </a:lnTo>
                <a:lnTo>
                  <a:pt x="439199" y="151265"/>
                </a:lnTo>
                <a:lnTo>
                  <a:pt x="438810" y="151388"/>
                </a:lnTo>
                <a:lnTo>
                  <a:pt x="438414" y="151504"/>
                </a:lnTo>
                <a:lnTo>
                  <a:pt x="438012" y="151612"/>
                </a:lnTo>
                <a:lnTo>
                  <a:pt x="437602" y="151713"/>
                </a:lnTo>
                <a:lnTo>
                  <a:pt x="437186" y="151806"/>
                </a:lnTo>
                <a:lnTo>
                  <a:pt x="436762" y="151892"/>
                </a:lnTo>
                <a:lnTo>
                  <a:pt x="436332" y="151970"/>
                </a:lnTo>
                <a:lnTo>
                  <a:pt x="435895" y="152041"/>
                </a:lnTo>
                <a:lnTo>
                  <a:pt x="435451" y="152105"/>
                </a:lnTo>
                <a:lnTo>
                  <a:pt x="435000" y="152160"/>
                </a:lnTo>
                <a:lnTo>
                  <a:pt x="434542" y="152209"/>
                </a:lnTo>
                <a:lnTo>
                  <a:pt x="434077" y="152250"/>
                </a:lnTo>
                <a:lnTo>
                  <a:pt x="433605" y="152284"/>
                </a:lnTo>
                <a:lnTo>
                  <a:pt x="433126" y="152310"/>
                </a:lnTo>
                <a:lnTo>
                  <a:pt x="432640" y="152328"/>
                </a:lnTo>
                <a:lnTo>
                  <a:pt x="432148" y="152340"/>
                </a:lnTo>
                <a:lnTo>
                  <a:pt x="431648" y="152343"/>
                </a:lnTo>
                <a:lnTo>
                  <a:pt x="422645" y="152343"/>
                </a:lnTo>
                <a:lnTo>
                  <a:pt x="422645" y="174340"/>
                </a:lnTo>
                <a:lnTo>
                  <a:pt x="434820" y="174340"/>
                </a:lnTo>
                <a:lnTo>
                  <a:pt x="435734" y="174336"/>
                </a:lnTo>
                <a:lnTo>
                  <a:pt x="436636" y="174325"/>
                </a:lnTo>
                <a:close/>
              </a:path>
            </a:pathLst>
          </a:custGeom>
          <a:solidFill xmlns:a="http://schemas.openxmlformats.org/drawingml/2006/main">
            <a:srgbClr val="8DAD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0CE49-E591-48AB-AC0F-F6F385E5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3" y="1020165"/>
            <a:ext cx="139691" cy="230024"/>
          </a:xfrm>
          <a:custGeom xmlns:a="http://schemas.openxmlformats.org/drawingml/2006/main">
            <a:pathLst>
              <a:path w="139691" h="230024">
                <a:moveTo>
                  <a:pt x="87307" y="0"/>
                </a:moveTo>
                <a:lnTo>
                  <a:pt x="52384" y="0"/>
                </a:lnTo>
                <a:lnTo>
                  <a:pt x="52384" y="90333"/>
                </a:lnTo>
                <a:lnTo>
                  <a:pt x="0" y="90333"/>
                </a:lnTo>
                <a:lnTo>
                  <a:pt x="69845" y="230024"/>
                </a:lnTo>
                <a:lnTo>
                  <a:pt x="139691" y="90333"/>
                </a:lnTo>
                <a:lnTo>
                  <a:pt x="87307" y="90333"/>
                </a:lnTo>
                <a:lnTo>
                  <a:pt x="87307" y="0"/>
                </a:lnTo>
                <a:close/>
              </a:path>
            </a:pathLst>
          </a:custGeom>
          <a:solidFill xmlns:a="http://schemas.openxmlformats.org/drawingml/2006/main">
            <a:srgbClr val="8DAD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7197D-54C6-47B9-B57D-75F0FD5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543" y="1250189"/>
            <a:ext cx="964098" cy="527798"/>
          </a:xfrm>
          <a:custGeom xmlns:a="http://schemas.openxmlformats.org/drawingml/2006/main">
            <a:pathLst>
              <a:path w="964098" h="527798">
                <a:moveTo>
                  <a:pt x="0" y="36320"/>
                </a:moveTo>
                <a:cubicBezTo>
                  <a:pt x="0" y="16297"/>
                  <a:pt x="16297" y="0"/>
                  <a:pt x="36552" y="0"/>
                </a:cubicBezTo>
                <a:lnTo>
                  <a:pt x="927778" y="0"/>
                </a:lnTo>
                <a:cubicBezTo>
                  <a:pt x="947801" y="0"/>
                  <a:pt x="964098" y="16297"/>
                  <a:pt x="964098" y="36320"/>
                </a:cubicBezTo>
                <a:lnTo>
                  <a:pt x="964098" y="491478"/>
                </a:lnTo>
                <a:cubicBezTo>
                  <a:pt x="964098" y="511500"/>
                  <a:pt x="947801" y="527798"/>
                  <a:pt x="927778" y="527798"/>
                </a:cubicBezTo>
                <a:lnTo>
                  <a:pt x="36552" y="527798"/>
                </a:lnTo>
                <a:cubicBezTo>
                  <a:pt x="16297" y="527798"/>
                  <a:pt x="0" y="511500"/>
                  <a:pt x="0" y="491478"/>
                </a:cubicBezTo>
                <a:lnTo>
                  <a:pt x="0" y="36320"/>
                </a:lnTo>
                <a:close/>
              </a:path>
            </a:pathLst>
          </a:custGeom>
          <a:solidFill xmlns:a="http://schemas.openxmlformats.org/drawingml/2006/main">
            <a:srgbClr val="F9E3D7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DFD85-2AEF-4475-AF76-37B264C2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543" y="1250189"/>
            <a:ext cx="964098" cy="527798"/>
          </a:xfrm>
          <a:custGeom xmlns:a="http://schemas.openxmlformats.org/drawingml/2006/main">
            <a:pathLst>
              <a:path w="964098" h="527798" fill="none">
                <a:moveTo>
                  <a:pt x="0" y="36320"/>
                </a:moveTo>
                <a:cubicBezTo>
                  <a:pt x="0" y="16297"/>
                  <a:pt x="16297" y="0"/>
                  <a:pt x="36552" y="0"/>
                </a:cubicBezTo>
                <a:lnTo>
                  <a:pt x="927778" y="0"/>
                </a:lnTo>
                <a:cubicBezTo>
                  <a:pt x="947801" y="0"/>
                  <a:pt x="964098" y="16297"/>
                  <a:pt x="964098" y="36320"/>
                </a:cubicBezTo>
                <a:lnTo>
                  <a:pt x="964098" y="491478"/>
                </a:lnTo>
                <a:cubicBezTo>
                  <a:pt x="964098" y="511500"/>
                  <a:pt x="947801" y="527798"/>
                  <a:pt x="927778" y="527798"/>
                </a:cubicBezTo>
                <a:lnTo>
                  <a:pt x="36552" y="527798"/>
                </a:lnTo>
                <a:cubicBezTo>
                  <a:pt x="16297" y="527798"/>
                  <a:pt x="0" y="511500"/>
                  <a:pt x="0" y="491478"/>
                </a:cubicBezTo>
                <a:lnTo>
                  <a:pt x="0" y="363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EBA782"/>
            </a:solidFill>
            <a:miter/>
          </a:ln>
        </p:spPr>
      </p:sp>
      <p:sp>
        <p:nvSpPr>
          <p:cNvPr id="159" name="Text ProxyB">
            <a:extLst xmlns:a="http://schemas.openxmlformats.org/drawingml/2006/main">
              <a:ext uri="{FF2B5EF4-FFF2-40B4-BE49-F238E27FC236}">
                <a16:creationId xmlns:a16="http://schemas.microsoft.com/office/drawing/2014/main" id="{F3C0F51D-C2AB-4112-B38C-59E553E0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076" y="1553200"/>
            <a:ext cx="682566" cy="174340"/>
          </a:xfrm>
          <a:custGeom xmlns:a="http://schemas.openxmlformats.org/drawingml/2006/main">
            <a:pathLst>
              <a:path w="682566" h="174340">
                <a:moveTo>
                  <a:pt x="310944" y="36628"/>
                </a:moveTo>
                <a:lnTo>
                  <a:pt x="342741" y="84774"/>
                </a:lnTo>
                <a:lnTo>
                  <a:pt x="307568" y="137713"/>
                </a:lnTo>
                <a:lnTo>
                  <a:pt x="336420" y="137713"/>
                </a:lnTo>
                <a:lnTo>
                  <a:pt x="359036" y="101495"/>
                </a:lnTo>
                <a:lnTo>
                  <a:pt x="381744" y="137713"/>
                </a:lnTo>
                <a:lnTo>
                  <a:pt x="410699" y="137713"/>
                </a:lnTo>
                <a:lnTo>
                  <a:pt x="375634" y="85213"/>
                </a:lnTo>
                <a:lnTo>
                  <a:pt x="407629" y="36628"/>
                </a:lnTo>
                <a:lnTo>
                  <a:pt x="378675" y="36628"/>
                </a:lnTo>
                <a:lnTo>
                  <a:pt x="359408" y="69167"/>
                </a:lnTo>
                <a:lnTo>
                  <a:pt x="339898" y="36628"/>
                </a:lnTo>
                <a:lnTo>
                  <a:pt x="310944" y="36628"/>
                </a:lnTo>
                <a:close/>
                <a:moveTo>
                  <a:pt x="54021" y="88603"/>
                </a:moveTo>
                <a:lnTo>
                  <a:pt x="55151" y="88594"/>
                </a:lnTo>
                <a:lnTo>
                  <a:pt x="56272" y="88570"/>
                </a:lnTo>
                <a:lnTo>
                  <a:pt x="57385" y="88528"/>
                </a:lnTo>
                <a:lnTo>
                  <a:pt x="58490" y="88471"/>
                </a:lnTo>
                <a:lnTo>
                  <a:pt x="59586" y="88396"/>
                </a:lnTo>
                <a:lnTo>
                  <a:pt x="60674" y="88306"/>
                </a:lnTo>
                <a:lnTo>
                  <a:pt x="61754" y="88198"/>
                </a:lnTo>
                <a:lnTo>
                  <a:pt x="62826" y="88075"/>
                </a:lnTo>
                <a:lnTo>
                  <a:pt x="63889" y="87934"/>
                </a:lnTo>
                <a:lnTo>
                  <a:pt x="64943" y="87778"/>
                </a:lnTo>
                <a:lnTo>
                  <a:pt x="65989" y="87605"/>
                </a:lnTo>
                <a:lnTo>
                  <a:pt x="67027" y="87415"/>
                </a:lnTo>
                <a:lnTo>
                  <a:pt x="68057" y="87209"/>
                </a:lnTo>
                <a:lnTo>
                  <a:pt x="69078" y="86986"/>
                </a:lnTo>
                <a:lnTo>
                  <a:pt x="70091" y="86747"/>
                </a:lnTo>
                <a:lnTo>
                  <a:pt x="71096" y="86491"/>
                </a:lnTo>
                <a:lnTo>
                  <a:pt x="72092" y="86219"/>
                </a:lnTo>
                <a:lnTo>
                  <a:pt x="73080" y="85930"/>
                </a:lnTo>
                <a:lnTo>
                  <a:pt x="74059" y="85625"/>
                </a:lnTo>
                <a:lnTo>
                  <a:pt x="75031" y="85303"/>
                </a:lnTo>
                <a:lnTo>
                  <a:pt x="75993" y="84965"/>
                </a:lnTo>
                <a:lnTo>
                  <a:pt x="76948" y="84610"/>
                </a:lnTo>
                <a:lnTo>
                  <a:pt x="77894" y="84239"/>
                </a:lnTo>
                <a:lnTo>
                  <a:pt x="78832" y="83851"/>
                </a:lnTo>
                <a:lnTo>
                  <a:pt x="79757" y="83446"/>
                </a:lnTo>
                <a:lnTo>
                  <a:pt x="80667" y="83024"/>
                </a:lnTo>
                <a:lnTo>
                  <a:pt x="81561" y="82584"/>
                </a:lnTo>
                <a:lnTo>
                  <a:pt x="82440" y="82126"/>
                </a:lnTo>
                <a:lnTo>
                  <a:pt x="83302" y="81651"/>
                </a:lnTo>
                <a:lnTo>
                  <a:pt x="84149" y="81158"/>
                </a:lnTo>
                <a:lnTo>
                  <a:pt x="84980" y="80648"/>
                </a:lnTo>
                <a:lnTo>
                  <a:pt x="85795" y="80120"/>
                </a:lnTo>
                <a:lnTo>
                  <a:pt x="86594" y="79575"/>
                </a:lnTo>
                <a:lnTo>
                  <a:pt x="87377" y="79012"/>
                </a:lnTo>
                <a:lnTo>
                  <a:pt x="88145" y="78431"/>
                </a:lnTo>
                <a:lnTo>
                  <a:pt x="88897" y="77833"/>
                </a:lnTo>
                <a:lnTo>
                  <a:pt x="89633" y="77218"/>
                </a:lnTo>
                <a:lnTo>
                  <a:pt x="90353" y="76585"/>
                </a:lnTo>
                <a:lnTo>
                  <a:pt x="91057" y="75934"/>
                </a:lnTo>
                <a:lnTo>
                  <a:pt x="91746" y="75266"/>
                </a:lnTo>
                <a:lnTo>
                  <a:pt x="92419" y="74580"/>
                </a:lnTo>
                <a:lnTo>
                  <a:pt x="93076" y="73877"/>
                </a:lnTo>
                <a:lnTo>
                  <a:pt x="93717" y="73156"/>
                </a:lnTo>
                <a:lnTo>
                  <a:pt x="94342" y="72417"/>
                </a:lnTo>
                <a:lnTo>
                  <a:pt x="94952" y="71661"/>
                </a:lnTo>
                <a:lnTo>
                  <a:pt x="95545" y="70888"/>
                </a:lnTo>
                <a:lnTo>
                  <a:pt x="96123" y="70097"/>
                </a:lnTo>
                <a:lnTo>
                  <a:pt x="96685" y="69288"/>
                </a:lnTo>
                <a:lnTo>
                  <a:pt x="97228" y="68461"/>
                </a:lnTo>
                <a:lnTo>
                  <a:pt x="97747" y="67617"/>
                </a:lnTo>
                <a:lnTo>
                  <a:pt x="98244" y="66754"/>
                </a:lnTo>
                <a:lnTo>
                  <a:pt x="98717" y="65873"/>
                </a:lnTo>
                <a:lnTo>
                  <a:pt x="99168" y="64974"/>
                </a:lnTo>
                <a:lnTo>
                  <a:pt x="99595" y="64057"/>
                </a:lnTo>
                <a:lnTo>
                  <a:pt x="99999" y="63122"/>
                </a:lnTo>
                <a:lnTo>
                  <a:pt x="100380" y="62169"/>
                </a:lnTo>
                <a:lnTo>
                  <a:pt x="100738" y="61198"/>
                </a:lnTo>
                <a:lnTo>
                  <a:pt x="101073" y="60208"/>
                </a:lnTo>
                <a:lnTo>
                  <a:pt x="101384" y="59201"/>
                </a:lnTo>
                <a:lnTo>
                  <a:pt x="101673" y="58175"/>
                </a:lnTo>
                <a:lnTo>
                  <a:pt x="101939" y="57131"/>
                </a:lnTo>
                <a:lnTo>
                  <a:pt x="102181" y="56069"/>
                </a:lnTo>
                <a:lnTo>
                  <a:pt x="102400" y="54989"/>
                </a:lnTo>
                <a:lnTo>
                  <a:pt x="102597" y="53891"/>
                </a:lnTo>
                <a:lnTo>
                  <a:pt x="102770" y="52775"/>
                </a:lnTo>
                <a:lnTo>
                  <a:pt x="102920" y="51641"/>
                </a:lnTo>
                <a:lnTo>
                  <a:pt x="103047" y="50488"/>
                </a:lnTo>
                <a:lnTo>
                  <a:pt x="103151" y="49318"/>
                </a:lnTo>
                <a:lnTo>
                  <a:pt x="103232" y="48129"/>
                </a:lnTo>
                <a:lnTo>
                  <a:pt x="103289" y="46923"/>
                </a:lnTo>
                <a:lnTo>
                  <a:pt x="103324" y="45698"/>
                </a:lnTo>
                <a:lnTo>
                  <a:pt x="103336" y="44455"/>
                </a:lnTo>
                <a:lnTo>
                  <a:pt x="103324" y="43195"/>
                </a:lnTo>
                <a:lnTo>
                  <a:pt x="103289" y="41954"/>
                </a:lnTo>
                <a:lnTo>
                  <a:pt x="103232" y="40732"/>
                </a:lnTo>
                <a:lnTo>
                  <a:pt x="103151" y="39529"/>
                </a:lnTo>
                <a:lnTo>
                  <a:pt x="103047" y="38345"/>
                </a:lnTo>
                <a:lnTo>
                  <a:pt x="102920" y="37179"/>
                </a:lnTo>
                <a:lnTo>
                  <a:pt x="102770" y="36032"/>
                </a:lnTo>
                <a:lnTo>
                  <a:pt x="102597" y="34905"/>
                </a:lnTo>
                <a:lnTo>
                  <a:pt x="102400" y="33795"/>
                </a:lnTo>
                <a:lnTo>
                  <a:pt x="102181" y="32705"/>
                </a:lnTo>
                <a:lnTo>
                  <a:pt x="101939" y="31634"/>
                </a:lnTo>
                <a:lnTo>
                  <a:pt x="101673" y="30581"/>
                </a:lnTo>
                <a:lnTo>
                  <a:pt x="101384" y="29547"/>
                </a:lnTo>
                <a:lnTo>
                  <a:pt x="101073" y="28532"/>
                </a:lnTo>
                <a:lnTo>
                  <a:pt x="100738" y="27536"/>
                </a:lnTo>
                <a:lnTo>
                  <a:pt x="100380" y="26559"/>
                </a:lnTo>
                <a:lnTo>
                  <a:pt x="99999" y="25600"/>
                </a:lnTo>
                <a:lnTo>
                  <a:pt x="99595" y="24660"/>
                </a:lnTo>
                <a:lnTo>
                  <a:pt x="99168" y="23739"/>
                </a:lnTo>
                <a:lnTo>
                  <a:pt x="98717" y="22837"/>
                </a:lnTo>
                <a:lnTo>
                  <a:pt x="98244" y="21954"/>
                </a:lnTo>
                <a:lnTo>
                  <a:pt x="97747" y="21089"/>
                </a:lnTo>
                <a:lnTo>
                  <a:pt x="97228" y="20244"/>
                </a:lnTo>
                <a:lnTo>
                  <a:pt x="96685" y="19417"/>
                </a:lnTo>
                <a:lnTo>
                  <a:pt x="96123" y="18608"/>
                </a:lnTo>
                <a:lnTo>
                  <a:pt x="95545" y="17817"/>
                </a:lnTo>
                <a:lnTo>
                  <a:pt x="94952" y="17043"/>
                </a:lnTo>
                <a:lnTo>
                  <a:pt x="94342" y="16286"/>
                </a:lnTo>
                <a:lnTo>
                  <a:pt x="93717" y="15547"/>
                </a:lnTo>
                <a:lnTo>
                  <a:pt x="93076" y="14825"/>
                </a:lnTo>
                <a:lnTo>
                  <a:pt x="92419" y="14121"/>
                </a:lnTo>
                <a:lnTo>
                  <a:pt x="91746" y="13434"/>
                </a:lnTo>
                <a:lnTo>
                  <a:pt x="91057" y="12764"/>
                </a:lnTo>
                <a:lnTo>
                  <a:pt x="90353" y="12112"/>
                </a:lnTo>
                <a:lnTo>
                  <a:pt x="89633" y="11477"/>
                </a:lnTo>
                <a:lnTo>
                  <a:pt x="88897" y="10860"/>
                </a:lnTo>
                <a:lnTo>
                  <a:pt x="88145" y="10259"/>
                </a:lnTo>
                <a:lnTo>
                  <a:pt x="87377" y="9677"/>
                </a:lnTo>
                <a:lnTo>
                  <a:pt x="86594" y="9111"/>
                </a:lnTo>
                <a:lnTo>
                  <a:pt x="85795" y="8563"/>
                </a:lnTo>
                <a:lnTo>
                  <a:pt x="84980" y="8033"/>
                </a:lnTo>
                <a:lnTo>
                  <a:pt x="84149" y="7520"/>
                </a:lnTo>
                <a:lnTo>
                  <a:pt x="83302" y="7024"/>
                </a:lnTo>
                <a:lnTo>
                  <a:pt x="82440" y="6545"/>
                </a:lnTo>
                <a:lnTo>
                  <a:pt x="81561" y="6084"/>
                </a:lnTo>
                <a:lnTo>
                  <a:pt x="80667" y="5641"/>
                </a:lnTo>
                <a:lnTo>
                  <a:pt x="79757" y="5214"/>
                </a:lnTo>
                <a:lnTo>
                  <a:pt x="78832" y="4805"/>
                </a:lnTo>
                <a:lnTo>
                  <a:pt x="77894" y="4413"/>
                </a:lnTo>
                <a:lnTo>
                  <a:pt x="76948" y="4038"/>
                </a:lnTo>
                <a:lnTo>
                  <a:pt x="75993" y="3679"/>
                </a:lnTo>
                <a:lnTo>
                  <a:pt x="75031" y="3337"/>
                </a:lnTo>
                <a:lnTo>
                  <a:pt x="74059" y="3012"/>
                </a:lnTo>
                <a:lnTo>
                  <a:pt x="73080" y="2703"/>
                </a:lnTo>
                <a:lnTo>
                  <a:pt x="72092" y="2411"/>
                </a:lnTo>
                <a:lnTo>
                  <a:pt x="71096" y="2136"/>
                </a:lnTo>
                <a:lnTo>
                  <a:pt x="70091" y="1877"/>
                </a:lnTo>
                <a:lnTo>
                  <a:pt x="69078" y="1635"/>
                </a:lnTo>
                <a:lnTo>
                  <a:pt x="68057" y="1410"/>
                </a:lnTo>
                <a:lnTo>
                  <a:pt x="67027" y="1201"/>
                </a:lnTo>
                <a:lnTo>
                  <a:pt x="65989" y="1009"/>
                </a:lnTo>
                <a:lnTo>
                  <a:pt x="64943" y="834"/>
                </a:lnTo>
                <a:lnTo>
                  <a:pt x="63889" y="676"/>
                </a:lnTo>
                <a:lnTo>
                  <a:pt x="62826" y="534"/>
                </a:lnTo>
                <a:lnTo>
                  <a:pt x="61754" y="409"/>
                </a:lnTo>
                <a:lnTo>
                  <a:pt x="60674" y="300"/>
                </a:lnTo>
                <a:lnTo>
                  <a:pt x="59586" y="209"/>
                </a:lnTo>
                <a:lnTo>
                  <a:pt x="58490" y="133"/>
                </a:lnTo>
                <a:lnTo>
                  <a:pt x="57385" y="75"/>
                </a:lnTo>
                <a:lnTo>
                  <a:pt x="56272" y="33"/>
                </a:lnTo>
                <a:lnTo>
                  <a:pt x="55151" y="8"/>
                </a:lnTo>
                <a:lnTo>
                  <a:pt x="54021" y="0"/>
                </a:lnTo>
                <a:lnTo>
                  <a:pt x="0" y="0"/>
                </a:lnTo>
                <a:lnTo>
                  <a:pt x="0" y="137713"/>
                </a:lnTo>
                <a:lnTo>
                  <a:pt x="28750" y="137713"/>
                </a:lnTo>
                <a:lnTo>
                  <a:pt x="28750" y="88603"/>
                </a:lnTo>
                <a:lnTo>
                  <a:pt x="54021" y="88603"/>
                </a:lnTo>
                <a:close/>
                <a:moveTo>
                  <a:pt x="52165" y="23234"/>
                </a:moveTo>
                <a:lnTo>
                  <a:pt x="52957" y="23261"/>
                </a:lnTo>
                <a:lnTo>
                  <a:pt x="53738" y="23306"/>
                </a:lnTo>
                <a:lnTo>
                  <a:pt x="54507" y="23370"/>
                </a:lnTo>
                <a:lnTo>
                  <a:pt x="55264" y="23451"/>
                </a:lnTo>
                <a:lnTo>
                  <a:pt x="56010" y="23550"/>
                </a:lnTo>
                <a:lnTo>
                  <a:pt x="56743" y="23668"/>
                </a:lnTo>
                <a:lnTo>
                  <a:pt x="57466" y="23803"/>
                </a:lnTo>
                <a:lnTo>
                  <a:pt x="58176" y="23957"/>
                </a:lnTo>
                <a:lnTo>
                  <a:pt x="58874" y="24129"/>
                </a:lnTo>
                <a:lnTo>
                  <a:pt x="59561" y="24318"/>
                </a:lnTo>
                <a:lnTo>
                  <a:pt x="60236" y="24526"/>
                </a:lnTo>
                <a:lnTo>
                  <a:pt x="60900" y="24752"/>
                </a:lnTo>
                <a:lnTo>
                  <a:pt x="61552" y="24996"/>
                </a:lnTo>
                <a:lnTo>
                  <a:pt x="62192" y="25258"/>
                </a:lnTo>
                <a:lnTo>
                  <a:pt x="62820" y="25538"/>
                </a:lnTo>
                <a:lnTo>
                  <a:pt x="63436" y="25837"/>
                </a:lnTo>
                <a:lnTo>
                  <a:pt x="64041" y="26153"/>
                </a:lnTo>
                <a:lnTo>
                  <a:pt x="64634" y="26487"/>
                </a:lnTo>
                <a:lnTo>
                  <a:pt x="65216" y="26840"/>
                </a:lnTo>
                <a:lnTo>
                  <a:pt x="65785" y="27210"/>
                </a:lnTo>
                <a:lnTo>
                  <a:pt x="66343" y="27599"/>
                </a:lnTo>
                <a:lnTo>
                  <a:pt x="66889" y="28005"/>
                </a:lnTo>
                <a:lnTo>
                  <a:pt x="67424" y="28430"/>
                </a:lnTo>
                <a:lnTo>
                  <a:pt x="67942" y="28874"/>
                </a:lnTo>
                <a:lnTo>
                  <a:pt x="68437" y="29337"/>
                </a:lnTo>
                <a:lnTo>
                  <a:pt x="68911" y="29819"/>
                </a:lnTo>
                <a:lnTo>
                  <a:pt x="69362" y="30321"/>
                </a:lnTo>
                <a:lnTo>
                  <a:pt x="69792" y="30843"/>
                </a:lnTo>
                <a:lnTo>
                  <a:pt x="70199" y="31384"/>
                </a:lnTo>
                <a:lnTo>
                  <a:pt x="70585" y="31944"/>
                </a:lnTo>
                <a:lnTo>
                  <a:pt x="70948" y="32524"/>
                </a:lnTo>
                <a:lnTo>
                  <a:pt x="71289" y="33123"/>
                </a:lnTo>
                <a:lnTo>
                  <a:pt x="71609" y="33742"/>
                </a:lnTo>
                <a:lnTo>
                  <a:pt x="71906" y="34381"/>
                </a:lnTo>
                <a:lnTo>
                  <a:pt x="72181" y="35039"/>
                </a:lnTo>
                <a:lnTo>
                  <a:pt x="72435" y="35716"/>
                </a:lnTo>
                <a:lnTo>
                  <a:pt x="72666" y="36413"/>
                </a:lnTo>
                <a:lnTo>
                  <a:pt x="72875" y="37130"/>
                </a:lnTo>
                <a:lnTo>
                  <a:pt x="73062" y="37866"/>
                </a:lnTo>
                <a:lnTo>
                  <a:pt x="73228" y="38621"/>
                </a:lnTo>
                <a:lnTo>
                  <a:pt x="73371" y="39396"/>
                </a:lnTo>
                <a:lnTo>
                  <a:pt x="73492" y="40190"/>
                </a:lnTo>
                <a:lnTo>
                  <a:pt x="73591" y="41004"/>
                </a:lnTo>
                <a:lnTo>
                  <a:pt x="73668" y="41838"/>
                </a:lnTo>
                <a:lnTo>
                  <a:pt x="73723" y="42690"/>
                </a:lnTo>
                <a:lnTo>
                  <a:pt x="73756" y="43563"/>
                </a:lnTo>
                <a:lnTo>
                  <a:pt x="73767" y="44455"/>
                </a:lnTo>
                <a:lnTo>
                  <a:pt x="73757" y="45313"/>
                </a:lnTo>
                <a:lnTo>
                  <a:pt x="73724" y="46154"/>
                </a:lnTo>
                <a:lnTo>
                  <a:pt x="73671" y="46978"/>
                </a:lnTo>
                <a:lnTo>
                  <a:pt x="73595" y="47783"/>
                </a:lnTo>
                <a:lnTo>
                  <a:pt x="73499" y="48571"/>
                </a:lnTo>
                <a:lnTo>
                  <a:pt x="73380" y="49341"/>
                </a:lnTo>
                <a:lnTo>
                  <a:pt x="73241" y="50093"/>
                </a:lnTo>
                <a:lnTo>
                  <a:pt x="73080" y="50828"/>
                </a:lnTo>
                <a:lnTo>
                  <a:pt x="72897" y="51545"/>
                </a:lnTo>
                <a:lnTo>
                  <a:pt x="72693" y="52244"/>
                </a:lnTo>
                <a:lnTo>
                  <a:pt x="72467" y="52926"/>
                </a:lnTo>
                <a:lnTo>
                  <a:pt x="72220" y="53589"/>
                </a:lnTo>
                <a:lnTo>
                  <a:pt x="71951" y="54235"/>
                </a:lnTo>
                <a:lnTo>
                  <a:pt x="71661" y="54864"/>
                </a:lnTo>
                <a:lnTo>
                  <a:pt x="71349" y="55474"/>
                </a:lnTo>
                <a:lnTo>
                  <a:pt x="71016" y="56067"/>
                </a:lnTo>
                <a:lnTo>
                  <a:pt x="70662" y="56642"/>
                </a:lnTo>
                <a:lnTo>
                  <a:pt x="70285" y="57200"/>
                </a:lnTo>
                <a:lnTo>
                  <a:pt x="69888" y="57740"/>
                </a:lnTo>
                <a:lnTo>
                  <a:pt x="69469" y="58262"/>
                </a:lnTo>
                <a:lnTo>
                  <a:pt x="69028" y="58766"/>
                </a:lnTo>
                <a:lnTo>
                  <a:pt x="68566" y="59253"/>
                </a:lnTo>
                <a:lnTo>
                  <a:pt x="68082" y="59721"/>
                </a:lnTo>
                <a:lnTo>
                  <a:pt x="67577" y="60173"/>
                </a:lnTo>
                <a:lnTo>
                  <a:pt x="67055" y="60606"/>
                </a:lnTo>
                <a:lnTo>
                  <a:pt x="66519" y="61020"/>
                </a:lnTo>
                <a:lnTo>
                  <a:pt x="65970" y="61416"/>
                </a:lnTo>
                <a:lnTo>
                  <a:pt x="65408" y="61794"/>
                </a:lnTo>
                <a:lnTo>
                  <a:pt x="64832" y="62154"/>
                </a:lnTo>
                <a:lnTo>
                  <a:pt x="64243" y="62495"/>
                </a:lnTo>
                <a:lnTo>
                  <a:pt x="63640" y="62817"/>
                </a:lnTo>
                <a:lnTo>
                  <a:pt x="63024" y="63121"/>
                </a:lnTo>
                <a:lnTo>
                  <a:pt x="62395" y="63407"/>
                </a:lnTo>
                <a:lnTo>
                  <a:pt x="61753" y="63674"/>
                </a:lnTo>
                <a:lnTo>
                  <a:pt x="61097" y="63923"/>
                </a:lnTo>
                <a:lnTo>
                  <a:pt x="60428" y="64153"/>
                </a:lnTo>
                <a:lnTo>
                  <a:pt x="59746" y="64365"/>
                </a:lnTo>
                <a:lnTo>
                  <a:pt x="59050" y="64559"/>
                </a:lnTo>
                <a:lnTo>
                  <a:pt x="58341" y="64734"/>
                </a:lnTo>
                <a:lnTo>
                  <a:pt x="57619" y="64890"/>
                </a:lnTo>
                <a:lnTo>
                  <a:pt x="56883" y="65028"/>
                </a:lnTo>
                <a:lnTo>
                  <a:pt x="56134" y="65148"/>
                </a:lnTo>
                <a:lnTo>
                  <a:pt x="55372" y="65250"/>
                </a:lnTo>
                <a:lnTo>
                  <a:pt x="54596" y="65333"/>
                </a:lnTo>
                <a:lnTo>
                  <a:pt x="53808" y="65397"/>
                </a:lnTo>
                <a:lnTo>
                  <a:pt x="53005" y="65443"/>
                </a:lnTo>
                <a:lnTo>
                  <a:pt x="52190" y="65471"/>
                </a:lnTo>
                <a:lnTo>
                  <a:pt x="51361" y="65480"/>
                </a:lnTo>
                <a:lnTo>
                  <a:pt x="28750" y="65480"/>
                </a:lnTo>
                <a:lnTo>
                  <a:pt x="28750" y="23225"/>
                </a:lnTo>
                <a:lnTo>
                  <a:pt x="51361" y="23225"/>
                </a:lnTo>
                <a:lnTo>
                  <a:pt x="52165" y="23234"/>
                </a:lnTo>
                <a:close/>
                <a:moveTo>
                  <a:pt x="634201" y="137645"/>
                </a:moveTo>
                <a:lnTo>
                  <a:pt x="635509" y="137592"/>
                </a:lnTo>
                <a:lnTo>
                  <a:pt x="636800" y="137524"/>
                </a:lnTo>
                <a:lnTo>
                  <a:pt x="638076" y="137441"/>
                </a:lnTo>
                <a:lnTo>
                  <a:pt x="639335" y="137343"/>
                </a:lnTo>
                <a:lnTo>
                  <a:pt x="640578" y="137229"/>
                </a:lnTo>
                <a:lnTo>
                  <a:pt x="641804" y="137101"/>
                </a:lnTo>
                <a:lnTo>
                  <a:pt x="643015" y="136958"/>
                </a:lnTo>
                <a:lnTo>
                  <a:pt x="644210" y="136799"/>
                </a:lnTo>
                <a:lnTo>
                  <a:pt x="645388" y="136626"/>
                </a:lnTo>
                <a:lnTo>
                  <a:pt x="646550" y="136437"/>
                </a:lnTo>
                <a:lnTo>
                  <a:pt x="647696" y="136233"/>
                </a:lnTo>
                <a:lnTo>
                  <a:pt x="648826" y="136014"/>
                </a:lnTo>
                <a:lnTo>
                  <a:pt x="649939" y="135780"/>
                </a:lnTo>
                <a:lnTo>
                  <a:pt x="651037" y="135531"/>
                </a:lnTo>
                <a:lnTo>
                  <a:pt x="652118" y="135267"/>
                </a:lnTo>
                <a:lnTo>
                  <a:pt x="653183" y="134987"/>
                </a:lnTo>
                <a:lnTo>
                  <a:pt x="654232" y="134693"/>
                </a:lnTo>
                <a:lnTo>
                  <a:pt x="655265" y="134383"/>
                </a:lnTo>
                <a:lnTo>
                  <a:pt x="656282" y="134059"/>
                </a:lnTo>
                <a:lnTo>
                  <a:pt x="657282" y="133719"/>
                </a:lnTo>
                <a:lnTo>
                  <a:pt x="658266" y="133364"/>
                </a:lnTo>
                <a:lnTo>
                  <a:pt x="659233" y="132994"/>
                </a:lnTo>
                <a:lnTo>
                  <a:pt x="660181" y="132608"/>
                </a:lnTo>
                <a:lnTo>
                  <a:pt x="661110" y="132205"/>
                </a:lnTo>
                <a:lnTo>
                  <a:pt x="662021" y="131787"/>
                </a:lnTo>
                <a:lnTo>
                  <a:pt x="662912" y="131353"/>
                </a:lnTo>
                <a:lnTo>
                  <a:pt x="663785" y="130902"/>
                </a:lnTo>
                <a:lnTo>
                  <a:pt x="664639" y="130436"/>
                </a:lnTo>
                <a:lnTo>
                  <a:pt x="665474" y="129954"/>
                </a:lnTo>
                <a:lnTo>
                  <a:pt x="666290" y="129456"/>
                </a:lnTo>
                <a:lnTo>
                  <a:pt x="667087" y="128941"/>
                </a:lnTo>
                <a:lnTo>
                  <a:pt x="667866" y="128411"/>
                </a:lnTo>
                <a:lnTo>
                  <a:pt x="668626" y="127865"/>
                </a:lnTo>
                <a:lnTo>
                  <a:pt x="669366" y="127303"/>
                </a:lnTo>
                <a:lnTo>
                  <a:pt x="670088" y="126725"/>
                </a:lnTo>
                <a:lnTo>
                  <a:pt x="670792" y="126130"/>
                </a:lnTo>
                <a:lnTo>
                  <a:pt x="671476" y="125520"/>
                </a:lnTo>
                <a:lnTo>
                  <a:pt x="672142" y="124894"/>
                </a:lnTo>
                <a:lnTo>
                  <a:pt x="672788" y="124252"/>
                </a:lnTo>
                <a:lnTo>
                  <a:pt x="673416" y="123594"/>
                </a:lnTo>
                <a:lnTo>
                  <a:pt x="674025" y="122920"/>
                </a:lnTo>
                <a:lnTo>
                  <a:pt x="674616" y="122230"/>
                </a:lnTo>
                <a:lnTo>
                  <a:pt x="675187" y="121524"/>
                </a:lnTo>
                <a:lnTo>
                  <a:pt x="675740" y="120802"/>
                </a:lnTo>
                <a:lnTo>
                  <a:pt x="676273" y="120064"/>
                </a:lnTo>
                <a:lnTo>
                  <a:pt x="676787" y="119309"/>
                </a:lnTo>
                <a:lnTo>
                  <a:pt x="677278" y="118538"/>
                </a:lnTo>
                <a:lnTo>
                  <a:pt x="677748" y="117750"/>
                </a:lnTo>
                <a:lnTo>
                  <a:pt x="678196" y="116945"/>
                </a:lnTo>
                <a:lnTo>
                  <a:pt x="678622" y="116123"/>
                </a:lnTo>
                <a:lnTo>
                  <a:pt x="679026" y="115284"/>
                </a:lnTo>
                <a:lnTo>
                  <a:pt x="679409" y="114428"/>
                </a:lnTo>
                <a:lnTo>
                  <a:pt x="679769" y="113555"/>
                </a:lnTo>
                <a:lnTo>
                  <a:pt x="680108" y="112666"/>
                </a:lnTo>
                <a:lnTo>
                  <a:pt x="680424" y="111760"/>
                </a:lnTo>
                <a:lnTo>
                  <a:pt x="680719" y="110836"/>
                </a:lnTo>
                <a:lnTo>
                  <a:pt x="680993" y="109896"/>
                </a:lnTo>
                <a:lnTo>
                  <a:pt x="681244" y="108939"/>
                </a:lnTo>
                <a:lnTo>
                  <a:pt x="681473" y="107966"/>
                </a:lnTo>
                <a:lnTo>
                  <a:pt x="681681" y="106975"/>
                </a:lnTo>
                <a:lnTo>
                  <a:pt x="681866" y="105967"/>
                </a:lnTo>
                <a:lnTo>
                  <a:pt x="682030" y="104943"/>
                </a:lnTo>
                <a:lnTo>
                  <a:pt x="682172" y="103902"/>
                </a:lnTo>
                <a:lnTo>
                  <a:pt x="682292" y="102843"/>
                </a:lnTo>
                <a:lnTo>
                  <a:pt x="682391" y="101768"/>
                </a:lnTo>
                <a:lnTo>
                  <a:pt x="682467" y="100676"/>
                </a:lnTo>
                <a:lnTo>
                  <a:pt x="682522" y="99567"/>
                </a:lnTo>
                <a:lnTo>
                  <a:pt x="682555" y="98442"/>
                </a:lnTo>
                <a:lnTo>
                  <a:pt x="682566" y="97299"/>
                </a:lnTo>
                <a:lnTo>
                  <a:pt x="682553" y="96232"/>
                </a:lnTo>
                <a:lnTo>
                  <a:pt x="682513" y="95179"/>
                </a:lnTo>
                <a:lnTo>
                  <a:pt x="682448" y="94140"/>
                </a:lnTo>
                <a:lnTo>
                  <a:pt x="682357" y="93116"/>
                </a:lnTo>
                <a:lnTo>
                  <a:pt x="682239" y="92105"/>
                </a:lnTo>
                <a:lnTo>
                  <a:pt x="682096" y="91109"/>
                </a:lnTo>
                <a:lnTo>
                  <a:pt x="681926" y="90127"/>
                </a:lnTo>
                <a:lnTo>
                  <a:pt x="681730" y="89160"/>
                </a:lnTo>
                <a:lnTo>
                  <a:pt x="681508" y="88206"/>
                </a:lnTo>
                <a:lnTo>
                  <a:pt x="681260" y="87267"/>
                </a:lnTo>
                <a:lnTo>
                  <a:pt x="680986" y="86342"/>
                </a:lnTo>
                <a:lnTo>
                  <a:pt x="680686" y="85431"/>
                </a:lnTo>
                <a:lnTo>
                  <a:pt x="680359" y="84534"/>
                </a:lnTo>
                <a:lnTo>
                  <a:pt x="680007" y="83652"/>
                </a:lnTo>
                <a:lnTo>
                  <a:pt x="679628" y="82784"/>
                </a:lnTo>
                <a:lnTo>
                  <a:pt x="679223" y="81930"/>
                </a:lnTo>
                <a:lnTo>
                  <a:pt x="678793" y="81090"/>
                </a:lnTo>
                <a:lnTo>
                  <a:pt x="678336" y="80264"/>
                </a:lnTo>
                <a:lnTo>
                  <a:pt x="677853" y="79453"/>
                </a:lnTo>
                <a:lnTo>
                  <a:pt x="677343" y="78656"/>
                </a:lnTo>
                <a:lnTo>
                  <a:pt x="676808" y="77873"/>
                </a:lnTo>
                <a:lnTo>
                  <a:pt x="676247" y="77104"/>
                </a:lnTo>
                <a:lnTo>
                  <a:pt x="675659" y="76349"/>
                </a:lnTo>
                <a:lnTo>
                  <a:pt x="675046" y="75609"/>
                </a:lnTo>
                <a:lnTo>
                  <a:pt x="674407" y="74886"/>
                </a:lnTo>
                <a:lnTo>
                  <a:pt x="673745" y="74184"/>
                </a:lnTo>
                <a:lnTo>
                  <a:pt x="673059" y="73502"/>
                </a:lnTo>
                <a:lnTo>
                  <a:pt x="672350" y="72841"/>
                </a:lnTo>
                <a:lnTo>
                  <a:pt x="671617" y="72200"/>
                </a:lnTo>
                <a:lnTo>
                  <a:pt x="670860" y="71580"/>
                </a:lnTo>
                <a:lnTo>
                  <a:pt x="670080" y="70981"/>
                </a:lnTo>
                <a:lnTo>
                  <a:pt x="669276" y="70402"/>
                </a:lnTo>
                <a:lnTo>
                  <a:pt x="668449" y="69844"/>
                </a:lnTo>
                <a:lnTo>
                  <a:pt x="667598" y="69307"/>
                </a:lnTo>
                <a:lnTo>
                  <a:pt x="666723" y="68790"/>
                </a:lnTo>
                <a:lnTo>
                  <a:pt x="665825" y="68294"/>
                </a:lnTo>
                <a:lnTo>
                  <a:pt x="664903" y="67818"/>
                </a:lnTo>
                <a:lnTo>
                  <a:pt x="663957" y="67363"/>
                </a:lnTo>
                <a:lnTo>
                  <a:pt x="662988" y="66928"/>
                </a:lnTo>
                <a:lnTo>
                  <a:pt x="661995" y="66514"/>
                </a:lnTo>
                <a:lnTo>
                  <a:pt x="660979" y="66121"/>
                </a:lnTo>
                <a:lnTo>
                  <a:pt x="659939" y="65749"/>
                </a:lnTo>
                <a:lnTo>
                  <a:pt x="658875" y="65396"/>
                </a:lnTo>
                <a:lnTo>
                  <a:pt x="657788" y="65065"/>
                </a:lnTo>
                <a:lnTo>
                  <a:pt x="656677" y="64754"/>
                </a:lnTo>
                <a:lnTo>
                  <a:pt x="655542" y="64464"/>
                </a:lnTo>
                <a:lnTo>
                  <a:pt x="654384" y="64194"/>
                </a:lnTo>
                <a:lnTo>
                  <a:pt x="653202" y="63945"/>
                </a:lnTo>
                <a:lnTo>
                  <a:pt x="653954" y="63657"/>
                </a:lnTo>
                <a:lnTo>
                  <a:pt x="654694" y="63353"/>
                </a:lnTo>
                <a:lnTo>
                  <a:pt x="655422" y="63035"/>
                </a:lnTo>
                <a:lnTo>
                  <a:pt x="656136" y="62702"/>
                </a:lnTo>
                <a:lnTo>
                  <a:pt x="656838" y="62354"/>
                </a:lnTo>
                <a:lnTo>
                  <a:pt x="657528" y="61992"/>
                </a:lnTo>
                <a:lnTo>
                  <a:pt x="658205" y="61615"/>
                </a:lnTo>
                <a:lnTo>
                  <a:pt x="658869" y="61223"/>
                </a:lnTo>
                <a:lnTo>
                  <a:pt x="659521" y="60816"/>
                </a:lnTo>
                <a:lnTo>
                  <a:pt x="660160" y="60395"/>
                </a:lnTo>
                <a:lnTo>
                  <a:pt x="660786" y="59958"/>
                </a:lnTo>
                <a:lnTo>
                  <a:pt x="661400" y="59507"/>
                </a:lnTo>
                <a:lnTo>
                  <a:pt x="662001" y="59042"/>
                </a:lnTo>
                <a:lnTo>
                  <a:pt x="662589" y="58561"/>
                </a:lnTo>
                <a:lnTo>
                  <a:pt x="663165" y="58066"/>
                </a:lnTo>
                <a:lnTo>
                  <a:pt x="663729" y="57556"/>
                </a:lnTo>
                <a:lnTo>
                  <a:pt x="664279" y="57032"/>
                </a:lnTo>
                <a:lnTo>
                  <a:pt x="664818" y="56492"/>
                </a:lnTo>
                <a:lnTo>
                  <a:pt x="665343" y="55938"/>
                </a:lnTo>
                <a:lnTo>
                  <a:pt x="665856" y="55370"/>
                </a:lnTo>
                <a:lnTo>
                  <a:pt x="666356" y="54786"/>
                </a:lnTo>
                <a:lnTo>
                  <a:pt x="666844" y="54188"/>
                </a:lnTo>
                <a:lnTo>
                  <a:pt x="667319" y="53575"/>
                </a:lnTo>
                <a:lnTo>
                  <a:pt x="667781" y="52947"/>
                </a:lnTo>
                <a:lnTo>
                  <a:pt x="668228" y="52306"/>
                </a:lnTo>
                <a:lnTo>
                  <a:pt x="668656" y="51653"/>
                </a:lnTo>
                <a:lnTo>
                  <a:pt x="669064" y="50989"/>
                </a:lnTo>
                <a:lnTo>
                  <a:pt x="669454" y="50314"/>
                </a:lnTo>
                <a:lnTo>
                  <a:pt x="669825" y="49626"/>
                </a:lnTo>
                <a:lnTo>
                  <a:pt x="670176" y="48928"/>
                </a:lnTo>
                <a:lnTo>
                  <a:pt x="670509" y="48218"/>
                </a:lnTo>
                <a:lnTo>
                  <a:pt x="670822" y="47496"/>
                </a:lnTo>
                <a:lnTo>
                  <a:pt x="671117" y="46762"/>
                </a:lnTo>
                <a:lnTo>
                  <a:pt x="671393" y="46018"/>
                </a:lnTo>
                <a:lnTo>
                  <a:pt x="671649" y="45261"/>
                </a:lnTo>
                <a:lnTo>
                  <a:pt x="671887" y="44493"/>
                </a:lnTo>
                <a:lnTo>
                  <a:pt x="672105" y="43714"/>
                </a:lnTo>
                <a:lnTo>
                  <a:pt x="672305" y="42923"/>
                </a:lnTo>
                <a:lnTo>
                  <a:pt x="672485" y="42120"/>
                </a:lnTo>
                <a:lnTo>
                  <a:pt x="672647" y="41306"/>
                </a:lnTo>
                <a:lnTo>
                  <a:pt x="672790" y="40480"/>
                </a:lnTo>
                <a:lnTo>
                  <a:pt x="672913" y="39643"/>
                </a:lnTo>
                <a:lnTo>
                  <a:pt x="673018" y="38794"/>
                </a:lnTo>
                <a:lnTo>
                  <a:pt x="673103" y="37934"/>
                </a:lnTo>
                <a:lnTo>
                  <a:pt x="673170" y="37062"/>
                </a:lnTo>
                <a:lnTo>
                  <a:pt x="673217" y="36178"/>
                </a:lnTo>
                <a:lnTo>
                  <a:pt x="673246" y="35284"/>
                </a:lnTo>
                <a:lnTo>
                  <a:pt x="673255" y="34377"/>
                </a:lnTo>
                <a:lnTo>
                  <a:pt x="673233" y="32935"/>
                </a:lnTo>
                <a:lnTo>
                  <a:pt x="673165" y="31524"/>
                </a:lnTo>
                <a:lnTo>
                  <a:pt x="673052" y="30145"/>
                </a:lnTo>
                <a:lnTo>
                  <a:pt x="672894" y="28797"/>
                </a:lnTo>
                <a:lnTo>
                  <a:pt x="672691" y="27480"/>
                </a:lnTo>
                <a:lnTo>
                  <a:pt x="672443" y="26195"/>
                </a:lnTo>
                <a:lnTo>
                  <a:pt x="672150" y="24942"/>
                </a:lnTo>
                <a:lnTo>
                  <a:pt x="671811" y="23719"/>
                </a:lnTo>
                <a:lnTo>
                  <a:pt x="671428" y="22529"/>
                </a:lnTo>
                <a:lnTo>
                  <a:pt x="670999" y="21369"/>
                </a:lnTo>
                <a:lnTo>
                  <a:pt x="670526" y="20242"/>
                </a:lnTo>
                <a:lnTo>
                  <a:pt x="670007" y="19145"/>
                </a:lnTo>
                <a:lnTo>
                  <a:pt x="669443" y="18080"/>
                </a:lnTo>
                <a:lnTo>
                  <a:pt x="668834" y="17047"/>
                </a:lnTo>
                <a:lnTo>
                  <a:pt x="668179" y="16045"/>
                </a:lnTo>
                <a:lnTo>
                  <a:pt x="667480" y="15074"/>
                </a:lnTo>
                <a:lnTo>
                  <a:pt x="666736" y="14135"/>
                </a:lnTo>
                <a:lnTo>
                  <a:pt x="665946" y="13227"/>
                </a:lnTo>
                <a:lnTo>
                  <a:pt x="665112" y="12351"/>
                </a:lnTo>
                <a:lnTo>
                  <a:pt x="664232" y="11506"/>
                </a:lnTo>
                <a:lnTo>
                  <a:pt x="663307" y="10692"/>
                </a:lnTo>
                <a:lnTo>
                  <a:pt x="662337" y="9910"/>
                </a:lnTo>
                <a:lnTo>
                  <a:pt x="661322" y="9160"/>
                </a:lnTo>
                <a:lnTo>
                  <a:pt x="660261" y="8441"/>
                </a:lnTo>
                <a:lnTo>
                  <a:pt x="659163" y="7752"/>
                </a:lnTo>
                <a:lnTo>
                  <a:pt x="658031" y="7093"/>
                </a:lnTo>
                <a:lnTo>
                  <a:pt x="656868" y="6462"/>
                </a:lnTo>
                <a:lnTo>
                  <a:pt x="655672" y="5862"/>
                </a:lnTo>
                <a:lnTo>
                  <a:pt x="654443" y="5290"/>
                </a:lnTo>
                <a:lnTo>
                  <a:pt x="653183" y="4748"/>
                </a:lnTo>
                <a:lnTo>
                  <a:pt x="651890" y="4235"/>
                </a:lnTo>
                <a:lnTo>
                  <a:pt x="650565" y="3751"/>
                </a:lnTo>
                <a:lnTo>
                  <a:pt x="649207" y="3297"/>
                </a:lnTo>
                <a:lnTo>
                  <a:pt x="647817" y="2872"/>
                </a:lnTo>
                <a:lnTo>
                  <a:pt x="646395" y="2477"/>
                </a:lnTo>
                <a:lnTo>
                  <a:pt x="644940" y="2110"/>
                </a:lnTo>
                <a:lnTo>
                  <a:pt x="643453" y="1773"/>
                </a:lnTo>
                <a:lnTo>
                  <a:pt x="641934" y="1465"/>
                </a:lnTo>
                <a:lnTo>
                  <a:pt x="640382" y="1187"/>
                </a:lnTo>
                <a:lnTo>
                  <a:pt x="638799" y="938"/>
                </a:lnTo>
                <a:lnTo>
                  <a:pt x="637182" y="718"/>
                </a:lnTo>
                <a:lnTo>
                  <a:pt x="635534" y="528"/>
                </a:lnTo>
                <a:lnTo>
                  <a:pt x="633853" y="366"/>
                </a:lnTo>
                <a:lnTo>
                  <a:pt x="632140" y="234"/>
                </a:lnTo>
                <a:lnTo>
                  <a:pt x="630394" y="132"/>
                </a:lnTo>
                <a:lnTo>
                  <a:pt x="628616" y="59"/>
                </a:lnTo>
                <a:lnTo>
                  <a:pt x="626806" y="15"/>
                </a:lnTo>
                <a:lnTo>
                  <a:pt x="624964" y="0"/>
                </a:lnTo>
                <a:lnTo>
                  <a:pt x="577900" y="0"/>
                </a:lnTo>
                <a:lnTo>
                  <a:pt x="577900" y="137713"/>
                </a:lnTo>
                <a:lnTo>
                  <a:pt x="630182" y="137713"/>
                </a:lnTo>
                <a:lnTo>
                  <a:pt x="631538" y="137705"/>
                </a:lnTo>
                <a:lnTo>
                  <a:pt x="632878" y="137682"/>
                </a:lnTo>
                <a:lnTo>
                  <a:pt x="634201" y="137645"/>
                </a:lnTo>
                <a:close/>
                <a:moveTo>
                  <a:pt x="630889" y="77785"/>
                </a:moveTo>
                <a:lnTo>
                  <a:pt x="631735" y="77819"/>
                </a:lnTo>
                <a:lnTo>
                  <a:pt x="632569" y="77867"/>
                </a:lnTo>
                <a:lnTo>
                  <a:pt x="633390" y="77928"/>
                </a:lnTo>
                <a:lnTo>
                  <a:pt x="634197" y="78004"/>
                </a:lnTo>
                <a:lnTo>
                  <a:pt x="634992" y="78093"/>
                </a:lnTo>
                <a:lnTo>
                  <a:pt x="635775" y="78195"/>
                </a:lnTo>
                <a:lnTo>
                  <a:pt x="636544" y="78311"/>
                </a:lnTo>
                <a:lnTo>
                  <a:pt x="637301" y="78441"/>
                </a:lnTo>
                <a:lnTo>
                  <a:pt x="638045" y="78585"/>
                </a:lnTo>
                <a:lnTo>
                  <a:pt x="638776" y="78742"/>
                </a:lnTo>
                <a:lnTo>
                  <a:pt x="639494" y="78913"/>
                </a:lnTo>
                <a:lnTo>
                  <a:pt x="640200" y="79098"/>
                </a:lnTo>
                <a:lnTo>
                  <a:pt x="640892" y="79296"/>
                </a:lnTo>
                <a:lnTo>
                  <a:pt x="641572" y="79508"/>
                </a:lnTo>
                <a:lnTo>
                  <a:pt x="642240" y="79734"/>
                </a:lnTo>
                <a:lnTo>
                  <a:pt x="642894" y="79973"/>
                </a:lnTo>
                <a:lnTo>
                  <a:pt x="643536" y="80226"/>
                </a:lnTo>
                <a:lnTo>
                  <a:pt x="644164" y="80493"/>
                </a:lnTo>
                <a:lnTo>
                  <a:pt x="644780" y="80773"/>
                </a:lnTo>
                <a:lnTo>
                  <a:pt x="645384" y="81067"/>
                </a:lnTo>
                <a:lnTo>
                  <a:pt x="645974" y="81375"/>
                </a:lnTo>
                <a:lnTo>
                  <a:pt x="646552" y="81697"/>
                </a:lnTo>
                <a:lnTo>
                  <a:pt x="647111" y="82034"/>
                </a:lnTo>
                <a:lnTo>
                  <a:pt x="647646" y="82390"/>
                </a:lnTo>
                <a:lnTo>
                  <a:pt x="648158" y="82764"/>
                </a:lnTo>
                <a:lnTo>
                  <a:pt x="648646" y="83156"/>
                </a:lnTo>
                <a:lnTo>
                  <a:pt x="649110" y="83566"/>
                </a:lnTo>
                <a:lnTo>
                  <a:pt x="649551" y="83995"/>
                </a:lnTo>
                <a:lnTo>
                  <a:pt x="649967" y="84443"/>
                </a:lnTo>
                <a:lnTo>
                  <a:pt x="650360" y="84908"/>
                </a:lnTo>
                <a:lnTo>
                  <a:pt x="650729" y="85392"/>
                </a:lnTo>
                <a:lnTo>
                  <a:pt x="651074" y="85894"/>
                </a:lnTo>
                <a:lnTo>
                  <a:pt x="651395" y="86414"/>
                </a:lnTo>
                <a:lnTo>
                  <a:pt x="651693" y="86953"/>
                </a:lnTo>
                <a:lnTo>
                  <a:pt x="651967" y="87510"/>
                </a:lnTo>
                <a:lnTo>
                  <a:pt x="652216" y="88085"/>
                </a:lnTo>
                <a:lnTo>
                  <a:pt x="652443" y="88679"/>
                </a:lnTo>
                <a:lnTo>
                  <a:pt x="652645" y="89290"/>
                </a:lnTo>
                <a:lnTo>
                  <a:pt x="652823" y="89920"/>
                </a:lnTo>
                <a:lnTo>
                  <a:pt x="652978" y="90569"/>
                </a:lnTo>
                <a:lnTo>
                  <a:pt x="653109" y="91236"/>
                </a:lnTo>
                <a:lnTo>
                  <a:pt x="653216" y="91921"/>
                </a:lnTo>
                <a:lnTo>
                  <a:pt x="653299" y="92624"/>
                </a:lnTo>
                <a:lnTo>
                  <a:pt x="653359" y="93346"/>
                </a:lnTo>
                <a:lnTo>
                  <a:pt x="653395" y="94085"/>
                </a:lnTo>
                <a:lnTo>
                  <a:pt x="653407" y="94844"/>
                </a:lnTo>
                <a:lnTo>
                  <a:pt x="653401" y="95435"/>
                </a:lnTo>
                <a:lnTo>
                  <a:pt x="653384" y="96017"/>
                </a:lnTo>
                <a:lnTo>
                  <a:pt x="653356" y="96589"/>
                </a:lnTo>
                <a:lnTo>
                  <a:pt x="653317" y="97150"/>
                </a:lnTo>
                <a:lnTo>
                  <a:pt x="653267" y="97701"/>
                </a:lnTo>
                <a:lnTo>
                  <a:pt x="653205" y="98242"/>
                </a:lnTo>
                <a:lnTo>
                  <a:pt x="653132" y="98773"/>
                </a:lnTo>
                <a:lnTo>
                  <a:pt x="653048" y="99294"/>
                </a:lnTo>
                <a:lnTo>
                  <a:pt x="652953" y="99805"/>
                </a:lnTo>
                <a:lnTo>
                  <a:pt x="652847" y="100306"/>
                </a:lnTo>
                <a:lnTo>
                  <a:pt x="652730" y="100796"/>
                </a:lnTo>
                <a:lnTo>
                  <a:pt x="652601" y="101277"/>
                </a:lnTo>
                <a:lnTo>
                  <a:pt x="652461" y="101747"/>
                </a:lnTo>
                <a:lnTo>
                  <a:pt x="652310" y="102207"/>
                </a:lnTo>
                <a:lnTo>
                  <a:pt x="652148" y="102657"/>
                </a:lnTo>
                <a:lnTo>
                  <a:pt x="651974" y="103097"/>
                </a:lnTo>
                <a:lnTo>
                  <a:pt x="651790" y="103527"/>
                </a:lnTo>
                <a:lnTo>
                  <a:pt x="651594" y="103946"/>
                </a:lnTo>
                <a:lnTo>
                  <a:pt x="651387" y="104356"/>
                </a:lnTo>
                <a:lnTo>
                  <a:pt x="651168" y="104755"/>
                </a:lnTo>
                <a:lnTo>
                  <a:pt x="650939" y="105144"/>
                </a:lnTo>
                <a:lnTo>
                  <a:pt x="650698" y="105524"/>
                </a:lnTo>
                <a:lnTo>
                  <a:pt x="650447" y="105893"/>
                </a:lnTo>
                <a:lnTo>
                  <a:pt x="650184" y="106251"/>
                </a:lnTo>
                <a:lnTo>
                  <a:pt x="649911" y="106601"/>
                </a:lnTo>
                <a:lnTo>
                  <a:pt x="649631" y="106941"/>
                </a:lnTo>
                <a:lnTo>
                  <a:pt x="649342" y="107273"/>
                </a:lnTo>
                <a:lnTo>
                  <a:pt x="649045" y="107596"/>
                </a:lnTo>
                <a:lnTo>
                  <a:pt x="648741" y="107910"/>
                </a:lnTo>
                <a:lnTo>
                  <a:pt x="648428" y="108215"/>
                </a:lnTo>
                <a:lnTo>
                  <a:pt x="648108" y="108511"/>
                </a:lnTo>
                <a:lnTo>
                  <a:pt x="647779" y="108798"/>
                </a:lnTo>
                <a:lnTo>
                  <a:pt x="647443" y="109076"/>
                </a:lnTo>
                <a:lnTo>
                  <a:pt x="647098" y="109346"/>
                </a:lnTo>
                <a:lnTo>
                  <a:pt x="646746" y="109606"/>
                </a:lnTo>
                <a:lnTo>
                  <a:pt x="646385" y="109858"/>
                </a:lnTo>
                <a:lnTo>
                  <a:pt x="646017" y="110101"/>
                </a:lnTo>
                <a:lnTo>
                  <a:pt x="645640" y="110335"/>
                </a:lnTo>
                <a:lnTo>
                  <a:pt x="645256" y="110560"/>
                </a:lnTo>
                <a:lnTo>
                  <a:pt x="644863" y="110776"/>
                </a:lnTo>
                <a:lnTo>
                  <a:pt x="644463" y="110983"/>
                </a:lnTo>
                <a:lnTo>
                  <a:pt x="644055" y="111182"/>
                </a:lnTo>
                <a:lnTo>
                  <a:pt x="643638" y="111371"/>
                </a:lnTo>
                <a:lnTo>
                  <a:pt x="643214" y="111552"/>
                </a:lnTo>
                <a:lnTo>
                  <a:pt x="642781" y="111724"/>
                </a:lnTo>
                <a:lnTo>
                  <a:pt x="642341" y="111886"/>
                </a:lnTo>
                <a:lnTo>
                  <a:pt x="641892" y="112040"/>
                </a:lnTo>
                <a:lnTo>
                  <a:pt x="641436" y="112186"/>
                </a:lnTo>
                <a:lnTo>
                  <a:pt x="640973" y="112323"/>
                </a:lnTo>
                <a:lnTo>
                  <a:pt x="640507" y="112455"/>
                </a:lnTo>
                <a:lnTo>
                  <a:pt x="640036" y="112581"/>
                </a:lnTo>
                <a:lnTo>
                  <a:pt x="639560" y="112701"/>
                </a:lnTo>
                <a:lnTo>
                  <a:pt x="639081" y="112816"/>
                </a:lnTo>
                <a:lnTo>
                  <a:pt x="638597" y="112924"/>
                </a:lnTo>
                <a:lnTo>
                  <a:pt x="638109" y="113027"/>
                </a:lnTo>
                <a:lnTo>
                  <a:pt x="637616" y="113123"/>
                </a:lnTo>
                <a:lnTo>
                  <a:pt x="637120" y="113214"/>
                </a:lnTo>
                <a:lnTo>
                  <a:pt x="636619" y="113299"/>
                </a:lnTo>
                <a:lnTo>
                  <a:pt x="636114" y="113378"/>
                </a:lnTo>
                <a:lnTo>
                  <a:pt x="635604" y="113452"/>
                </a:lnTo>
                <a:lnTo>
                  <a:pt x="635090" y="113519"/>
                </a:lnTo>
                <a:lnTo>
                  <a:pt x="634573" y="113581"/>
                </a:lnTo>
                <a:lnTo>
                  <a:pt x="634050" y="113636"/>
                </a:lnTo>
                <a:lnTo>
                  <a:pt x="633524" y="113686"/>
                </a:lnTo>
                <a:lnTo>
                  <a:pt x="632993" y="113730"/>
                </a:lnTo>
                <a:lnTo>
                  <a:pt x="632458" y="113768"/>
                </a:lnTo>
                <a:lnTo>
                  <a:pt x="631919" y="113801"/>
                </a:lnTo>
                <a:lnTo>
                  <a:pt x="631375" y="113827"/>
                </a:lnTo>
                <a:lnTo>
                  <a:pt x="630827" y="113847"/>
                </a:lnTo>
                <a:lnTo>
                  <a:pt x="630275" y="113862"/>
                </a:lnTo>
                <a:lnTo>
                  <a:pt x="629719" y="113871"/>
                </a:lnTo>
                <a:lnTo>
                  <a:pt x="629158" y="113874"/>
                </a:lnTo>
                <a:lnTo>
                  <a:pt x="606650" y="113874"/>
                </a:lnTo>
                <a:lnTo>
                  <a:pt x="606650" y="77757"/>
                </a:lnTo>
                <a:lnTo>
                  <a:pt x="629158" y="77757"/>
                </a:lnTo>
                <a:lnTo>
                  <a:pt x="630030" y="77764"/>
                </a:lnTo>
                <a:lnTo>
                  <a:pt x="630889" y="77785"/>
                </a:lnTo>
                <a:close/>
                <a:moveTo>
                  <a:pt x="625484" y="23235"/>
                </a:moveTo>
                <a:lnTo>
                  <a:pt x="625942" y="23248"/>
                </a:lnTo>
                <a:lnTo>
                  <a:pt x="626396" y="23266"/>
                </a:lnTo>
                <a:lnTo>
                  <a:pt x="626846" y="23289"/>
                </a:lnTo>
                <a:lnTo>
                  <a:pt x="627291" y="23318"/>
                </a:lnTo>
                <a:lnTo>
                  <a:pt x="627733" y="23351"/>
                </a:lnTo>
                <a:lnTo>
                  <a:pt x="628169" y="23390"/>
                </a:lnTo>
                <a:lnTo>
                  <a:pt x="628602" y="23434"/>
                </a:lnTo>
                <a:lnTo>
                  <a:pt x="629031" y="23482"/>
                </a:lnTo>
                <a:lnTo>
                  <a:pt x="629455" y="23537"/>
                </a:lnTo>
                <a:lnTo>
                  <a:pt x="629875" y="23596"/>
                </a:lnTo>
                <a:lnTo>
                  <a:pt x="630290" y="23660"/>
                </a:lnTo>
                <a:lnTo>
                  <a:pt x="630702" y="23730"/>
                </a:lnTo>
                <a:lnTo>
                  <a:pt x="631109" y="23804"/>
                </a:lnTo>
                <a:lnTo>
                  <a:pt x="631512" y="23884"/>
                </a:lnTo>
                <a:lnTo>
                  <a:pt x="631910" y="23969"/>
                </a:lnTo>
                <a:lnTo>
                  <a:pt x="632305" y="24059"/>
                </a:lnTo>
                <a:lnTo>
                  <a:pt x="632695" y="24155"/>
                </a:lnTo>
                <a:lnTo>
                  <a:pt x="633080" y="24255"/>
                </a:lnTo>
                <a:lnTo>
                  <a:pt x="633462" y="24361"/>
                </a:lnTo>
                <a:lnTo>
                  <a:pt x="633839" y="24472"/>
                </a:lnTo>
                <a:lnTo>
                  <a:pt x="634212" y="24587"/>
                </a:lnTo>
                <a:lnTo>
                  <a:pt x="634581" y="24708"/>
                </a:lnTo>
                <a:lnTo>
                  <a:pt x="634944" y="24835"/>
                </a:lnTo>
                <a:lnTo>
                  <a:pt x="635301" y="24969"/>
                </a:lnTo>
                <a:lnTo>
                  <a:pt x="635652" y="25110"/>
                </a:lnTo>
                <a:lnTo>
                  <a:pt x="635996" y="25257"/>
                </a:lnTo>
                <a:lnTo>
                  <a:pt x="636334" y="25411"/>
                </a:lnTo>
                <a:lnTo>
                  <a:pt x="636666" y="25572"/>
                </a:lnTo>
                <a:lnTo>
                  <a:pt x="636991" y="25739"/>
                </a:lnTo>
                <a:lnTo>
                  <a:pt x="637309" y="25913"/>
                </a:lnTo>
                <a:lnTo>
                  <a:pt x="637622" y="26094"/>
                </a:lnTo>
                <a:lnTo>
                  <a:pt x="637928" y="26282"/>
                </a:lnTo>
                <a:lnTo>
                  <a:pt x="638227" y="26477"/>
                </a:lnTo>
                <a:lnTo>
                  <a:pt x="638520" y="26678"/>
                </a:lnTo>
                <a:lnTo>
                  <a:pt x="638807" y="26886"/>
                </a:lnTo>
                <a:lnTo>
                  <a:pt x="639087" y="27101"/>
                </a:lnTo>
                <a:lnTo>
                  <a:pt x="639361" y="27322"/>
                </a:lnTo>
                <a:lnTo>
                  <a:pt x="639628" y="27550"/>
                </a:lnTo>
                <a:lnTo>
                  <a:pt x="639890" y="27785"/>
                </a:lnTo>
                <a:lnTo>
                  <a:pt x="640144" y="28027"/>
                </a:lnTo>
                <a:lnTo>
                  <a:pt x="640393" y="28276"/>
                </a:lnTo>
                <a:lnTo>
                  <a:pt x="640635" y="28531"/>
                </a:lnTo>
                <a:lnTo>
                  <a:pt x="640870" y="28793"/>
                </a:lnTo>
                <a:lnTo>
                  <a:pt x="641099" y="29062"/>
                </a:lnTo>
                <a:lnTo>
                  <a:pt x="641322" y="29337"/>
                </a:lnTo>
                <a:lnTo>
                  <a:pt x="641538" y="29619"/>
                </a:lnTo>
                <a:lnTo>
                  <a:pt x="641747" y="29909"/>
                </a:lnTo>
                <a:lnTo>
                  <a:pt x="641947" y="30207"/>
                </a:lnTo>
                <a:lnTo>
                  <a:pt x="642138" y="30514"/>
                </a:lnTo>
                <a:lnTo>
                  <a:pt x="642320" y="30829"/>
                </a:lnTo>
                <a:lnTo>
                  <a:pt x="642493" y="31152"/>
                </a:lnTo>
                <a:lnTo>
                  <a:pt x="642657" y="31483"/>
                </a:lnTo>
                <a:lnTo>
                  <a:pt x="642813" y="31823"/>
                </a:lnTo>
                <a:lnTo>
                  <a:pt x="642959" y="32172"/>
                </a:lnTo>
                <a:lnTo>
                  <a:pt x="643097" y="32528"/>
                </a:lnTo>
                <a:lnTo>
                  <a:pt x="643226" y="32893"/>
                </a:lnTo>
                <a:lnTo>
                  <a:pt x="643346" y="33266"/>
                </a:lnTo>
                <a:lnTo>
                  <a:pt x="643457" y="33648"/>
                </a:lnTo>
                <a:lnTo>
                  <a:pt x="643559" y="34038"/>
                </a:lnTo>
                <a:lnTo>
                  <a:pt x="643652" y="34436"/>
                </a:lnTo>
                <a:lnTo>
                  <a:pt x="643736" y="34843"/>
                </a:lnTo>
                <a:lnTo>
                  <a:pt x="643812" y="35258"/>
                </a:lnTo>
                <a:lnTo>
                  <a:pt x="643879" y="35681"/>
                </a:lnTo>
                <a:lnTo>
                  <a:pt x="643936" y="36113"/>
                </a:lnTo>
                <a:lnTo>
                  <a:pt x="643985" y="36553"/>
                </a:lnTo>
                <a:lnTo>
                  <a:pt x="644025" y="37002"/>
                </a:lnTo>
                <a:lnTo>
                  <a:pt x="644056" y="37458"/>
                </a:lnTo>
                <a:lnTo>
                  <a:pt x="644078" y="37923"/>
                </a:lnTo>
                <a:lnTo>
                  <a:pt x="644092" y="38397"/>
                </a:lnTo>
                <a:lnTo>
                  <a:pt x="644096" y="38879"/>
                </a:lnTo>
                <a:lnTo>
                  <a:pt x="644086" y="39562"/>
                </a:lnTo>
                <a:lnTo>
                  <a:pt x="644057" y="40232"/>
                </a:lnTo>
                <a:lnTo>
                  <a:pt x="644008" y="40888"/>
                </a:lnTo>
                <a:lnTo>
                  <a:pt x="643940" y="41530"/>
                </a:lnTo>
                <a:lnTo>
                  <a:pt x="643852" y="42159"/>
                </a:lnTo>
                <a:lnTo>
                  <a:pt x="643744" y="42773"/>
                </a:lnTo>
                <a:lnTo>
                  <a:pt x="643617" y="43374"/>
                </a:lnTo>
                <a:lnTo>
                  <a:pt x="643471" y="43960"/>
                </a:lnTo>
                <a:lnTo>
                  <a:pt x="643305" y="44533"/>
                </a:lnTo>
                <a:lnTo>
                  <a:pt x="643119" y="45092"/>
                </a:lnTo>
                <a:lnTo>
                  <a:pt x="642914" y="45637"/>
                </a:lnTo>
                <a:lnTo>
                  <a:pt x="642689" y="46169"/>
                </a:lnTo>
                <a:lnTo>
                  <a:pt x="642445" y="46686"/>
                </a:lnTo>
                <a:lnTo>
                  <a:pt x="642181" y="47189"/>
                </a:lnTo>
                <a:lnTo>
                  <a:pt x="641898" y="47679"/>
                </a:lnTo>
                <a:lnTo>
                  <a:pt x="641595" y="48155"/>
                </a:lnTo>
                <a:lnTo>
                  <a:pt x="641273" y="48617"/>
                </a:lnTo>
                <a:lnTo>
                  <a:pt x="640931" y="49065"/>
                </a:lnTo>
                <a:lnTo>
                  <a:pt x="640569" y="49500"/>
                </a:lnTo>
                <a:lnTo>
                  <a:pt x="640188" y="49920"/>
                </a:lnTo>
                <a:lnTo>
                  <a:pt x="639788" y="50327"/>
                </a:lnTo>
                <a:lnTo>
                  <a:pt x="639368" y="50719"/>
                </a:lnTo>
                <a:lnTo>
                  <a:pt x="638928" y="51098"/>
                </a:lnTo>
                <a:lnTo>
                  <a:pt x="638469" y="51463"/>
                </a:lnTo>
                <a:lnTo>
                  <a:pt x="637995" y="51814"/>
                </a:lnTo>
                <a:lnTo>
                  <a:pt x="637513" y="52150"/>
                </a:lnTo>
                <a:lnTo>
                  <a:pt x="637021" y="52470"/>
                </a:lnTo>
                <a:lnTo>
                  <a:pt x="636519" y="52776"/>
                </a:lnTo>
                <a:lnTo>
                  <a:pt x="636009" y="53067"/>
                </a:lnTo>
                <a:lnTo>
                  <a:pt x="635489" y="53343"/>
                </a:lnTo>
                <a:lnTo>
                  <a:pt x="634960" y="53604"/>
                </a:lnTo>
                <a:lnTo>
                  <a:pt x="634422" y="53850"/>
                </a:lnTo>
                <a:lnTo>
                  <a:pt x="633874" y="54082"/>
                </a:lnTo>
                <a:lnTo>
                  <a:pt x="633318" y="54298"/>
                </a:lnTo>
                <a:lnTo>
                  <a:pt x="632752" y="54500"/>
                </a:lnTo>
                <a:lnTo>
                  <a:pt x="632177" y="54686"/>
                </a:lnTo>
                <a:lnTo>
                  <a:pt x="631592" y="54858"/>
                </a:lnTo>
                <a:lnTo>
                  <a:pt x="630999" y="55014"/>
                </a:lnTo>
                <a:lnTo>
                  <a:pt x="630396" y="55156"/>
                </a:lnTo>
                <a:lnTo>
                  <a:pt x="629784" y="55283"/>
                </a:lnTo>
                <a:lnTo>
                  <a:pt x="629162" y="55395"/>
                </a:lnTo>
                <a:lnTo>
                  <a:pt x="628532" y="55492"/>
                </a:lnTo>
                <a:lnTo>
                  <a:pt x="627892" y="55574"/>
                </a:lnTo>
                <a:lnTo>
                  <a:pt x="627243" y="55641"/>
                </a:lnTo>
                <a:lnTo>
                  <a:pt x="626585" y="55693"/>
                </a:lnTo>
                <a:lnTo>
                  <a:pt x="625917" y="55730"/>
                </a:lnTo>
                <a:lnTo>
                  <a:pt x="625240" y="55753"/>
                </a:lnTo>
                <a:lnTo>
                  <a:pt x="624554" y="55760"/>
                </a:lnTo>
                <a:lnTo>
                  <a:pt x="606650" y="55760"/>
                </a:lnTo>
                <a:lnTo>
                  <a:pt x="606650" y="23225"/>
                </a:lnTo>
                <a:lnTo>
                  <a:pt x="624554" y="23225"/>
                </a:lnTo>
                <a:lnTo>
                  <a:pt x="625021" y="23228"/>
                </a:lnTo>
                <a:lnTo>
                  <a:pt x="625484" y="23235"/>
                </a:lnTo>
                <a:close/>
                <a:moveTo>
                  <a:pt x="151166" y="69710"/>
                </a:moveTo>
                <a:lnTo>
                  <a:pt x="151445" y="69330"/>
                </a:lnTo>
                <a:lnTo>
                  <a:pt x="151728" y="68957"/>
                </a:lnTo>
                <a:lnTo>
                  <a:pt x="152016" y="68591"/>
                </a:lnTo>
                <a:lnTo>
                  <a:pt x="152308" y="68232"/>
                </a:lnTo>
                <a:lnTo>
                  <a:pt x="152604" y="67880"/>
                </a:lnTo>
                <a:lnTo>
                  <a:pt x="152905" y="67535"/>
                </a:lnTo>
                <a:lnTo>
                  <a:pt x="153210" y="67198"/>
                </a:lnTo>
                <a:lnTo>
                  <a:pt x="153519" y="66867"/>
                </a:lnTo>
                <a:lnTo>
                  <a:pt x="153832" y="66543"/>
                </a:lnTo>
                <a:lnTo>
                  <a:pt x="154150" y="66227"/>
                </a:lnTo>
                <a:lnTo>
                  <a:pt x="154472" y="65917"/>
                </a:lnTo>
                <a:lnTo>
                  <a:pt x="154798" y="65615"/>
                </a:lnTo>
                <a:lnTo>
                  <a:pt x="155128" y="65319"/>
                </a:lnTo>
                <a:lnTo>
                  <a:pt x="155463" y="65031"/>
                </a:lnTo>
                <a:lnTo>
                  <a:pt x="155802" y="64750"/>
                </a:lnTo>
                <a:lnTo>
                  <a:pt x="156145" y="64475"/>
                </a:lnTo>
                <a:lnTo>
                  <a:pt x="156492" y="64208"/>
                </a:lnTo>
                <a:lnTo>
                  <a:pt x="156844" y="63948"/>
                </a:lnTo>
                <a:lnTo>
                  <a:pt x="157200" y="63695"/>
                </a:lnTo>
                <a:lnTo>
                  <a:pt x="157560" y="63449"/>
                </a:lnTo>
                <a:lnTo>
                  <a:pt x="157925" y="63210"/>
                </a:lnTo>
                <a:lnTo>
                  <a:pt x="158293" y="62978"/>
                </a:lnTo>
                <a:lnTo>
                  <a:pt x="158666" y="62753"/>
                </a:lnTo>
                <a:lnTo>
                  <a:pt x="159043" y="62534"/>
                </a:lnTo>
                <a:lnTo>
                  <a:pt x="159424" y="62321"/>
                </a:lnTo>
                <a:lnTo>
                  <a:pt x="159808" y="62113"/>
                </a:lnTo>
                <a:lnTo>
                  <a:pt x="160195" y="61911"/>
                </a:lnTo>
                <a:lnTo>
                  <a:pt x="160586" y="61714"/>
                </a:lnTo>
                <a:lnTo>
                  <a:pt x="160981" y="61522"/>
                </a:lnTo>
                <a:lnTo>
                  <a:pt x="161379" y="61336"/>
                </a:lnTo>
                <a:lnTo>
                  <a:pt x="161781" y="61155"/>
                </a:lnTo>
                <a:lnTo>
                  <a:pt x="162187" y="60980"/>
                </a:lnTo>
                <a:lnTo>
                  <a:pt x="162595" y="60810"/>
                </a:lnTo>
                <a:lnTo>
                  <a:pt x="163008" y="60646"/>
                </a:lnTo>
                <a:lnTo>
                  <a:pt x="163424" y="60487"/>
                </a:lnTo>
                <a:lnTo>
                  <a:pt x="163843" y="60333"/>
                </a:lnTo>
                <a:lnTo>
                  <a:pt x="164267" y="60185"/>
                </a:lnTo>
                <a:lnTo>
                  <a:pt x="164693" y="60042"/>
                </a:lnTo>
                <a:lnTo>
                  <a:pt x="165123" y="59905"/>
                </a:lnTo>
                <a:lnTo>
                  <a:pt x="165557" y="59773"/>
                </a:lnTo>
                <a:lnTo>
                  <a:pt x="165994" y="59647"/>
                </a:lnTo>
                <a:lnTo>
                  <a:pt x="166435" y="59526"/>
                </a:lnTo>
                <a:lnTo>
                  <a:pt x="166880" y="59410"/>
                </a:lnTo>
                <a:lnTo>
                  <a:pt x="167328" y="59300"/>
                </a:lnTo>
                <a:lnTo>
                  <a:pt x="167779" y="59195"/>
                </a:lnTo>
                <a:lnTo>
                  <a:pt x="168234" y="59096"/>
                </a:lnTo>
                <a:lnTo>
                  <a:pt x="168693" y="59002"/>
                </a:lnTo>
                <a:lnTo>
                  <a:pt x="169154" y="58913"/>
                </a:lnTo>
                <a:lnTo>
                  <a:pt x="169617" y="58828"/>
                </a:lnTo>
                <a:lnTo>
                  <a:pt x="170082" y="58746"/>
                </a:lnTo>
                <a:lnTo>
                  <a:pt x="170549" y="58668"/>
                </a:lnTo>
                <a:lnTo>
                  <a:pt x="171017" y="58594"/>
                </a:lnTo>
                <a:lnTo>
                  <a:pt x="171487" y="58524"/>
                </a:lnTo>
                <a:lnTo>
                  <a:pt x="171959" y="58457"/>
                </a:lnTo>
                <a:lnTo>
                  <a:pt x="172433" y="58395"/>
                </a:lnTo>
                <a:lnTo>
                  <a:pt x="172909" y="58336"/>
                </a:lnTo>
                <a:lnTo>
                  <a:pt x="173386" y="58281"/>
                </a:lnTo>
                <a:lnTo>
                  <a:pt x="173865" y="58230"/>
                </a:lnTo>
                <a:lnTo>
                  <a:pt x="174346" y="58182"/>
                </a:lnTo>
                <a:lnTo>
                  <a:pt x="174828" y="58139"/>
                </a:lnTo>
                <a:lnTo>
                  <a:pt x="175313" y="58099"/>
                </a:lnTo>
                <a:lnTo>
                  <a:pt x="175799" y="58063"/>
                </a:lnTo>
                <a:lnTo>
                  <a:pt x="176287" y="58030"/>
                </a:lnTo>
                <a:lnTo>
                  <a:pt x="176777" y="58002"/>
                </a:lnTo>
                <a:lnTo>
                  <a:pt x="177268" y="57977"/>
                </a:lnTo>
                <a:lnTo>
                  <a:pt x="177761" y="57956"/>
                </a:lnTo>
                <a:lnTo>
                  <a:pt x="178256" y="57939"/>
                </a:lnTo>
                <a:lnTo>
                  <a:pt x="178753" y="57926"/>
                </a:lnTo>
                <a:lnTo>
                  <a:pt x="179252" y="57916"/>
                </a:lnTo>
                <a:lnTo>
                  <a:pt x="179752" y="57911"/>
                </a:lnTo>
                <a:lnTo>
                  <a:pt x="180254" y="57909"/>
                </a:lnTo>
                <a:lnTo>
                  <a:pt x="182812" y="57909"/>
                </a:lnTo>
                <a:lnTo>
                  <a:pt x="182812" y="35093"/>
                </a:lnTo>
                <a:lnTo>
                  <a:pt x="180766" y="35093"/>
                </a:lnTo>
                <a:lnTo>
                  <a:pt x="179851" y="35102"/>
                </a:lnTo>
                <a:lnTo>
                  <a:pt x="178947" y="35127"/>
                </a:lnTo>
                <a:lnTo>
                  <a:pt x="178055" y="35168"/>
                </a:lnTo>
                <a:lnTo>
                  <a:pt x="177174" y="35227"/>
                </a:lnTo>
                <a:lnTo>
                  <a:pt x="176304" y="35302"/>
                </a:lnTo>
                <a:lnTo>
                  <a:pt x="175446" y="35394"/>
                </a:lnTo>
                <a:lnTo>
                  <a:pt x="174599" y="35502"/>
                </a:lnTo>
                <a:lnTo>
                  <a:pt x="173763" y="35627"/>
                </a:lnTo>
                <a:lnTo>
                  <a:pt x="172939" y="35769"/>
                </a:lnTo>
                <a:lnTo>
                  <a:pt x="172126" y="35928"/>
                </a:lnTo>
                <a:lnTo>
                  <a:pt x="171325" y="36103"/>
                </a:lnTo>
                <a:lnTo>
                  <a:pt x="170535" y="36295"/>
                </a:lnTo>
                <a:lnTo>
                  <a:pt x="169756" y="36504"/>
                </a:lnTo>
                <a:lnTo>
                  <a:pt x="168989" y="36729"/>
                </a:lnTo>
                <a:lnTo>
                  <a:pt x="168233" y="36972"/>
                </a:lnTo>
                <a:lnTo>
                  <a:pt x="167488" y="37230"/>
                </a:lnTo>
                <a:lnTo>
                  <a:pt x="166755" y="37506"/>
                </a:lnTo>
                <a:lnTo>
                  <a:pt x="166033" y="37798"/>
                </a:lnTo>
                <a:lnTo>
                  <a:pt x="165322" y="38107"/>
                </a:lnTo>
                <a:lnTo>
                  <a:pt x="164623" y="38433"/>
                </a:lnTo>
                <a:lnTo>
                  <a:pt x="163935" y="38775"/>
                </a:lnTo>
                <a:lnTo>
                  <a:pt x="163259" y="39134"/>
                </a:lnTo>
                <a:lnTo>
                  <a:pt x="162594" y="39509"/>
                </a:lnTo>
                <a:lnTo>
                  <a:pt x="161940" y="39902"/>
                </a:lnTo>
                <a:lnTo>
                  <a:pt x="161299" y="40310"/>
                </a:lnTo>
                <a:lnTo>
                  <a:pt x="160671" y="40732"/>
                </a:lnTo>
                <a:lnTo>
                  <a:pt x="160057" y="41170"/>
                </a:lnTo>
                <a:lnTo>
                  <a:pt x="159456" y="41621"/>
                </a:lnTo>
                <a:lnTo>
                  <a:pt x="158869" y="42088"/>
                </a:lnTo>
                <a:lnTo>
                  <a:pt x="158295" y="42568"/>
                </a:lnTo>
                <a:lnTo>
                  <a:pt x="157735" y="43064"/>
                </a:lnTo>
                <a:lnTo>
                  <a:pt x="157188" y="43574"/>
                </a:lnTo>
                <a:lnTo>
                  <a:pt x="156655" y="44098"/>
                </a:lnTo>
                <a:lnTo>
                  <a:pt x="156136" y="44637"/>
                </a:lnTo>
                <a:lnTo>
                  <a:pt x="155629" y="45191"/>
                </a:lnTo>
                <a:lnTo>
                  <a:pt x="155137" y="45759"/>
                </a:lnTo>
                <a:lnTo>
                  <a:pt x="154657" y="46342"/>
                </a:lnTo>
                <a:lnTo>
                  <a:pt x="154192" y="46939"/>
                </a:lnTo>
                <a:lnTo>
                  <a:pt x="153739" y="47551"/>
                </a:lnTo>
                <a:lnTo>
                  <a:pt x="153301" y="48178"/>
                </a:lnTo>
                <a:lnTo>
                  <a:pt x="152875" y="48819"/>
                </a:lnTo>
                <a:lnTo>
                  <a:pt x="152464" y="49474"/>
                </a:lnTo>
                <a:lnTo>
                  <a:pt x="152065" y="50145"/>
                </a:lnTo>
                <a:lnTo>
                  <a:pt x="151681" y="50829"/>
                </a:lnTo>
                <a:lnTo>
                  <a:pt x="151309" y="51529"/>
                </a:lnTo>
                <a:lnTo>
                  <a:pt x="150952" y="52243"/>
                </a:lnTo>
                <a:lnTo>
                  <a:pt x="150607" y="52971"/>
                </a:lnTo>
                <a:lnTo>
                  <a:pt x="150277" y="53714"/>
                </a:lnTo>
                <a:lnTo>
                  <a:pt x="149765" y="36628"/>
                </a:lnTo>
                <a:lnTo>
                  <a:pt x="123778" y="36628"/>
                </a:lnTo>
                <a:lnTo>
                  <a:pt x="123778" y="137713"/>
                </a:lnTo>
                <a:lnTo>
                  <a:pt x="150891" y="137713"/>
                </a:lnTo>
                <a:lnTo>
                  <a:pt x="150891" y="70097"/>
                </a:lnTo>
                <a:lnTo>
                  <a:pt x="151166" y="69710"/>
                </a:lnTo>
                <a:close/>
                <a:moveTo>
                  <a:pt x="250825" y="139459"/>
                </a:moveTo>
                <a:lnTo>
                  <a:pt x="252056" y="139385"/>
                </a:lnTo>
                <a:lnTo>
                  <a:pt x="253273" y="139289"/>
                </a:lnTo>
                <a:lnTo>
                  <a:pt x="254477" y="139173"/>
                </a:lnTo>
                <a:lnTo>
                  <a:pt x="255667" y="139035"/>
                </a:lnTo>
                <a:lnTo>
                  <a:pt x="256843" y="138876"/>
                </a:lnTo>
                <a:lnTo>
                  <a:pt x="258006" y="138695"/>
                </a:lnTo>
                <a:lnTo>
                  <a:pt x="259155" y="138494"/>
                </a:lnTo>
                <a:lnTo>
                  <a:pt x="260290" y="138271"/>
                </a:lnTo>
                <a:lnTo>
                  <a:pt x="261412" y="138028"/>
                </a:lnTo>
                <a:lnTo>
                  <a:pt x="262520" y="137762"/>
                </a:lnTo>
                <a:lnTo>
                  <a:pt x="263614" y="137476"/>
                </a:lnTo>
                <a:lnTo>
                  <a:pt x="264695" y="137169"/>
                </a:lnTo>
                <a:lnTo>
                  <a:pt x="265761" y="136840"/>
                </a:lnTo>
                <a:lnTo>
                  <a:pt x="266815" y="136490"/>
                </a:lnTo>
                <a:lnTo>
                  <a:pt x="267854" y="136119"/>
                </a:lnTo>
                <a:lnTo>
                  <a:pt x="268880" y="135727"/>
                </a:lnTo>
                <a:lnTo>
                  <a:pt x="269892" y="135313"/>
                </a:lnTo>
                <a:lnTo>
                  <a:pt x="270891" y="134879"/>
                </a:lnTo>
                <a:lnTo>
                  <a:pt x="271876" y="134423"/>
                </a:lnTo>
                <a:lnTo>
                  <a:pt x="272847" y="133946"/>
                </a:lnTo>
                <a:lnTo>
                  <a:pt x="273804" y="133447"/>
                </a:lnTo>
                <a:lnTo>
                  <a:pt x="274746" y="132929"/>
                </a:lnTo>
                <a:lnTo>
                  <a:pt x="275670" y="132391"/>
                </a:lnTo>
                <a:lnTo>
                  <a:pt x="276577" y="131834"/>
                </a:lnTo>
                <a:lnTo>
                  <a:pt x="277466" y="131258"/>
                </a:lnTo>
                <a:lnTo>
                  <a:pt x="278338" y="130664"/>
                </a:lnTo>
                <a:lnTo>
                  <a:pt x="279192" y="130050"/>
                </a:lnTo>
                <a:lnTo>
                  <a:pt x="280028" y="129417"/>
                </a:lnTo>
                <a:lnTo>
                  <a:pt x="280847" y="128765"/>
                </a:lnTo>
                <a:lnTo>
                  <a:pt x="281648" y="128094"/>
                </a:lnTo>
                <a:lnTo>
                  <a:pt x="282432" y="127404"/>
                </a:lnTo>
                <a:lnTo>
                  <a:pt x="283198" y="126695"/>
                </a:lnTo>
                <a:lnTo>
                  <a:pt x="283946" y="125967"/>
                </a:lnTo>
                <a:lnTo>
                  <a:pt x="284677" y="125219"/>
                </a:lnTo>
                <a:lnTo>
                  <a:pt x="285390" y="124453"/>
                </a:lnTo>
                <a:lnTo>
                  <a:pt x="286086" y="123668"/>
                </a:lnTo>
                <a:lnTo>
                  <a:pt x="286764" y="122864"/>
                </a:lnTo>
                <a:lnTo>
                  <a:pt x="287424" y="122040"/>
                </a:lnTo>
                <a:lnTo>
                  <a:pt x="288067" y="121198"/>
                </a:lnTo>
                <a:lnTo>
                  <a:pt x="288693" y="120337"/>
                </a:lnTo>
                <a:lnTo>
                  <a:pt x="289300" y="119456"/>
                </a:lnTo>
                <a:lnTo>
                  <a:pt x="289891" y="118557"/>
                </a:lnTo>
                <a:lnTo>
                  <a:pt x="290463" y="117638"/>
                </a:lnTo>
                <a:lnTo>
                  <a:pt x="291018" y="116701"/>
                </a:lnTo>
                <a:lnTo>
                  <a:pt x="291556" y="115744"/>
                </a:lnTo>
                <a:lnTo>
                  <a:pt x="292073" y="114769"/>
                </a:lnTo>
                <a:lnTo>
                  <a:pt x="292569" y="113778"/>
                </a:lnTo>
                <a:lnTo>
                  <a:pt x="293042" y="112769"/>
                </a:lnTo>
                <a:lnTo>
                  <a:pt x="293494" y="111744"/>
                </a:lnTo>
                <a:lnTo>
                  <a:pt x="293923" y="110701"/>
                </a:lnTo>
                <a:lnTo>
                  <a:pt x="294331" y="109642"/>
                </a:lnTo>
                <a:lnTo>
                  <a:pt x="294716" y="108566"/>
                </a:lnTo>
                <a:lnTo>
                  <a:pt x="295080" y="107472"/>
                </a:lnTo>
                <a:lnTo>
                  <a:pt x="295421" y="106363"/>
                </a:lnTo>
                <a:lnTo>
                  <a:pt x="295740" y="105236"/>
                </a:lnTo>
                <a:lnTo>
                  <a:pt x="296038" y="104092"/>
                </a:lnTo>
                <a:lnTo>
                  <a:pt x="296313" y="102931"/>
                </a:lnTo>
                <a:lnTo>
                  <a:pt x="296566" y="101754"/>
                </a:lnTo>
                <a:lnTo>
                  <a:pt x="296798" y="100559"/>
                </a:lnTo>
                <a:lnTo>
                  <a:pt x="297007" y="99348"/>
                </a:lnTo>
                <a:lnTo>
                  <a:pt x="297194" y="98119"/>
                </a:lnTo>
                <a:lnTo>
                  <a:pt x="297359" y="96874"/>
                </a:lnTo>
                <a:lnTo>
                  <a:pt x="297502" y="95612"/>
                </a:lnTo>
                <a:lnTo>
                  <a:pt x="297624" y="94333"/>
                </a:lnTo>
                <a:lnTo>
                  <a:pt x="297723" y="93037"/>
                </a:lnTo>
                <a:lnTo>
                  <a:pt x="297800" y="91725"/>
                </a:lnTo>
                <a:lnTo>
                  <a:pt x="297855" y="90395"/>
                </a:lnTo>
                <a:lnTo>
                  <a:pt x="297888" y="89048"/>
                </a:lnTo>
                <a:lnTo>
                  <a:pt x="297899" y="87685"/>
                </a:lnTo>
                <a:lnTo>
                  <a:pt x="297888" y="86296"/>
                </a:lnTo>
                <a:lnTo>
                  <a:pt x="297855" y="84925"/>
                </a:lnTo>
                <a:lnTo>
                  <a:pt x="297800" y="83571"/>
                </a:lnTo>
                <a:lnTo>
                  <a:pt x="297723" y="82235"/>
                </a:lnTo>
                <a:lnTo>
                  <a:pt x="297624" y="80915"/>
                </a:lnTo>
                <a:lnTo>
                  <a:pt x="297502" y="79614"/>
                </a:lnTo>
                <a:lnTo>
                  <a:pt x="297359" y="78330"/>
                </a:lnTo>
                <a:lnTo>
                  <a:pt x="297194" y="77063"/>
                </a:lnTo>
                <a:lnTo>
                  <a:pt x="297007" y="75814"/>
                </a:lnTo>
                <a:lnTo>
                  <a:pt x="296798" y="74582"/>
                </a:lnTo>
                <a:lnTo>
                  <a:pt x="296566" y="73367"/>
                </a:lnTo>
                <a:lnTo>
                  <a:pt x="296313" y="72170"/>
                </a:lnTo>
                <a:lnTo>
                  <a:pt x="296038" y="70991"/>
                </a:lnTo>
                <a:lnTo>
                  <a:pt x="295740" y="69828"/>
                </a:lnTo>
                <a:lnTo>
                  <a:pt x="295421" y="68684"/>
                </a:lnTo>
                <a:lnTo>
                  <a:pt x="295080" y="67556"/>
                </a:lnTo>
                <a:lnTo>
                  <a:pt x="294716" y="66447"/>
                </a:lnTo>
                <a:lnTo>
                  <a:pt x="294331" y="65354"/>
                </a:lnTo>
                <a:lnTo>
                  <a:pt x="293923" y="64279"/>
                </a:lnTo>
                <a:lnTo>
                  <a:pt x="293494" y="63221"/>
                </a:lnTo>
                <a:lnTo>
                  <a:pt x="293042" y="62181"/>
                </a:lnTo>
                <a:lnTo>
                  <a:pt x="292569" y="61159"/>
                </a:lnTo>
                <a:lnTo>
                  <a:pt x="292073" y="60153"/>
                </a:lnTo>
                <a:lnTo>
                  <a:pt x="291556" y="59165"/>
                </a:lnTo>
                <a:lnTo>
                  <a:pt x="291018" y="58196"/>
                </a:lnTo>
                <a:lnTo>
                  <a:pt x="290463" y="57245"/>
                </a:lnTo>
                <a:lnTo>
                  <a:pt x="289891" y="56315"/>
                </a:lnTo>
                <a:lnTo>
                  <a:pt x="289300" y="55403"/>
                </a:lnTo>
                <a:lnTo>
                  <a:pt x="288693" y="54511"/>
                </a:lnTo>
                <a:lnTo>
                  <a:pt x="288067" y="53639"/>
                </a:lnTo>
                <a:lnTo>
                  <a:pt x="287424" y="52785"/>
                </a:lnTo>
                <a:lnTo>
                  <a:pt x="286764" y="51952"/>
                </a:lnTo>
                <a:lnTo>
                  <a:pt x="286086" y="51137"/>
                </a:lnTo>
                <a:lnTo>
                  <a:pt x="285390" y="50342"/>
                </a:lnTo>
                <a:lnTo>
                  <a:pt x="284677" y="49567"/>
                </a:lnTo>
                <a:lnTo>
                  <a:pt x="283946" y="48811"/>
                </a:lnTo>
                <a:lnTo>
                  <a:pt x="283198" y="48074"/>
                </a:lnTo>
                <a:lnTo>
                  <a:pt x="282432" y="47357"/>
                </a:lnTo>
                <a:lnTo>
                  <a:pt x="281648" y="46660"/>
                </a:lnTo>
                <a:lnTo>
                  <a:pt x="280847" y="45981"/>
                </a:lnTo>
                <a:lnTo>
                  <a:pt x="280028" y="45322"/>
                </a:lnTo>
                <a:lnTo>
                  <a:pt x="279192" y="44683"/>
                </a:lnTo>
                <a:lnTo>
                  <a:pt x="278338" y="44063"/>
                </a:lnTo>
                <a:lnTo>
                  <a:pt x="277466" y="43462"/>
                </a:lnTo>
                <a:lnTo>
                  <a:pt x="276577" y="42881"/>
                </a:lnTo>
                <a:lnTo>
                  <a:pt x="275670" y="42319"/>
                </a:lnTo>
                <a:lnTo>
                  <a:pt x="274746" y="41777"/>
                </a:lnTo>
                <a:lnTo>
                  <a:pt x="273804" y="41254"/>
                </a:lnTo>
                <a:lnTo>
                  <a:pt x="272847" y="40752"/>
                </a:lnTo>
                <a:lnTo>
                  <a:pt x="271876" y="40270"/>
                </a:lnTo>
                <a:lnTo>
                  <a:pt x="270891" y="39810"/>
                </a:lnTo>
                <a:lnTo>
                  <a:pt x="269892" y="39372"/>
                </a:lnTo>
                <a:lnTo>
                  <a:pt x="268880" y="38955"/>
                </a:lnTo>
                <a:lnTo>
                  <a:pt x="267854" y="38559"/>
                </a:lnTo>
                <a:lnTo>
                  <a:pt x="266815" y="38184"/>
                </a:lnTo>
                <a:lnTo>
                  <a:pt x="265761" y="37831"/>
                </a:lnTo>
                <a:lnTo>
                  <a:pt x="264695" y="37500"/>
                </a:lnTo>
                <a:lnTo>
                  <a:pt x="263614" y="37190"/>
                </a:lnTo>
                <a:lnTo>
                  <a:pt x="262520" y="36901"/>
                </a:lnTo>
                <a:lnTo>
                  <a:pt x="261412" y="36633"/>
                </a:lnTo>
                <a:lnTo>
                  <a:pt x="260290" y="36387"/>
                </a:lnTo>
                <a:lnTo>
                  <a:pt x="259155" y="36163"/>
                </a:lnTo>
                <a:lnTo>
                  <a:pt x="258006" y="35960"/>
                </a:lnTo>
                <a:lnTo>
                  <a:pt x="256843" y="35778"/>
                </a:lnTo>
                <a:lnTo>
                  <a:pt x="255667" y="35617"/>
                </a:lnTo>
                <a:lnTo>
                  <a:pt x="254477" y="35478"/>
                </a:lnTo>
                <a:lnTo>
                  <a:pt x="253273" y="35361"/>
                </a:lnTo>
                <a:lnTo>
                  <a:pt x="252056" y="35264"/>
                </a:lnTo>
                <a:lnTo>
                  <a:pt x="250825" y="35189"/>
                </a:lnTo>
                <a:lnTo>
                  <a:pt x="249580" y="35136"/>
                </a:lnTo>
                <a:lnTo>
                  <a:pt x="248322" y="35104"/>
                </a:lnTo>
                <a:lnTo>
                  <a:pt x="247050" y="35093"/>
                </a:lnTo>
                <a:lnTo>
                  <a:pt x="245794" y="35104"/>
                </a:lnTo>
                <a:lnTo>
                  <a:pt x="244552" y="35136"/>
                </a:lnTo>
                <a:lnTo>
                  <a:pt x="243322" y="35189"/>
                </a:lnTo>
                <a:lnTo>
                  <a:pt x="242106" y="35264"/>
                </a:lnTo>
                <a:lnTo>
                  <a:pt x="240902" y="35361"/>
                </a:lnTo>
                <a:lnTo>
                  <a:pt x="239712" y="35478"/>
                </a:lnTo>
                <a:lnTo>
                  <a:pt x="238534" y="35617"/>
                </a:lnTo>
                <a:lnTo>
                  <a:pt x="237370" y="35778"/>
                </a:lnTo>
                <a:lnTo>
                  <a:pt x="236218" y="35960"/>
                </a:lnTo>
                <a:lnTo>
                  <a:pt x="235079" y="36163"/>
                </a:lnTo>
                <a:lnTo>
                  <a:pt x="233954" y="36387"/>
                </a:lnTo>
                <a:lnTo>
                  <a:pt x="232841" y="36633"/>
                </a:lnTo>
                <a:lnTo>
                  <a:pt x="231741" y="36901"/>
                </a:lnTo>
                <a:lnTo>
                  <a:pt x="230654" y="37190"/>
                </a:lnTo>
                <a:lnTo>
                  <a:pt x="229581" y="37500"/>
                </a:lnTo>
                <a:lnTo>
                  <a:pt x="228520" y="37831"/>
                </a:lnTo>
                <a:lnTo>
                  <a:pt x="227472" y="38184"/>
                </a:lnTo>
                <a:lnTo>
                  <a:pt x="226437" y="38559"/>
                </a:lnTo>
                <a:lnTo>
                  <a:pt x="225415" y="38955"/>
                </a:lnTo>
                <a:lnTo>
                  <a:pt x="224406" y="39372"/>
                </a:lnTo>
                <a:lnTo>
                  <a:pt x="223410" y="39810"/>
                </a:lnTo>
                <a:lnTo>
                  <a:pt x="222427" y="40270"/>
                </a:lnTo>
                <a:lnTo>
                  <a:pt x="221457" y="40752"/>
                </a:lnTo>
                <a:lnTo>
                  <a:pt x="220500" y="41254"/>
                </a:lnTo>
                <a:lnTo>
                  <a:pt x="219558" y="41777"/>
                </a:lnTo>
                <a:lnTo>
                  <a:pt x="218634" y="42319"/>
                </a:lnTo>
                <a:lnTo>
                  <a:pt x="217728" y="42881"/>
                </a:lnTo>
                <a:lnTo>
                  <a:pt x="216840" y="43462"/>
                </a:lnTo>
                <a:lnTo>
                  <a:pt x="215971" y="44063"/>
                </a:lnTo>
                <a:lnTo>
                  <a:pt x="215119" y="44683"/>
                </a:lnTo>
                <a:lnTo>
                  <a:pt x="214285" y="45322"/>
                </a:lnTo>
                <a:lnTo>
                  <a:pt x="213468" y="45981"/>
                </a:lnTo>
                <a:lnTo>
                  <a:pt x="212670" y="46660"/>
                </a:lnTo>
                <a:lnTo>
                  <a:pt x="211890" y="47357"/>
                </a:lnTo>
                <a:lnTo>
                  <a:pt x="211128" y="48074"/>
                </a:lnTo>
                <a:lnTo>
                  <a:pt x="210383" y="48811"/>
                </a:lnTo>
                <a:lnTo>
                  <a:pt x="209657" y="49567"/>
                </a:lnTo>
                <a:lnTo>
                  <a:pt x="208949" y="50342"/>
                </a:lnTo>
                <a:lnTo>
                  <a:pt x="208258" y="51137"/>
                </a:lnTo>
                <a:lnTo>
                  <a:pt x="207585" y="51952"/>
                </a:lnTo>
                <a:lnTo>
                  <a:pt x="206931" y="52785"/>
                </a:lnTo>
                <a:lnTo>
                  <a:pt x="206294" y="53639"/>
                </a:lnTo>
                <a:lnTo>
                  <a:pt x="205675" y="54511"/>
                </a:lnTo>
                <a:lnTo>
                  <a:pt x="205075" y="55403"/>
                </a:lnTo>
                <a:lnTo>
                  <a:pt x="204492" y="56315"/>
                </a:lnTo>
                <a:lnTo>
                  <a:pt x="203927" y="57245"/>
                </a:lnTo>
                <a:lnTo>
                  <a:pt x="203380" y="58196"/>
                </a:lnTo>
                <a:lnTo>
                  <a:pt x="202851" y="59165"/>
                </a:lnTo>
                <a:lnTo>
                  <a:pt x="202341" y="60153"/>
                </a:lnTo>
                <a:lnTo>
                  <a:pt x="201854" y="61159"/>
                </a:lnTo>
                <a:lnTo>
                  <a:pt x="201388" y="62181"/>
                </a:lnTo>
                <a:lnTo>
                  <a:pt x="200944" y="63221"/>
                </a:lnTo>
                <a:lnTo>
                  <a:pt x="200521" y="64279"/>
                </a:lnTo>
                <a:lnTo>
                  <a:pt x="200120" y="65354"/>
                </a:lnTo>
                <a:lnTo>
                  <a:pt x="199741" y="66447"/>
                </a:lnTo>
                <a:lnTo>
                  <a:pt x="199383" y="67556"/>
                </a:lnTo>
                <a:lnTo>
                  <a:pt x="199047" y="68684"/>
                </a:lnTo>
                <a:lnTo>
                  <a:pt x="198733" y="69828"/>
                </a:lnTo>
                <a:lnTo>
                  <a:pt x="198441" y="70991"/>
                </a:lnTo>
                <a:lnTo>
                  <a:pt x="198170" y="72170"/>
                </a:lnTo>
                <a:lnTo>
                  <a:pt x="197921" y="73367"/>
                </a:lnTo>
                <a:lnTo>
                  <a:pt x="197693" y="74582"/>
                </a:lnTo>
                <a:lnTo>
                  <a:pt x="197487" y="75814"/>
                </a:lnTo>
                <a:lnTo>
                  <a:pt x="197303" y="77063"/>
                </a:lnTo>
                <a:lnTo>
                  <a:pt x="197141" y="78330"/>
                </a:lnTo>
                <a:lnTo>
                  <a:pt x="197000" y="79614"/>
                </a:lnTo>
                <a:lnTo>
                  <a:pt x="196880" y="80915"/>
                </a:lnTo>
                <a:lnTo>
                  <a:pt x="196783" y="82235"/>
                </a:lnTo>
                <a:lnTo>
                  <a:pt x="196707" y="83571"/>
                </a:lnTo>
                <a:lnTo>
                  <a:pt x="196653" y="84925"/>
                </a:lnTo>
                <a:lnTo>
                  <a:pt x="196620" y="86296"/>
                </a:lnTo>
                <a:lnTo>
                  <a:pt x="196610" y="87685"/>
                </a:lnTo>
                <a:lnTo>
                  <a:pt x="196620" y="89048"/>
                </a:lnTo>
                <a:lnTo>
                  <a:pt x="196653" y="90395"/>
                </a:lnTo>
                <a:lnTo>
                  <a:pt x="196707" y="91725"/>
                </a:lnTo>
                <a:lnTo>
                  <a:pt x="196783" y="93037"/>
                </a:lnTo>
                <a:lnTo>
                  <a:pt x="196880" y="94333"/>
                </a:lnTo>
                <a:lnTo>
                  <a:pt x="197000" y="95612"/>
                </a:lnTo>
                <a:lnTo>
                  <a:pt x="197141" y="96874"/>
                </a:lnTo>
                <a:lnTo>
                  <a:pt x="197303" y="98119"/>
                </a:lnTo>
                <a:lnTo>
                  <a:pt x="197487" y="99348"/>
                </a:lnTo>
                <a:lnTo>
                  <a:pt x="197693" y="100559"/>
                </a:lnTo>
                <a:lnTo>
                  <a:pt x="197921" y="101754"/>
                </a:lnTo>
                <a:lnTo>
                  <a:pt x="198170" y="102931"/>
                </a:lnTo>
                <a:lnTo>
                  <a:pt x="198441" y="104092"/>
                </a:lnTo>
                <a:lnTo>
                  <a:pt x="198733" y="105236"/>
                </a:lnTo>
                <a:lnTo>
                  <a:pt x="199047" y="106363"/>
                </a:lnTo>
                <a:lnTo>
                  <a:pt x="199383" y="107472"/>
                </a:lnTo>
                <a:lnTo>
                  <a:pt x="199741" y="108566"/>
                </a:lnTo>
                <a:lnTo>
                  <a:pt x="200120" y="109642"/>
                </a:lnTo>
                <a:lnTo>
                  <a:pt x="200521" y="110701"/>
                </a:lnTo>
                <a:lnTo>
                  <a:pt x="200944" y="111744"/>
                </a:lnTo>
                <a:lnTo>
                  <a:pt x="201388" y="112769"/>
                </a:lnTo>
                <a:lnTo>
                  <a:pt x="201854" y="113778"/>
                </a:lnTo>
                <a:lnTo>
                  <a:pt x="202341" y="114769"/>
                </a:lnTo>
                <a:lnTo>
                  <a:pt x="202851" y="115744"/>
                </a:lnTo>
                <a:lnTo>
                  <a:pt x="203380" y="116701"/>
                </a:lnTo>
                <a:lnTo>
                  <a:pt x="203927" y="117638"/>
                </a:lnTo>
                <a:lnTo>
                  <a:pt x="204492" y="118557"/>
                </a:lnTo>
                <a:lnTo>
                  <a:pt x="205075" y="119456"/>
                </a:lnTo>
                <a:lnTo>
                  <a:pt x="205675" y="120337"/>
                </a:lnTo>
                <a:lnTo>
                  <a:pt x="206294" y="121198"/>
                </a:lnTo>
                <a:lnTo>
                  <a:pt x="206931" y="122040"/>
                </a:lnTo>
                <a:lnTo>
                  <a:pt x="207585" y="122864"/>
                </a:lnTo>
                <a:lnTo>
                  <a:pt x="208258" y="123668"/>
                </a:lnTo>
                <a:lnTo>
                  <a:pt x="208949" y="124453"/>
                </a:lnTo>
                <a:lnTo>
                  <a:pt x="209657" y="125219"/>
                </a:lnTo>
                <a:lnTo>
                  <a:pt x="210383" y="125967"/>
                </a:lnTo>
                <a:lnTo>
                  <a:pt x="211128" y="126695"/>
                </a:lnTo>
                <a:lnTo>
                  <a:pt x="211890" y="127404"/>
                </a:lnTo>
                <a:lnTo>
                  <a:pt x="212670" y="128094"/>
                </a:lnTo>
                <a:lnTo>
                  <a:pt x="213468" y="128765"/>
                </a:lnTo>
                <a:lnTo>
                  <a:pt x="214285" y="129417"/>
                </a:lnTo>
                <a:lnTo>
                  <a:pt x="215119" y="130050"/>
                </a:lnTo>
                <a:lnTo>
                  <a:pt x="215971" y="130664"/>
                </a:lnTo>
                <a:lnTo>
                  <a:pt x="216840" y="131258"/>
                </a:lnTo>
                <a:lnTo>
                  <a:pt x="217728" y="131834"/>
                </a:lnTo>
                <a:lnTo>
                  <a:pt x="218634" y="132391"/>
                </a:lnTo>
                <a:lnTo>
                  <a:pt x="219558" y="132929"/>
                </a:lnTo>
                <a:lnTo>
                  <a:pt x="220500" y="133447"/>
                </a:lnTo>
                <a:lnTo>
                  <a:pt x="221457" y="133946"/>
                </a:lnTo>
                <a:lnTo>
                  <a:pt x="222427" y="134423"/>
                </a:lnTo>
                <a:lnTo>
                  <a:pt x="223410" y="134879"/>
                </a:lnTo>
                <a:lnTo>
                  <a:pt x="224406" y="135313"/>
                </a:lnTo>
                <a:lnTo>
                  <a:pt x="225415" y="135727"/>
                </a:lnTo>
                <a:lnTo>
                  <a:pt x="226437" y="136119"/>
                </a:lnTo>
                <a:lnTo>
                  <a:pt x="227472" y="136490"/>
                </a:lnTo>
                <a:lnTo>
                  <a:pt x="228520" y="136840"/>
                </a:lnTo>
                <a:lnTo>
                  <a:pt x="229581" y="137169"/>
                </a:lnTo>
                <a:lnTo>
                  <a:pt x="230654" y="137476"/>
                </a:lnTo>
                <a:lnTo>
                  <a:pt x="231741" y="137762"/>
                </a:lnTo>
                <a:lnTo>
                  <a:pt x="232841" y="138028"/>
                </a:lnTo>
                <a:lnTo>
                  <a:pt x="233954" y="138271"/>
                </a:lnTo>
                <a:lnTo>
                  <a:pt x="235079" y="138494"/>
                </a:lnTo>
                <a:lnTo>
                  <a:pt x="236218" y="138695"/>
                </a:lnTo>
                <a:lnTo>
                  <a:pt x="237370" y="138876"/>
                </a:lnTo>
                <a:lnTo>
                  <a:pt x="238534" y="139035"/>
                </a:lnTo>
                <a:lnTo>
                  <a:pt x="239712" y="139173"/>
                </a:lnTo>
                <a:lnTo>
                  <a:pt x="240902" y="139289"/>
                </a:lnTo>
                <a:lnTo>
                  <a:pt x="242106" y="139385"/>
                </a:lnTo>
                <a:lnTo>
                  <a:pt x="243322" y="139459"/>
                </a:lnTo>
                <a:lnTo>
                  <a:pt x="244552" y="139512"/>
                </a:lnTo>
                <a:lnTo>
                  <a:pt x="245794" y="139544"/>
                </a:lnTo>
                <a:lnTo>
                  <a:pt x="247050" y="139554"/>
                </a:lnTo>
                <a:lnTo>
                  <a:pt x="248322" y="139544"/>
                </a:lnTo>
                <a:lnTo>
                  <a:pt x="249580" y="139512"/>
                </a:lnTo>
                <a:lnTo>
                  <a:pt x="250825" y="139459"/>
                </a:lnTo>
                <a:close/>
                <a:moveTo>
                  <a:pt x="244934" y="118821"/>
                </a:moveTo>
                <a:lnTo>
                  <a:pt x="244255" y="118770"/>
                </a:lnTo>
                <a:lnTo>
                  <a:pt x="243588" y="118704"/>
                </a:lnTo>
                <a:lnTo>
                  <a:pt x="242935" y="118623"/>
                </a:lnTo>
                <a:lnTo>
                  <a:pt x="242294" y="118528"/>
                </a:lnTo>
                <a:lnTo>
                  <a:pt x="241667" y="118417"/>
                </a:lnTo>
                <a:lnTo>
                  <a:pt x="241052" y="118293"/>
                </a:lnTo>
                <a:lnTo>
                  <a:pt x="240451" y="118153"/>
                </a:lnTo>
                <a:lnTo>
                  <a:pt x="239862" y="117999"/>
                </a:lnTo>
                <a:lnTo>
                  <a:pt x="239287" y="117830"/>
                </a:lnTo>
                <a:lnTo>
                  <a:pt x="238724" y="117647"/>
                </a:lnTo>
                <a:lnTo>
                  <a:pt x="238174" y="117449"/>
                </a:lnTo>
                <a:lnTo>
                  <a:pt x="237638" y="117236"/>
                </a:lnTo>
                <a:lnTo>
                  <a:pt x="237114" y="117009"/>
                </a:lnTo>
                <a:lnTo>
                  <a:pt x="236603" y="116766"/>
                </a:lnTo>
                <a:lnTo>
                  <a:pt x="236105" y="116510"/>
                </a:lnTo>
                <a:lnTo>
                  <a:pt x="235621" y="116238"/>
                </a:lnTo>
                <a:lnTo>
                  <a:pt x="235149" y="115952"/>
                </a:lnTo>
                <a:lnTo>
                  <a:pt x="234690" y="115651"/>
                </a:lnTo>
                <a:lnTo>
                  <a:pt x="234244" y="115335"/>
                </a:lnTo>
                <a:lnTo>
                  <a:pt x="233811" y="115005"/>
                </a:lnTo>
                <a:lnTo>
                  <a:pt x="233391" y="114660"/>
                </a:lnTo>
                <a:lnTo>
                  <a:pt x="232982" y="114303"/>
                </a:lnTo>
                <a:lnTo>
                  <a:pt x="232584" y="113936"/>
                </a:lnTo>
                <a:lnTo>
                  <a:pt x="232196" y="113559"/>
                </a:lnTo>
                <a:lnTo>
                  <a:pt x="231818" y="113172"/>
                </a:lnTo>
                <a:lnTo>
                  <a:pt x="231450" y="112775"/>
                </a:lnTo>
                <a:lnTo>
                  <a:pt x="231092" y="112368"/>
                </a:lnTo>
                <a:lnTo>
                  <a:pt x="230744" y="111951"/>
                </a:lnTo>
                <a:lnTo>
                  <a:pt x="230407" y="111524"/>
                </a:lnTo>
                <a:lnTo>
                  <a:pt x="230079" y="111087"/>
                </a:lnTo>
                <a:lnTo>
                  <a:pt x="229762" y="110640"/>
                </a:lnTo>
                <a:lnTo>
                  <a:pt x="229455" y="110183"/>
                </a:lnTo>
                <a:lnTo>
                  <a:pt x="229158" y="109717"/>
                </a:lnTo>
                <a:lnTo>
                  <a:pt x="228871" y="109240"/>
                </a:lnTo>
                <a:lnTo>
                  <a:pt x="228594" y="108753"/>
                </a:lnTo>
                <a:lnTo>
                  <a:pt x="228327" y="108257"/>
                </a:lnTo>
                <a:lnTo>
                  <a:pt x="228071" y="107750"/>
                </a:lnTo>
                <a:lnTo>
                  <a:pt x="227824" y="107233"/>
                </a:lnTo>
                <a:lnTo>
                  <a:pt x="227588" y="106707"/>
                </a:lnTo>
                <a:lnTo>
                  <a:pt x="227362" y="106170"/>
                </a:lnTo>
                <a:lnTo>
                  <a:pt x="227146" y="105624"/>
                </a:lnTo>
                <a:lnTo>
                  <a:pt x="226940" y="105068"/>
                </a:lnTo>
                <a:lnTo>
                  <a:pt x="226744" y="104501"/>
                </a:lnTo>
                <a:lnTo>
                  <a:pt x="226558" y="103925"/>
                </a:lnTo>
                <a:lnTo>
                  <a:pt x="226383" y="103339"/>
                </a:lnTo>
                <a:lnTo>
                  <a:pt x="226216" y="102745"/>
                </a:lnTo>
                <a:lnTo>
                  <a:pt x="226056" y="102146"/>
                </a:lnTo>
                <a:lnTo>
                  <a:pt x="225903" y="101542"/>
                </a:lnTo>
                <a:lnTo>
                  <a:pt x="225757" y="100933"/>
                </a:lnTo>
                <a:lnTo>
                  <a:pt x="225619" y="100319"/>
                </a:lnTo>
                <a:lnTo>
                  <a:pt x="225487" y="99700"/>
                </a:lnTo>
                <a:lnTo>
                  <a:pt x="225363" y="99076"/>
                </a:lnTo>
                <a:lnTo>
                  <a:pt x="225246" y="98447"/>
                </a:lnTo>
                <a:lnTo>
                  <a:pt x="225136" y="97812"/>
                </a:lnTo>
                <a:lnTo>
                  <a:pt x="225033" y="97173"/>
                </a:lnTo>
                <a:lnTo>
                  <a:pt x="224937" y="96528"/>
                </a:lnTo>
                <a:lnTo>
                  <a:pt x="224848" y="95879"/>
                </a:lnTo>
                <a:lnTo>
                  <a:pt x="224766" y="95224"/>
                </a:lnTo>
                <a:lnTo>
                  <a:pt x="224692" y="94564"/>
                </a:lnTo>
                <a:lnTo>
                  <a:pt x="224624" y="93900"/>
                </a:lnTo>
                <a:lnTo>
                  <a:pt x="224564" y="93230"/>
                </a:lnTo>
                <a:lnTo>
                  <a:pt x="224510" y="92555"/>
                </a:lnTo>
                <a:lnTo>
                  <a:pt x="224464" y="91875"/>
                </a:lnTo>
                <a:lnTo>
                  <a:pt x="224425" y="91190"/>
                </a:lnTo>
                <a:lnTo>
                  <a:pt x="224393" y="90500"/>
                </a:lnTo>
                <a:lnTo>
                  <a:pt x="224368" y="89804"/>
                </a:lnTo>
                <a:lnTo>
                  <a:pt x="224350" y="89104"/>
                </a:lnTo>
                <a:lnTo>
                  <a:pt x="224340" y="88399"/>
                </a:lnTo>
                <a:lnTo>
                  <a:pt x="224336" y="87688"/>
                </a:lnTo>
                <a:lnTo>
                  <a:pt x="224340" y="86960"/>
                </a:lnTo>
                <a:lnTo>
                  <a:pt x="224350" y="86238"/>
                </a:lnTo>
                <a:lnTo>
                  <a:pt x="224368" y="85521"/>
                </a:lnTo>
                <a:lnTo>
                  <a:pt x="224393" y="84809"/>
                </a:lnTo>
                <a:lnTo>
                  <a:pt x="224425" y="84103"/>
                </a:lnTo>
                <a:lnTo>
                  <a:pt x="224464" y="83403"/>
                </a:lnTo>
                <a:lnTo>
                  <a:pt x="224510" y="82707"/>
                </a:lnTo>
                <a:lnTo>
                  <a:pt x="224564" y="82018"/>
                </a:lnTo>
                <a:lnTo>
                  <a:pt x="224624" y="81333"/>
                </a:lnTo>
                <a:lnTo>
                  <a:pt x="224692" y="80654"/>
                </a:lnTo>
                <a:lnTo>
                  <a:pt x="224766" y="79981"/>
                </a:lnTo>
                <a:lnTo>
                  <a:pt x="224848" y="79313"/>
                </a:lnTo>
                <a:lnTo>
                  <a:pt x="224937" y="78650"/>
                </a:lnTo>
                <a:lnTo>
                  <a:pt x="225033" y="77993"/>
                </a:lnTo>
                <a:lnTo>
                  <a:pt x="225136" y="77342"/>
                </a:lnTo>
                <a:lnTo>
                  <a:pt x="225246" y="76695"/>
                </a:lnTo>
                <a:lnTo>
                  <a:pt x="225363" y="76054"/>
                </a:lnTo>
                <a:lnTo>
                  <a:pt x="225487" y="75419"/>
                </a:lnTo>
                <a:lnTo>
                  <a:pt x="225619" y="74789"/>
                </a:lnTo>
                <a:lnTo>
                  <a:pt x="225757" y="74165"/>
                </a:lnTo>
                <a:lnTo>
                  <a:pt x="225903" y="73546"/>
                </a:lnTo>
                <a:lnTo>
                  <a:pt x="226056" y="72932"/>
                </a:lnTo>
                <a:lnTo>
                  <a:pt x="226216" y="72324"/>
                </a:lnTo>
                <a:lnTo>
                  <a:pt x="226383" y="71721"/>
                </a:lnTo>
                <a:lnTo>
                  <a:pt x="226558" y="71126"/>
                </a:lnTo>
                <a:lnTo>
                  <a:pt x="226744" y="70541"/>
                </a:lnTo>
                <a:lnTo>
                  <a:pt x="226940" y="69967"/>
                </a:lnTo>
                <a:lnTo>
                  <a:pt x="227146" y="69402"/>
                </a:lnTo>
                <a:lnTo>
                  <a:pt x="227362" y="68848"/>
                </a:lnTo>
                <a:lnTo>
                  <a:pt x="227588" y="68304"/>
                </a:lnTo>
                <a:lnTo>
                  <a:pt x="227824" y="67769"/>
                </a:lnTo>
                <a:lnTo>
                  <a:pt x="228071" y="67246"/>
                </a:lnTo>
                <a:lnTo>
                  <a:pt x="228327" y="66732"/>
                </a:lnTo>
                <a:lnTo>
                  <a:pt x="228594" y="66228"/>
                </a:lnTo>
                <a:lnTo>
                  <a:pt x="228871" y="65735"/>
                </a:lnTo>
                <a:lnTo>
                  <a:pt x="229158" y="65251"/>
                </a:lnTo>
                <a:lnTo>
                  <a:pt x="229455" y="64778"/>
                </a:lnTo>
                <a:lnTo>
                  <a:pt x="229762" y="64315"/>
                </a:lnTo>
                <a:lnTo>
                  <a:pt x="230079" y="63862"/>
                </a:lnTo>
                <a:lnTo>
                  <a:pt x="230407" y="63420"/>
                </a:lnTo>
                <a:lnTo>
                  <a:pt x="230744" y="62987"/>
                </a:lnTo>
                <a:lnTo>
                  <a:pt x="231092" y="62564"/>
                </a:lnTo>
                <a:lnTo>
                  <a:pt x="231450" y="62152"/>
                </a:lnTo>
                <a:lnTo>
                  <a:pt x="231818" y="61750"/>
                </a:lnTo>
                <a:lnTo>
                  <a:pt x="232196" y="61358"/>
                </a:lnTo>
                <a:lnTo>
                  <a:pt x="232584" y="60976"/>
                </a:lnTo>
                <a:lnTo>
                  <a:pt x="232982" y="60604"/>
                </a:lnTo>
                <a:lnTo>
                  <a:pt x="233391" y="60243"/>
                </a:lnTo>
                <a:lnTo>
                  <a:pt x="233811" y="59894"/>
                </a:lnTo>
                <a:lnTo>
                  <a:pt x="234244" y="59560"/>
                </a:lnTo>
                <a:lnTo>
                  <a:pt x="234690" y="59240"/>
                </a:lnTo>
                <a:lnTo>
                  <a:pt x="235149" y="58936"/>
                </a:lnTo>
                <a:lnTo>
                  <a:pt x="235621" y="58646"/>
                </a:lnTo>
                <a:lnTo>
                  <a:pt x="236105" y="58371"/>
                </a:lnTo>
                <a:lnTo>
                  <a:pt x="236603" y="58111"/>
                </a:lnTo>
                <a:lnTo>
                  <a:pt x="237114" y="57866"/>
                </a:lnTo>
                <a:lnTo>
                  <a:pt x="237638" y="57636"/>
                </a:lnTo>
                <a:lnTo>
                  <a:pt x="238174" y="57421"/>
                </a:lnTo>
                <a:lnTo>
                  <a:pt x="238724" y="57220"/>
                </a:lnTo>
                <a:lnTo>
                  <a:pt x="239287" y="57034"/>
                </a:lnTo>
                <a:lnTo>
                  <a:pt x="239862" y="56864"/>
                </a:lnTo>
                <a:lnTo>
                  <a:pt x="240451" y="56708"/>
                </a:lnTo>
                <a:lnTo>
                  <a:pt x="241052" y="56567"/>
                </a:lnTo>
                <a:lnTo>
                  <a:pt x="241667" y="56440"/>
                </a:lnTo>
                <a:lnTo>
                  <a:pt x="242294" y="56329"/>
                </a:lnTo>
                <a:lnTo>
                  <a:pt x="242935" y="56232"/>
                </a:lnTo>
                <a:lnTo>
                  <a:pt x="243588" y="56151"/>
                </a:lnTo>
                <a:lnTo>
                  <a:pt x="244255" y="56084"/>
                </a:lnTo>
                <a:lnTo>
                  <a:pt x="244934" y="56032"/>
                </a:lnTo>
                <a:lnTo>
                  <a:pt x="245626" y="55995"/>
                </a:lnTo>
                <a:lnTo>
                  <a:pt x="246331" y="55972"/>
                </a:lnTo>
                <a:lnTo>
                  <a:pt x="247050" y="55965"/>
                </a:lnTo>
                <a:lnTo>
                  <a:pt x="247785" y="55972"/>
                </a:lnTo>
                <a:lnTo>
                  <a:pt x="248507" y="55995"/>
                </a:lnTo>
                <a:lnTo>
                  <a:pt x="249215" y="56032"/>
                </a:lnTo>
                <a:lnTo>
                  <a:pt x="249910" y="56084"/>
                </a:lnTo>
                <a:lnTo>
                  <a:pt x="250592" y="56151"/>
                </a:lnTo>
                <a:lnTo>
                  <a:pt x="251260" y="56232"/>
                </a:lnTo>
                <a:lnTo>
                  <a:pt x="251916" y="56329"/>
                </a:lnTo>
                <a:lnTo>
                  <a:pt x="252557" y="56440"/>
                </a:lnTo>
                <a:lnTo>
                  <a:pt x="253186" y="56567"/>
                </a:lnTo>
                <a:lnTo>
                  <a:pt x="253801" y="56708"/>
                </a:lnTo>
                <a:lnTo>
                  <a:pt x="254403" y="56864"/>
                </a:lnTo>
                <a:lnTo>
                  <a:pt x="254992" y="57034"/>
                </a:lnTo>
                <a:lnTo>
                  <a:pt x="255567" y="57220"/>
                </a:lnTo>
                <a:lnTo>
                  <a:pt x="256129" y="57421"/>
                </a:lnTo>
                <a:lnTo>
                  <a:pt x="256677" y="57636"/>
                </a:lnTo>
                <a:lnTo>
                  <a:pt x="257213" y="57866"/>
                </a:lnTo>
                <a:lnTo>
                  <a:pt x="257735" y="58111"/>
                </a:lnTo>
                <a:lnTo>
                  <a:pt x="258243" y="58371"/>
                </a:lnTo>
                <a:lnTo>
                  <a:pt x="258739" y="58646"/>
                </a:lnTo>
                <a:lnTo>
                  <a:pt x="259221" y="58936"/>
                </a:lnTo>
                <a:lnTo>
                  <a:pt x="259689" y="59240"/>
                </a:lnTo>
                <a:lnTo>
                  <a:pt x="260145" y="59560"/>
                </a:lnTo>
                <a:lnTo>
                  <a:pt x="260587" y="59894"/>
                </a:lnTo>
                <a:lnTo>
                  <a:pt x="261015" y="60243"/>
                </a:lnTo>
                <a:lnTo>
                  <a:pt x="261432" y="60604"/>
                </a:lnTo>
                <a:lnTo>
                  <a:pt x="261839" y="60976"/>
                </a:lnTo>
                <a:lnTo>
                  <a:pt x="262235" y="61358"/>
                </a:lnTo>
                <a:lnTo>
                  <a:pt x="262621" y="61750"/>
                </a:lnTo>
                <a:lnTo>
                  <a:pt x="262997" y="62152"/>
                </a:lnTo>
                <a:lnTo>
                  <a:pt x="263362" y="62564"/>
                </a:lnTo>
                <a:lnTo>
                  <a:pt x="263717" y="62987"/>
                </a:lnTo>
                <a:lnTo>
                  <a:pt x="264062" y="63420"/>
                </a:lnTo>
                <a:lnTo>
                  <a:pt x="264396" y="63862"/>
                </a:lnTo>
                <a:lnTo>
                  <a:pt x="264721" y="64315"/>
                </a:lnTo>
                <a:lnTo>
                  <a:pt x="265034" y="64778"/>
                </a:lnTo>
                <a:lnTo>
                  <a:pt x="265338" y="65251"/>
                </a:lnTo>
                <a:lnTo>
                  <a:pt x="265631" y="65735"/>
                </a:lnTo>
                <a:lnTo>
                  <a:pt x="265914" y="66228"/>
                </a:lnTo>
                <a:lnTo>
                  <a:pt x="266187" y="66732"/>
                </a:lnTo>
                <a:lnTo>
                  <a:pt x="266449" y="67246"/>
                </a:lnTo>
                <a:lnTo>
                  <a:pt x="266701" y="67769"/>
                </a:lnTo>
                <a:lnTo>
                  <a:pt x="266943" y="68304"/>
                </a:lnTo>
                <a:lnTo>
                  <a:pt x="267174" y="68848"/>
                </a:lnTo>
                <a:lnTo>
                  <a:pt x="267396" y="69402"/>
                </a:lnTo>
                <a:lnTo>
                  <a:pt x="267606" y="69967"/>
                </a:lnTo>
                <a:lnTo>
                  <a:pt x="267807" y="70541"/>
                </a:lnTo>
                <a:lnTo>
                  <a:pt x="267997" y="71126"/>
                </a:lnTo>
                <a:lnTo>
                  <a:pt x="268177" y="71721"/>
                </a:lnTo>
                <a:lnTo>
                  <a:pt x="268348" y="72324"/>
                </a:lnTo>
                <a:lnTo>
                  <a:pt x="268512" y="72932"/>
                </a:lnTo>
                <a:lnTo>
                  <a:pt x="268669" y="73546"/>
                </a:lnTo>
                <a:lnTo>
                  <a:pt x="268818" y="74165"/>
                </a:lnTo>
                <a:lnTo>
                  <a:pt x="268960" y="74789"/>
                </a:lnTo>
                <a:lnTo>
                  <a:pt x="269095" y="75419"/>
                </a:lnTo>
                <a:lnTo>
                  <a:pt x="269222" y="76054"/>
                </a:lnTo>
                <a:lnTo>
                  <a:pt x="269342" y="76695"/>
                </a:lnTo>
                <a:lnTo>
                  <a:pt x="269455" y="77342"/>
                </a:lnTo>
                <a:lnTo>
                  <a:pt x="269561" y="77993"/>
                </a:lnTo>
                <a:lnTo>
                  <a:pt x="269659" y="78650"/>
                </a:lnTo>
                <a:lnTo>
                  <a:pt x="269750" y="79313"/>
                </a:lnTo>
                <a:lnTo>
                  <a:pt x="269834" y="79981"/>
                </a:lnTo>
                <a:lnTo>
                  <a:pt x="269910" y="80654"/>
                </a:lnTo>
                <a:lnTo>
                  <a:pt x="269980" y="81333"/>
                </a:lnTo>
                <a:lnTo>
                  <a:pt x="270042" y="82018"/>
                </a:lnTo>
                <a:lnTo>
                  <a:pt x="270096" y="82707"/>
                </a:lnTo>
                <a:lnTo>
                  <a:pt x="270143" y="83403"/>
                </a:lnTo>
                <a:lnTo>
                  <a:pt x="270184" y="84103"/>
                </a:lnTo>
                <a:lnTo>
                  <a:pt x="270216" y="84809"/>
                </a:lnTo>
                <a:lnTo>
                  <a:pt x="270242" y="85521"/>
                </a:lnTo>
                <a:lnTo>
                  <a:pt x="270260" y="86238"/>
                </a:lnTo>
                <a:lnTo>
                  <a:pt x="270271" y="86960"/>
                </a:lnTo>
                <a:lnTo>
                  <a:pt x="270275" y="87688"/>
                </a:lnTo>
                <a:lnTo>
                  <a:pt x="270271" y="88399"/>
                </a:lnTo>
                <a:lnTo>
                  <a:pt x="270260" y="89104"/>
                </a:lnTo>
                <a:lnTo>
                  <a:pt x="270242" y="89804"/>
                </a:lnTo>
                <a:lnTo>
                  <a:pt x="270216" y="90500"/>
                </a:lnTo>
                <a:lnTo>
                  <a:pt x="270184" y="91190"/>
                </a:lnTo>
                <a:lnTo>
                  <a:pt x="270143" y="91875"/>
                </a:lnTo>
                <a:lnTo>
                  <a:pt x="270096" y="92555"/>
                </a:lnTo>
                <a:lnTo>
                  <a:pt x="270042" y="93230"/>
                </a:lnTo>
                <a:lnTo>
                  <a:pt x="269980" y="93900"/>
                </a:lnTo>
                <a:lnTo>
                  <a:pt x="269910" y="94564"/>
                </a:lnTo>
                <a:lnTo>
                  <a:pt x="269834" y="95224"/>
                </a:lnTo>
                <a:lnTo>
                  <a:pt x="269750" y="95879"/>
                </a:lnTo>
                <a:lnTo>
                  <a:pt x="269659" y="96528"/>
                </a:lnTo>
                <a:lnTo>
                  <a:pt x="269561" y="97173"/>
                </a:lnTo>
                <a:lnTo>
                  <a:pt x="269455" y="97812"/>
                </a:lnTo>
                <a:lnTo>
                  <a:pt x="269342" y="98447"/>
                </a:lnTo>
                <a:lnTo>
                  <a:pt x="269222" y="99076"/>
                </a:lnTo>
                <a:lnTo>
                  <a:pt x="269095" y="99700"/>
                </a:lnTo>
                <a:lnTo>
                  <a:pt x="268960" y="100319"/>
                </a:lnTo>
                <a:lnTo>
                  <a:pt x="268818" y="100933"/>
                </a:lnTo>
                <a:lnTo>
                  <a:pt x="268669" y="101542"/>
                </a:lnTo>
                <a:lnTo>
                  <a:pt x="268512" y="102146"/>
                </a:lnTo>
                <a:lnTo>
                  <a:pt x="268348" y="102745"/>
                </a:lnTo>
                <a:lnTo>
                  <a:pt x="268177" y="103339"/>
                </a:lnTo>
                <a:lnTo>
                  <a:pt x="267997" y="103925"/>
                </a:lnTo>
                <a:lnTo>
                  <a:pt x="267807" y="104501"/>
                </a:lnTo>
                <a:lnTo>
                  <a:pt x="267606" y="105068"/>
                </a:lnTo>
                <a:lnTo>
                  <a:pt x="267396" y="105624"/>
                </a:lnTo>
                <a:lnTo>
                  <a:pt x="267174" y="106170"/>
                </a:lnTo>
                <a:lnTo>
                  <a:pt x="266943" y="106707"/>
                </a:lnTo>
                <a:lnTo>
                  <a:pt x="266701" y="107233"/>
                </a:lnTo>
                <a:lnTo>
                  <a:pt x="266449" y="107750"/>
                </a:lnTo>
                <a:lnTo>
                  <a:pt x="266187" y="108257"/>
                </a:lnTo>
                <a:lnTo>
                  <a:pt x="265914" y="108753"/>
                </a:lnTo>
                <a:lnTo>
                  <a:pt x="265631" y="109240"/>
                </a:lnTo>
                <a:lnTo>
                  <a:pt x="265338" y="109717"/>
                </a:lnTo>
                <a:lnTo>
                  <a:pt x="265034" y="110183"/>
                </a:lnTo>
                <a:lnTo>
                  <a:pt x="264721" y="110640"/>
                </a:lnTo>
                <a:lnTo>
                  <a:pt x="264396" y="111087"/>
                </a:lnTo>
                <a:lnTo>
                  <a:pt x="264062" y="111524"/>
                </a:lnTo>
                <a:lnTo>
                  <a:pt x="263717" y="111951"/>
                </a:lnTo>
                <a:lnTo>
                  <a:pt x="263362" y="112368"/>
                </a:lnTo>
                <a:lnTo>
                  <a:pt x="262997" y="112775"/>
                </a:lnTo>
                <a:lnTo>
                  <a:pt x="262621" y="113172"/>
                </a:lnTo>
                <a:lnTo>
                  <a:pt x="262235" y="113559"/>
                </a:lnTo>
                <a:lnTo>
                  <a:pt x="261839" y="113936"/>
                </a:lnTo>
                <a:lnTo>
                  <a:pt x="261432" y="114303"/>
                </a:lnTo>
                <a:lnTo>
                  <a:pt x="261015" y="114660"/>
                </a:lnTo>
                <a:lnTo>
                  <a:pt x="260587" y="115005"/>
                </a:lnTo>
                <a:lnTo>
                  <a:pt x="260145" y="115335"/>
                </a:lnTo>
                <a:lnTo>
                  <a:pt x="259689" y="115651"/>
                </a:lnTo>
                <a:lnTo>
                  <a:pt x="259221" y="115952"/>
                </a:lnTo>
                <a:lnTo>
                  <a:pt x="258739" y="116238"/>
                </a:lnTo>
                <a:lnTo>
                  <a:pt x="258243" y="116510"/>
                </a:lnTo>
                <a:lnTo>
                  <a:pt x="257735" y="116766"/>
                </a:lnTo>
                <a:lnTo>
                  <a:pt x="257213" y="117009"/>
                </a:lnTo>
                <a:lnTo>
                  <a:pt x="256677" y="117236"/>
                </a:lnTo>
                <a:lnTo>
                  <a:pt x="256129" y="117449"/>
                </a:lnTo>
                <a:lnTo>
                  <a:pt x="255567" y="117647"/>
                </a:lnTo>
                <a:lnTo>
                  <a:pt x="254992" y="117830"/>
                </a:lnTo>
                <a:lnTo>
                  <a:pt x="254403" y="117999"/>
                </a:lnTo>
                <a:lnTo>
                  <a:pt x="253801" y="118153"/>
                </a:lnTo>
                <a:lnTo>
                  <a:pt x="253186" y="118293"/>
                </a:lnTo>
                <a:lnTo>
                  <a:pt x="252557" y="118417"/>
                </a:lnTo>
                <a:lnTo>
                  <a:pt x="251916" y="118528"/>
                </a:lnTo>
                <a:lnTo>
                  <a:pt x="251260" y="118623"/>
                </a:lnTo>
                <a:lnTo>
                  <a:pt x="250592" y="118704"/>
                </a:lnTo>
                <a:lnTo>
                  <a:pt x="249910" y="118770"/>
                </a:lnTo>
                <a:lnTo>
                  <a:pt x="249215" y="118821"/>
                </a:lnTo>
                <a:lnTo>
                  <a:pt x="248507" y="118858"/>
                </a:lnTo>
                <a:lnTo>
                  <a:pt x="247785" y="118880"/>
                </a:lnTo>
                <a:lnTo>
                  <a:pt x="247050" y="118887"/>
                </a:lnTo>
                <a:lnTo>
                  <a:pt x="246331" y="118880"/>
                </a:lnTo>
                <a:lnTo>
                  <a:pt x="245626" y="118858"/>
                </a:lnTo>
                <a:lnTo>
                  <a:pt x="244934" y="118821"/>
                </a:lnTo>
                <a:close/>
                <a:moveTo>
                  <a:pt x="436636" y="174325"/>
                </a:moveTo>
                <a:lnTo>
                  <a:pt x="437526" y="174305"/>
                </a:lnTo>
                <a:lnTo>
                  <a:pt x="438402" y="174277"/>
                </a:lnTo>
                <a:lnTo>
                  <a:pt x="439266" y="174242"/>
                </a:lnTo>
                <a:lnTo>
                  <a:pt x="440118" y="174198"/>
                </a:lnTo>
                <a:lnTo>
                  <a:pt x="440957" y="174147"/>
                </a:lnTo>
                <a:lnTo>
                  <a:pt x="441783" y="174088"/>
                </a:lnTo>
                <a:lnTo>
                  <a:pt x="442596" y="174021"/>
                </a:lnTo>
                <a:lnTo>
                  <a:pt x="443397" y="173946"/>
                </a:lnTo>
                <a:lnTo>
                  <a:pt x="444186" y="173863"/>
                </a:lnTo>
                <a:lnTo>
                  <a:pt x="444962" y="173772"/>
                </a:lnTo>
                <a:lnTo>
                  <a:pt x="445725" y="173673"/>
                </a:lnTo>
                <a:lnTo>
                  <a:pt x="446475" y="173567"/>
                </a:lnTo>
                <a:lnTo>
                  <a:pt x="447213" y="173452"/>
                </a:lnTo>
                <a:lnTo>
                  <a:pt x="447939" y="173330"/>
                </a:lnTo>
                <a:lnTo>
                  <a:pt x="448651" y="173200"/>
                </a:lnTo>
                <a:lnTo>
                  <a:pt x="449351" y="173062"/>
                </a:lnTo>
                <a:lnTo>
                  <a:pt x="450039" y="172916"/>
                </a:lnTo>
                <a:lnTo>
                  <a:pt x="450714" y="172762"/>
                </a:lnTo>
                <a:lnTo>
                  <a:pt x="451376" y="172600"/>
                </a:lnTo>
                <a:lnTo>
                  <a:pt x="452026" y="172430"/>
                </a:lnTo>
                <a:lnTo>
                  <a:pt x="452663" y="172253"/>
                </a:lnTo>
                <a:lnTo>
                  <a:pt x="453287" y="172067"/>
                </a:lnTo>
                <a:lnTo>
                  <a:pt x="453901" y="171872"/>
                </a:lnTo>
                <a:lnTo>
                  <a:pt x="454508" y="171664"/>
                </a:lnTo>
                <a:lnTo>
                  <a:pt x="455106" y="171443"/>
                </a:lnTo>
                <a:lnTo>
                  <a:pt x="455696" y="171210"/>
                </a:lnTo>
                <a:lnTo>
                  <a:pt x="456278" y="170965"/>
                </a:lnTo>
                <a:lnTo>
                  <a:pt x="456852" y="170706"/>
                </a:lnTo>
                <a:lnTo>
                  <a:pt x="457418" y="170436"/>
                </a:lnTo>
                <a:lnTo>
                  <a:pt x="457977" y="170152"/>
                </a:lnTo>
                <a:lnTo>
                  <a:pt x="458527" y="169857"/>
                </a:lnTo>
                <a:lnTo>
                  <a:pt x="459069" y="169548"/>
                </a:lnTo>
                <a:lnTo>
                  <a:pt x="459603" y="169227"/>
                </a:lnTo>
                <a:lnTo>
                  <a:pt x="460129" y="168894"/>
                </a:lnTo>
                <a:lnTo>
                  <a:pt x="460648" y="168548"/>
                </a:lnTo>
                <a:lnTo>
                  <a:pt x="461158" y="168189"/>
                </a:lnTo>
                <a:lnTo>
                  <a:pt x="461660" y="167818"/>
                </a:lnTo>
                <a:lnTo>
                  <a:pt x="462154" y="167435"/>
                </a:lnTo>
                <a:lnTo>
                  <a:pt x="462641" y="167039"/>
                </a:lnTo>
                <a:lnTo>
                  <a:pt x="463119" y="166630"/>
                </a:lnTo>
                <a:lnTo>
                  <a:pt x="463589" y="166209"/>
                </a:lnTo>
                <a:lnTo>
                  <a:pt x="464051" y="165775"/>
                </a:lnTo>
                <a:lnTo>
                  <a:pt x="464506" y="165328"/>
                </a:lnTo>
                <a:lnTo>
                  <a:pt x="464952" y="164870"/>
                </a:lnTo>
                <a:lnTo>
                  <a:pt x="465390" y="164398"/>
                </a:lnTo>
                <a:lnTo>
                  <a:pt x="465821" y="163914"/>
                </a:lnTo>
                <a:lnTo>
                  <a:pt x="466245" y="163416"/>
                </a:lnTo>
                <a:lnTo>
                  <a:pt x="466665" y="162901"/>
                </a:lnTo>
                <a:lnTo>
                  <a:pt x="467080" y="162369"/>
                </a:lnTo>
                <a:lnTo>
                  <a:pt x="467492" y="161821"/>
                </a:lnTo>
                <a:lnTo>
                  <a:pt x="467899" y="161257"/>
                </a:lnTo>
                <a:lnTo>
                  <a:pt x="468302" y="160676"/>
                </a:lnTo>
                <a:lnTo>
                  <a:pt x="468700" y="160078"/>
                </a:lnTo>
                <a:lnTo>
                  <a:pt x="469095" y="159464"/>
                </a:lnTo>
                <a:lnTo>
                  <a:pt x="469485" y="158834"/>
                </a:lnTo>
                <a:lnTo>
                  <a:pt x="469870" y="158187"/>
                </a:lnTo>
                <a:lnTo>
                  <a:pt x="470252" y="157523"/>
                </a:lnTo>
                <a:lnTo>
                  <a:pt x="470629" y="156843"/>
                </a:lnTo>
                <a:lnTo>
                  <a:pt x="471002" y="156147"/>
                </a:lnTo>
                <a:lnTo>
                  <a:pt x="471371" y="155434"/>
                </a:lnTo>
                <a:lnTo>
                  <a:pt x="471736" y="154705"/>
                </a:lnTo>
                <a:lnTo>
                  <a:pt x="472096" y="153959"/>
                </a:lnTo>
                <a:lnTo>
                  <a:pt x="472452" y="153196"/>
                </a:lnTo>
                <a:lnTo>
                  <a:pt x="472803" y="152417"/>
                </a:lnTo>
                <a:lnTo>
                  <a:pt x="473151" y="151622"/>
                </a:lnTo>
                <a:lnTo>
                  <a:pt x="473494" y="150810"/>
                </a:lnTo>
                <a:lnTo>
                  <a:pt x="473833" y="149981"/>
                </a:lnTo>
                <a:lnTo>
                  <a:pt x="474168" y="149136"/>
                </a:lnTo>
                <a:lnTo>
                  <a:pt x="474498" y="148275"/>
                </a:lnTo>
                <a:lnTo>
                  <a:pt x="474824" y="147397"/>
                </a:lnTo>
                <a:lnTo>
                  <a:pt x="478507" y="137383"/>
                </a:lnTo>
                <a:lnTo>
                  <a:pt x="514419" y="36628"/>
                </a:lnTo>
                <a:lnTo>
                  <a:pt x="486999" y="36628"/>
                </a:lnTo>
                <a:lnTo>
                  <a:pt x="464491" y="111405"/>
                </a:lnTo>
                <a:lnTo>
                  <a:pt x="439219" y="36628"/>
                </a:lnTo>
                <a:lnTo>
                  <a:pt x="410981" y="36628"/>
                </a:lnTo>
                <a:lnTo>
                  <a:pt x="449860" y="137713"/>
                </a:lnTo>
                <a:lnTo>
                  <a:pt x="447609" y="143135"/>
                </a:lnTo>
                <a:lnTo>
                  <a:pt x="447452" y="143540"/>
                </a:lnTo>
                <a:lnTo>
                  <a:pt x="447287" y="143934"/>
                </a:lnTo>
                <a:lnTo>
                  <a:pt x="447114" y="144320"/>
                </a:lnTo>
                <a:lnTo>
                  <a:pt x="446934" y="144695"/>
                </a:lnTo>
                <a:lnTo>
                  <a:pt x="446746" y="145061"/>
                </a:lnTo>
                <a:lnTo>
                  <a:pt x="446551" y="145418"/>
                </a:lnTo>
                <a:lnTo>
                  <a:pt x="446348" y="145765"/>
                </a:lnTo>
                <a:lnTo>
                  <a:pt x="446137" y="146102"/>
                </a:lnTo>
                <a:lnTo>
                  <a:pt x="445918" y="146430"/>
                </a:lnTo>
                <a:lnTo>
                  <a:pt x="445692" y="146748"/>
                </a:lnTo>
                <a:lnTo>
                  <a:pt x="445459" y="147057"/>
                </a:lnTo>
                <a:lnTo>
                  <a:pt x="445217" y="147356"/>
                </a:lnTo>
                <a:lnTo>
                  <a:pt x="444968" y="147645"/>
                </a:lnTo>
                <a:lnTo>
                  <a:pt x="444712" y="147925"/>
                </a:lnTo>
                <a:lnTo>
                  <a:pt x="444448" y="148195"/>
                </a:lnTo>
                <a:lnTo>
                  <a:pt x="444176" y="148455"/>
                </a:lnTo>
                <a:lnTo>
                  <a:pt x="443896" y="148706"/>
                </a:lnTo>
                <a:lnTo>
                  <a:pt x="443609" y="148948"/>
                </a:lnTo>
                <a:lnTo>
                  <a:pt x="443314" y="149180"/>
                </a:lnTo>
                <a:lnTo>
                  <a:pt x="443012" y="149402"/>
                </a:lnTo>
                <a:lnTo>
                  <a:pt x="442702" y="149614"/>
                </a:lnTo>
                <a:lnTo>
                  <a:pt x="442384" y="149817"/>
                </a:lnTo>
                <a:lnTo>
                  <a:pt x="442059" y="150011"/>
                </a:lnTo>
                <a:lnTo>
                  <a:pt x="441726" y="150195"/>
                </a:lnTo>
                <a:lnTo>
                  <a:pt x="441386" y="150370"/>
                </a:lnTo>
                <a:lnTo>
                  <a:pt x="441039" y="150538"/>
                </a:lnTo>
                <a:lnTo>
                  <a:pt x="440685" y="150698"/>
                </a:lnTo>
                <a:lnTo>
                  <a:pt x="440323" y="150851"/>
                </a:lnTo>
                <a:lnTo>
                  <a:pt x="439956" y="150997"/>
                </a:lnTo>
                <a:lnTo>
                  <a:pt x="439581" y="151135"/>
                </a:lnTo>
                <a:lnTo>
                  <a:pt x="439199" y="151265"/>
                </a:lnTo>
                <a:lnTo>
                  <a:pt x="438810" y="151388"/>
                </a:lnTo>
                <a:lnTo>
                  <a:pt x="438414" y="151504"/>
                </a:lnTo>
                <a:lnTo>
                  <a:pt x="438012" y="151612"/>
                </a:lnTo>
                <a:lnTo>
                  <a:pt x="437602" y="151713"/>
                </a:lnTo>
                <a:lnTo>
                  <a:pt x="437186" y="151806"/>
                </a:lnTo>
                <a:lnTo>
                  <a:pt x="436763" y="151892"/>
                </a:lnTo>
                <a:lnTo>
                  <a:pt x="436332" y="151970"/>
                </a:lnTo>
                <a:lnTo>
                  <a:pt x="435895" y="152041"/>
                </a:lnTo>
                <a:lnTo>
                  <a:pt x="435451" y="152105"/>
                </a:lnTo>
                <a:lnTo>
                  <a:pt x="435000" y="152160"/>
                </a:lnTo>
                <a:lnTo>
                  <a:pt x="434542" y="152209"/>
                </a:lnTo>
                <a:lnTo>
                  <a:pt x="434077" y="152250"/>
                </a:lnTo>
                <a:lnTo>
                  <a:pt x="433605" y="152284"/>
                </a:lnTo>
                <a:lnTo>
                  <a:pt x="433126" y="152310"/>
                </a:lnTo>
                <a:lnTo>
                  <a:pt x="432640" y="152328"/>
                </a:lnTo>
                <a:lnTo>
                  <a:pt x="432148" y="152340"/>
                </a:lnTo>
                <a:lnTo>
                  <a:pt x="431648" y="152343"/>
                </a:lnTo>
                <a:lnTo>
                  <a:pt x="422645" y="152343"/>
                </a:lnTo>
                <a:lnTo>
                  <a:pt x="422645" y="174340"/>
                </a:lnTo>
                <a:lnTo>
                  <a:pt x="434820" y="174340"/>
                </a:lnTo>
                <a:lnTo>
                  <a:pt x="435734" y="174336"/>
                </a:lnTo>
                <a:lnTo>
                  <a:pt x="436636" y="174325"/>
                </a:lnTo>
                <a:close/>
              </a:path>
            </a:pathLst>
          </a:custGeom>
          <a:solidFill xmlns:a="http://schemas.openxmlformats.org/drawingml/2006/main">
            <a:srgbClr val="EBA7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9D11A-E17E-40C4-8A09-FED0B456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31" y="1019932"/>
            <a:ext cx="139691" cy="230257"/>
          </a:xfrm>
          <a:custGeom xmlns:a="http://schemas.openxmlformats.org/drawingml/2006/main">
            <a:pathLst>
              <a:path w="139691" h="230257">
                <a:moveTo>
                  <a:pt x="86841" y="0"/>
                </a:moveTo>
                <a:lnTo>
                  <a:pt x="51918" y="233"/>
                </a:lnTo>
                <a:lnTo>
                  <a:pt x="52473" y="90537"/>
                </a:lnTo>
                <a:lnTo>
                  <a:pt x="0" y="90799"/>
                </a:lnTo>
                <a:lnTo>
                  <a:pt x="70777" y="230257"/>
                </a:lnTo>
                <a:lnTo>
                  <a:pt x="139691" y="90100"/>
                </a:lnTo>
                <a:lnTo>
                  <a:pt x="87396" y="90362"/>
                </a:lnTo>
                <a:lnTo>
                  <a:pt x="86841" y="0"/>
                </a:lnTo>
                <a:close/>
              </a:path>
            </a:pathLst>
          </a:custGeom>
          <a:solidFill xmlns:a="http://schemas.openxmlformats.org/drawingml/2006/main">
            <a:srgbClr val="EBA78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9d99f45d5446a"/>
          <a:stretch xmlns:a="http://schemas.openxmlformats.org/drawingml/2006/main"/>
        </p:blipFill>
        <p:spPr>
          <a:xfrm xmlns:a="http://schemas.openxmlformats.org/drawingml/2006/main">
            <a:off x="1060705" y="1293296"/>
            <a:ext cx="316329" cy="251626"/>
          </a:xfrm>
          <a:prstGeom xmlns:a="http://schemas.openxmlformats.org/drawingml/2006/main" prst="rect">
            <a:avLst/>
          </a:prstGeom>
        </p:spPr>
      </p:pic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23625f84d4e08"/>
          <a:stretch xmlns:a="http://schemas.openxmlformats.org/drawingml/2006/main"/>
        </p:blipFill>
        <p:spPr>
          <a:xfrm xmlns:a="http://schemas.openxmlformats.org/drawingml/2006/main">
            <a:off x="2233407" y="1293296"/>
            <a:ext cx="316329" cy="251626"/>
          </a:xfrm>
          <a:prstGeom xmlns:a="http://schemas.openxmlformats.org/drawingml/2006/main" prst="rect">
            <a:avLst/>
          </a:prstGeom>
        </p:spPr>
      </p:pic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78cafe0374d34"/>
          <a:stretch xmlns:a="http://schemas.openxmlformats.org/drawingml/2006/main"/>
        </p:blipFill>
        <p:spPr>
          <a:xfrm xmlns:a="http://schemas.openxmlformats.org/drawingml/2006/main">
            <a:off x="1584684" y="1855189"/>
            <a:ext cx="433599" cy="433599"/>
          </a:xfrm>
          <a:prstGeom xmlns:a="http://schemas.openxmlformats.org/drawingml/2006/main" prst="rect">
            <a:avLst/>
          </a:prstGeom>
        </p:spPr>
      </p:pic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3344A-D05A-462D-8CFF-5AACD036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397" y="1777986"/>
            <a:ext cx="383264" cy="363894"/>
          </a:xfrm>
          <a:custGeom xmlns:a="http://schemas.openxmlformats.org/drawingml/2006/main">
            <a:pathLst>
              <a:path w="383264" h="363894">
                <a:moveTo>
                  <a:pt x="243574" y="311510"/>
                </a:moveTo>
                <a:lnTo>
                  <a:pt x="243574" y="363894"/>
                </a:lnTo>
                <a:lnTo>
                  <a:pt x="383264" y="294049"/>
                </a:lnTo>
                <a:lnTo>
                  <a:pt x="243574" y="224203"/>
                </a:lnTo>
                <a:lnTo>
                  <a:pt x="243574" y="276587"/>
                </a:lnTo>
                <a:lnTo>
                  <a:pt x="34923" y="276587"/>
                </a:lnTo>
                <a:lnTo>
                  <a:pt x="34923" y="0"/>
                </a:lnTo>
                <a:lnTo>
                  <a:pt x="0" y="0"/>
                </a:lnTo>
                <a:lnTo>
                  <a:pt x="0" y="311510"/>
                </a:lnTo>
                <a:lnTo>
                  <a:pt x="243574" y="311510"/>
                </a:lnTo>
                <a:close/>
              </a:path>
            </a:pathLst>
          </a:custGeom>
          <a:solidFill xmlns:a="http://schemas.openxmlformats.org/drawingml/2006/main">
            <a:srgbClr val="8DAD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B28DD-6BF0-416B-860A-EDA96471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84" y="1777986"/>
            <a:ext cx="397885" cy="363894"/>
          </a:xfrm>
          <a:custGeom xmlns:a="http://schemas.openxmlformats.org/drawingml/2006/main">
            <a:pathLst>
              <a:path w="397885" h="363894">
                <a:moveTo>
                  <a:pt x="397885" y="0"/>
                </a:moveTo>
                <a:lnTo>
                  <a:pt x="362963" y="0"/>
                </a:lnTo>
                <a:lnTo>
                  <a:pt x="362963" y="276587"/>
                </a:lnTo>
                <a:lnTo>
                  <a:pt x="139691" y="276587"/>
                </a:lnTo>
                <a:lnTo>
                  <a:pt x="139691" y="224203"/>
                </a:lnTo>
                <a:lnTo>
                  <a:pt x="0" y="294049"/>
                </a:lnTo>
                <a:lnTo>
                  <a:pt x="139691" y="363894"/>
                </a:lnTo>
                <a:lnTo>
                  <a:pt x="139691" y="311510"/>
                </a:lnTo>
                <a:lnTo>
                  <a:pt x="397885" y="311510"/>
                </a:lnTo>
                <a:lnTo>
                  <a:pt x="397885" y="0"/>
                </a:lnTo>
                <a:close/>
              </a:path>
            </a:pathLst>
          </a:custGeom>
          <a:solidFill xmlns:a="http://schemas.openxmlformats.org/drawingml/2006/main">
            <a:srgbClr val="EBA7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EB82A-9F7B-4553-A6D1-9D90941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023" y="1488361"/>
            <a:ext cx="1657708" cy="957579"/>
          </a:xfrm>
          <a:custGeom xmlns:a="http://schemas.openxmlformats.org/drawingml/2006/main">
            <a:pathLst>
              <a:path w="1657708" h="957579">
                <a:moveTo>
                  <a:pt x="1518018" y="139691"/>
                </a:moveTo>
                <a:lnTo>
                  <a:pt x="1657708" y="69845"/>
                </a:lnTo>
                <a:lnTo>
                  <a:pt x="1518018" y="0"/>
                </a:lnTo>
                <a:lnTo>
                  <a:pt x="1518018" y="52384"/>
                </a:lnTo>
                <a:lnTo>
                  <a:pt x="1184623" y="52384"/>
                </a:lnTo>
                <a:lnTo>
                  <a:pt x="1184623" y="922656"/>
                </a:lnTo>
                <a:lnTo>
                  <a:pt x="34923" y="922656"/>
                </a:lnTo>
                <a:lnTo>
                  <a:pt x="34923" y="800427"/>
                </a:lnTo>
                <a:lnTo>
                  <a:pt x="0" y="800427"/>
                </a:lnTo>
                <a:lnTo>
                  <a:pt x="0" y="957579"/>
                </a:lnTo>
                <a:lnTo>
                  <a:pt x="1219546" y="957579"/>
                </a:lnTo>
                <a:lnTo>
                  <a:pt x="1219546" y="87307"/>
                </a:lnTo>
                <a:lnTo>
                  <a:pt x="1518018" y="87307"/>
                </a:lnTo>
                <a:lnTo>
                  <a:pt x="1518018" y="139691"/>
                </a:lnTo>
                <a:close/>
              </a:path>
            </a:pathLst>
          </a:custGeom>
          <a:solidFill xmlns:a="http://schemas.openxmlformats.org/drawingml/2006/main">
            <a:srgbClr val="3D75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7DAA0-5388-4111-9E91-FF20904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45" y="2695754"/>
            <a:ext cx="698267" cy="335257"/>
          </a:xfrm>
          <a:custGeom xmlns:a="http://schemas.openxmlformats.org/drawingml/2006/main">
            <a:pathLst>
              <a:path w="698267" h="335257">
                <a:moveTo>
                  <a:pt x="0" y="23049"/>
                </a:moveTo>
                <a:cubicBezTo>
                  <a:pt x="0" y="10244"/>
                  <a:pt x="10384" y="0"/>
                  <a:pt x="23165" y="0"/>
                </a:cubicBezTo>
                <a:lnTo>
                  <a:pt x="675078" y="0"/>
                </a:lnTo>
                <a:cubicBezTo>
                  <a:pt x="687883" y="0"/>
                  <a:pt x="698267" y="10244"/>
                  <a:pt x="698267" y="23049"/>
                </a:cubicBezTo>
                <a:lnTo>
                  <a:pt x="698267" y="312208"/>
                </a:lnTo>
                <a:cubicBezTo>
                  <a:pt x="698267" y="325013"/>
                  <a:pt x="687883" y="335257"/>
                  <a:pt x="675078" y="335257"/>
                </a:cubicBezTo>
                <a:lnTo>
                  <a:pt x="23165" y="335257"/>
                </a:lnTo>
                <a:cubicBezTo>
                  <a:pt x="10384" y="335257"/>
                  <a:pt x="0" y="325013"/>
                  <a:pt x="0" y="312208"/>
                </a:cubicBezTo>
                <a:lnTo>
                  <a:pt x="0" y="23049"/>
                </a:lnTo>
                <a:close/>
              </a:path>
            </a:pathLst>
          </a:custGeom>
          <a:solidFill xmlns:a="http://schemas.openxmlformats.org/drawingml/2006/main">
            <a:srgbClr val="F7D5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DF811-E041-46F4-B3DF-BA491EE2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45" y="2695754"/>
            <a:ext cx="698267" cy="335257"/>
          </a:xfrm>
          <a:custGeom xmlns:a="http://schemas.openxmlformats.org/drawingml/2006/main">
            <a:pathLst>
              <a:path w="698267" h="335257" fill="none">
                <a:moveTo>
                  <a:pt x="0" y="23049"/>
                </a:moveTo>
                <a:cubicBezTo>
                  <a:pt x="0" y="10244"/>
                  <a:pt x="10384" y="0"/>
                  <a:pt x="23165" y="0"/>
                </a:cubicBezTo>
                <a:lnTo>
                  <a:pt x="675078" y="0"/>
                </a:lnTo>
                <a:cubicBezTo>
                  <a:pt x="687883" y="0"/>
                  <a:pt x="698267" y="10244"/>
                  <a:pt x="698267" y="23049"/>
                </a:cubicBezTo>
                <a:lnTo>
                  <a:pt x="698267" y="312208"/>
                </a:lnTo>
                <a:cubicBezTo>
                  <a:pt x="698267" y="325013"/>
                  <a:pt x="687883" y="335257"/>
                  <a:pt x="675078" y="335257"/>
                </a:cubicBezTo>
                <a:lnTo>
                  <a:pt x="23165" y="335257"/>
                </a:lnTo>
                <a:cubicBezTo>
                  <a:pt x="10384" y="335257"/>
                  <a:pt x="0" y="325013"/>
                  <a:pt x="0" y="312208"/>
                </a:cubicBezTo>
                <a:lnTo>
                  <a:pt x="0" y="23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B22222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DFDEE-F79D-4917-A822-7FDD54B7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28" y="2692727"/>
            <a:ext cx="698220" cy="335490"/>
          </a:xfrm>
          <a:custGeom xmlns:a="http://schemas.openxmlformats.org/drawingml/2006/main">
            <a:pathLst>
              <a:path w="698220" h="335490">
                <a:moveTo>
                  <a:pt x="0" y="23049"/>
                </a:moveTo>
                <a:cubicBezTo>
                  <a:pt x="0" y="10244"/>
                  <a:pt x="10477" y="0"/>
                  <a:pt x="23282" y="0"/>
                </a:cubicBezTo>
                <a:lnTo>
                  <a:pt x="675171" y="0"/>
                </a:lnTo>
                <a:cubicBezTo>
                  <a:pt x="687976" y="0"/>
                  <a:pt x="698220" y="10244"/>
                  <a:pt x="698220" y="23049"/>
                </a:cubicBezTo>
                <a:lnTo>
                  <a:pt x="698220" y="312208"/>
                </a:lnTo>
                <a:cubicBezTo>
                  <a:pt x="698220" y="325013"/>
                  <a:pt x="687976" y="335490"/>
                  <a:pt x="675171" y="335490"/>
                </a:cubicBezTo>
                <a:lnTo>
                  <a:pt x="23282" y="335490"/>
                </a:lnTo>
                <a:cubicBezTo>
                  <a:pt x="10477" y="335490"/>
                  <a:pt x="0" y="325013"/>
                  <a:pt x="0" y="312208"/>
                </a:cubicBezTo>
                <a:lnTo>
                  <a:pt x="0" y="23049"/>
                </a:lnTo>
                <a:close/>
              </a:path>
            </a:pathLst>
          </a:custGeom>
          <a:solidFill xmlns:a="http://schemas.openxmlformats.org/drawingml/2006/main">
            <a:srgbClr val="A7A7FF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242E2-29FE-4DA0-B523-F7FB33B1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28" y="2692727"/>
            <a:ext cx="698220" cy="335490"/>
          </a:xfrm>
          <a:custGeom xmlns:a="http://schemas.openxmlformats.org/drawingml/2006/main">
            <a:pathLst>
              <a:path w="698220" h="335490" fill="none">
                <a:moveTo>
                  <a:pt x="0" y="23049"/>
                </a:moveTo>
                <a:cubicBezTo>
                  <a:pt x="0" y="10244"/>
                  <a:pt x="10477" y="0"/>
                  <a:pt x="23282" y="0"/>
                </a:cubicBezTo>
                <a:lnTo>
                  <a:pt x="675171" y="0"/>
                </a:lnTo>
                <a:cubicBezTo>
                  <a:pt x="687976" y="0"/>
                  <a:pt x="698220" y="10244"/>
                  <a:pt x="698220" y="23049"/>
                </a:cubicBezTo>
                <a:lnTo>
                  <a:pt x="698220" y="312208"/>
                </a:lnTo>
                <a:cubicBezTo>
                  <a:pt x="698220" y="325013"/>
                  <a:pt x="687976" y="335490"/>
                  <a:pt x="675171" y="335490"/>
                </a:cubicBezTo>
                <a:lnTo>
                  <a:pt x="23282" y="335490"/>
                </a:lnTo>
                <a:cubicBezTo>
                  <a:pt x="10477" y="335490"/>
                  <a:pt x="0" y="325013"/>
                  <a:pt x="0" y="312208"/>
                </a:cubicBezTo>
                <a:lnTo>
                  <a:pt x="0" y="23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923" cap="flat">
            <a:solidFill>
              <a:srgbClr val="000080"/>
            </a:solidFill>
            <a:miter/>
          </a:ln>
        </p:spPr>
      </p:sp>
      <p:sp>
        <p:nvSpPr>
          <p:cNvPr id="171" name="Text Win">
            <a:extLst xmlns:a="http://schemas.openxmlformats.org/drawingml/2006/main">
              <a:ext uri="{FF2B5EF4-FFF2-40B4-BE49-F238E27FC236}">
                <a16:creationId xmlns:a16="http://schemas.microsoft.com/office/drawing/2014/main" id="{EF8B3FC2-A7F6-4A5F-8D13-7A3CAB05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68" y="2786829"/>
            <a:ext cx="361293" cy="140577"/>
          </a:xfrm>
          <a:custGeom xmlns:a="http://schemas.openxmlformats.org/drawingml/2006/main">
            <a:pathLst>
              <a:path w="361293" h="140577">
                <a:moveTo>
                  <a:pt x="40823" y="140577"/>
                </a:moveTo>
                <a:lnTo>
                  <a:pt x="0" y="2865"/>
                </a:lnTo>
                <a:lnTo>
                  <a:pt x="29773" y="2865"/>
                </a:lnTo>
                <a:lnTo>
                  <a:pt x="55965" y="106405"/>
                </a:lnTo>
                <a:lnTo>
                  <a:pt x="83487" y="2865"/>
                </a:lnTo>
                <a:lnTo>
                  <a:pt x="112339" y="2865"/>
                </a:lnTo>
                <a:lnTo>
                  <a:pt x="140066" y="106405"/>
                </a:lnTo>
                <a:lnTo>
                  <a:pt x="166258" y="2865"/>
                </a:lnTo>
                <a:lnTo>
                  <a:pt x="195621" y="2865"/>
                </a:lnTo>
                <a:lnTo>
                  <a:pt x="154492" y="140577"/>
                </a:lnTo>
                <a:lnTo>
                  <a:pt x="124617" y="140577"/>
                </a:lnTo>
                <a:lnTo>
                  <a:pt x="97606" y="37753"/>
                </a:lnTo>
                <a:lnTo>
                  <a:pt x="70903" y="140577"/>
                </a:lnTo>
                <a:lnTo>
                  <a:pt x="40823" y="140577"/>
                </a:lnTo>
                <a:close/>
                <a:moveTo>
                  <a:pt x="212033" y="140577"/>
                </a:moveTo>
                <a:lnTo>
                  <a:pt x="212033" y="39493"/>
                </a:lnTo>
                <a:lnTo>
                  <a:pt x="239146" y="39493"/>
                </a:lnTo>
                <a:lnTo>
                  <a:pt x="239146" y="140577"/>
                </a:lnTo>
                <a:lnTo>
                  <a:pt x="212033" y="140577"/>
                </a:lnTo>
                <a:moveTo>
                  <a:pt x="225641" y="26397"/>
                </a:moveTo>
                <a:cubicBezTo>
                  <a:pt x="220661" y="26397"/>
                  <a:pt x="216859" y="25135"/>
                  <a:pt x="214233" y="22611"/>
                </a:cubicBezTo>
                <a:cubicBezTo>
                  <a:pt x="211607" y="20087"/>
                  <a:pt x="210294" y="16950"/>
                  <a:pt x="210294" y="13198"/>
                </a:cubicBezTo>
                <a:cubicBezTo>
                  <a:pt x="210294" y="9379"/>
                  <a:pt x="211607" y="6224"/>
                  <a:pt x="214233" y="3734"/>
                </a:cubicBezTo>
                <a:cubicBezTo>
                  <a:pt x="216859" y="1245"/>
                  <a:pt x="220661" y="0"/>
                  <a:pt x="225641" y="0"/>
                </a:cubicBezTo>
                <a:cubicBezTo>
                  <a:pt x="230620" y="0"/>
                  <a:pt x="234422" y="1245"/>
                  <a:pt x="237048" y="3734"/>
                </a:cubicBezTo>
                <a:cubicBezTo>
                  <a:pt x="239675" y="6224"/>
                  <a:pt x="240988" y="9379"/>
                  <a:pt x="240988" y="13198"/>
                </a:cubicBezTo>
                <a:cubicBezTo>
                  <a:pt x="240988" y="16950"/>
                  <a:pt x="239675" y="20087"/>
                  <a:pt x="237048" y="22611"/>
                </a:cubicBezTo>
                <a:cubicBezTo>
                  <a:pt x="234422" y="25135"/>
                  <a:pt x="230620" y="26397"/>
                  <a:pt x="225641" y="26397"/>
                </a:cubicBezTo>
                <a:close/>
                <a:moveTo>
                  <a:pt x="268189" y="140577"/>
                </a:moveTo>
                <a:lnTo>
                  <a:pt x="268189" y="39493"/>
                </a:lnTo>
                <a:lnTo>
                  <a:pt x="294278" y="39493"/>
                </a:lnTo>
                <a:lnTo>
                  <a:pt x="294790" y="54328"/>
                </a:lnTo>
                <a:cubicBezTo>
                  <a:pt x="298132" y="50031"/>
                  <a:pt x="302532" y="46228"/>
                  <a:pt x="307988" y="42920"/>
                </a:cubicBezTo>
                <a:cubicBezTo>
                  <a:pt x="313445" y="39612"/>
                  <a:pt x="320539" y="37958"/>
                  <a:pt x="329269" y="37958"/>
                </a:cubicBezTo>
                <a:cubicBezTo>
                  <a:pt x="339432" y="37958"/>
                  <a:pt x="347310" y="41085"/>
                  <a:pt x="352904" y="47339"/>
                </a:cubicBezTo>
                <a:cubicBezTo>
                  <a:pt x="358497" y="53593"/>
                  <a:pt x="361293" y="62731"/>
                  <a:pt x="361293" y="74755"/>
                </a:cubicBezTo>
                <a:lnTo>
                  <a:pt x="361293" y="140577"/>
                </a:lnTo>
                <a:lnTo>
                  <a:pt x="334385" y="140577"/>
                </a:lnTo>
                <a:lnTo>
                  <a:pt x="334385" y="78061"/>
                </a:lnTo>
                <a:cubicBezTo>
                  <a:pt x="334385" y="74384"/>
                  <a:pt x="333873" y="71159"/>
                  <a:pt x="332850" y="68386"/>
                </a:cubicBezTo>
                <a:cubicBezTo>
                  <a:pt x="331827" y="65613"/>
                  <a:pt x="330207" y="63464"/>
                  <a:pt x="327990" y="61937"/>
                </a:cubicBezTo>
                <a:cubicBezTo>
                  <a:pt x="325774" y="60411"/>
                  <a:pt x="322858" y="59648"/>
                  <a:pt x="319243" y="59648"/>
                </a:cubicBezTo>
                <a:cubicBezTo>
                  <a:pt x="313854" y="59648"/>
                  <a:pt x="309233" y="60931"/>
                  <a:pt x="305379" y="63498"/>
                </a:cubicBezTo>
                <a:cubicBezTo>
                  <a:pt x="301526" y="66064"/>
                  <a:pt x="298166" y="69185"/>
                  <a:pt x="295302" y="72859"/>
                </a:cubicBezTo>
                <a:lnTo>
                  <a:pt x="295302" y="140577"/>
                </a:lnTo>
                <a:lnTo>
                  <a:pt x="268189" y="140577"/>
                </a:lnTo>
                <a:close/>
              </a:path>
            </a:pathLst>
          </a:custGeom>
          <a:solidFill xmlns:a="http://schemas.openxmlformats.org/drawingml/2006/main">
            <a:srgbClr val="B222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Lose">
            <a:extLst xmlns:a="http://schemas.openxmlformats.org/drawingml/2006/main">
              <a:ext uri="{FF2B5EF4-FFF2-40B4-BE49-F238E27FC236}">
                <a16:creationId xmlns:a16="http://schemas.microsoft.com/office/drawing/2014/main" id="{493D9236-E3EF-429E-8591-1032C99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93" y="2783273"/>
            <a:ext cx="427570" cy="139926"/>
          </a:xfrm>
          <a:custGeom xmlns:a="http://schemas.openxmlformats.org/drawingml/2006/main">
            <a:pathLst>
              <a:path w="427570" h="139926">
                <a:moveTo>
                  <a:pt x="0" y="138080"/>
                </a:moveTo>
                <a:lnTo>
                  <a:pt x="0" y="0"/>
                </a:lnTo>
                <a:lnTo>
                  <a:pt x="28826" y="0"/>
                </a:lnTo>
                <a:lnTo>
                  <a:pt x="28826" y="112741"/>
                </a:lnTo>
                <a:lnTo>
                  <a:pt x="87095" y="112741"/>
                </a:lnTo>
                <a:lnTo>
                  <a:pt x="87095" y="138080"/>
                </a:lnTo>
                <a:lnTo>
                  <a:pt x="0" y="138080"/>
                </a:lnTo>
                <a:close/>
                <a:moveTo>
                  <a:pt x="150224" y="139926"/>
                </a:moveTo>
                <a:cubicBezTo>
                  <a:pt x="140102" y="139926"/>
                  <a:pt x="131229" y="137885"/>
                  <a:pt x="123603" y="133803"/>
                </a:cubicBezTo>
                <a:cubicBezTo>
                  <a:pt x="115978" y="129719"/>
                  <a:pt x="110079" y="123802"/>
                  <a:pt x="105907" y="116053"/>
                </a:cubicBezTo>
                <a:cubicBezTo>
                  <a:pt x="101735" y="108301"/>
                  <a:pt x="99650" y="98923"/>
                  <a:pt x="99650" y="87919"/>
                </a:cubicBezTo>
                <a:cubicBezTo>
                  <a:pt x="99650" y="76709"/>
                  <a:pt x="101735" y="67177"/>
                  <a:pt x="105907" y="59323"/>
                </a:cubicBezTo>
                <a:cubicBezTo>
                  <a:pt x="110079" y="51467"/>
                  <a:pt x="115978" y="45481"/>
                  <a:pt x="123603" y="41364"/>
                </a:cubicBezTo>
                <a:cubicBezTo>
                  <a:pt x="131229" y="37246"/>
                  <a:pt x="140102" y="35187"/>
                  <a:pt x="150224" y="35187"/>
                </a:cubicBezTo>
                <a:cubicBezTo>
                  <a:pt x="160483" y="35187"/>
                  <a:pt x="169425" y="37246"/>
                  <a:pt x="177050" y="41364"/>
                </a:cubicBezTo>
                <a:cubicBezTo>
                  <a:pt x="184676" y="45481"/>
                  <a:pt x="190609" y="51467"/>
                  <a:pt x="194849" y="59323"/>
                </a:cubicBezTo>
                <a:cubicBezTo>
                  <a:pt x="199089" y="67177"/>
                  <a:pt x="201209" y="76709"/>
                  <a:pt x="201209" y="87919"/>
                </a:cubicBezTo>
                <a:cubicBezTo>
                  <a:pt x="201209" y="98923"/>
                  <a:pt x="199089" y="108301"/>
                  <a:pt x="194849" y="116053"/>
                </a:cubicBezTo>
                <a:cubicBezTo>
                  <a:pt x="190609" y="123802"/>
                  <a:pt x="184676" y="129719"/>
                  <a:pt x="177050" y="133803"/>
                </a:cubicBezTo>
                <a:cubicBezTo>
                  <a:pt x="169425" y="137885"/>
                  <a:pt x="160483" y="139926"/>
                  <a:pt x="150224" y="139926"/>
                </a:cubicBezTo>
                <a:moveTo>
                  <a:pt x="150224" y="119204"/>
                </a:moveTo>
                <a:cubicBezTo>
                  <a:pt x="156174" y="119204"/>
                  <a:pt x="160842" y="117791"/>
                  <a:pt x="164227" y="114966"/>
                </a:cubicBezTo>
                <a:cubicBezTo>
                  <a:pt x="167612" y="112141"/>
                  <a:pt x="170006" y="108357"/>
                  <a:pt x="171408" y="103614"/>
                </a:cubicBezTo>
                <a:cubicBezTo>
                  <a:pt x="172810" y="98872"/>
                  <a:pt x="173511" y="93641"/>
                  <a:pt x="173511" y="87922"/>
                </a:cubicBezTo>
                <a:cubicBezTo>
                  <a:pt x="173511" y="82062"/>
                  <a:pt x="172810" y="76725"/>
                  <a:pt x="171408" y="71912"/>
                </a:cubicBezTo>
                <a:cubicBezTo>
                  <a:pt x="170006" y="67099"/>
                  <a:pt x="167612" y="63263"/>
                  <a:pt x="164227" y="60404"/>
                </a:cubicBezTo>
                <a:cubicBezTo>
                  <a:pt x="160842" y="57544"/>
                  <a:pt x="156174" y="56114"/>
                  <a:pt x="150224" y="56114"/>
                </a:cubicBezTo>
                <a:cubicBezTo>
                  <a:pt x="144411" y="56114"/>
                  <a:pt x="139846" y="57544"/>
                  <a:pt x="136529" y="60404"/>
                </a:cubicBezTo>
                <a:cubicBezTo>
                  <a:pt x="133212" y="63263"/>
                  <a:pt x="130870" y="67099"/>
                  <a:pt x="129502" y="71912"/>
                </a:cubicBezTo>
                <a:cubicBezTo>
                  <a:pt x="128134" y="76725"/>
                  <a:pt x="127450" y="82062"/>
                  <a:pt x="127450" y="87922"/>
                </a:cubicBezTo>
                <a:cubicBezTo>
                  <a:pt x="127450" y="93641"/>
                  <a:pt x="128134" y="98872"/>
                  <a:pt x="129502" y="103614"/>
                </a:cubicBezTo>
                <a:cubicBezTo>
                  <a:pt x="130870" y="108357"/>
                  <a:pt x="133212" y="112141"/>
                  <a:pt x="136529" y="114966"/>
                </a:cubicBezTo>
                <a:cubicBezTo>
                  <a:pt x="139846" y="117791"/>
                  <a:pt x="144411" y="119204"/>
                  <a:pt x="150224" y="119204"/>
                </a:cubicBezTo>
                <a:close/>
                <a:moveTo>
                  <a:pt x="265376" y="139926"/>
                </a:moveTo>
                <a:cubicBezTo>
                  <a:pt x="259837" y="139926"/>
                  <a:pt x="254400" y="139408"/>
                  <a:pt x="249065" y="138372"/>
                </a:cubicBezTo>
                <a:cubicBezTo>
                  <a:pt x="243731" y="137335"/>
                  <a:pt x="238909" y="135555"/>
                  <a:pt x="234601" y="133031"/>
                </a:cubicBezTo>
                <a:cubicBezTo>
                  <a:pt x="230292" y="130507"/>
                  <a:pt x="226873" y="127067"/>
                  <a:pt x="224342" y="122711"/>
                </a:cubicBezTo>
                <a:cubicBezTo>
                  <a:pt x="221812" y="118356"/>
                  <a:pt x="220547" y="112928"/>
                  <a:pt x="220547" y="106429"/>
                </a:cubicBezTo>
                <a:lnTo>
                  <a:pt x="245783" y="106429"/>
                </a:lnTo>
                <a:cubicBezTo>
                  <a:pt x="245783" y="112172"/>
                  <a:pt x="247749" y="116164"/>
                  <a:pt x="251681" y="118406"/>
                </a:cubicBezTo>
                <a:cubicBezTo>
                  <a:pt x="255614" y="120648"/>
                  <a:pt x="260213" y="121769"/>
                  <a:pt x="265479" y="121769"/>
                </a:cubicBezTo>
                <a:cubicBezTo>
                  <a:pt x="270677" y="121769"/>
                  <a:pt x="274712" y="120907"/>
                  <a:pt x="277584" y="119185"/>
                </a:cubicBezTo>
                <a:cubicBezTo>
                  <a:pt x="280457" y="117460"/>
                  <a:pt x="281893" y="114557"/>
                  <a:pt x="281893" y="110475"/>
                </a:cubicBezTo>
                <a:cubicBezTo>
                  <a:pt x="281893" y="106673"/>
                  <a:pt x="280200" y="103839"/>
                  <a:pt x="276815" y="101973"/>
                </a:cubicBezTo>
                <a:cubicBezTo>
                  <a:pt x="273429" y="100105"/>
                  <a:pt x="267497" y="98203"/>
                  <a:pt x="259016" y="96267"/>
                </a:cubicBezTo>
                <a:cubicBezTo>
                  <a:pt x="251904" y="94538"/>
                  <a:pt x="245560" y="92446"/>
                  <a:pt x="239987" y="89993"/>
                </a:cubicBezTo>
                <a:cubicBezTo>
                  <a:pt x="234413" y="87539"/>
                  <a:pt x="230053" y="84257"/>
                  <a:pt x="226907" y="80145"/>
                </a:cubicBezTo>
                <a:cubicBezTo>
                  <a:pt x="223761" y="76031"/>
                  <a:pt x="222188" y="70620"/>
                  <a:pt x="222188" y="63914"/>
                </a:cubicBezTo>
                <a:cubicBezTo>
                  <a:pt x="222188" y="58658"/>
                  <a:pt x="223385" y="54199"/>
                  <a:pt x="225779" y="50536"/>
                </a:cubicBezTo>
                <a:cubicBezTo>
                  <a:pt x="228172" y="46871"/>
                  <a:pt x="231369" y="43915"/>
                  <a:pt x="235370" y="41669"/>
                </a:cubicBezTo>
                <a:cubicBezTo>
                  <a:pt x="239371" y="39423"/>
                  <a:pt x="243885" y="37781"/>
                  <a:pt x="248912" y="36745"/>
                </a:cubicBezTo>
                <a:cubicBezTo>
                  <a:pt x="253938" y="35706"/>
                  <a:pt x="259085" y="35187"/>
                  <a:pt x="264351" y="35187"/>
                </a:cubicBezTo>
                <a:cubicBezTo>
                  <a:pt x="269480" y="35187"/>
                  <a:pt x="274507" y="35705"/>
                  <a:pt x="279431" y="36742"/>
                </a:cubicBezTo>
                <a:cubicBezTo>
                  <a:pt x="284355" y="37778"/>
                  <a:pt x="288800" y="39524"/>
                  <a:pt x="292767" y="41980"/>
                </a:cubicBezTo>
                <a:cubicBezTo>
                  <a:pt x="296733" y="44433"/>
                  <a:pt x="299914" y="47734"/>
                  <a:pt x="302307" y="51883"/>
                </a:cubicBezTo>
                <a:cubicBezTo>
                  <a:pt x="304701" y="56031"/>
                  <a:pt x="305898" y="61216"/>
                  <a:pt x="305898" y="67437"/>
                </a:cubicBezTo>
                <a:lnTo>
                  <a:pt x="280662" y="67437"/>
                </a:lnTo>
                <a:cubicBezTo>
                  <a:pt x="280662" y="62177"/>
                  <a:pt x="279037" y="58531"/>
                  <a:pt x="275789" y="56499"/>
                </a:cubicBezTo>
                <a:cubicBezTo>
                  <a:pt x="272540" y="54464"/>
                  <a:pt x="268728" y="53447"/>
                  <a:pt x="264351" y="53447"/>
                </a:cubicBezTo>
                <a:cubicBezTo>
                  <a:pt x="259632" y="53447"/>
                  <a:pt x="255922" y="54154"/>
                  <a:pt x="253220" y="55569"/>
                </a:cubicBezTo>
                <a:cubicBezTo>
                  <a:pt x="250519" y="56982"/>
                  <a:pt x="249168" y="59314"/>
                  <a:pt x="249168" y="62564"/>
                </a:cubicBezTo>
                <a:cubicBezTo>
                  <a:pt x="249168" y="64430"/>
                  <a:pt x="250023" y="66072"/>
                  <a:pt x="251733" y="67492"/>
                </a:cubicBezTo>
                <a:cubicBezTo>
                  <a:pt x="253442" y="68908"/>
                  <a:pt x="256178" y="70222"/>
                  <a:pt x="259939" y="71431"/>
                </a:cubicBezTo>
                <a:cubicBezTo>
                  <a:pt x="263701" y="72641"/>
                  <a:pt x="268659" y="73937"/>
                  <a:pt x="274814" y="75320"/>
                </a:cubicBezTo>
                <a:cubicBezTo>
                  <a:pt x="281311" y="76842"/>
                  <a:pt x="287125" y="78812"/>
                  <a:pt x="292254" y="81232"/>
                </a:cubicBezTo>
                <a:cubicBezTo>
                  <a:pt x="297383" y="83651"/>
                  <a:pt x="301452" y="86900"/>
                  <a:pt x="304461" y="90980"/>
                </a:cubicBezTo>
                <a:cubicBezTo>
                  <a:pt x="307471" y="95058"/>
                  <a:pt x="308975" y="100347"/>
                  <a:pt x="308975" y="106846"/>
                </a:cubicBezTo>
                <a:cubicBezTo>
                  <a:pt x="308975" y="112930"/>
                  <a:pt x="307761" y="118081"/>
                  <a:pt x="305333" y="122298"/>
                </a:cubicBezTo>
                <a:cubicBezTo>
                  <a:pt x="302906" y="126514"/>
                  <a:pt x="299657" y="129919"/>
                  <a:pt x="295588" y="132511"/>
                </a:cubicBezTo>
                <a:cubicBezTo>
                  <a:pt x="291519" y="135104"/>
                  <a:pt x="286868" y="136988"/>
                  <a:pt x="281636" y="138163"/>
                </a:cubicBezTo>
                <a:cubicBezTo>
                  <a:pt x="276404" y="139339"/>
                  <a:pt x="270984" y="139926"/>
                  <a:pt x="265376" y="139926"/>
                </a:cubicBezTo>
                <a:close/>
                <a:moveTo>
                  <a:pt x="380894" y="139926"/>
                </a:moveTo>
                <a:cubicBezTo>
                  <a:pt x="369746" y="139926"/>
                  <a:pt x="360376" y="137833"/>
                  <a:pt x="352785" y="133646"/>
                </a:cubicBezTo>
                <a:cubicBezTo>
                  <a:pt x="345194" y="129459"/>
                  <a:pt x="339449" y="123422"/>
                  <a:pt x="335551" y="115533"/>
                </a:cubicBezTo>
                <a:cubicBezTo>
                  <a:pt x="331653" y="107643"/>
                  <a:pt x="329703" y="98161"/>
                  <a:pt x="329703" y="87089"/>
                </a:cubicBezTo>
                <a:cubicBezTo>
                  <a:pt x="329703" y="76362"/>
                  <a:pt x="331601" y="67124"/>
                  <a:pt x="335397" y="59374"/>
                </a:cubicBezTo>
                <a:cubicBezTo>
                  <a:pt x="339193" y="51623"/>
                  <a:pt x="344766" y="45654"/>
                  <a:pt x="352118" y="41467"/>
                </a:cubicBezTo>
                <a:cubicBezTo>
                  <a:pt x="359470" y="37280"/>
                  <a:pt x="368515" y="35187"/>
                  <a:pt x="379252" y="35187"/>
                </a:cubicBezTo>
                <a:cubicBezTo>
                  <a:pt x="394161" y="35187"/>
                  <a:pt x="405941" y="39594"/>
                  <a:pt x="414593" y="48407"/>
                </a:cubicBezTo>
                <a:cubicBezTo>
                  <a:pt x="423244" y="57221"/>
                  <a:pt x="427570" y="69786"/>
                  <a:pt x="427570" y="86101"/>
                </a:cubicBezTo>
                <a:cubicBezTo>
                  <a:pt x="427570" y="86930"/>
                  <a:pt x="427536" y="88053"/>
                  <a:pt x="427467" y="89470"/>
                </a:cubicBezTo>
                <a:cubicBezTo>
                  <a:pt x="427399" y="90887"/>
                  <a:pt x="427296" y="91976"/>
                  <a:pt x="427160" y="92737"/>
                </a:cubicBezTo>
                <a:lnTo>
                  <a:pt x="356889" y="92737"/>
                </a:lnTo>
                <a:cubicBezTo>
                  <a:pt x="357025" y="97565"/>
                  <a:pt x="357897" y="102078"/>
                  <a:pt x="359505" y="106275"/>
                </a:cubicBezTo>
                <a:cubicBezTo>
                  <a:pt x="361112" y="110473"/>
                  <a:pt x="363659" y="113848"/>
                  <a:pt x="367147" y="116402"/>
                </a:cubicBezTo>
                <a:cubicBezTo>
                  <a:pt x="370635" y="118954"/>
                  <a:pt x="375217" y="120230"/>
                  <a:pt x="380894" y="120230"/>
                </a:cubicBezTo>
                <a:cubicBezTo>
                  <a:pt x="386775" y="120230"/>
                  <a:pt x="391494" y="118909"/>
                  <a:pt x="395050" y="116268"/>
                </a:cubicBezTo>
                <a:cubicBezTo>
                  <a:pt x="398607" y="113626"/>
                  <a:pt x="400419" y="109698"/>
                  <a:pt x="400487" y="104483"/>
                </a:cubicBezTo>
                <a:lnTo>
                  <a:pt x="427262" y="104483"/>
                </a:lnTo>
                <a:cubicBezTo>
                  <a:pt x="426920" y="112382"/>
                  <a:pt x="424783" y="118965"/>
                  <a:pt x="420851" y="124231"/>
                </a:cubicBezTo>
                <a:cubicBezTo>
                  <a:pt x="416918" y="129497"/>
                  <a:pt x="411549" y="133429"/>
                  <a:pt x="404745" y="136028"/>
                </a:cubicBezTo>
                <a:cubicBezTo>
                  <a:pt x="397940" y="138627"/>
                  <a:pt x="389989" y="139926"/>
                  <a:pt x="380894" y="139926"/>
                </a:cubicBezTo>
                <a:moveTo>
                  <a:pt x="357196" y="75503"/>
                </a:moveTo>
                <a:lnTo>
                  <a:pt x="400590" y="75503"/>
                </a:lnTo>
                <a:cubicBezTo>
                  <a:pt x="400385" y="68322"/>
                  <a:pt x="398316" y="62953"/>
                  <a:pt x="394384" y="59397"/>
                </a:cubicBezTo>
                <a:cubicBezTo>
                  <a:pt x="390451" y="55841"/>
                  <a:pt x="385407" y="54062"/>
                  <a:pt x="379252" y="54062"/>
                </a:cubicBezTo>
                <a:cubicBezTo>
                  <a:pt x="372960" y="54062"/>
                  <a:pt x="367814" y="55893"/>
                  <a:pt x="363813" y="59554"/>
                </a:cubicBezTo>
                <a:cubicBezTo>
                  <a:pt x="359812" y="63215"/>
                  <a:pt x="357607" y="68531"/>
                  <a:pt x="357196" y="75503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+10">
            <a:extLst xmlns:a="http://schemas.openxmlformats.org/drawingml/2006/main">
              <a:ext uri="{FF2B5EF4-FFF2-40B4-BE49-F238E27FC236}">
                <a16:creationId xmlns:a16="http://schemas.microsoft.com/office/drawing/2014/main" id="{C878D31E-5D55-45FC-A05F-FC6BC3B7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48" y="3127508"/>
            <a:ext cx="319270" cy="136996"/>
          </a:xfrm>
          <a:custGeom xmlns:a="http://schemas.openxmlformats.org/drawingml/2006/main">
            <a:pathLst>
              <a:path w="319270" h="136996">
                <a:moveTo>
                  <a:pt x="37139" y="18723"/>
                </a:moveTo>
                <a:lnTo>
                  <a:pt x="37139" y="55965"/>
                </a:lnTo>
                <a:lnTo>
                  <a:pt x="0" y="55965"/>
                </a:lnTo>
                <a:lnTo>
                  <a:pt x="0" y="77451"/>
                </a:lnTo>
                <a:lnTo>
                  <a:pt x="37139" y="77451"/>
                </a:lnTo>
                <a:lnTo>
                  <a:pt x="37139" y="114795"/>
                </a:lnTo>
                <a:lnTo>
                  <a:pt x="58727" y="114795"/>
                </a:lnTo>
                <a:lnTo>
                  <a:pt x="58727" y="77451"/>
                </a:lnTo>
                <a:lnTo>
                  <a:pt x="95867" y="77451"/>
                </a:lnTo>
                <a:lnTo>
                  <a:pt x="95867" y="55965"/>
                </a:lnTo>
                <a:lnTo>
                  <a:pt x="58727" y="55965"/>
                </a:lnTo>
                <a:lnTo>
                  <a:pt x="58727" y="18723"/>
                </a:lnTo>
                <a:lnTo>
                  <a:pt x="37139" y="18723"/>
                </a:lnTo>
                <a:close/>
                <a:moveTo>
                  <a:pt x="274309" y="136926"/>
                </a:moveTo>
                <a:lnTo>
                  <a:pt x="275262" y="136872"/>
                </a:lnTo>
                <a:lnTo>
                  <a:pt x="276206" y="136802"/>
                </a:lnTo>
                <a:lnTo>
                  <a:pt x="277139" y="136717"/>
                </a:lnTo>
                <a:lnTo>
                  <a:pt x="278062" y="136616"/>
                </a:lnTo>
                <a:lnTo>
                  <a:pt x="278975" y="136499"/>
                </a:lnTo>
                <a:lnTo>
                  <a:pt x="279878" y="136367"/>
                </a:lnTo>
                <a:lnTo>
                  <a:pt x="280771" y="136219"/>
                </a:lnTo>
                <a:lnTo>
                  <a:pt x="281654" y="136056"/>
                </a:lnTo>
                <a:lnTo>
                  <a:pt x="282527" y="135877"/>
                </a:lnTo>
                <a:lnTo>
                  <a:pt x="283389" y="135683"/>
                </a:lnTo>
                <a:lnTo>
                  <a:pt x="284241" y="135473"/>
                </a:lnTo>
                <a:lnTo>
                  <a:pt x="285084" y="135248"/>
                </a:lnTo>
                <a:lnTo>
                  <a:pt x="285916" y="135007"/>
                </a:lnTo>
                <a:lnTo>
                  <a:pt x="286738" y="134751"/>
                </a:lnTo>
                <a:lnTo>
                  <a:pt x="287549" y="134479"/>
                </a:lnTo>
                <a:lnTo>
                  <a:pt x="288351" y="134191"/>
                </a:lnTo>
                <a:lnTo>
                  <a:pt x="289143" y="133888"/>
                </a:lnTo>
                <a:lnTo>
                  <a:pt x="289924" y="133569"/>
                </a:lnTo>
                <a:lnTo>
                  <a:pt x="290696" y="133235"/>
                </a:lnTo>
                <a:lnTo>
                  <a:pt x="291457" y="132885"/>
                </a:lnTo>
                <a:lnTo>
                  <a:pt x="292208" y="132520"/>
                </a:lnTo>
                <a:lnTo>
                  <a:pt x="292949" y="132140"/>
                </a:lnTo>
                <a:lnTo>
                  <a:pt x="293679" y="131744"/>
                </a:lnTo>
                <a:lnTo>
                  <a:pt x="294400" y="131334"/>
                </a:lnTo>
                <a:lnTo>
                  <a:pt x="295110" y="130910"/>
                </a:lnTo>
                <a:lnTo>
                  <a:pt x="295809" y="130471"/>
                </a:lnTo>
                <a:lnTo>
                  <a:pt x="296499" y="130017"/>
                </a:lnTo>
                <a:lnTo>
                  <a:pt x="297178" y="129548"/>
                </a:lnTo>
                <a:lnTo>
                  <a:pt x="297846" y="129065"/>
                </a:lnTo>
                <a:lnTo>
                  <a:pt x="298505" y="128567"/>
                </a:lnTo>
                <a:lnTo>
                  <a:pt x="299153" y="128054"/>
                </a:lnTo>
                <a:lnTo>
                  <a:pt x="299791" y="127527"/>
                </a:lnTo>
                <a:lnTo>
                  <a:pt x="300418" y="126985"/>
                </a:lnTo>
                <a:lnTo>
                  <a:pt x="301036" y="126428"/>
                </a:lnTo>
                <a:lnTo>
                  <a:pt x="301643" y="125857"/>
                </a:lnTo>
                <a:lnTo>
                  <a:pt x="302239" y="125271"/>
                </a:lnTo>
                <a:lnTo>
                  <a:pt x="302826" y="124671"/>
                </a:lnTo>
                <a:lnTo>
                  <a:pt x="303402" y="124055"/>
                </a:lnTo>
                <a:lnTo>
                  <a:pt x="303967" y="123425"/>
                </a:lnTo>
                <a:lnTo>
                  <a:pt x="304523" y="122781"/>
                </a:lnTo>
                <a:lnTo>
                  <a:pt x="305068" y="122122"/>
                </a:lnTo>
                <a:lnTo>
                  <a:pt x="305603" y="121448"/>
                </a:lnTo>
                <a:lnTo>
                  <a:pt x="306127" y="120759"/>
                </a:lnTo>
                <a:lnTo>
                  <a:pt x="306642" y="120056"/>
                </a:lnTo>
                <a:lnTo>
                  <a:pt x="307146" y="119338"/>
                </a:lnTo>
                <a:lnTo>
                  <a:pt x="307639" y="118606"/>
                </a:lnTo>
                <a:lnTo>
                  <a:pt x="308123" y="117859"/>
                </a:lnTo>
                <a:lnTo>
                  <a:pt x="308596" y="117099"/>
                </a:lnTo>
                <a:lnTo>
                  <a:pt x="309060" y="116325"/>
                </a:lnTo>
                <a:lnTo>
                  <a:pt x="309513" y="115537"/>
                </a:lnTo>
                <a:lnTo>
                  <a:pt x="309956" y="114735"/>
                </a:lnTo>
                <a:lnTo>
                  <a:pt x="310389" y="113919"/>
                </a:lnTo>
                <a:lnTo>
                  <a:pt x="310812" y="113089"/>
                </a:lnTo>
                <a:lnTo>
                  <a:pt x="311224" y="112246"/>
                </a:lnTo>
                <a:lnTo>
                  <a:pt x="311627" y="111388"/>
                </a:lnTo>
                <a:lnTo>
                  <a:pt x="312019" y="110516"/>
                </a:lnTo>
                <a:lnTo>
                  <a:pt x="312402" y="109630"/>
                </a:lnTo>
                <a:lnTo>
                  <a:pt x="312774" y="108731"/>
                </a:lnTo>
                <a:lnTo>
                  <a:pt x="313136" y="107817"/>
                </a:lnTo>
                <a:lnTo>
                  <a:pt x="313488" y="106889"/>
                </a:lnTo>
                <a:lnTo>
                  <a:pt x="313830" y="105948"/>
                </a:lnTo>
                <a:lnTo>
                  <a:pt x="314162" y="104992"/>
                </a:lnTo>
                <a:lnTo>
                  <a:pt x="314483" y="104023"/>
                </a:lnTo>
                <a:lnTo>
                  <a:pt x="314795" y="103039"/>
                </a:lnTo>
                <a:lnTo>
                  <a:pt x="315096" y="102042"/>
                </a:lnTo>
                <a:lnTo>
                  <a:pt x="315387" y="101031"/>
                </a:lnTo>
                <a:lnTo>
                  <a:pt x="315668" y="100005"/>
                </a:lnTo>
                <a:lnTo>
                  <a:pt x="315939" y="98966"/>
                </a:lnTo>
                <a:lnTo>
                  <a:pt x="316200" y="97913"/>
                </a:lnTo>
                <a:lnTo>
                  <a:pt x="316451" y="96846"/>
                </a:lnTo>
                <a:lnTo>
                  <a:pt x="316690" y="95766"/>
                </a:lnTo>
                <a:lnTo>
                  <a:pt x="316920" y="94672"/>
                </a:lnTo>
                <a:lnTo>
                  <a:pt x="317138" y="93565"/>
                </a:lnTo>
                <a:lnTo>
                  <a:pt x="317346" y="92444"/>
                </a:lnTo>
                <a:lnTo>
                  <a:pt x="317543" y="91310"/>
                </a:lnTo>
                <a:lnTo>
                  <a:pt x="317730" y="90163"/>
                </a:lnTo>
                <a:lnTo>
                  <a:pt x="317905" y="89002"/>
                </a:lnTo>
                <a:lnTo>
                  <a:pt x="318071" y="87828"/>
                </a:lnTo>
                <a:lnTo>
                  <a:pt x="318225" y="86640"/>
                </a:lnTo>
                <a:lnTo>
                  <a:pt x="318369" y="85439"/>
                </a:lnTo>
                <a:lnTo>
                  <a:pt x="318502" y="84224"/>
                </a:lnTo>
                <a:lnTo>
                  <a:pt x="318625" y="82996"/>
                </a:lnTo>
                <a:lnTo>
                  <a:pt x="318737" y="81754"/>
                </a:lnTo>
                <a:lnTo>
                  <a:pt x="318838" y="80499"/>
                </a:lnTo>
                <a:lnTo>
                  <a:pt x="318929" y="79231"/>
                </a:lnTo>
                <a:lnTo>
                  <a:pt x="319008" y="77949"/>
                </a:lnTo>
                <a:lnTo>
                  <a:pt x="319078" y="76654"/>
                </a:lnTo>
                <a:lnTo>
                  <a:pt x="319136" y="75345"/>
                </a:lnTo>
                <a:lnTo>
                  <a:pt x="319184" y="74023"/>
                </a:lnTo>
                <a:lnTo>
                  <a:pt x="319222" y="72688"/>
                </a:lnTo>
                <a:lnTo>
                  <a:pt x="319248" y="71339"/>
                </a:lnTo>
                <a:lnTo>
                  <a:pt x="319264" y="69976"/>
                </a:lnTo>
                <a:lnTo>
                  <a:pt x="319270" y="68601"/>
                </a:lnTo>
                <a:lnTo>
                  <a:pt x="319264" y="67233"/>
                </a:lnTo>
                <a:lnTo>
                  <a:pt x="319248" y="65878"/>
                </a:lnTo>
                <a:lnTo>
                  <a:pt x="319222" y="64536"/>
                </a:lnTo>
                <a:lnTo>
                  <a:pt x="319184" y="63208"/>
                </a:lnTo>
                <a:lnTo>
                  <a:pt x="319136" y="61892"/>
                </a:lnTo>
                <a:lnTo>
                  <a:pt x="319078" y="60589"/>
                </a:lnTo>
                <a:lnTo>
                  <a:pt x="319008" y="59298"/>
                </a:lnTo>
                <a:lnTo>
                  <a:pt x="318929" y="58021"/>
                </a:lnTo>
                <a:lnTo>
                  <a:pt x="318838" y="56757"/>
                </a:lnTo>
                <a:lnTo>
                  <a:pt x="318737" y="55505"/>
                </a:lnTo>
                <a:lnTo>
                  <a:pt x="318625" y="54267"/>
                </a:lnTo>
                <a:lnTo>
                  <a:pt x="318502" y="53041"/>
                </a:lnTo>
                <a:lnTo>
                  <a:pt x="318369" y="51828"/>
                </a:lnTo>
                <a:lnTo>
                  <a:pt x="318225" y="50628"/>
                </a:lnTo>
                <a:lnTo>
                  <a:pt x="318071" y="49441"/>
                </a:lnTo>
                <a:lnTo>
                  <a:pt x="317905" y="48267"/>
                </a:lnTo>
                <a:lnTo>
                  <a:pt x="317730" y="47106"/>
                </a:lnTo>
                <a:lnTo>
                  <a:pt x="317543" y="45958"/>
                </a:lnTo>
                <a:lnTo>
                  <a:pt x="317346" y="44823"/>
                </a:lnTo>
                <a:lnTo>
                  <a:pt x="317138" y="43700"/>
                </a:lnTo>
                <a:lnTo>
                  <a:pt x="316920" y="42590"/>
                </a:lnTo>
                <a:lnTo>
                  <a:pt x="316690" y="41494"/>
                </a:lnTo>
                <a:lnTo>
                  <a:pt x="316451" y="40410"/>
                </a:lnTo>
                <a:lnTo>
                  <a:pt x="316200" y="39339"/>
                </a:lnTo>
                <a:lnTo>
                  <a:pt x="315939" y="38282"/>
                </a:lnTo>
                <a:lnTo>
                  <a:pt x="315668" y="37238"/>
                </a:lnTo>
                <a:lnTo>
                  <a:pt x="315387" y="36208"/>
                </a:lnTo>
                <a:lnTo>
                  <a:pt x="315096" y="35192"/>
                </a:lnTo>
                <a:lnTo>
                  <a:pt x="314795" y="34189"/>
                </a:lnTo>
                <a:lnTo>
                  <a:pt x="314483" y="33201"/>
                </a:lnTo>
                <a:lnTo>
                  <a:pt x="314162" y="32226"/>
                </a:lnTo>
                <a:lnTo>
                  <a:pt x="313830" y="31265"/>
                </a:lnTo>
                <a:lnTo>
                  <a:pt x="313488" y="30317"/>
                </a:lnTo>
                <a:lnTo>
                  <a:pt x="313136" y="29384"/>
                </a:lnTo>
                <a:lnTo>
                  <a:pt x="312774" y="28464"/>
                </a:lnTo>
                <a:lnTo>
                  <a:pt x="312402" y="27558"/>
                </a:lnTo>
                <a:lnTo>
                  <a:pt x="312019" y="26666"/>
                </a:lnTo>
                <a:lnTo>
                  <a:pt x="311627" y="25787"/>
                </a:lnTo>
                <a:lnTo>
                  <a:pt x="311224" y="24923"/>
                </a:lnTo>
                <a:lnTo>
                  <a:pt x="310812" y="24072"/>
                </a:lnTo>
                <a:lnTo>
                  <a:pt x="310389" y="23235"/>
                </a:lnTo>
                <a:lnTo>
                  <a:pt x="309956" y="22411"/>
                </a:lnTo>
                <a:lnTo>
                  <a:pt x="309513" y="21602"/>
                </a:lnTo>
                <a:lnTo>
                  <a:pt x="309060" y="20806"/>
                </a:lnTo>
                <a:lnTo>
                  <a:pt x="308596" y="20024"/>
                </a:lnTo>
                <a:lnTo>
                  <a:pt x="308123" y="19256"/>
                </a:lnTo>
                <a:lnTo>
                  <a:pt x="307639" y="18501"/>
                </a:lnTo>
                <a:lnTo>
                  <a:pt x="307146" y="17761"/>
                </a:lnTo>
                <a:lnTo>
                  <a:pt x="306642" y="17035"/>
                </a:lnTo>
                <a:lnTo>
                  <a:pt x="306127" y="16323"/>
                </a:lnTo>
                <a:lnTo>
                  <a:pt x="305603" y="15627"/>
                </a:lnTo>
                <a:lnTo>
                  <a:pt x="305068" y="14946"/>
                </a:lnTo>
                <a:lnTo>
                  <a:pt x="304523" y="14280"/>
                </a:lnTo>
                <a:lnTo>
                  <a:pt x="303967" y="13629"/>
                </a:lnTo>
                <a:lnTo>
                  <a:pt x="303402" y="12993"/>
                </a:lnTo>
                <a:lnTo>
                  <a:pt x="302826" y="12372"/>
                </a:lnTo>
                <a:lnTo>
                  <a:pt x="302239" y="11766"/>
                </a:lnTo>
                <a:lnTo>
                  <a:pt x="301643" y="11175"/>
                </a:lnTo>
                <a:lnTo>
                  <a:pt x="301036" y="10599"/>
                </a:lnTo>
                <a:lnTo>
                  <a:pt x="300418" y="10038"/>
                </a:lnTo>
                <a:lnTo>
                  <a:pt x="299791" y="9492"/>
                </a:lnTo>
                <a:lnTo>
                  <a:pt x="299153" y="8961"/>
                </a:lnTo>
                <a:lnTo>
                  <a:pt x="298505" y="8445"/>
                </a:lnTo>
                <a:lnTo>
                  <a:pt x="297846" y="7944"/>
                </a:lnTo>
                <a:lnTo>
                  <a:pt x="297178" y="7459"/>
                </a:lnTo>
                <a:lnTo>
                  <a:pt x="296499" y="6988"/>
                </a:lnTo>
                <a:lnTo>
                  <a:pt x="295809" y="6532"/>
                </a:lnTo>
                <a:lnTo>
                  <a:pt x="295110" y="6092"/>
                </a:lnTo>
                <a:lnTo>
                  <a:pt x="294400" y="5666"/>
                </a:lnTo>
                <a:lnTo>
                  <a:pt x="293679" y="5255"/>
                </a:lnTo>
                <a:lnTo>
                  <a:pt x="292949" y="4860"/>
                </a:lnTo>
                <a:lnTo>
                  <a:pt x="292208" y="4479"/>
                </a:lnTo>
                <a:lnTo>
                  <a:pt x="291457" y="4114"/>
                </a:lnTo>
                <a:lnTo>
                  <a:pt x="290696" y="3764"/>
                </a:lnTo>
                <a:lnTo>
                  <a:pt x="289924" y="3430"/>
                </a:lnTo>
                <a:lnTo>
                  <a:pt x="289143" y="3111"/>
                </a:lnTo>
                <a:lnTo>
                  <a:pt x="288351" y="2807"/>
                </a:lnTo>
                <a:lnTo>
                  <a:pt x="287549" y="2520"/>
                </a:lnTo>
                <a:lnTo>
                  <a:pt x="286738" y="2247"/>
                </a:lnTo>
                <a:lnTo>
                  <a:pt x="285916" y="1991"/>
                </a:lnTo>
                <a:lnTo>
                  <a:pt x="285084" y="1750"/>
                </a:lnTo>
                <a:lnTo>
                  <a:pt x="284241" y="1524"/>
                </a:lnTo>
                <a:lnTo>
                  <a:pt x="283389" y="1314"/>
                </a:lnTo>
                <a:lnTo>
                  <a:pt x="282527" y="1120"/>
                </a:lnTo>
                <a:lnTo>
                  <a:pt x="281654" y="941"/>
                </a:lnTo>
                <a:lnTo>
                  <a:pt x="280771" y="778"/>
                </a:lnTo>
                <a:lnTo>
                  <a:pt x="279878" y="630"/>
                </a:lnTo>
                <a:lnTo>
                  <a:pt x="278975" y="498"/>
                </a:lnTo>
                <a:lnTo>
                  <a:pt x="278062" y="381"/>
                </a:lnTo>
                <a:lnTo>
                  <a:pt x="277139" y="280"/>
                </a:lnTo>
                <a:lnTo>
                  <a:pt x="276206" y="194"/>
                </a:lnTo>
                <a:lnTo>
                  <a:pt x="275262" y="124"/>
                </a:lnTo>
                <a:lnTo>
                  <a:pt x="274309" y="70"/>
                </a:lnTo>
                <a:lnTo>
                  <a:pt x="273345" y="31"/>
                </a:lnTo>
                <a:lnTo>
                  <a:pt x="272371" y="8"/>
                </a:lnTo>
                <a:lnTo>
                  <a:pt x="271387" y="0"/>
                </a:lnTo>
                <a:lnTo>
                  <a:pt x="270403" y="8"/>
                </a:lnTo>
                <a:lnTo>
                  <a:pt x="269430" y="31"/>
                </a:lnTo>
                <a:lnTo>
                  <a:pt x="268467" y="70"/>
                </a:lnTo>
                <a:lnTo>
                  <a:pt x="267514" y="124"/>
                </a:lnTo>
                <a:lnTo>
                  <a:pt x="266571" y="194"/>
                </a:lnTo>
                <a:lnTo>
                  <a:pt x="265639" y="280"/>
                </a:lnTo>
                <a:lnTo>
                  <a:pt x="264717" y="381"/>
                </a:lnTo>
                <a:lnTo>
                  <a:pt x="263805" y="498"/>
                </a:lnTo>
                <a:lnTo>
                  <a:pt x="262903" y="630"/>
                </a:lnTo>
                <a:lnTo>
                  <a:pt x="262012" y="778"/>
                </a:lnTo>
                <a:lnTo>
                  <a:pt x="261131" y="941"/>
                </a:lnTo>
                <a:lnTo>
                  <a:pt x="260261" y="1120"/>
                </a:lnTo>
                <a:lnTo>
                  <a:pt x="259401" y="1314"/>
                </a:lnTo>
                <a:lnTo>
                  <a:pt x="258551" y="1524"/>
                </a:lnTo>
                <a:lnTo>
                  <a:pt x="257711" y="1750"/>
                </a:lnTo>
                <a:lnTo>
                  <a:pt x="256882" y="1991"/>
                </a:lnTo>
                <a:lnTo>
                  <a:pt x="256063" y="2247"/>
                </a:lnTo>
                <a:lnTo>
                  <a:pt x="255254" y="2520"/>
                </a:lnTo>
                <a:lnTo>
                  <a:pt x="254455" y="2807"/>
                </a:lnTo>
                <a:lnTo>
                  <a:pt x="253667" y="3111"/>
                </a:lnTo>
                <a:lnTo>
                  <a:pt x="252890" y="3430"/>
                </a:lnTo>
                <a:lnTo>
                  <a:pt x="252122" y="3764"/>
                </a:lnTo>
                <a:lnTo>
                  <a:pt x="251365" y="4114"/>
                </a:lnTo>
                <a:lnTo>
                  <a:pt x="250618" y="4479"/>
                </a:lnTo>
                <a:lnTo>
                  <a:pt x="249881" y="4860"/>
                </a:lnTo>
                <a:lnTo>
                  <a:pt x="249155" y="5255"/>
                </a:lnTo>
                <a:lnTo>
                  <a:pt x="248438" y="5666"/>
                </a:lnTo>
                <a:lnTo>
                  <a:pt x="247732" y="6092"/>
                </a:lnTo>
                <a:lnTo>
                  <a:pt x="247036" y="6532"/>
                </a:lnTo>
                <a:lnTo>
                  <a:pt x="246350" y="6988"/>
                </a:lnTo>
                <a:lnTo>
                  <a:pt x="245674" y="7459"/>
                </a:lnTo>
                <a:lnTo>
                  <a:pt x="245008" y="7944"/>
                </a:lnTo>
                <a:lnTo>
                  <a:pt x="244352" y="8445"/>
                </a:lnTo>
                <a:lnTo>
                  <a:pt x="243706" y="8961"/>
                </a:lnTo>
                <a:lnTo>
                  <a:pt x="243071" y="9492"/>
                </a:lnTo>
                <a:lnTo>
                  <a:pt x="242446" y="10038"/>
                </a:lnTo>
                <a:lnTo>
                  <a:pt x="241830" y="10599"/>
                </a:lnTo>
                <a:lnTo>
                  <a:pt x="241225" y="11175"/>
                </a:lnTo>
                <a:lnTo>
                  <a:pt x="240630" y="11766"/>
                </a:lnTo>
                <a:lnTo>
                  <a:pt x="240046" y="12372"/>
                </a:lnTo>
                <a:lnTo>
                  <a:pt x="239471" y="12993"/>
                </a:lnTo>
                <a:lnTo>
                  <a:pt x="238906" y="13629"/>
                </a:lnTo>
                <a:lnTo>
                  <a:pt x="238352" y="14280"/>
                </a:lnTo>
                <a:lnTo>
                  <a:pt x="237808" y="14946"/>
                </a:lnTo>
                <a:lnTo>
                  <a:pt x="237273" y="15627"/>
                </a:lnTo>
                <a:lnTo>
                  <a:pt x="236749" y="16323"/>
                </a:lnTo>
                <a:lnTo>
                  <a:pt x="236235" y="17035"/>
                </a:lnTo>
                <a:lnTo>
                  <a:pt x="235731" y="17761"/>
                </a:lnTo>
                <a:lnTo>
                  <a:pt x="235238" y="18501"/>
                </a:lnTo>
                <a:lnTo>
                  <a:pt x="234754" y="19256"/>
                </a:lnTo>
                <a:lnTo>
                  <a:pt x="234281" y="20024"/>
                </a:lnTo>
                <a:lnTo>
                  <a:pt x="233819" y="20806"/>
                </a:lnTo>
                <a:lnTo>
                  <a:pt x="233366" y="21602"/>
                </a:lnTo>
                <a:lnTo>
                  <a:pt x="232924" y="22411"/>
                </a:lnTo>
                <a:lnTo>
                  <a:pt x="232492" y="23235"/>
                </a:lnTo>
                <a:lnTo>
                  <a:pt x="232071" y="24072"/>
                </a:lnTo>
                <a:lnTo>
                  <a:pt x="231660" y="24923"/>
                </a:lnTo>
                <a:lnTo>
                  <a:pt x="231259" y="25787"/>
                </a:lnTo>
                <a:lnTo>
                  <a:pt x="230868" y="26666"/>
                </a:lnTo>
                <a:lnTo>
                  <a:pt x="230488" y="27558"/>
                </a:lnTo>
                <a:lnTo>
                  <a:pt x="230118" y="28464"/>
                </a:lnTo>
                <a:lnTo>
                  <a:pt x="229758" y="29384"/>
                </a:lnTo>
                <a:lnTo>
                  <a:pt x="229409" y="30317"/>
                </a:lnTo>
                <a:lnTo>
                  <a:pt x="229070" y="31265"/>
                </a:lnTo>
                <a:lnTo>
                  <a:pt x="228741" y="32226"/>
                </a:lnTo>
                <a:lnTo>
                  <a:pt x="228422" y="33201"/>
                </a:lnTo>
                <a:lnTo>
                  <a:pt x="228114" y="34189"/>
                </a:lnTo>
                <a:lnTo>
                  <a:pt x="227816" y="35192"/>
                </a:lnTo>
                <a:lnTo>
                  <a:pt x="227529" y="36208"/>
                </a:lnTo>
                <a:lnTo>
                  <a:pt x="227252" y="37238"/>
                </a:lnTo>
                <a:lnTo>
                  <a:pt x="226985" y="38282"/>
                </a:lnTo>
                <a:lnTo>
                  <a:pt x="226728" y="39339"/>
                </a:lnTo>
                <a:lnTo>
                  <a:pt x="226482" y="40410"/>
                </a:lnTo>
                <a:lnTo>
                  <a:pt x="226246" y="41495"/>
                </a:lnTo>
                <a:lnTo>
                  <a:pt x="226021" y="42592"/>
                </a:lnTo>
                <a:lnTo>
                  <a:pt x="225806" y="43703"/>
                </a:lnTo>
                <a:lnTo>
                  <a:pt x="225601" y="44827"/>
                </a:lnTo>
                <a:lnTo>
                  <a:pt x="225407" y="45964"/>
                </a:lnTo>
                <a:lnTo>
                  <a:pt x="225224" y="47115"/>
                </a:lnTo>
                <a:lnTo>
                  <a:pt x="225051" y="48279"/>
                </a:lnTo>
                <a:lnTo>
                  <a:pt x="224889" y="49456"/>
                </a:lnTo>
                <a:lnTo>
                  <a:pt x="224737" y="50646"/>
                </a:lnTo>
                <a:lnTo>
                  <a:pt x="224595" y="51850"/>
                </a:lnTo>
                <a:lnTo>
                  <a:pt x="224464" y="53067"/>
                </a:lnTo>
                <a:lnTo>
                  <a:pt x="224344" y="54297"/>
                </a:lnTo>
                <a:lnTo>
                  <a:pt x="224234" y="55540"/>
                </a:lnTo>
                <a:lnTo>
                  <a:pt x="224134" y="56797"/>
                </a:lnTo>
                <a:lnTo>
                  <a:pt x="224045" y="58067"/>
                </a:lnTo>
                <a:lnTo>
                  <a:pt x="223966" y="59350"/>
                </a:lnTo>
                <a:lnTo>
                  <a:pt x="223898" y="60646"/>
                </a:lnTo>
                <a:lnTo>
                  <a:pt x="223841" y="61956"/>
                </a:lnTo>
                <a:lnTo>
                  <a:pt x="223794" y="63279"/>
                </a:lnTo>
                <a:lnTo>
                  <a:pt x="223757" y="64615"/>
                </a:lnTo>
                <a:lnTo>
                  <a:pt x="223731" y="65964"/>
                </a:lnTo>
                <a:lnTo>
                  <a:pt x="223715" y="67327"/>
                </a:lnTo>
                <a:lnTo>
                  <a:pt x="223710" y="68703"/>
                </a:lnTo>
                <a:lnTo>
                  <a:pt x="223715" y="70070"/>
                </a:lnTo>
                <a:lnTo>
                  <a:pt x="223731" y="71425"/>
                </a:lnTo>
                <a:lnTo>
                  <a:pt x="223757" y="72766"/>
                </a:lnTo>
                <a:lnTo>
                  <a:pt x="223794" y="74094"/>
                </a:lnTo>
                <a:lnTo>
                  <a:pt x="223841" y="75409"/>
                </a:lnTo>
                <a:lnTo>
                  <a:pt x="223898" y="76712"/>
                </a:lnTo>
                <a:lnTo>
                  <a:pt x="223966" y="78001"/>
                </a:lnTo>
                <a:lnTo>
                  <a:pt x="224045" y="79277"/>
                </a:lnTo>
                <a:lnTo>
                  <a:pt x="224134" y="80539"/>
                </a:lnTo>
                <a:lnTo>
                  <a:pt x="224234" y="81789"/>
                </a:lnTo>
                <a:lnTo>
                  <a:pt x="224344" y="83026"/>
                </a:lnTo>
                <a:lnTo>
                  <a:pt x="224464" y="84250"/>
                </a:lnTo>
                <a:lnTo>
                  <a:pt x="224595" y="85460"/>
                </a:lnTo>
                <a:lnTo>
                  <a:pt x="224737" y="86658"/>
                </a:lnTo>
                <a:lnTo>
                  <a:pt x="224889" y="87842"/>
                </a:lnTo>
                <a:lnTo>
                  <a:pt x="225051" y="89013"/>
                </a:lnTo>
                <a:lnTo>
                  <a:pt x="225224" y="90172"/>
                </a:lnTo>
                <a:lnTo>
                  <a:pt x="225407" y="91317"/>
                </a:lnTo>
                <a:lnTo>
                  <a:pt x="225601" y="92449"/>
                </a:lnTo>
                <a:lnTo>
                  <a:pt x="225806" y="93568"/>
                </a:lnTo>
                <a:lnTo>
                  <a:pt x="226021" y="94674"/>
                </a:lnTo>
                <a:lnTo>
                  <a:pt x="226246" y="95767"/>
                </a:lnTo>
                <a:lnTo>
                  <a:pt x="226482" y="96846"/>
                </a:lnTo>
                <a:lnTo>
                  <a:pt x="226728" y="97913"/>
                </a:lnTo>
                <a:lnTo>
                  <a:pt x="226985" y="98966"/>
                </a:lnTo>
                <a:lnTo>
                  <a:pt x="227252" y="100005"/>
                </a:lnTo>
                <a:lnTo>
                  <a:pt x="227529" y="101031"/>
                </a:lnTo>
                <a:lnTo>
                  <a:pt x="227816" y="102042"/>
                </a:lnTo>
                <a:lnTo>
                  <a:pt x="228114" y="103039"/>
                </a:lnTo>
                <a:lnTo>
                  <a:pt x="228422" y="104023"/>
                </a:lnTo>
                <a:lnTo>
                  <a:pt x="228741" y="104992"/>
                </a:lnTo>
                <a:lnTo>
                  <a:pt x="229070" y="105948"/>
                </a:lnTo>
                <a:lnTo>
                  <a:pt x="229409" y="106889"/>
                </a:lnTo>
                <a:lnTo>
                  <a:pt x="229758" y="107817"/>
                </a:lnTo>
                <a:lnTo>
                  <a:pt x="230118" y="108731"/>
                </a:lnTo>
                <a:lnTo>
                  <a:pt x="230488" y="109630"/>
                </a:lnTo>
                <a:lnTo>
                  <a:pt x="230868" y="110516"/>
                </a:lnTo>
                <a:lnTo>
                  <a:pt x="231259" y="111388"/>
                </a:lnTo>
                <a:lnTo>
                  <a:pt x="231660" y="112246"/>
                </a:lnTo>
                <a:lnTo>
                  <a:pt x="232071" y="113089"/>
                </a:lnTo>
                <a:lnTo>
                  <a:pt x="232492" y="113919"/>
                </a:lnTo>
                <a:lnTo>
                  <a:pt x="232924" y="114735"/>
                </a:lnTo>
                <a:lnTo>
                  <a:pt x="233366" y="115537"/>
                </a:lnTo>
                <a:lnTo>
                  <a:pt x="233819" y="116325"/>
                </a:lnTo>
                <a:lnTo>
                  <a:pt x="234281" y="117099"/>
                </a:lnTo>
                <a:lnTo>
                  <a:pt x="234754" y="117859"/>
                </a:lnTo>
                <a:lnTo>
                  <a:pt x="235238" y="118606"/>
                </a:lnTo>
                <a:lnTo>
                  <a:pt x="235731" y="119338"/>
                </a:lnTo>
                <a:lnTo>
                  <a:pt x="236235" y="120056"/>
                </a:lnTo>
                <a:lnTo>
                  <a:pt x="236749" y="120759"/>
                </a:lnTo>
                <a:lnTo>
                  <a:pt x="237273" y="121448"/>
                </a:lnTo>
                <a:lnTo>
                  <a:pt x="237808" y="122122"/>
                </a:lnTo>
                <a:lnTo>
                  <a:pt x="238352" y="122781"/>
                </a:lnTo>
                <a:lnTo>
                  <a:pt x="238906" y="123425"/>
                </a:lnTo>
                <a:lnTo>
                  <a:pt x="239471" y="124055"/>
                </a:lnTo>
                <a:lnTo>
                  <a:pt x="240046" y="124671"/>
                </a:lnTo>
                <a:lnTo>
                  <a:pt x="240630" y="125271"/>
                </a:lnTo>
                <a:lnTo>
                  <a:pt x="241225" y="125857"/>
                </a:lnTo>
                <a:lnTo>
                  <a:pt x="241830" y="126428"/>
                </a:lnTo>
                <a:lnTo>
                  <a:pt x="242446" y="126985"/>
                </a:lnTo>
                <a:lnTo>
                  <a:pt x="243071" y="127527"/>
                </a:lnTo>
                <a:lnTo>
                  <a:pt x="243706" y="128054"/>
                </a:lnTo>
                <a:lnTo>
                  <a:pt x="244352" y="128567"/>
                </a:lnTo>
                <a:lnTo>
                  <a:pt x="245008" y="129065"/>
                </a:lnTo>
                <a:lnTo>
                  <a:pt x="245674" y="129548"/>
                </a:lnTo>
                <a:lnTo>
                  <a:pt x="246350" y="130017"/>
                </a:lnTo>
                <a:lnTo>
                  <a:pt x="247036" y="130471"/>
                </a:lnTo>
                <a:lnTo>
                  <a:pt x="247732" y="130910"/>
                </a:lnTo>
                <a:lnTo>
                  <a:pt x="248438" y="131334"/>
                </a:lnTo>
                <a:lnTo>
                  <a:pt x="249155" y="131744"/>
                </a:lnTo>
                <a:lnTo>
                  <a:pt x="249881" y="132140"/>
                </a:lnTo>
                <a:lnTo>
                  <a:pt x="250618" y="132520"/>
                </a:lnTo>
                <a:lnTo>
                  <a:pt x="251365" y="132885"/>
                </a:lnTo>
                <a:lnTo>
                  <a:pt x="252122" y="133235"/>
                </a:lnTo>
                <a:lnTo>
                  <a:pt x="252890" y="133569"/>
                </a:lnTo>
                <a:lnTo>
                  <a:pt x="253667" y="133888"/>
                </a:lnTo>
                <a:lnTo>
                  <a:pt x="254455" y="134191"/>
                </a:lnTo>
                <a:lnTo>
                  <a:pt x="255254" y="134479"/>
                </a:lnTo>
                <a:lnTo>
                  <a:pt x="256063" y="134751"/>
                </a:lnTo>
                <a:lnTo>
                  <a:pt x="256882" y="135007"/>
                </a:lnTo>
                <a:lnTo>
                  <a:pt x="257711" y="135248"/>
                </a:lnTo>
                <a:lnTo>
                  <a:pt x="258551" y="135473"/>
                </a:lnTo>
                <a:lnTo>
                  <a:pt x="259401" y="135683"/>
                </a:lnTo>
                <a:lnTo>
                  <a:pt x="260261" y="135877"/>
                </a:lnTo>
                <a:lnTo>
                  <a:pt x="261131" y="136056"/>
                </a:lnTo>
                <a:lnTo>
                  <a:pt x="262012" y="136219"/>
                </a:lnTo>
                <a:lnTo>
                  <a:pt x="262903" y="136367"/>
                </a:lnTo>
                <a:lnTo>
                  <a:pt x="263805" y="136499"/>
                </a:lnTo>
                <a:lnTo>
                  <a:pt x="264717" y="136616"/>
                </a:lnTo>
                <a:lnTo>
                  <a:pt x="265639" y="136717"/>
                </a:lnTo>
                <a:lnTo>
                  <a:pt x="266571" y="136802"/>
                </a:lnTo>
                <a:lnTo>
                  <a:pt x="267514" y="136872"/>
                </a:lnTo>
                <a:lnTo>
                  <a:pt x="268467" y="136926"/>
                </a:lnTo>
                <a:lnTo>
                  <a:pt x="269430" y="136965"/>
                </a:lnTo>
                <a:lnTo>
                  <a:pt x="270403" y="136989"/>
                </a:lnTo>
                <a:lnTo>
                  <a:pt x="271387" y="136996"/>
                </a:lnTo>
                <a:lnTo>
                  <a:pt x="272371" y="136989"/>
                </a:lnTo>
                <a:lnTo>
                  <a:pt x="273345" y="136965"/>
                </a:lnTo>
                <a:lnTo>
                  <a:pt x="274309" y="136926"/>
                </a:lnTo>
                <a:close/>
                <a:moveTo>
                  <a:pt x="270011" y="113308"/>
                </a:moveTo>
                <a:lnTo>
                  <a:pt x="269566" y="113266"/>
                </a:lnTo>
                <a:lnTo>
                  <a:pt x="269127" y="113212"/>
                </a:lnTo>
                <a:lnTo>
                  <a:pt x="268695" y="113147"/>
                </a:lnTo>
                <a:lnTo>
                  <a:pt x="268270" y="113069"/>
                </a:lnTo>
                <a:lnTo>
                  <a:pt x="267852" y="112979"/>
                </a:lnTo>
                <a:lnTo>
                  <a:pt x="267440" y="112877"/>
                </a:lnTo>
                <a:lnTo>
                  <a:pt x="267035" y="112763"/>
                </a:lnTo>
                <a:lnTo>
                  <a:pt x="266637" y="112638"/>
                </a:lnTo>
                <a:lnTo>
                  <a:pt x="266246" y="112500"/>
                </a:lnTo>
                <a:lnTo>
                  <a:pt x="265862" y="112350"/>
                </a:lnTo>
                <a:lnTo>
                  <a:pt x="265484" y="112188"/>
                </a:lnTo>
                <a:lnTo>
                  <a:pt x="265113" y="112015"/>
                </a:lnTo>
                <a:lnTo>
                  <a:pt x="264748" y="111829"/>
                </a:lnTo>
                <a:lnTo>
                  <a:pt x="264391" y="111631"/>
                </a:lnTo>
                <a:lnTo>
                  <a:pt x="264040" y="111422"/>
                </a:lnTo>
                <a:lnTo>
                  <a:pt x="263696" y="111200"/>
                </a:lnTo>
                <a:lnTo>
                  <a:pt x="263359" y="110966"/>
                </a:lnTo>
                <a:lnTo>
                  <a:pt x="263028" y="110721"/>
                </a:lnTo>
                <a:lnTo>
                  <a:pt x="262704" y="110463"/>
                </a:lnTo>
                <a:lnTo>
                  <a:pt x="262387" y="110194"/>
                </a:lnTo>
                <a:lnTo>
                  <a:pt x="262077" y="109912"/>
                </a:lnTo>
                <a:lnTo>
                  <a:pt x="261773" y="109620"/>
                </a:lnTo>
                <a:lnTo>
                  <a:pt x="261474" y="109318"/>
                </a:lnTo>
                <a:lnTo>
                  <a:pt x="261180" y="109007"/>
                </a:lnTo>
                <a:lnTo>
                  <a:pt x="260892" y="108687"/>
                </a:lnTo>
                <a:lnTo>
                  <a:pt x="260609" y="108357"/>
                </a:lnTo>
                <a:lnTo>
                  <a:pt x="260331" y="108018"/>
                </a:lnTo>
                <a:lnTo>
                  <a:pt x="260059" y="107670"/>
                </a:lnTo>
                <a:lnTo>
                  <a:pt x="259792" y="107312"/>
                </a:lnTo>
                <a:lnTo>
                  <a:pt x="259530" y="106945"/>
                </a:lnTo>
                <a:lnTo>
                  <a:pt x="259274" y="106569"/>
                </a:lnTo>
                <a:lnTo>
                  <a:pt x="259023" y="106183"/>
                </a:lnTo>
                <a:lnTo>
                  <a:pt x="258777" y="105788"/>
                </a:lnTo>
                <a:lnTo>
                  <a:pt x="258537" y="105384"/>
                </a:lnTo>
                <a:lnTo>
                  <a:pt x="258302" y="104970"/>
                </a:lnTo>
                <a:lnTo>
                  <a:pt x="258072" y="104547"/>
                </a:lnTo>
                <a:lnTo>
                  <a:pt x="257848" y="104115"/>
                </a:lnTo>
                <a:lnTo>
                  <a:pt x="257629" y="103673"/>
                </a:lnTo>
                <a:lnTo>
                  <a:pt x="257415" y="103222"/>
                </a:lnTo>
                <a:lnTo>
                  <a:pt x="257207" y="102762"/>
                </a:lnTo>
                <a:lnTo>
                  <a:pt x="257004" y="102292"/>
                </a:lnTo>
                <a:lnTo>
                  <a:pt x="256806" y="101813"/>
                </a:lnTo>
                <a:lnTo>
                  <a:pt x="256614" y="101325"/>
                </a:lnTo>
                <a:lnTo>
                  <a:pt x="256427" y="100827"/>
                </a:lnTo>
                <a:lnTo>
                  <a:pt x="256245" y="100321"/>
                </a:lnTo>
                <a:lnTo>
                  <a:pt x="256068" y="99805"/>
                </a:lnTo>
                <a:lnTo>
                  <a:pt x="255896" y="99283"/>
                </a:lnTo>
                <a:lnTo>
                  <a:pt x="255728" y="98753"/>
                </a:lnTo>
                <a:lnTo>
                  <a:pt x="255564" y="98217"/>
                </a:lnTo>
                <a:lnTo>
                  <a:pt x="255405" y="97673"/>
                </a:lnTo>
                <a:lnTo>
                  <a:pt x="255251" y="97123"/>
                </a:lnTo>
                <a:lnTo>
                  <a:pt x="255101" y="96565"/>
                </a:lnTo>
                <a:lnTo>
                  <a:pt x="254955" y="96001"/>
                </a:lnTo>
                <a:lnTo>
                  <a:pt x="254813" y="95429"/>
                </a:lnTo>
                <a:lnTo>
                  <a:pt x="254677" y="94850"/>
                </a:lnTo>
                <a:lnTo>
                  <a:pt x="254544" y="94265"/>
                </a:lnTo>
                <a:lnTo>
                  <a:pt x="254416" y="93672"/>
                </a:lnTo>
                <a:lnTo>
                  <a:pt x="254293" y="93072"/>
                </a:lnTo>
                <a:lnTo>
                  <a:pt x="254174" y="92465"/>
                </a:lnTo>
                <a:lnTo>
                  <a:pt x="254059" y="91851"/>
                </a:lnTo>
                <a:lnTo>
                  <a:pt x="253949" y="91230"/>
                </a:lnTo>
                <a:lnTo>
                  <a:pt x="253843" y="90602"/>
                </a:lnTo>
                <a:lnTo>
                  <a:pt x="253742" y="89967"/>
                </a:lnTo>
                <a:lnTo>
                  <a:pt x="253645" y="89325"/>
                </a:lnTo>
                <a:lnTo>
                  <a:pt x="253552" y="88676"/>
                </a:lnTo>
                <a:lnTo>
                  <a:pt x="253464" y="88020"/>
                </a:lnTo>
                <a:lnTo>
                  <a:pt x="253381" y="87357"/>
                </a:lnTo>
                <a:lnTo>
                  <a:pt x="253302" y="86687"/>
                </a:lnTo>
                <a:lnTo>
                  <a:pt x="253227" y="86010"/>
                </a:lnTo>
                <a:lnTo>
                  <a:pt x="253156" y="85327"/>
                </a:lnTo>
                <a:lnTo>
                  <a:pt x="253088" y="84640"/>
                </a:lnTo>
                <a:lnTo>
                  <a:pt x="253023" y="83950"/>
                </a:lnTo>
                <a:lnTo>
                  <a:pt x="252961" y="83256"/>
                </a:lnTo>
                <a:lnTo>
                  <a:pt x="252902" y="82558"/>
                </a:lnTo>
                <a:lnTo>
                  <a:pt x="252846" y="81857"/>
                </a:lnTo>
                <a:lnTo>
                  <a:pt x="252794" y="81152"/>
                </a:lnTo>
                <a:lnTo>
                  <a:pt x="252744" y="80443"/>
                </a:lnTo>
                <a:lnTo>
                  <a:pt x="252697" y="79731"/>
                </a:lnTo>
                <a:lnTo>
                  <a:pt x="252653" y="79015"/>
                </a:lnTo>
                <a:lnTo>
                  <a:pt x="252612" y="78295"/>
                </a:lnTo>
                <a:lnTo>
                  <a:pt x="252575" y="77571"/>
                </a:lnTo>
                <a:lnTo>
                  <a:pt x="252540" y="76844"/>
                </a:lnTo>
                <a:lnTo>
                  <a:pt x="252508" y="76113"/>
                </a:lnTo>
                <a:lnTo>
                  <a:pt x="252479" y="75378"/>
                </a:lnTo>
                <a:lnTo>
                  <a:pt x="252454" y="74640"/>
                </a:lnTo>
                <a:lnTo>
                  <a:pt x="252431" y="73898"/>
                </a:lnTo>
                <a:lnTo>
                  <a:pt x="252412" y="73152"/>
                </a:lnTo>
                <a:lnTo>
                  <a:pt x="252395" y="72403"/>
                </a:lnTo>
                <a:lnTo>
                  <a:pt x="252381" y="71650"/>
                </a:lnTo>
                <a:lnTo>
                  <a:pt x="252371" y="70893"/>
                </a:lnTo>
                <a:lnTo>
                  <a:pt x="252363" y="70133"/>
                </a:lnTo>
                <a:lnTo>
                  <a:pt x="252359" y="69368"/>
                </a:lnTo>
                <a:lnTo>
                  <a:pt x="252357" y="68601"/>
                </a:lnTo>
                <a:lnTo>
                  <a:pt x="252359" y="67824"/>
                </a:lnTo>
                <a:lnTo>
                  <a:pt x="252363" y="67052"/>
                </a:lnTo>
                <a:lnTo>
                  <a:pt x="252371" y="66284"/>
                </a:lnTo>
                <a:lnTo>
                  <a:pt x="252381" y="65520"/>
                </a:lnTo>
                <a:lnTo>
                  <a:pt x="252395" y="64760"/>
                </a:lnTo>
                <a:lnTo>
                  <a:pt x="252412" y="64004"/>
                </a:lnTo>
                <a:lnTo>
                  <a:pt x="252431" y="63252"/>
                </a:lnTo>
                <a:lnTo>
                  <a:pt x="252454" y="62504"/>
                </a:lnTo>
                <a:lnTo>
                  <a:pt x="252479" y="61761"/>
                </a:lnTo>
                <a:lnTo>
                  <a:pt x="252508" y="61021"/>
                </a:lnTo>
                <a:lnTo>
                  <a:pt x="252540" y="60285"/>
                </a:lnTo>
                <a:lnTo>
                  <a:pt x="252575" y="59554"/>
                </a:lnTo>
                <a:lnTo>
                  <a:pt x="252612" y="58826"/>
                </a:lnTo>
                <a:lnTo>
                  <a:pt x="252653" y="58103"/>
                </a:lnTo>
                <a:lnTo>
                  <a:pt x="252697" y="57384"/>
                </a:lnTo>
                <a:lnTo>
                  <a:pt x="252744" y="56668"/>
                </a:lnTo>
                <a:lnTo>
                  <a:pt x="252794" y="55957"/>
                </a:lnTo>
                <a:lnTo>
                  <a:pt x="252846" y="55250"/>
                </a:lnTo>
                <a:lnTo>
                  <a:pt x="252902" y="54547"/>
                </a:lnTo>
                <a:lnTo>
                  <a:pt x="252961" y="53848"/>
                </a:lnTo>
                <a:lnTo>
                  <a:pt x="253023" y="53153"/>
                </a:lnTo>
                <a:lnTo>
                  <a:pt x="253088" y="52462"/>
                </a:lnTo>
                <a:lnTo>
                  <a:pt x="253156" y="51775"/>
                </a:lnTo>
                <a:lnTo>
                  <a:pt x="253227" y="51092"/>
                </a:lnTo>
                <a:lnTo>
                  <a:pt x="253302" y="50415"/>
                </a:lnTo>
                <a:lnTo>
                  <a:pt x="253381" y="49744"/>
                </a:lnTo>
                <a:lnTo>
                  <a:pt x="253464" y="49080"/>
                </a:lnTo>
                <a:lnTo>
                  <a:pt x="253552" y="48423"/>
                </a:lnTo>
                <a:lnTo>
                  <a:pt x="253645" y="47773"/>
                </a:lnTo>
                <a:lnTo>
                  <a:pt x="253742" y="47130"/>
                </a:lnTo>
                <a:lnTo>
                  <a:pt x="253843" y="46494"/>
                </a:lnTo>
                <a:lnTo>
                  <a:pt x="253949" y="45864"/>
                </a:lnTo>
                <a:lnTo>
                  <a:pt x="254059" y="45242"/>
                </a:lnTo>
                <a:lnTo>
                  <a:pt x="254174" y="44626"/>
                </a:lnTo>
                <a:lnTo>
                  <a:pt x="254293" y="44018"/>
                </a:lnTo>
                <a:lnTo>
                  <a:pt x="254416" y="43416"/>
                </a:lnTo>
                <a:lnTo>
                  <a:pt x="254544" y="42821"/>
                </a:lnTo>
                <a:lnTo>
                  <a:pt x="254677" y="42233"/>
                </a:lnTo>
                <a:lnTo>
                  <a:pt x="254813" y="41651"/>
                </a:lnTo>
                <a:lnTo>
                  <a:pt x="254955" y="41077"/>
                </a:lnTo>
                <a:lnTo>
                  <a:pt x="255101" y="40510"/>
                </a:lnTo>
                <a:lnTo>
                  <a:pt x="255251" y="39949"/>
                </a:lnTo>
                <a:lnTo>
                  <a:pt x="255405" y="39395"/>
                </a:lnTo>
                <a:lnTo>
                  <a:pt x="255564" y="38849"/>
                </a:lnTo>
                <a:lnTo>
                  <a:pt x="255728" y="38309"/>
                </a:lnTo>
                <a:lnTo>
                  <a:pt x="255896" y="37776"/>
                </a:lnTo>
                <a:lnTo>
                  <a:pt x="256068" y="37249"/>
                </a:lnTo>
                <a:lnTo>
                  <a:pt x="256245" y="36730"/>
                </a:lnTo>
                <a:lnTo>
                  <a:pt x="256427" y="36219"/>
                </a:lnTo>
                <a:lnTo>
                  <a:pt x="256614" y="35717"/>
                </a:lnTo>
                <a:lnTo>
                  <a:pt x="256806" y="35225"/>
                </a:lnTo>
                <a:lnTo>
                  <a:pt x="257004" y="34742"/>
                </a:lnTo>
                <a:lnTo>
                  <a:pt x="257207" y="34269"/>
                </a:lnTo>
                <a:lnTo>
                  <a:pt x="257415" y="33805"/>
                </a:lnTo>
                <a:lnTo>
                  <a:pt x="257629" y="33351"/>
                </a:lnTo>
                <a:lnTo>
                  <a:pt x="257848" y="32906"/>
                </a:lnTo>
                <a:lnTo>
                  <a:pt x="258072" y="32471"/>
                </a:lnTo>
                <a:lnTo>
                  <a:pt x="258302" y="32046"/>
                </a:lnTo>
                <a:lnTo>
                  <a:pt x="258537" y="31629"/>
                </a:lnTo>
                <a:lnTo>
                  <a:pt x="258777" y="31223"/>
                </a:lnTo>
                <a:lnTo>
                  <a:pt x="259023" y="30826"/>
                </a:lnTo>
                <a:lnTo>
                  <a:pt x="259274" y="30438"/>
                </a:lnTo>
                <a:lnTo>
                  <a:pt x="259530" y="30060"/>
                </a:lnTo>
                <a:lnTo>
                  <a:pt x="259792" y="29692"/>
                </a:lnTo>
                <a:lnTo>
                  <a:pt x="260059" y="29333"/>
                </a:lnTo>
                <a:lnTo>
                  <a:pt x="260331" y="28984"/>
                </a:lnTo>
                <a:lnTo>
                  <a:pt x="260609" y="28644"/>
                </a:lnTo>
                <a:lnTo>
                  <a:pt x="260892" y="28313"/>
                </a:lnTo>
                <a:lnTo>
                  <a:pt x="261180" y="27993"/>
                </a:lnTo>
                <a:lnTo>
                  <a:pt x="261474" y="27681"/>
                </a:lnTo>
                <a:lnTo>
                  <a:pt x="261773" y="27379"/>
                </a:lnTo>
                <a:lnTo>
                  <a:pt x="262077" y="27087"/>
                </a:lnTo>
                <a:lnTo>
                  <a:pt x="262387" y="26805"/>
                </a:lnTo>
                <a:lnTo>
                  <a:pt x="262704" y="26536"/>
                </a:lnTo>
                <a:lnTo>
                  <a:pt x="263028" y="26278"/>
                </a:lnTo>
                <a:lnTo>
                  <a:pt x="263359" y="26032"/>
                </a:lnTo>
                <a:lnTo>
                  <a:pt x="263696" y="25798"/>
                </a:lnTo>
                <a:lnTo>
                  <a:pt x="264040" y="25577"/>
                </a:lnTo>
                <a:lnTo>
                  <a:pt x="264391" y="25367"/>
                </a:lnTo>
                <a:lnTo>
                  <a:pt x="264748" y="25169"/>
                </a:lnTo>
                <a:lnTo>
                  <a:pt x="265113" y="24983"/>
                </a:lnTo>
                <a:lnTo>
                  <a:pt x="265484" y="24809"/>
                </a:lnTo>
                <a:lnTo>
                  <a:pt x="265862" y="24647"/>
                </a:lnTo>
                <a:lnTo>
                  <a:pt x="266246" y="24497"/>
                </a:lnTo>
                <a:lnTo>
                  <a:pt x="266637" y="24360"/>
                </a:lnTo>
                <a:lnTo>
                  <a:pt x="267035" y="24234"/>
                </a:lnTo>
                <a:lnTo>
                  <a:pt x="267440" y="24120"/>
                </a:lnTo>
                <a:lnTo>
                  <a:pt x="267852" y="24018"/>
                </a:lnTo>
                <a:lnTo>
                  <a:pt x="268270" y="23928"/>
                </a:lnTo>
                <a:lnTo>
                  <a:pt x="268695" y="23850"/>
                </a:lnTo>
                <a:lnTo>
                  <a:pt x="269127" y="23784"/>
                </a:lnTo>
                <a:lnTo>
                  <a:pt x="269566" y="23730"/>
                </a:lnTo>
                <a:lnTo>
                  <a:pt x="270011" y="23688"/>
                </a:lnTo>
                <a:lnTo>
                  <a:pt x="270463" y="23658"/>
                </a:lnTo>
                <a:lnTo>
                  <a:pt x="270922" y="23640"/>
                </a:lnTo>
                <a:lnTo>
                  <a:pt x="271387" y="23634"/>
                </a:lnTo>
                <a:lnTo>
                  <a:pt x="271861" y="23640"/>
                </a:lnTo>
                <a:lnTo>
                  <a:pt x="272328" y="23658"/>
                </a:lnTo>
                <a:lnTo>
                  <a:pt x="272789" y="23688"/>
                </a:lnTo>
                <a:lnTo>
                  <a:pt x="273242" y="23730"/>
                </a:lnTo>
                <a:lnTo>
                  <a:pt x="273688" y="23784"/>
                </a:lnTo>
                <a:lnTo>
                  <a:pt x="274127" y="23850"/>
                </a:lnTo>
                <a:lnTo>
                  <a:pt x="274560" y="23928"/>
                </a:lnTo>
                <a:lnTo>
                  <a:pt x="274985" y="24018"/>
                </a:lnTo>
                <a:lnTo>
                  <a:pt x="275404" y="24120"/>
                </a:lnTo>
                <a:lnTo>
                  <a:pt x="275816" y="24234"/>
                </a:lnTo>
                <a:lnTo>
                  <a:pt x="276220" y="24360"/>
                </a:lnTo>
                <a:lnTo>
                  <a:pt x="276618" y="24497"/>
                </a:lnTo>
                <a:lnTo>
                  <a:pt x="277009" y="24647"/>
                </a:lnTo>
                <a:lnTo>
                  <a:pt x="277393" y="24809"/>
                </a:lnTo>
                <a:lnTo>
                  <a:pt x="277770" y="24983"/>
                </a:lnTo>
                <a:lnTo>
                  <a:pt x="278140" y="25169"/>
                </a:lnTo>
                <a:lnTo>
                  <a:pt x="278503" y="25367"/>
                </a:lnTo>
                <a:lnTo>
                  <a:pt x="278859" y="25577"/>
                </a:lnTo>
                <a:lnTo>
                  <a:pt x="279209" y="25798"/>
                </a:lnTo>
                <a:lnTo>
                  <a:pt x="279551" y="26032"/>
                </a:lnTo>
                <a:lnTo>
                  <a:pt x="279886" y="26278"/>
                </a:lnTo>
                <a:lnTo>
                  <a:pt x="280215" y="26536"/>
                </a:lnTo>
                <a:lnTo>
                  <a:pt x="280537" y="26805"/>
                </a:lnTo>
                <a:lnTo>
                  <a:pt x="280851" y="27087"/>
                </a:lnTo>
                <a:lnTo>
                  <a:pt x="281160" y="27379"/>
                </a:lnTo>
                <a:lnTo>
                  <a:pt x="281462" y="27681"/>
                </a:lnTo>
                <a:lnTo>
                  <a:pt x="281759" y="27993"/>
                </a:lnTo>
                <a:lnTo>
                  <a:pt x="282051" y="28313"/>
                </a:lnTo>
                <a:lnTo>
                  <a:pt x="282336" y="28644"/>
                </a:lnTo>
                <a:lnTo>
                  <a:pt x="282616" y="28984"/>
                </a:lnTo>
                <a:lnTo>
                  <a:pt x="282890" y="29333"/>
                </a:lnTo>
                <a:lnTo>
                  <a:pt x="283159" y="29692"/>
                </a:lnTo>
                <a:lnTo>
                  <a:pt x="283422" y="30060"/>
                </a:lnTo>
                <a:lnTo>
                  <a:pt x="283679" y="30438"/>
                </a:lnTo>
                <a:lnTo>
                  <a:pt x="283931" y="30826"/>
                </a:lnTo>
                <a:lnTo>
                  <a:pt x="284176" y="31223"/>
                </a:lnTo>
                <a:lnTo>
                  <a:pt x="284417" y="31629"/>
                </a:lnTo>
                <a:lnTo>
                  <a:pt x="284651" y="32046"/>
                </a:lnTo>
                <a:lnTo>
                  <a:pt x="284880" y="32471"/>
                </a:lnTo>
                <a:lnTo>
                  <a:pt x="285103" y="32906"/>
                </a:lnTo>
                <a:lnTo>
                  <a:pt x="285320" y="33351"/>
                </a:lnTo>
                <a:lnTo>
                  <a:pt x="285532" y="33805"/>
                </a:lnTo>
                <a:lnTo>
                  <a:pt x="285738" y="34269"/>
                </a:lnTo>
                <a:lnTo>
                  <a:pt x="285938" y="34742"/>
                </a:lnTo>
                <a:lnTo>
                  <a:pt x="286133" y="35225"/>
                </a:lnTo>
                <a:lnTo>
                  <a:pt x="286322" y="35717"/>
                </a:lnTo>
                <a:lnTo>
                  <a:pt x="286505" y="36219"/>
                </a:lnTo>
                <a:lnTo>
                  <a:pt x="286683" y="36730"/>
                </a:lnTo>
                <a:lnTo>
                  <a:pt x="286856" y="37249"/>
                </a:lnTo>
                <a:lnTo>
                  <a:pt x="287024" y="37776"/>
                </a:lnTo>
                <a:lnTo>
                  <a:pt x="287188" y="38309"/>
                </a:lnTo>
                <a:lnTo>
                  <a:pt x="287348" y="38849"/>
                </a:lnTo>
                <a:lnTo>
                  <a:pt x="287504" y="39395"/>
                </a:lnTo>
                <a:lnTo>
                  <a:pt x="287655" y="39949"/>
                </a:lnTo>
                <a:lnTo>
                  <a:pt x="287802" y="40510"/>
                </a:lnTo>
                <a:lnTo>
                  <a:pt x="287945" y="41077"/>
                </a:lnTo>
                <a:lnTo>
                  <a:pt x="288083" y="41651"/>
                </a:lnTo>
                <a:lnTo>
                  <a:pt x="288218" y="42233"/>
                </a:lnTo>
                <a:lnTo>
                  <a:pt x="288348" y="42821"/>
                </a:lnTo>
                <a:lnTo>
                  <a:pt x="288473" y="43416"/>
                </a:lnTo>
                <a:lnTo>
                  <a:pt x="288595" y="44018"/>
                </a:lnTo>
                <a:lnTo>
                  <a:pt x="288712" y="44626"/>
                </a:lnTo>
                <a:lnTo>
                  <a:pt x="288825" y="45242"/>
                </a:lnTo>
                <a:lnTo>
                  <a:pt x="288934" y="45864"/>
                </a:lnTo>
                <a:lnTo>
                  <a:pt x="289038" y="46494"/>
                </a:lnTo>
                <a:lnTo>
                  <a:pt x="289139" y="47130"/>
                </a:lnTo>
                <a:lnTo>
                  <a:pt x="289234" y="47773"/>
                </a:lnTo>
                <a:lnTo>
                  <a:pt x="289326" y="48423"/>
                </a:lnTo>
                <a:lnTo>
                  <a:pt x="289413" y="49080"/>
                </a:lnTo>
                <a:lnTo>
                  <a:pt x="289497" y="49744"/>
                </a:lnTo>
                <a:lnTo>
                  <a:pt x="289575" y="50415"/>
                </a:lnTo>
                <a:lnTo>
                  <a:pt x="289650" y="51092"/>
                </a:lnTo>
                <a:lnTo>
                  <a:pt x="289721" y="51775"/>
                </a:lnTo>
                <a:lnTo>
                  <a:pt x="289789" y="52462"/>
                </a:lnTo>
                <a:lnTo>
                  <a:pt x="289854" y="53153"/>
                </a:lnTo>
                <a:lnTo>
                  <a:pt x="289916" y="53848"/>
                </a:lnTo>
                <a:lnTo>
                  <a:pt x="289975" y="54547"/>
                </a:lnTo>
                <a:lnTo>
                  <a:pt x="290031" y="55250"/>
                </a:lnTo>
                <a:lnTo>
                  <a:pt x="290083" y="55957"/>
                </a:lnTo>
                <a:lnTo>
                  <a:pt x="290133" y="56668"/>
                </a:lnTo>
                <a:lnTo>
                  <a:pt x="290180" y="57384"/>
                </a:lnTo>
                <a:lnTo>
                  <a:pt x="290224" y="58103"/>
                </a:lnTo>
                <a:lnTo>
                  <a:pt x="290265" y="58826"/>
                </a:lnTo>
                <a:lnTo>
                  <a:pt x="290302" y="59554"/>
                </a:lnTo>
                <a:lnTo>
                  <a:pt x="290337" y="60285"/>
                </a:lnTo>
                <a:lnTo>
                  <a:pt x="290369" y="61021"/>
                </a:lnTo>
                <a:lnTo>
                  <a:pt x="290397" y="61761"/>
                </a:lnTo>
                <a:lnTo>
                  <a:pt x="290423" y="62504"/>
                </a:lnTo>
                <a:lnTo>
                  <a:pt x="290446" y="63252"/>
                </a:lnTo>
                <a:lnTo>
                  <a:pt x="290465" y="64004"/>
                </a:lnTo>
                <a:lnTo>
                  <a:pt x="290482" y="64760"/>
                </a:lnTo>
                <a:lnTo>
                  <a:pt x="290496" y="65520"/>
                </a:lnTo>
                <a:lnTo>
                  <a:pt x="290506" y="66284"/>
                </a:lnTo>
                <a:lnTo>
                  <a:pt x="290514" y="67052"/>
                </a:lnTo>
                <a:lnTo>
                  <a:pt x="290518" y="67824"/>
                </a:lnTo>
                <a:lnTo>
                  <a:pt x="290520" y="68601"/>
                </a:lnTo>
                <a:lnTo>
                  <a:pt x="290518" y="69368"/>
                </a:lnTo>
                <a:lnTo>
                  <a:pt x="290514" y="70133"/>
                </a:lnTo>
                <a:lnTo>
                  <a:pt x="290506" y="70893"/>
                </a:lnTo>
                <a:lnTo>
                  <a:pt x="290496" y="71650"/>
                </a:lnTo>
                <a:lnTo>
                  <a:pt x="290482" y="72403"/>
                </a:lnTo>
                <a:lnTo>
                  <a:pt x="290465" y="73152"/>
                </a:lnTo>
                <a:lnTo>
                  <a:pt x="290446" y="73898"/>
                </a:lnTo>
                <a:lnTo>
                  <a:pt x="290423" y="74640"/>
                </a:lnTo>
                <a:lnTo>
                  <a:pt x="290397" y="75378"/>
                </a:lnTo>
                <a:lnTo>
                  <a:pt x="290369" y="76113"/>
                </a:lnTo>
                <a:lnTo>
                  <a:pt x="290337" y="76844"/>
                </a:lnTo>
                <a:lnTo>
                  <a:pt x="290302" y="77571"/>
                </a:lnTo>
                <a:lnTo>
                  <a:pt x="290265" y="78295"/>
                </a:lnTo>
                <a:lnTo>
                  <a:pt x="290224" y="79015"/>
                </a:lnTo>
                <a:lnTo>
                  <a:pt x="290180" y="79731"/>
                </a:lnTo>
                <a:lnTo>
                  <a:pt x="290133" y="80443"/>
                </a:lnTo>
                <a:lnTo>
                  <a:pt x="290083" y="81152"/>
                </a:lnTo>
                <a:lnTo>
                  <a:pt x="290031" y="81857"/>
                </a:lnTo>
                <a:lnTo>
                  <a:pt x="289975" y="82558"/>
                </a:lnTo>
                <a:lnTo>
                  <a:pt x="289916" y="83256"/>
                </a:lnTo>
                <a:lnTo>
                  <a:pt x="289854" y="83950"/>
                </a:lnTo>
                <a:lnTo>
                  <a:pt x="289789" y="84640"/>
                </a:lnTo>
                <a:lnTo>
                  <a:pt x="289721" y="85327"/>
                </a:lnTo>
                <a:lnTo>
                  <a:pt x="289650" y="86010"/>
                </a:lnTo>
                <a:lnTo>
                  <a:pt x="289575" y="86687"/>
                </a:lnTo>
                <a:lnTo>
                  <a:pt x="289497" y="87357"/>
                </a:lnTo>
                <a:lnTo>
                  <a:pt x="289413" y="88020"/>
                </a:lnTo>
                <a:lnTo>
                  <a:pt x="289326" y="88676"/>
                </a:lnTo>
                <a:lnTo>
                  <a:pt x="289234" y="89325"/>
                </a:lnTo>
                <a:lnTo>
                  <a:pt x="289139" y="89967"/>
                </a:lnTo>
                <a:lnTo>
                  <a:pt x="289038" y="90602"/>
                </a:lnTo>
                <a:lnTo>
                  <a:pt x="288934" y="91230"/>
                </a:lnTo>
                <a:lnTo>
                  <a:pt x="288825" y="91851"/>
                </a:lnTo>
                <a:lnTo>
                  <a:pt x="288712" y="92465"/>
                </a:lnTo>
                <a:lnTo>
                  <a:pt x="288595" y="93072"/>
                </a:lnTo>
                <a:lnTo>
                  <a:pt x="288473" y="93672"/>
                </a:lnTo>
                <a:lnTo>
                  <a:pt x="288348" y="94265"/>
                </a:lnTo>
                <a:lnTo>
                  <a:pt x="288218" y="94850"/>
                </a:lnTo>
                <a:lnTo>
                  <a:pt x="288083" y="95429"/>
                </a:lnTo>
                <a:lnTo>
                  <a:pt x="287945" y="96001"/>
                </a:lnTo>
                <a:lnTo>
                  <a:pt x="287802" y="96565"/>
                </a:lnTo>
                <a:lnTo>
                  <a:pt x="287655" y="97123"/>
                </a:lnTo>
                <a:lnTo>
                  <a:pt x="287504" y="97673"/>
                </a:lnTo>
                <a:lnTo>
                  <a:pt x="287348" y="98217"/>
                </a:lnTo>
                <a:lnTo>
                  <a:pt x="287188" y="98753"/>
                </a:lnTo>
                <a:lnTo>
                  <a:pt x="287024" y="99283"/>
                </a:lnTo>
                <a:lnTo>
                  <a:pt x="286856" y="99805"/>
                </a:lnTo>
                <a:lnTo>
                  <a:pt x="286683" y="100321"/>
                </a:lnTo>
                <a:lnTo>
                  <a:pt x="286505" y="100827"/>
                </a:lnTo>
                <a:lnTo>
                  <a:pt x="286322" y="101325"/>
                </a:lnTo>
                <a:lnTo>
                  <a:pt x="286133" y="101813"/>
                </a:lnTo>
                <a:lnTo>
                  <a:pt x="285938" y="102292"/>
                </a:lnTo>
                <a:lnTo>
                  <a:pt x="285738" y="102762"/>
                </a:lnTo>
                <a:lnTo>
                  <a:pt x="285532" y="103222"/>
                </a:lnTo>
                <a:lnTo>
                  <a:pt x="285320" y="103673"/>
                </a:lnTo>
                <a:lnTo>
                  <a:pt x="285103" y="104115"/>
                </a:lnTo>
                <a:lnTo>
                  <a:pt x="284880" y="104547"/>
                </a:lnTo>
                <a:lnTo>
                  <a:pt x="284651" y="104970"/>
                </a:lnTo>
                <a:lnTo>
                  <a:pt x="284417" y="105384"/>
                </a:lnTo>
                <a:lnTo>
                  <a:pt x="284176" y="105788"/>
                </a:lnTo>
                <a:lnTo>
                  <a:pt x="283931" y="106183"/>
                </a:lnTo>
                <a:lnTo>
                  <a:pt x="283679" y="106569"/>
                </a:lnTo>
                <a:lnTo>
                  <a:pt x="283422" y="106945"/>
                </a:lnTo>
                <a:lnTo>
                  <a:pt x="283159" y="107312"/>
                </a:lnTo>
                <a:lnTo>
                  <a:pt x="282890" y="107670"/>
                </a:lnTo>
                <a:lnTo>
                  <a:pt x="282616" y="108018"/>
                </a:lnTo>
                <a:lnTo>
                  <a:pt x="282336" y="108357"/>
                </a:lnTo>
                <a:lnTo>
                  <a:pt x="282051" y="108687"/>
                </a:lnTo>
                <a:lnTo>
                  <a:pt x="281759" y="109007"/>
                </a:lnTo>
                <a:lnTo>
                  <a:pt x="281462" y="109318"/>
                </a:lnTo>
                <a:lnTo>
                  <a:pt x="281160" y="109620"/>
                </a:lnTo>
                <a:lnTo>
                  <a:pt x="280851" y="109912"/>
                </a:lnTo>
                <a:lnTo>
                  <a:pt x="280537" y="110194"/>
                </a:lnTo>
                <a:lnTo>
                  <a:pt x="280215" y="110463"/>
                </a:lnTo>
                <a:lnTo>
                  <a:pt x="279886" y="110721"/>
                </a:lnTo>
                <a:lnTo>
                  <a:pt x="279551" y="110966"/>
                </a:lnTo>
                <a:lnTo>
                  <a:pt x="279209" y="111200"/>
                </a:lnTo>
                <a:lnTo>
                  <a:pt x="278859" y="111422"/>
                </a:lnTo>
                <a:lnTo>
                  <a:pt x="278503" y="111631"/>
                </a:lnTo>
                <a:lnTo>
                  <a:pt x="278140" y="111829"/>
                </a:lnTo>
                <a:lnTo>
                  <a:pt x="277770" y="112015"/>
                </a:lnTo>
                <a:lnTo>
                  <a:pt x="277393" y="112188"/>
                </a:lnTo>
                <a:lnTo>
                  <a:pt x="277009" y="112350"/>
                </a:lnTo>
                <a:lnTo>
                  <a:pt x="276618" y="112500"/>
                </a:lnTo>
                <a:lnTo>
                  <a:pt x="276220" y="112638"/>
                </a:lnTo>
                <a:lnTo>
                  <a:pt x="275816" y="112763"/>
                </a:lnTo>
                <a:lnTo>
                  <a:pt x="275404" y="112877"/>
                </a:lnTo>
                <a:lnTo>
                  <a:pt x="274985" y="112979"/>
                </a:lnTo>
                <a:lnTo>
                  <a:pt x="274560" y="113069"/>
                </a:lnTo>
                <a:lnTo>
                  <a:pt x="274127" y="113147"/>
                </a:lnTo>
                <a:lnTo>
                  <a:pt x="273688" y="113212"/>
                </a:lnTo>
                <a:lnTo>
                  <a:pt x="273242" y="113266"/>
                </a:lnTo>
                <a:lnTo>
                  <a:pt x="272789" y="113308"/>
                </a:lnTo>
                <a:lnTo>
                  <a:pt x="272328" y="113338"/>
                </a:lnTo>
                <a:lnTo>
                  <a:pt x="271861" y="113356"/>
                </a:lnTo>
                <a:lnTo>
                  <a:pt x="271387" y="113362"/>
                </a:lnTo>
                <a:lnTo>
                  <a:pt x="270922" y="113356"/>
                </a:lnTo>
                <a:lnTo>
                  <a:pt x="270463" y="113338"/>
                </a:lnTo>
                <a:lnTo>
                  <a:pt x="270011" y="113308"/>
                </a:lnTo>
                <a:close/>
                <a:moveTo>
                  <a:pt x="158100" y="1842"/>
                </a:moveTo>
                <a:lnTo>
                  <a:pt x="157748" y="2297"/>
                </a:lnTo>
                <a:lnTo>
                  <a:pt x="157393" y="2750"/>
                </a:lnTo>
                <a:lnTo>
                  <a:pt x="157033" y="3200"/>
                </a:lnTo>
                <a:lnTo>
                  <a:pt x="156669" y="3646"/>
                </a:lnTo>
                <a:lnTo>
                  <a:pt x="156301" y="4090"/>
                </a:lnTo>
                <a:lnTo>
                  <a:pt x="155929" y="4531"/>
                </a:lnTo>
                <a:lnTo>
                  <a:pt x="155553" y="4969"/>
                </a:lnTo>
                <a:lnTo>
                  <a:pt x="155173" y="5403"/>
                </a:lnTo>
                <a:lnTo>
                  <a:pt x="154789" y="5835"/>
                </a:lnTo>
                <a:lnTo>
                  <a:pt x="154400" y="6264"/>
                </a:lnTo>
                <a:lnTo>
                  <a:pt x="154008" y="6690"/>
                </a:lnTo>
                <a:lnTo>
                  <a:pt x="153611" y="7112"/>
                </a:lnTo>
                <a:lnTo>
                  <a:pt x="153210" y="7532"/>
                </a:lnTo>
                <a:lnTo>
                  <a:pt x="152806" y="7949"/>
                </a:lnTo>
                <a:lnTo>
                  <a:pt x="152397" y="8363"/>
                </a:lnTo>
                <a:lnTo>
                  <a:pt x="151984" y="8773"/>
                </a:lnTo>
                <a:lnTo>
                  <a:pt x="151567" y="9181"/>
                </a:lnTo>
                <a:lnTo>
                  <a:pt x="151146" y="9586"/>
                </a:lnTo>
                <a:lnTo>
                  <a:pt x="150721" y="9988"/>
                </a:lnTo>
                <a:lnTo>
                  <a:pt x="150292" y="10386"/>
                </a:lnTo>
                <a:lnTo>
                  <a:pt x="149858" y="10782"/>
                </a:lnTo>
                <a:lnTo>
                  <a:pt x="149421" y="11175"/>
                </a:lnTo>
                <a:lnTo>
                  <a:pt x="148979" y="11565"/>
                </a:lnTo>
                <a:lnTo>
                  <a:pt x="148534" y="11951"/>
                </a:lnTo>
                <a:lnTo>
                  <a:pt x="148083" y="12335"/>
                </a:lnTo>
                <a:lnTo>
                  <a:pt x="147627" y="12714"/>
                </a:lnTo>
                <a:lnTo>
                  <a:pt x="147164" y="13089"/>
                </a:lnTo>
                <a:lnTo>
                  <a:pt x="146695" y="13460"/>
                </a:lnTo>
                <a:lnTo>
                  <a:pt x="146220" y="13827"/>
                </a:lnTo>
                <a:lnTo>
                  <a:pt x="145739" y="14190"/>
                </a:lnTo>
                <a:lnTo>
                  <a:pt x="145253" y="14549"/>
                </a:lnTo>
                <a:lnTo>
                  <a:pt x="144760" y="14904"/>
                </a:lnTo>
                <a:lnTo>
                  <a:pt x="144261" y="15255"/>
                </a:lnTo>
                <a:lnTo>
                  <a:pt x="143756" y="15601"/>
                </a:lnTo>
                <a:lnTo>
                  <a:pt x="143245" y="15944"/>
                </a:lnTo>
                <a:lnTo>
                  <a:pt x="142728" y="16283"/>
                </a:lnTo>
                <a:lnTo>
                  <a:pt x="142205" y="16617"/>
                </a:lnTo>
                <a:lnTo>
                  <a:pt x="141675" y="16948"/>
                </a:lnTo>
                <a:lnTo>
                  <a:pt x="141140" y="17275"/>
                </a:lnTo>
                <a:lnTo>
                  <a:pt x="140599" y="17597"/>
                </a:lnTo>
                <a:lnTo>
                  <a:pt x="140052" y="17915"/>
                </a:lnTo>
                <a:lnTo>
                  <a:pt x="139498" y="18230"/>
                </a:lnTo>
                <a:lnTo>
                  <a:pt x="138939" y="18540"/>
                </a:lnTo>
                <a:lnTo>
                  <a:pt x="138374" y="18846"/>
                </a:lnTo>
                <a:lnTo>
                  <a:pt x="137802" y="19149"/>
                </a:lnTo>
                <a:lnTo>
                  <a:pt x="137225" y="19447"/>
                </a:lnTo>
                <a:lnTo>
                  <a:pt x="136641" y="19741"/>
                </a:lnTo>
                <a:lnTo>
                  <a:pt x="136052" y="20031"/>
                </a:lnTo>
                <a:lnTo>
                  <a:pt x="135455" y="20316"/>
                </a:lnTo>
                <a:lnTo>
                  <a:pt x="134851" y="20597"/>
                </a:lnTo>
                <a:lnTo>
                  <a:pt x="134238" y="20872"/>
                </a:lnTo>
                <a:lnTo>
                  <a:pt x="133618" y="21142"/>
                </a:lnTo>
                <a:lnTo>
                  <a:pt x="132989" y="21408"/>
                </a:lnTo>
                <a:lnTo>
                  <a:pt x="132353" y="21669"/>
                </a:lnTo>
                <a:lnTo>
                  <a:pt x="131708" y="21924"/>
                </a:lnTo>
                <a:lnTo>
                  <a:pt x="131055" y="22175"/>
                </a:lnTo>
                <a:lnTo>
                  <a:pt x="130395" y="22421"/>
                </a:lnTo>
                <a:lnTo>
                  <a:pt x="129726" y="22662"/>
                </a:lnTo>
                <a:lnTo>
                  <a:pt x="129050" y="22898"/>
                </a:lnTo>
                <a:lnTo>
                  <a:pt x="128366" y="23129"/>
                </a:lnTo>
                <a:lnTo>
                  <a:pt x="127673" y="23355"/>
                </a:lnTo>
                <a:lnTo>
                  <a:pt x="126973" y="23576"/>
                </a:lnTo>
                <a:lnTo>
                  <a:pt x="126264" y="23793"/>
                </a:lnTo>
                <a:lnTo>
                  <a:pt x="125548" y="24004"/>
                </a:lnTo>
                <a:lnTo>
                  <a:pt x="124823" y="24210"/>
                </a:lnTo>
                <a:lnTo>
                  <a:pt x="124091" y="24412"/>
                </a:lnTo>
                <a:lnTo>
                  <a:pt x="123350" y="24608"/>
                </a:lnTo>
                <a:lnTo>
                  <a:pt x="122602" y="24800"/>
                </a:lnTo>
                <a:lnTo>
                  <a:pt x="121846" y="24987"/>
                </a:lnTo>
                <a:lnTo>
                  <a:pt x="121081" y="25169"/>
                </a:lnTo>
                <a:lnTo>
                  <a:pt x="120309" y="25345"/>
                </a:lnTo>
                <a:lnTo>
                  <a:pt x="119528" y="25517"/>
                </a:lnTo>
                <a:lnTo>
                  <a:pt x="119528" y="50686"/>
                </a:lnTo>
                <a:lnTo>
                  <a:pt x="120300" y="50574"/>
                </a:lnTo>
                <a:lnTo>
                  <a:pt x="121063" y="50458"/>
                </a:lnTo>
                <a:lnTo>
                  <a:pt x="121817" y="50337"/>
                </a:lnTo>
                <a:lnTo>
                  <a:pt x="122562" y="50212"/>
                </a:lnTo>
                <a:lnTo>
                  <a:pt x="123299" y="50082"/>
                </a:lnTo>
                <a:lnTo>
                  <a:pt x="124027" y="49948"/>
                </a:lnTo>
                <a:lnTo>
                  <a:pt x="124746" y="49810"/>
                </a:lnTo>
                <a:lnTo>
                  <a:pt x="125457" y="49667"/>
                </a:lnTo>
                <a:lnTo>
                  <a:pt x="126159" y="49520"/>
                </a:lnTo>
                <a:lnTo>
                  <a:pt x="126852" y="49369"/>
                </a:lnTo>
                <a:lnTo>
                  <a:pt x="127536" y="49213"/>
                </a:lnTo>
                <a:lnTo>
                  <a:pt x="128212" y="49052"/>
                </a:lnTo>
                <a:lnTo>
                  <a:pt x="128879" y="48888"/>
                </a:lnTo>
                <a:lnTo>
                  <a:pt x="129537" y="48719"/>
                </a:lnTo>
                <a:lnTo>
                  <a:pt x="130187" y="48545"/>
                </a:lnTo>
                <a:lnTo>
                  <a:pt x="130828" y="48367"/>
                </a:lnTo>
                <a:lnTo>
                  <a:pt x="131460" y="48185"/>
                </a:lnTo>
                <a:lnTo>
                  <a:pt x="132084" y="47998"/>
                </a:lnTo>
                <a:lnTo>
                  <a:pt x="132699" y="47807"/>
                </a:lnTo>
                <a:lnTo>
                  <a:pt x="133305" y="47612"/>
                </a:lnTo>
                <a:lnTo>
                  <a:pt x="133902" y="47412"/>
                </a:lnTo>
                <a:lnTo>
                  <a:pt x="134491" y="47207"/>
                </a:lnTo>
                <a:lnTo>
                  <a:pt x="135071" y="46999"/>
                </a:lnTo>
                <a:lnTo>
                  <a:pt x="135642" y="46786"/>
                </a:lnTo>
                <a:lnTo>
                  <a:pt x="136206" y="46569"/>
                </a:lnTo>
                <a:lnTo>
                  <a:pt x="136763" y="46349"/>
                </a:lnTo>
                <a:lnTo>
                  <a:pt x="137312" y="46126"/>
                </a:lnTo>
                <a:lnTo>
                  <a:pt x="137855" y="45901"/>
                </a:lnTo>
                <a:lnTo>
                  <a:pt x="138391" y="45673"/>
                </a:lnTo>
                <a:lnTo>
                  <a:pt x="138920" y="45442"/>
                </a:lnTo>
                <a:lnTo>
                  <a:pt x="139442" y="45208"/>
                </a:lnTo>
                <a:lnTo>
                  <a:pt x="139957" y="44972"/>
                </a:lnTo>
                <a:lnTo>
                  <a:pt x="140465" y="44732"/>
                </a:lnTo>
                <a:lnTo>
                  <a:pt x="140966" y="44490"/>
                </a:lnTo>
                <a:lnTo>
                  <a:pt x="141460" y="44245"/>
                </a:lnTo>
                <a:lnTo>
                  <a:pt x="141948" y="43998"/>
                </a:lnTo>
                <a:lnTo>
                  <a:pt x="142428" y="43747"/>
                </a:lnTo>
                <a:lnTo>
                  <a:pt x="142901" y="43494"/>
                </a:lnTo>
                <a:lnTo>
                  <a:pt x="143368" y="43238"/>
                </a:lnTo>
                <a:lnTo>
                  <a:pt x="143827" y="42979"/>
                </a:lnTo>
                <a:lnTo>
                  <a:pt x="144280" y="42717"/>
                </a:lnTo>
                <a:lnTo>
                  <a:pt x="144726" y="42452"/>
                </a:lnTo>
                <a:lnTo>
                  <a:pt x="145165" y="42185"/>
                </a:lnTo>
                <a:lnTo>
                  <a:pt x="145597" y="41915"/>
                </a:lnTo>
                <a:lnTo>
                  <a:pt x="146022" y="41642"/>
                </a:lnTo>
                <a:lnTo>
                  <a:pt x="146440" y="41366"/>
                </a:lnTo>
                <a:lnTo>
                  <a:pt x="146851" y="41088"/>
                </a:lnTo>
                <a:lnTo>
                  <a:pt x="147255" y="40807"/>
                </a:lnTo>
                <a:lnTo>
                  <a:pt x="147653" y="40523"/>
                </a:lnTo>
                <a:lnTo>
                  <a:pt x="148046" y="40238"/>
                </a:lnTo>
                <a:lnTo>
                  <a:pt x="148433" y="39952"/>
                </a:lnTo>
                <a:lnTo>
                  <a:pt x="148815" y="39665"/>
                </a:lnTo>
                <a:lnTo>
                  <a:pt x="149192" y="39376"/>
                </a:lnTo>
                <a:lnTo>
                  <a:pt x="149563" y="39087"/>
                </a:lnTo>
                <a:lnTo>
                  <a:pt x="149929" y="38796"/>
                </a:lnTo>
                <a:lnTo>
                  <a:pt x="150290" y="38504"/>
                </a:lnTo>
                <a:lnTo>
                  <a:pt x="150646" y="38210"/>
                </a:lnTo>
                <a:lnTo>
                  <a:pt x="150996" y="37915"/>
                </a:lnTo>
                <a:lnTo>
                  <a:pt x="151341" y="37620"/>
                </a:lnTo>
                <a:lnTo>
                  <a:pt x="151680" y="37322"/>
                </a:lnTo>
                <a:lnTo>
                  <a:pt x="152014" y="37024"/>
                </a:lnTo>
                <a:lnTo>
                  <a:pt x="152343" y="36725"/>
                </a:lnTo>
                <a:lnTo>
                  <a:pt x="152666" y="36424"/>
                </a:lnTo>
                <a:lnTo>
                  <a:pt x="152984" y="36122"/>
                </a:lnTo>
                <a:lnTo>
                  <a:pt x="153297" y="35818"/>
                </a:lnTo>
                <a:lnTo>
                  <a:pt x="153605" y="35514"/>
                </a:lnTo>
                <a:lnTo>
                  <a:pt x="153907" y="35208"/>
                </a:lnTo>
                <a:lnTo>
                  <a:pt x="154204" y="34901"/>
                </a:lnTo>
                <a:lnTo>
                  <a:pt x="154495" y="34593"/>
                </a:lnTo>
                <a:lnTo>
                  <a:pt x="154781" y="34283"/>
                </a:lnTo>
                <a:lnTo>
                  <a:pt x="155062" y="33973"/>
                </a:lnTo>
                <a:lnTo>
                  <a:pt x="155338" y="33661"/>
                </a:lnTo>
                <a:lnTo>
                  <a:pt x="155338" y="135155"/>
                </a:lnTo>
                <a:lnTo>
                  <a:pt x="183883" y="135155"/>
                </a:lnTo>
                <a:lnTo>
                  <a:pt x="183883" y="1842"/>
                </a:lnTo>
                <a:lnTo>
                  <a:pt x="158100" y="1842"/>
                </a:lnTo>
                <a:close/>
              </a:path>
            </a:pathLst>
          </a:custGeom>
          <a:solidFill xmlns:a="http://schemas.openxmlformats.org/drawingml/2006/main">
            <a:srgbClr val="B222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-10">
            <a:extLst xmlns:a="http://schemas.openxmlformats.org/drawingml/2006/main">
              <a:ext uri="{FF2B5EF4-FFF2-40B4-BE49-F238E27FC236}">
                <a16:creationId xmlns:a16="http://schemas.microsoft.com/office/drawing/2014/main" id="{6423620E-ABF4-422E-87F6-29C02285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63" y="3126345"/>
            <a:ext cx="280770" cy="136996"/>
          </a:xfrm>
          <a:custGeom xmlns:a="http://schemas.openxmlformats.org/drawingml/2006/main">
            <a:pathLst>
              <a:path w="280770" h="136996">
                <a:moveTo>
                  <a:pt x="0" y="96174"/>
                </a:moveTo>
                <a:lnTo>
                  <a:pt x="0" y="73153"/>
                </a:lnTo>
                <a:lnTo>
                  <a:pt x="56579" y="73153"/>
                </a:lnTo>
                <a:lnTo>
                  <a:pt x="56579" y="96174"/>
                </a:lnTo>
                <a:lnTo>
                  <a:pt x="0" y="96174"/>
                </a:lnTo>
                <a:close/>
                <a:moveTo>
                  <a:pt x="116838" y="135155"/>
                </a:moveTo>
                <a:lnTo>
                  <a:pt x="116838" y="33661"/>
                </a:lnTo>
                <a:cubicBezTo>
                  <a:pt x="114655" y="36161"/>
                  <a:pt x="111961" y="38543"/>
                  <a:pt x="108755" y="40807"/>
                </a:cubicBezTo>
                <a:cubicBezTo>
                  <a:pt x="105550" y="43068"/>
                  <a:pt x="101679" y="45061"/>
                  <a:pt x="97143" y="46786"/>
                </a:cubicBezTo>
                <a:cubicBezTo>
                  <a:pt x="92607" y="48508"/>
                  <a:pt x="87236" y="49808"/>
                  <a:pt x="81029" y="50686"/>
                </a:cubicBezTo>
                <a:lnTo>
                  <a:pt x="81029" y="25517"/>
                </a:lnTo>
                <a:cubicBezTo>
                  <a:pt x="87304" y="24162"/>
                  <a:pt x="92812" y="22333"/>
                  <a:pt x="97552" y="20031"/>
                </a:cubicBezTo>
                <a:cubicBezTo>
                  <a:pt x="102293" y="17727"/>
                  <a:pt x="106453" y="15034"/>
                  <a:pt x="110034" y="11951"/>
                </a:cubicBezTo>
                <a:cubicBezTo>
                  <a:pt x="113615" y="8869"/>
                  <a:pt x="116804" y="5499"/>
                  <a:pt x="119600" y="1842"/>
                </a:cubicBezTo>
                <a:lnTo>
                  <a:pt x="145383" y="1842"/>
                </a:lnTo>
                <a:lnTo>
                  <a:pt x="145383" y="135155"/>
                </a:lnTo>
                <a:lnTo>
                  <a:pt x="116838" y="135155"/>
                </a:lnTo>
                <a:close/>
                <a:moveTo>
                  <a:pt x="232888" y="136996"/>
                </a:moveTo>
                <a:cubicBezTo>
                  <a:pt x="224976" y="136996"/>
                  <a:pt x="218052" y="135504"/>
                  <a:pt x="212118" y="132520"/>
                </a:cubicBezTo>
                <a:cubicBezTo>
                  <a:pt x="206184" y="129534"/>
                  <a:pt x="201222" y="125140"/>
                  <a:pt x="197232" y="119338"/>
                </a:cubicBezTo>
                <a:cubicBezTo>
                  <a:pt x="193242" y="113536"/>
                  <a:pt x="190240" y="106394"/>
                  <a:pt x="188228" y="97913"/>
                </a:cubicBezTo>
                <a:cubicBezTo>
                  <a:pt x="186216" y="89432"/>
                  <a:pt x="185210" y="79695"/>
                  <a:pt x="185210" y="68703"/>
                </a:cubicBezTo>
                <a:cubicBezTo>
                  <a:pt x="185210" y="57642"/>
                  <a:pt x="186216" y="47855"/>
                  <a:pt x="188228" y="39339"/>
                </a:cubicBezTo>
                <a:cubicBezTo>
                  <a:pt x="190240" y="30824"/>
                  <a:pt x="193242" y="23631"/>
                  <a:pt x="197232" y="17761"/>
                </a:cubicBezTo>
                <a:cubicBezTo>
                  <a:pt x="201222" y="11891"/>
                  <a:pt x="206184" y="7463"/>
                  <a:pt x="212118" y="4479"/>
                </a:cubicBezTo>
                <a:cubicBezTo>
                  <a:pt x="218052" y="1493"/>
                  <a:pt x="224976" y="0"/>
                  <a:pt x="232888" y="0"/>
                </a:cubicBezTo>
                <a:cubicBezTo>
                  <a:pt x="240800" y="0"/>
                  <a:pt x="247740" y="1493"/>
                  <a:pt x="253708" y="4479"/>
                </a:cubicBezTo>
                <a:cubicBezTo>
                  <a:pt x="259677" y="7463"/>
                  <a:pt x="264656" y="11891"/>
                  <a:pt x="268646" y="17761"/>
                </a:cubicBezTo>
                <a:cubicBezTo>
                  <a:pt x="272636" y="23631"/>
                  <a:pt x="275654" y="30824"/>
                  <a:pt x="277701" y="39339"/>
                </a:cubicBezTo>
                <a:cubicBezTo>
                  <a:pt x="279747" y="47855"/>
                  <a:pt x="280770" y="57608"/>
                  <a:pt x="280770" y="68601"/>
                </a:cubicBezTo>
                <a:cubicBezTo>
                  <a:pt x="280770" y="79661"/>
                  <a:pt x="279747" y="89432"/>
                  <a:pt x="277701" y="97913"/>
                </a:cubicBezTo>
                <a:cubicBezTo>
                  <a:pt x="275654" y="106394"/>
                  <a:pt x="272636" y="113536"/>
                  <a:pt x="268646" y="119338"/>
                </a:cubicBezTo>
                <a:cubicBezTo>
                  <a:pt x="264656" y="125140"/>
                  <a:pt x="259677" y="129534"/>
                  <a:pt x="253708" y="132520"/>
                </a:cubicBezTo>
                <a:cubicBezTo>
                  <a:pt x="247740" y="135504"/>
                  <a:pt x="240800" y="136996"/>
                  <a:pt x="232888" y="136996"/>
                </a:cubicBezTo>
                <a:moveTo>
                  <a:pt x="232888" y="113362"/>
                </a:moveTo>
                <a:cubicBezTo>
                  <a:pt x="236707" y="113362"/>
                  <a:pt x="239862" y="112212"/>
                  <a:pt x="242352" y="109912"/>
                </a:cubicBezTo>
                <a:cubicBezTo>
                  <a:pt x="244841" y="107610"/>
                  <a:pt x="246785" y="104413"/>
                  <a:pt x="248183" y="100321"/>
                </a:cubicBezTo>
                <a:cubicBezTo>
                  <a:pt x="249582" y="96226"/>
                  <a:pt x="250571" y="91456"/>
                  <a:pt x="251151" y="86010"/>
                </a:cubicBezTo>
                <a:cubicBezTo>
                  <a:pt x="251730" y="80561"/>
                  <a:pt x="252020" y="74758"/>
                  <a:pt x="252020" y="68601"/>
                </a:cubicBezTo>
                <a:cubicBezTo>
                  <a:pt x="252020" y="62374"/>
                  <a:pt x="251730" y="56538"/>
                  <a:pt x="251151" y="51092"/>
                </a:cubicBezTo>
                <a:cubicBezTo>
                  <a:pt x="250571" y="45644"/>
                  <a:pt x="249582" y="40857"/>
                  <a:pt x="248183" y="36730"/>
                </a:cubicBezTo>
                <a:cubicBezTo>
                  <a:pt x="246785" y="32601"/>
                  <a:pt x="244841" y="29387"/>
                  <a:pt x="242352" y="27087"/>
                </a:cubicBezTo>
                <a:cubicBezTo>
                  <a:pt x="239862" y="24785"/>
                  <a:pt x="236707" y="23634"/>
                  <a:pt x="232888" y="23634"/>
                </a:cubicBezTo>
                <a:cubicBezTo>
                  <a:pt x="229136" y="23634"/>
                  <a:pt x="226033" y="24785"/>
                  <a:pt x="223577" y="27087"/>
                </a:cubicBezTo>
                <a:cubicBezTo>
                  <a:pt x="221122" y="29387"/>
                  <a:pt x="219178" y="32601"/>
                  <a:pt x="217745" y="36730"/>
                </a:cubicBezTo>
                <a:cubicBezTo>
                  <a:pt x="216313" y="40857"/>
                  <a:pt x="215307" y="45644"/>
                  <a:pt x="214727" y="51092"/>
                </a:cubicBezTo>
                <a:cubicBezTo>
                  <a:pt x="214147" y="56538"/>
                  <a:pt x="213858" y="62374"/>
                  <a:pt x="213858" y="68601"/>
                </a:cubicBezTo>
                <a:cubicBezTo>
                  <a:pt x="213858" y="74758"/>
                  <a:pt x="214147" y="80561"/>
                  <a:pt x="214727" y="86010"/>
                </a:cubicBezTo>
                <a:cubicBezTo>
                  <a:pt x="215307" y="91456"/>
                  <a:pt x="216313" y="96226"/>
                  <a:pt x="217745" y="100321"/>
                </a:cubicBezTo>
                <a:cubicBezTo>
                  <a:pt x="219178" y="104413"/>
                  <a:pt x="221122" y="107610"/>
                  <a:pt x="223577" y="109912"/>
                </a:cubicBezTo>
                <a:cubicBezTo>
                  <a:pt x="226033" y="112212"/>
                  <a:pt x="229136" y="113362"/>
                  <a:pt x="232888" y="113362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dd31293d844f7"/>
          <a:stretch xmlns:a="http://schemas.openxmlformats.org/drawingml/2006/main"/>
        </p:blipFill>
        <p:spPr>
          <a:xfrm xmlns:a="http://schemas.openxmlformats.org/drawingml/2006/main">
            <a:off x="1726219" y="3222597"/>
            <a:ext cx="164904" cy="4875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974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2026-09-05T08:53:14.1880000Z</dcterms:created>
  <dcterms:modified xsi:type="dcterms:W3CDTF">2026-09-05T08:53:14.1880000Z</dcterms:modified>
</coreProperties>
</file>