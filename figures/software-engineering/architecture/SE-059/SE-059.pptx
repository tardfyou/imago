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3ed3990cee401d" /><Relationship Type="http://schemas.openxmlformats.org/officeDocument/2006/relationships/extended-properties" Target="/docProps/app.xml" Id="R71bef1c46b704b2f" /><Relationship Type="http://schemas.openxmlformats.org/officeDocument/2006/relationships/officeDocument" Target="/ppt/presentation.xml" Id="R7cc8bcb9bde841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052cf84ed946c0"/>
  </p:sldMasterIdLst>
  <p:notesMasterIdLst>
    <p:notesMasterId xmlns:r="http://schemas.openxmlformats.org/officeDocument/2006/relationships" r:id="R0a0fdb2949104343"/>
  </p:notesMasterIdLst>
  <p:sldIdLst>
    <p:sldId xmlns:r="http://schemas.openxmlformats.org/officeDocument/2006/relationships" id="256" r:id="R33b99d384b464b35"/>
  </p:sldIdLst>
  <p:sldSz cx="16686892" cy="505043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ffcb37f60e4fc4" /><Relationship Type="http://schemas.openxmlformats.org/officeDocument/2006/relationships/slideMaster" Target="/ppt/slideMasters/slideMaster1.xml" Id="Ra7052cf84ed946c0" /><Relationship Type="http://schemas.openxmlformats.org/officeDocument/2006/relationships/notesMaster" Target="/ppt/notesMasters/notesMaster1.xml" Id="R0a0fdb2949104343" /><Relationship Type="http://schemas.openxmlformats.org/officeDocument/2006/relationships/presProps" Target="/ppt/presProps.xml" Id="R12c3adc8e15a4e2c" /><Relationship Type="http://schemas.openxmlformats.org/officeDocument/2006/relationships/tableStyles" Target="/ppt/tableStyles.xml" Id="R3803383d920c4eb0" /><Relationship Type="http://schemas.openxmlformats.org/officeDocument/2006/relationships/slide" Target="/ppt/slides/slide1.xml" Id="R33b99d384b464b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31d3c4630845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ea240235eb4420" /><Relationship Type="http://schemas.openxmlformats.org/officeDocument/2006/relationships/notesMaster" Target="/ppt/notesMasters/notesMaster1.xml" Id="Rb300edc67c2c4c9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素材ID：SE-059</ns1:t>
            </ns1:r>
          </ns1:p>
          <ns1:p>
            <ns1:r>
              <ns1:t>论文：One Size Does Not Fit All: Multi-granularity Patch Generation for Better Automated Program Repair</ns1:t>
            </ns1:r>
          </ns1:p>
          <ns1:p>
            <ns1:r>
              <ns1:t>会议：ISSTA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2，PDF第5页</ns1:t>
            </ns1:r>
          </ns1:p>
          <ns1:p>
            <ns1:r>
              <ns1:t>类型：系统架构</ns1:t>
            </ns1:r>
          </ns1:p>
          <ns1:p>
            <ns1:r>
              <ns1:t>借鉴点：上方两阶段训练和下方完整推断带贯穿同一组三个生成器，彩色遮罩样例、搜索、重排及验证图标对应数据与模型的变化。</ns1:t>
            </ns1:r>
          </ns1:p>
          <ns1:p>
            <ns1:r>
              <ns1:t>论文URL：https://shangwenwang.github.io/files/ISSTA-24.pdf</ns1:t>
            </ns1:r>
          </ns1:p>
          <ns1:p>
            <ns1:r>
              <ns1:t>官方获奖URL：https://www2.sigsoft.org/awards/distinguishedpaper/#the-33rd-acm-sigsoft-international-symposium-on-software-testing-and-analysis-issta-2024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编辑与保真说明：训练/微调/推断区域、代码与遮罩、生成器、连线和文字均原生重建；10个原图小图标独立保留。Arial替代源字体，字距、圆角和虚线节距存在轻微近似。</ns1:t>
            </ns1:r>
          </ns1:p>
          <ns1:p>
            <ns1:r>
              <ns1:t>复刻方式：Native core structure and text reconstruction; original cropped stock artwork only. Author artifact ZIP central directory inspected, no editable figure assets found.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2fc364df3f41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3d2d37f3bd4713" /><Relationship Type="http://schemas.openxmlformats.org/officeDocument/2006/relationships/slideLayout" Target="/ppt/slideLayouts/slideLayout1.xml" Id="R0d1542442c4b46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1542442c4b46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5485e30464dd4" /><Relationship Type="http://schemas.openxmlformats.org/officeDocument/2006/relationships/image" Target="/ppt/media/image.png" Id="R2f4444aa2eb84f9f" /><Relationship Type="http://schemas.openxmlformats.org/officeDocument/2006/relationships/image" Target="/ppt/media/image2.png" Id="R8ab584c89e08433e" /><Relationship Type="http://schemas.openxmlformats.org/officeDocument/2006/relationships/image" Target="/ppt/media/image3.png" Id="R70accab8ac404982" /><Relationship Type="http://schemas.openxmlformats.org/officeDocument/2006/relationships/image" Target="/ppt/media/image4.png" Id="Rde94b48d5d974da2" /><Relationship Type="http://schemas.openxmlformats.org/officeDocument/2006/relationships/image" Target="/ppt/media/image5.png" Id="R6303038de46540f1" /><Relationship Type="http://schemas.openxmlformats.org/officeDocument/2006/relationships/image" Target="/ppt/media/image6.png" Id="R2ceb3f906e824990" /><Relationship Type="http://schemas.openxmlformats.org/officeDocument/2006/relationships/image" Target="/ppt/media/image7.png" Id="Rd0da807e84a541d2" /><Relationship Type="http://schemas.openxmlformats.org/officeDocument/2006/relationships/image" Target="/ppt/media/image8.png" Id="R270ab1b746404b49" /><Relationship Type="http://schemas.openxmlformats.org/officeDocument/2006/relationships/image" Target="/ppt/media/image9.png" Id="Ra7f1492cdd274960" /><Relationship Type="http://schemas.openxmlformats.org/officeDocument/2006/relationships/image" Target="/ppt/media/image10.png" Id="Rf593e9679ba646bd" /><Relationship Type="http://schemas.openxmlformats.org/officeDocument/2006/relationships/notesSlide" Target="/ppt/notesSlides/notesSlide1.xml" Id="Rc748dd2873c44b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5" name="SE059-1">
            <a:extLst xmlns:a="http://schemas.openxmlformats.org/drawingml/2006/main">
              <a:ext uri="{FF2B5EF4-FFF2-40B4-BE49-F238E27FC236}">
                <a16:creationId xmlns:a16="http://schemas.microsoft.com/office/drawing/2014/main" id="{BC4D7FF8-12FB-48A1-90B5-533C3ABF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41" y="416341"/>
            <a:ext cx="6115050" cy="2609850"/>
          </a:xfrm>
          <a:prstGeom xmlns:a="http://schemas.openxmlformats.org/drawingml/2006/main" prst="roundRect">
            <a:avLst>
              <a:gd name="adj" fmla="val 18248"/>
            </a:avLst>
          </a:prstGeom>
          <a:solidFill xmlns:a="http://schemas.openxmlformats.org/drawingml/2006/main">
            <a:srgbClr val="E8EEF8"/>
          </a:solidFill>
          <a:ln xmlns:a="http://schemas.openxmlformats.org/drawingml/2006/main" w="26670">
            <a:solidFill>
              <a:srgbClr val="2F5597"/>
            </a:solidFill>
            <a:prstDash val="dash"/>
          </a:ln>
        </p:spPr>
      </p:sp>
      <p:sp>
        <p:nvSpPr>
          <p:cNvPr id="2" name="SE059-2">
            <a:extLst xmlns:a="http://schemas.openxmlformats.org/drawingml/2006/main">
              <a:ext uri="{FF2B5EF4-FFF2-40B4-BE49-F238E27FC236}">
                <a16:creationId xmlns:a16="http://schemas.microsoft.com/office/drawing/2014/main" id="{EFC61FF6-5569-468E-9855-4893D514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6816" y="416341"/>
            <a:ext cx="10210800" cy="2609850"/>
          </a:xfrm>
          <a:prstGeom xmlns:a="http://schemas.openxmlformats.org/drawingml/2006/main" prst="roundRect">
            <a:avLst>
              <a:gd name="adj" fmla="val 19343"/>
            </a:avLst>
          </a:prstGeom>
          <a:solidFill xmlns:a="http://schemas.openxmlformats.org/drawingml/2006/main">
            <a:srgbClr val="EEF7E9"/>
          </a:solidFill>
          <a:ln xmlns:a="http://schemas.openxmlformats.org/drawingml/2006/main" w="26670">
            <a:solidFill>
              <a:srgbClr val="548235"/>
            </a:solidFill>
            <a:prstDash val="dash"/>
          </a:ln>
        </p:spPr>
      </p:sp>
      <p:sp>
        <p:nvSpPr>
          <p:cNvPr id="3" name="SE059-3">
            <a:extLst xmlns:a="http://schemas.openxmlformats.org/drawingml/2006/main">
              <a:ext uri="{FF2B5EF4-FFF2-40B4-BE49-F238E27FC236}">
                <a16:creationId xmlns:a16="http://schemas.microsoft.com/office/drawing/2014/main" id="{B2EA69FE-51A7-4D1B-A408-3218A7E0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41" y="3121441"/>
            <a:ext cx="16335375" cy="1847850"/>
          </a:xfrm>
          <a:prstGeom xmlns:a="http://schemas.openxmlformats.org/drawingml/2006/main" prst="roundRect">
            <a:avLst>
              <a:gd name="adj" fmla="val 1907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28575">
            <a:solidFill>
              <a:srgbClr val="595959"/>
            </a:solidFill>
          </a:ln>
        </p:spPr>
      </p:sp>
      <p:sp>
        <p:nvSpPr>
          <p:cNvPr id="4" name="SE059-4">
            <a:extLst xmlns:a="http://schemas.openxmlformats.org/drawingml/2006/main">
              <a:ext uri="{FF2B5EF4-FFF2-40B4-BE49-F238E27FC236}">
                <a16:creationId xmlns:a16="http://schemas.microsoft.com/office/drawing/2014/main" id="{7D98B0E3-09A8-4B8E-B362-83635D23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316" y="102016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1BAB1764-F751-424E-86E6-73CB2D42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316" y="82966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Text Pre-training phase">
            <a:extLst xmlns:a="http://schemas.openxmlformats.org/drawingml/2006/main">
              <a:ext uri="{FF2B5EF4-FFF2-40B4-BE49-F238E27FC236}">
                <a16:creationId xmlns:a16="http://schemas.microsoft.com/office/drawing/2014/main" id="{C607C2AF-A0A3-47D8-B4D9-5DBBDD35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266" y="35341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Pre-training phase</a:t>
            </a:r>
          </a:p>
        </p:txBody>
      </p:sp>
      <p:sp>
        <p:nvSpPr>
          <p:cNvPr id="7" name="SE059-5">
            <a:extLst xmlns:a="http://schemas.openxmlformats.org/drawingml/2006/main">
              <a:ext uri="{FF2B5EF4-FFF2-40B4-BE49-F238E27FC236}">
                <a16:creationId xmlns:a16="http://schemas.microsoft.com/office/drawing/2014/main" id="{62636DB6-D879-4974-A5BF-AE2B4091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8291" y="102016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8" name="Text 2">
            <a:extLst xmlns:a="http://schemas.openxmlformats.org/drawingml/2006/main">
              <a:ext uri="{FF2B5EF4-FFF2-40B4-BE49-F238E27FC236}">
                <a16:creationId xmlns:a16="http://schemas.microsoft.com/office/drawing/2014/main" id="{AEDCE702-EDC9-413F-9A21-91570304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8291" y="82966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Text Fine-tuning phase">
            <a:extLst xmlns:a="http://schemas.openxmlformats.org/drawingml/2006/main">
              <a:ext uri="{FF2B5EF4-FFF2-40B4-BE49-F238E27FC236}">
                <a16:creationId xmlns:a16="http://schemas.microsoft.com/office/drawing/2014/main" id="{FBED641F-AC09-4521-919B-F6A3F5C9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816" y="35341"/>
            <a:ext cx="321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Fine-tuning phase</a:t>
            </a:r>
          </a:p>
        </p:txBody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444aa2eb84f9f"/>
          <a:stretch xmlns:a="http://schemas.openxmlformats.org/drawingml/2006/main"/>
        </p:blipFill>
        <p:spPr>
          <a:xfrm xmlns:a="http://schemas.openxmlformats.org/drawingml/2006/main">
            <a:off x="159391" y="1064041"/>
            <a:ext cx="1057275" cy="1009650"/>
          </a:xfrm>
          <a:prstGeom xmlns:a="http://schemas.openxmlformats.org/drawingml/2006/main" prst="rect">
            <a:avLst/>
          </a:prstGeom>
        </p:spPr>
      </p:pic>
      <p:sp>
        <p:nvSpPr>
          <p:cNvPr id="11" name="Text 2M+&#10;functions">
            <a:extLst xmlns:a="http://schemas.openxmlformats.org/drawingml/2006/main">
              <a:ext uri="{FF2B5EF4-FFF2-40B4-BE49-F238E27FC236}">
                <a16:creationId xmlns:a16="http://schemas.microsoft.com/office/drawing/2014/main" id="{050618B8-E00E-4312-9069-007C22BA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816" y="2102266"/>
            <a:ext cx="1104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2M+</a:t>
            </a:r>
          </a:p>
          <a:p xmlns:a="http://schemas.openxmlformats.org/drawingml/2006/main">
            <a:pPr algn="ctr">
              <a:defRPr sz="21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functions</a:t>
            </a:r>
          </a:p>
        </p:txBody>
      </p:sp>
      <p:sp>
        <p:nvSpPr>
          <p:cNvPr id="12" name="SE059-route-6">
            <a:extLst xmlns:a="http://schemas.openxmlformats.org/drawingml/2006/main">
              <a:ext uri="{FF2B5EF4-FFF2-40B4-BE49-F238E27FC236}">
                <a16:creationId xmlns:a16="http://schemas.microsoft.com/office/drawing/2014/main" id="{9CBB1BB5-C392-4C98-93F0-F9B2D040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916" y="1368841"/>
            <a:ext cx="219075" cy="438150"/>
          </a:xfrm>
          <a:custGeom xmlns:a="http://schemas.openxmlformats.org/drawingml/2006/main">
            <a:pathLst>
              <a:path w="219075" h="438150">
                <a:moveTo>
                  <a:pt x="0" y="109538"/>
                </a:moveTo>
                <a:lnTo>
                  <a:pt x="105156" y="109538"/>
                </a:lnTo>
                <a:lnTo>
                  <a:pt x="105156" y="0"/>
                </a:lnTo>
                <a:lnTo>
                  <a:pt x="219075" y="219075"/>
                </a:lnTo>
                <a:lnTo>
                  <a:pt x="105156" y="438150"/>
                </a:lnTo>
                <a:lnTo>
                  <a:pt x="105156" y="328613"/>
                </a:lnTo>
                <a:lnTo>
                  <a:pt x="0" y="32861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04040"/>
            </a:solidFill>
          </a:ln>
        </p:spPr>
      </p:sp>
      <p:sp>
        <p:nvSpPr>
          <p:cNvPr id="13" name="SE059-7">
            <a:extLst xmlns:a="http://schemas.openxmlformats.org/drawingml/2006/main">
              <a:ext uri="{FF2B5EF4-FFF2-40B4-BE49-F238E27FC236}">
                <a16:creationId xmlns:a16="http://schemas.microsoft.com/office/drawing/2014/main" id="{707B4723-2AEB-473A-B295-72405352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8616" y="540166"/>
            <a:ext cx="2133600" cy="1857375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DAE3F3"/>
          </a:solidFill>
          <a:ln xmlns:a="http://schemas.openxmlformats.org/drawingml/2006/main" w="28575">
            <a:solidFill>
              <a:srgbClr val="A6A6A6"/>
            </a:solidFill>
          </a:ln>
        </p:spPr>
      </p:sp>
      <p:sp>
        <p:nvSpPr>
          <p:cNvPr id="14" name="SE059-8">
            <a:extLst xmlns:a="http://schemas.openxmlformats.org/drawingml/2006/main">
              <a:ext uri="{FF2B5EF4-FFF2-40B4-BE49-F238E27FC236}">
                <a16:creationId xmlns:a16="http://schemas.microsoft.com/office/drawing/2014/main" id="{E53824F9-22B5-4B59-8824-D1EBE905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9641" y="749716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BFF"/>
          </a:solidFill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15" name="Text A">
            <a:extLst xmlns:a="http://schemas.openxmlformats.org/drawingml/2006/main">
              <a:ext uri="{FF2B5EF4-FFF2-40B4-BE49-F238E27FC236}">
                <a16:creationId xmlns:a16="http://schemas.microsoft.com/office/drawing/2014/main" id="{74EF15FE-31A7-40FD-946F-3F7B94F3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5841" y="759241"/>
            <a:ext cx="21550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" name="Text .">
            <a:extLst xmlns:a="http://schemas.openxmlformats.org/drawingml/2006/main">
              <a:ext uri="{FF2B5EF4-FFF2-40B4-BE49-F238E27FC236}">
                <a16:creationId xmlns:a16="http://schemas.microsoft.com/office/drawing/2014/main" id="{9D5B761E-53C9-48E1-A43F-5002759A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2294" y="759241"/>
            <a:ext cx="97631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7" name="Text B">
            <a:extLst xmlns:a="http://schemas.openxmlformats.org/drawingml/2006/main">
              <a:ext uri="{FF2B5EF4-FFF2-40B4-BE49-F238E27FC236}">
                <a16:creationId xmlns:a16="http://schemas.microsoft.com/office/drawing/2014/main" id="{CF3D7E9F-21FD-40A9-870C-B8A096F3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0875" y="759241"/>
            <a:ext cx="20568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" name="Text =">
            <a:extLst xmlns:a="http://schemas.openxmlformats.org/drawingml/2006/main">
              <a:ext uri="{FF2B5EF4-FFF2-40B4-BE49-F238E27FC236}">
                <a16:creationId xmlns:a16="http://schemas.microsoft.com/office/drawing/2014/main" id="{1B10B9F4-FE39-4DCF-B9FE-66390C23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7506" y="759241"/>
            <a:ext cx="22532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9" name="Text C">
            <a:extLst xmlns:a="http://schemas.openxmlformats.org/drawingml/2006/main">
              <a:ext uri="{FF2B5EF4-FFF2-40B4-BE49-F238E27FC236}">
                <a16:creationId xmlns:a16="http://schemas.microsoft.com/office/drawing/2014/main" id="{FAB38051-F9A5-4A51-8E3E-5698344F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3782" y="759241"/>
            <a:ext cx="21550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0" name="Text ;">
            <a:extLst xmlns:a="http://schemas.openxmlformats.org/drawingml/2006/main">
              <a:ext uri="{FF2B5EF4-FFF2-40B4-BE49-F238E27FC236}">
                <a16:creationId xmlns:a16="http://schemas.microsoft.com/office/drawing/2014/main" id="{4ACB96E8-2E2B-4716-9DEE-CA6E1813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0235" y="759241"/>
            <a:ext cx="97631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sp>
        <p:nvSpPr>
          <p:cNvPr id="21" name="SE059-route-9">
            <a:extLst xmlns:a="http://schemas.openxmlformats.org/drawingml/2006/main">
              <a:ext uri="{FF2B5EF4-FFF2-40B4-BE49-F238E27FC236}">
                <a16:creationId xmlns:a16="http://schemas.microsoft.com/office/drawing/2014/main" id="{312D7E05-30E4-4187-B129-9C40F103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9616" y="902116"/>
            <a:ext cx="200025" cy="200025"/>
          </a:xfrm>
          <a:custGeom xmlns:a="http://schemas.openxmlformats.org/drawingml/2006/main">
            <a:pathLst>
              <a:path w="200025" h="200025">
                <a:moveTo>
                  <a:pt x="200025" y="0"/>
                </a:moveTo>
                <a:lnTo>
                  <a:pt x="0" y="0"/>
                </a:ln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54D93"/>
            </a:solidFill>
          </a:ln>
        </p:spPr>
      </p:sp>
      <p:sp>
        <p:nvSpPr>
          <p:cNvPr id="22" name="SE059-route-10">
            <a:extLst xmlns:a="http://schemas.openxmlformats.org/drawingml/2006/main">
              <a:ext uri="{FF2B5EF4-FFF2-40B4-BE49-F238E27FC236}">
                <a16:creationId xmlns:a16="http://schemas.microsoft.com/office/drawing/2014/main" id="{43D1EE94-3467-452D-AB9E-F1AE2C1E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045" y="1015963"/>
            <a:ext cx="81141" cy="86178"/>
          </a:xfrm>
          <a:custGeom xmlns:a="http://schemas.openxmlformats.org/drawingml/2006/main">
            <a:pathLst>
              <a:path w="81141" h="86178">
                <a:moveTo>
                  <a:pt x="40571" y="86178"/>
                </a:moveTo>
                <a:lnTo>
                  <a:pt x="0" y="0"/>
                </a:lnTo>
                <a:lnTo>
                  <a:pt x="81141" y="0"/>
                </a:lnTo>
                <a:close/>
              </a:path>
            </a:pathLst>
          </a:custGeom>
          <a:solidFill xmlns:a="http://schemas.openxmlformats.org/drawingml/2006/main">
            <a:srgbClr val="154D93"/>
          </a:solidFill>
          <a:ln xmlns:a="http://schemas.openxmlformats.org/drawingml/2006/main" w="0">
            <a:noFill/>
          </a:ln>
        </p:spPr>
      </p:sp>
      <p:sp>
        <p:nvSpPr>
          <p:cNvPr id="23" name="Text SMP">
            <a:extLst xmlns:a="http://schemas.openxmlformats.org/drawingml/2006/main">
              <a:ext uri="{FF2B5EF4-FFF2-40B4-BE49-F238E27FC236}">
                <a16:creationId xmlns:a16="http://schemas.microsoft.com/office/drawing/2014/main" id="{2CBAC287-9C22-4105-8830-9B3B0295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6716" y="1102141"/>
            <a:ext cx="657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93" b="0" i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2093" b="0" i="1">
                <a:solidFill>
                  <a:srgbClr val="2F5597"/>
                </a:solidFill>
                <a:latin typeface="Arial"/>
                <a:ea typeface="Arial"/>
                <a:cs typeface="Arial"/>
              </a:rPr>
              <a:t>SMP</a:t>
            </a:r>
          </a:p>
        </p:txBody>
      </p:sp>
      <p:sp>
        <p:nvSpPr>
          <p:cNvPr id="24" name="SE059-route-11">
            <a:extLst xmlns:a="http://schemas.openxmlformats.org/drawingml/2006/main">
              <a:ext uri="{FF2B5EF4-FFF2-40B4-BE49-F238E27FC236}">
                <a16:creationId xmlns:a16="http://schemas.microsoft.com/office/drawing/2014/main" id="{329DEE9A-23D5-4FAC-B9B9-5527252C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941" y="1302166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54D93"/>
            </a:solidFill>
          </a:ln>
        </p:spPr>
      </p:sp>
      <p:sp>
        <p:nvSpPr>
          <p:cNvPr id="25" name="SE059-route-12">
            <a:extLst xmlns:a="http://schemas.openxmlformats.org/drawingml/2006/main">
              <a:ext uri="{FF2B5EF4-FFF2-40B4-BE49-F238E27FC236}">
                <a16:creationId xmlns:a16="http://schemas.microsoft.com/office/drawing/2014/main" id="{81DA576E-D6D3-4CE5-AE0D-BF1C6D19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206" y="1265652"/>
            <a:ext cx="77560" cy="73027"/>
          </a:xfrm>
          <a:custGeom xmlns:a="http://schemas.openxmlformats.org/drawingml/2006/main">
            <a:pathLst>
              <a:path w="77560" h="73027">
                <a:moveTo>
                  <a:pt x="77560" y="36514"/>
                </a:moveTo>
                <a:lnTo>
                  <a:pt x="0" y="730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54D93"/>
          </a:solidFill>
          <a:ln xmlns:a="http://schemas.openxmlformats.org/drawingml/2006/main" w="0">
            <a:noFill/>
          </a:ln>
        </p:spPr>
      </p:sp>
      <p:sp>
        <p:nvSpPr>
          <p:cNvPr id="26" name="SE059-13">
            <a:extLst xmlns:a="http://schemas.openxmlformats.org/drawingml/2006/main">
              <a:ext uri="{FF2B5EF4-FFF2-40B4-BE49-F238E27FC236}">
                <a16:creationId xmlns:a16="http://schemas.microsoft.com/office/drawing/2014/main" id="{6E2ED416-7390-4568-BF8B-D6B4D6E7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7291" y="1102141"/>
            <a:ext cx="11049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BFF"/>
          </a:solidFill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27" name="SE059-14">
            <a:extLst xmlns:a="http://schemas.openxmlformats.org/drawingml/2006/main">
              <a:ext uri="{FF2B5EF4-FFF2-40B4-BE49-F238E27FC236}">
                <a16:creationId xmlns:a16="http://schemas.microsoft.com/office/drawing/2014/main" id="{A9D5D442-4329-42F7-B24C-E57AAB75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3966" y="1140241"/>
            <a:ext cx="9620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28" name="Text A">
            <a:extLst xmlns:a="http://schemas.openxmlformats.org/drawingml/2006/main">
              <a:ext uri="{FF2B5EF4-FFF2-40B4-BE49-F238E27FC236}">
                <a16:creationId xmlns:a16="http://schemas.microsoft.com/office/drawing/2014/main" id="{5B5C080D-493E-4536-A98A-E7E443C8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3491" y="1111666"/>
            <a:ext cx="21550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9" name="Text .">
            <a:extLst xmlns:a="http://schemas.openxmlformats.org/drawingml/2006/main">
              <a:ext uri="{FF2B5EF4-FFF2-40B4-BE49-F238E27FC236}">
                <a16:creationId xmlns:a16="http://schemas.microsoft.com/office/drawing/2014/main" id="{B53B53C7-C4AE-4786-8141-7CDE1688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9944" y="1111666"/>
            <a:ext cx="97631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30" name="Text B">
            <a:extLst xmlns:a="http://schemas.openxmlformats.org/drawingml/2006/main">
              <a:ext uri="{FF2B5EF4-FFF2-40B4-BE49-F238E27FC236}">
                <a16:creationId xmlns:a16="http://schemas.microsoft.com/office/drawing/2014/main" id="{D098C6A0-6D68-4337-8EBB-3EA2409C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8525" y="1111666"/>
            <a:ext cx="20568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1" name="Text =">
            <a:extLst xmlns:a="http://schemas.openxmlformats.org/drawingml/2006/main">
              <a:ext uri="{FF2B5EF4-FFF2-40B4-BE49-F238E27FC236}">
                <a16:creationId xmlns:a16="http://schemas.microsoft.com/office/drawing/2014/main" id="{0E844723-647D-48A5-A370-14237280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5156" y="1111666"/>
            <a:ext cx="225326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32" name="Text C">
            <a:extLst xmlns:a="http://schemas.openxmlformats.org/drawingml/2006/main">
              <a:ext uri="{FF2B5EF4-FFF2-40B4-BE49-F238E27FC236}">
                <a16:creationId xmlns:a16="http://schemas.microsoft.com/office/drawing/2014/main" id="{69D088A6-1FCE-481D-9502-03E3402E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1432" y="1111666"/>
            <a:ext cx="21550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3" name="Text ;">
            <a:extLst xmlns:a="http://schemas.openxmlformats.org/drawingml/2006/main">
              <a:ext uri="{FF2B5EF4-FFF2-40B4-BE49-F238E27FC236}">
                <a16:creationId xmlns:a16="http://schemas.microsoft.com/office/drawing/2014/main" id="{A580BFB7-9C4F-44C6-93B5-0AA7AA4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7885" y="1111666"/>
            <a:ext cx="97631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sp>
        <p:nvSpPr>
          <p:cNvPr id="34" name="SE059-route-15">
            <a:extLst xmlns:a="http://schemas.openxmlformats.org/drawingml/2006/main">
              <a:ext uri="{FF2B5EF4-FFF2-40B4-BE49-F238E27FC236}">
                <a16:creationId xmlns:a16="http://schemas.microsoft.com/office/drawing/2014/main" id="{B5F08FE0-335A-420A-B8B5-10FD2934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716" y="1302166"/>
            <a:ext cx="142875" cy="95"/>
          </a:xfrm>
          <a:custGeom xmlns:a="http://schemas.openxmlformats.org/drawingml/2006/main">
            <a:pathLst>
              <a:path w="142875" h="9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54D93"/>
            </a:solidFill>
          </a:ln>
        </p:spPr>
      </p:sp>
      <p:sp>
        <p:nvSpPr>
          <p:cNvPr id="35" name="SE059-route-16">
            <a:extLst xmlns:a="http://schemas.openxmlformats.org/drawingml/2006/main">
              <a:ext uri="{FF2B5EF4-FFF2-40B4-BE49-F238E27FC236}">
                <a16:creationId xmlns:a16="http://schemas.microsoft.com/office/drawing/2014/main" id="{DDBBA0F9-3658-499C-A0FA-6D12F96A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031" y="1265652"/>
            <a:ext cx="77560" cy="73027"/>
          </a:xfrm>
          <a:custGeom xmlns:a="http://schemas.openxmlformats.org/drawingml/2006/main">
            <a:pathLst>
              <a:path w="77560" h="73027">
                <a:moveTo>
                  <a:pt x="77560" y="36514"/>
                </a:moveTo>
                <a:lnTo>
                  <a:pt x="0" y="730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54D93"/>
          </a:solidFill>
          <a:ln xmlns:a="http://schemas.openxmlformats.org/drawingml/2006/main" w="0">
            <a:noFill/>
          </a:ln>
        </p:spPr>
      </p:sp>
      <p:sp>
        <p:nvSpPr>
          <p:cNvPr id="36" name="Text EMP">
            <a:extLst xmlns:a="http://schemas.openxmlformats.org/drawingml/2006/main">
              <a:ext uri="{FF2B5EF4-FFF2-40B4-BE49-F238E27FC236}">
                <a16:creationId xmlns:a16="http://schemas.microsoft.com/office/drawing/2014/main" id="{BE0F53D7-2114-4D84-A9AB-97AF9AC1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6716" y="1464091"/>
            <a:ext cx="657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93" b="0" i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2093" b="0" i="1">
                <a:solidFill>
                  <a:srgbClr val="2F5597"/>
                </a:solidFill>
                <a:latin typeface="Arial"/>
                <a:ea typeface="Arial"/>
                <a:cs typeface="Arial"/>
              </a:rPr>
              <a:t>EMP</a:t>
            </a:r>
          </a:p>
        </p:txBody>
      </p:sp>
      <p:sp>
        <p:nvSpPr>
          <p:cNvPr id="37" name="SE059-route-17">
            <a:extLst xmlns:a="http://schemas.openxmlformats.org/drawingml/2006/main">
              <a:ext uri="{FF2B5EF4-FFF2-40B4-BE49-F238E27FC236}">
                <a16:creationId xmlns:a16="http://schemas.microsoft.com/office/drawing/2014/main" id="{2ABDF813-4799-4622-96CC-99AD9B7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941" y="1664116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54D93"/>
            </a:solidFill>
          </a:ln>
        </p:spPr>
      </p:sp>
      <p:sp>
        <p:nvSpPr>
          <p:cNvPr id="38" name="SE059-route-18">
            <a:extLst xmlns:a="http://schemas.openxmlformats.org/drawingml/2006/main">
              <a:ext uri="{FF2B5EF4-FFF2-40B4-BE49-F238E27FC236}">
                <a16:creationId xmlns:a16="http://schemas.microsoft.com/office/drawing/2014/main" id="{1C5755C2-10D9-46EA-86DB-8D01C349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206" y="1627602"/>
            <a:ext cx="77560" cy="73027"/>
          </a:xfrm>
          <a:custGeom xmlns:a="http://schemas.openxmlformats.org/drawingml/2006/main">
            <a:pathLst>
              <a:path w="77560" h="73027">
                <a:moveTo>
                  <a:pt x="77560" y="36514"/>
                </a:moveTo>
                <a:lnTo>
                  <a:pt x="0" y="730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54D93"/>
          </a:solidFill>
          <a:ln xmlns:a="http://schemas.openxmlformats.org/drawingml/2006/main" w="0">
            <a:noFill/>
          </a:ln>
        </p:spPr>
      </p:sp>
      <p:sp>
        <p:nvSpPr>
          <p:cNvPr id="39" name="SE059-19">
            <a:extLst xmlns:a="http://schemas.openxmlformats.org/drawingml/2006/main">
              <a:ext uri="{FF2B5EF4-FFF2-40B4-BE49-F238E27FC236}">
                <a16:creationId xmlns:a16="http://schemas.microsoft.com/office/drawing/2014/main" id="{00204594-6186-439E-8984-B7B6FE4B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7291" y="1464091"/>
            <a:ext cx="11049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BFF"/>
          </a:solidFill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40" name="SE059-20">
            <a:extLst xmlns:a="http://schemas.openxmlformats.org/drawingml/2006/main">
              <a:ext uri="{FF2B5EF4-FFF2-40B4-BE49-F238E27FC236}">
                <a16:creationId xmlns:a16="http://schemas.microsoft.com/office/drawing/2014/main" id="{6FED6D22-EBA2-4DE7-93B3-F2595689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3966" y="1502191"/>
            <a:ext cx="48071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41" name="Text A">
            <a:extLst xmlns:a="http://schemas.openxmlformats.org/drawingml/2006/main">
              <a:ext uri="{FF2B5EF4-FFF2-40B4-BE49-F238E27FC236}">
                <a16:creationId xmlns:a16="http://schemas.microsoft.com/office/drawing/2014/main" id="{54ABC024-E008-4034-92BC-592F510E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3491" y="1473616"/>
            <a:ext cx="21550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2" name="Text .">
            <a:extLst xmlns:a="http://schemas.openxmlformats.org/drawingml/2006/main">
              <a:ext uri="{FF2B5EF4-FFF2-40B4-BE49-F238E27FC236}">
                <a16:creationId xmlns:a16="http://schemas.microsoft.com/office/drawing/2014/main" id="{477EBB29-0EEF-47E5-AEE5-C71072F3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9944" y="1473616"/>
            <a:ext cx="97631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43" name="Text B">
            <a:extLst xmlns:a="http://schemas.openxmlformats.org/drawingml/2006/main">
              <a:ext uri="{FF2B5EF4-FFF2-40B4-BE49-F238E27FC236}">
                <a16:creationId xmlns:a16="http://schemas.microsoft.com/office/drawing/2014/main" id="{6CCF9D07-535D-4D1A-B1FF-5CC003B2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8525" y="1473616"/>
            <a:ext cx="20568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4" name="Text =">
            <a:extLst xmlns:a="http://schemas.openxmlformats.org/drawingml/2006/main">
              <a:ext uri="{FF2B5EF4-FFF2-40B4-BE49-F238E27FC236}">
                <a16:creationId xmlns:a16="http://schemas.microsoft.com/office/drawing/2014/main" id="{91E82553-E870-4B18-86F5-D29FFB7A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5156" y="1473616"/>
            <a:ext cx="225326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45" name="Text C">
            <a:extLst xmlns:a="http://schemas.openxmlformats.org/drawingml/2006/main">
              <a:ext uri="{FF2B5EF4-FFF2-40B4-BE49-F238E27FC236}">
                <a16:creationId xmlns:a16="http://schemas.microsoft.com/office/drawing/2014/main" id="{5691E1AF-DE7E-4EE6-B9E8-4C6B1DD6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1432" y="1473616"/>
            <a:ext cx="21550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6" name="Text ;">
            <a:extLst xmlns:a="http://schemas.openxmlformats.org/drawingml/2006/main">
              <a:ext uri="{FF2B5EF4-FFF2-40B4-BE49-F238E27FC236}">
                <a16:creationId xmlns:a16="http://schemas.microsoft.com/office/drawing/2014/main" id="{C0EA0D5F-D53F-4398-89F2-28594DAC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7885" y="1473616"/>
            <a:ext cx="97631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sp>
        <p:nvSpPr>
          <p:cNvPr id="47" name="SE059-route-21">
            <a:extLst xmlns:a="http://schemas.openxmlformats.org/drawingml/2006/main">
              <a:ext uri="{FF2B5EF4-FFF2-40B4-BE49-F238E27FC236}">
                <a16:creationId xmlns:a16="http://schemas.microsoft.com/office/drawing/2014/main" id="{8E281359-B718-481F-B10D-6E67202A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716" y="1664116"/>
            <a:ext cx="142875" cy="95"/>
          </a:xfrm>
          <a:custGeom xmlns:a="http://schemas.openxmlformats.org/drawingml/2006/main">
            <a:pathLst>
              <a:path w="142875" h="9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54D93"/>
            </a:solidFill>
          </a:ln>
        </p:spPr>
      </p:sp>
      <p:sp>
        <p:nvSpPr>
          <p:cNvPr id="48" name="SE059-route-22">
            <a:extLst xmlns:a="http://schemas.openxmlformats.org/drawingml/2006/main">
              <a:ext uri="{FF2B5EF4-FFF2-40B4-BE49-F238E27FC236}">
                <a16:creationId xmlns:a16="http://schemas.microsoft.com/office/drawing/2014/main" id="{E7578AE6-3F44-4770-8053-4F131389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031" y="1627602"/>
            <a:ext cx="77560" cy="73027"/>
          </a:xfrm>
          <a:custGeom xmlns:a="http://schemas.openxmlformats.org/drawingml/2006/main">
            <a:pathLst>
              <a:path w="77560" h="73027">
                <a:moveTo>
                  <a:pt x="77560" y="36514"/>
                </a:moveTo>
                <a:lnTo>
                  <a:pt x="0" y="730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54D93"/>
          </a:solidFill>
          <a:ln xmlns:a="http://schemas.openxmlformats.org/drawingml/2006/main" w="0">
            <a:noFill/>
          </a:ln>
        </p:spPr>
      </p:sp>
      <p:sp>
        <p:nvSpPr>
          <p:cNvPr id="49" name="Text TMP">
            <a:extLst xmlns:a="http://schemas.openxmlformats.org/drawingml/2006/main">
              <a:ext uri="{FF2B5EF4-FFF2-40B4-BE49-F238E27FC236}">
                <a16:creationId xmlns:a16="http://schemas.microsoft.com/office/drawing/2014/main" id="{5ED7A7BD-0E7D-4B49-B2E5-84EA7B0E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6716" y="1826041"/>
            <a:ext cx="657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93" b="0" i="1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2093" b="0" i="1">
                <a:solidFill>
                  <a:srgbClr val="2F5597"/>
                </a:solidFill>
                <a:latin typeface="Arial"/>
                <a:ea typeface="Arial"/>
                <a:cs typeface="Arial"/>
              </a:rPr>
              <a:t>TMP</a:t>
            </a:r>
          </a:p>
        </p:txBody>
      </p:sp>
      <p:sp>
        <p:nvSpPr>
          <p:cNvPr id="50" name="SE059-route-23">
            <a:extLst xmlns:a="http://schemas.openxmlformats.org/drawingml/2006/main">
              <a:ext uri="{FF2B5EF4-FFF2-40B4-BE49-F238E27FC236}">
                <a16:creationId xmlns:a16="http://schemas.microsoft.com/office/drawing/2014/main" id="{97933D3E-B7B3-407E-B484-BC7F64B6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941" y="2026066"/>
            <a:ext cx="123825" cy="95"/>
          </a:xfrm>
          <a:custGeom xmlns:a="http://schemas.openxmlformats.org/drawingml/2006/main"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54D93"/>
            </a:solidFill>
          </a:ln>
        </p:spPr>
      </p:sp>
      <p:sp>
        <p:nvSpPr>
          <p:cNvPr id="51" name="SE059-route-24">
            <a:extLst xmlns:a="http://schemas.openxmlformats.org/drawingml/2006/main">
              <a:ext uri="{FF2B5EF4-FFF2-40B4-BE49-F238E27FC236}">
                <a16:creationId xmlns:a16="http://schemas.microsoft.com/office/drawing/2014/main" id="{5393534E-F642-4A7B-9A18-89BE8F18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206" y="1989552"/>
            <a:ext cx="77560" cy="73027"/>
          </a:xfrm>
          <a:custGeom xmlns:a="http://schemas.openxmlformats.org/drawingml/2006/main">
            <a:pathLst>
              <a:path w="77560" h="73027">
                <a:moveTo>
                  <a:pt x="77560" y="36514"/>
                </a:moveTo>
                <a:lnTo>
                  <a:pt x="0" y="730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54D93"/>
          </a:solidFill>
          <a:ln xmlns:a="http://schemas.openxmlformats.org/drawingml/2006/main" w="0">
            <a:noFill/>
          </a:ln>
        </p:spPr>
      </p:sp>
      <p:sp>
        <p:nvSpPr>
          <p:cNvPr id="52" name="SE059-25">
            <a:extLst xmlns:a="http://schemas.openxmlformats.org/drawingml/2006/main">
              <a:ext uri="{FF2B5EF4-FFF2-40B4-BE49-F238E27FC236}">
                <a16:creationId xmlns:a16="http://schemas.microsoft.com/office/drawing/2014/main" id="{4F3D683C-5B32-4C8E-858C-1F9F73CE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7291" y="1826041"/>
            <a:ext cx="11049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BBFF"/>
          </a:solidFill>
          <a:ln xmlns:a="http://schemas.openxmlformats.org/drawingml/2006/main" w="28575">
            <a:solidFill>
              <a:srgbClr val="1F4E79"/>
            </a:solidFill>
          </a:ln>
        </p:spPr>
      </p:sp>
      <p:sp>
        <p:nvSpPr>
          <p:cNvPr id="53" name="SE059-26">
            <a:extLst xmlns:a="http://schemas.openxmlformats.org/drawingml/2006/main">
              <a:ext uri="{FF2B5EF4-FFF2-40B4-BE49-F238E27FC236}">
                <a16:creationId xmlns:a16="http://schemas.microsoft.com/office/drawing/2014/main" id="{870D28F9-7F00-4731-A200-9CEB3E5E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9000" y="1864141"/>
            <a:ext cx="20568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54" name="Text A">
            <a:extLst xmlns:a="http://schemas.openxmlformats.org/drawingml/2006/main">
              <a:ext uri="{FF2B5EF4-FFF2-40B4-BE49-F238E27FC236}">
                <a16:creationId xmlns:a16="http://schemas.microsoft.com/office/drawing/2014/main" id="{D6FD1E65-2965-4B58-A0CB-AD6F3AB3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3491" y="1835566"/>
            <a:ext cx="21550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5" name="Text .">
            <a:extLst xmlns:a="http://schemas.openxmlformats.org/drawingml/2006/main">
              <a:ext uri="{FF2B5EF4-FFF2-40B4-BE49-F238E27FC236}">
                <a16:creationId xmlns:a16="http://schemas.microsoft.com/office/drawing/2014/main" id="{13FF7B78-51B9-45DC-A228-697E4B7F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9944" y="1835566"/>
            <a:ext cx="97631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6" name="Text B">
            <a:extLst xmlns:a="http://schemas.openxmlformats.org/drawingml/2006/main">
              <a:ext uri="{FF2B5EF4-FFF2-40B4-BE49-F238E27FC236}">
                <a16:creationId xmlns:a16="http://schemas.microsoft.com/office/drawing/2014/main" id="{660E14E7-7020-4807-BE0E-70D3F0B7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8525" y="1835566"/>
            <a:ext cx="20568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7" name="Text =">
            <a:extLst xmlns:a="http://schemas.openxmlformats.org/drawingml/2006/main">
              <a:ext uri="{FF2B5EF4-FFF2-40B4-BE49-F238E27FC236}">
                <a16:creationId xmlns:a16="http://schemas.microsoft.com/office/drawing/2014/main" id="{04FA2957-91BC-4F75-AC49-E022AEB8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5156" y="1835566"/>
            <a:ext cx="225326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58" name="Text C">
            <a:extLst xmlns:a="http://schemas.openxmlformats.org/drawingml/2006/main">
              <a:ext uri="{FF2B5EF4-FFF2-40B4-BE49-F238E27FC236}">
                <a16:creationId xmlns:a16="http://schemas.microsoft.com/office/drawing/2014/main" id="{5FCC6DA8-B546-402D-AF6B-F8AE3C61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1432" y="1835566"/>
            <a:ext cx="21550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9" name="Text ;">
            <a:extLst xmlns:a="http://schemas.openxmlformats.org/drawingml/2006/main">
              <a:ext uri="{FF2B5EF4-FFF2-40B4-BE49-F238E27FC236}">
                <a16:creationId xmlns:a16="http://schemas.microsoft.com/office/drawing/2014/main" id="{15BD8AF6-A943-409D-8C57-0D33BC00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7885" y="1835566"/>
            <a:ext cx="97631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sp>
        <p:nvSpPr>
          <p:cNvPr id="60" name="SE059-route-27">
            <a:extLst xmlns:a="http://schemas.openxmlformats.org/drawingml/2006/main">
              <a:ext uri="{FF2B5EF4-FFF2-40B4-BE49-F238E27FC236}">
                <a16:creationId xmlns:a16="http://schemas.microsoft.com/office/drawing/2014/main" id="{00810151-BAAC-4D92-9891-A0B7791B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1716" y="2026066"/>
            <a:ext cx="142875" cy="95"/>
          </a:xfrm>
          <a:custGeom xmlns:a="http://schemas.openxmlformats.org/drawingml/2006/main">
            <a:pathLst>
              <a:path w="142875" h="9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54D93"/>
            </a:solidFill>
          </a:ln>
        </p:spPr>
      </p:sp>
      <p:sp>
        <p:nvSpPr>
          <p:cNvPr id="61" name="SE059-route-28">
            <a:extLst xmlns:a="http://schemas.openxmlformats.org/drawingml/2006/main">
              <a:ext uri="{FF2B5EF4-FFF2-40B4-BE49-F238E27FC236}">
                <a16:creationId xmlns:a16="http://schemas.microsoft.com/office/drawing/2014/main" id="{A712E34D-09AC-493A-A7B8-2741233F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031" y="1989552"/>
            <a:ext cx="77560" cy="73027"/>
          </a:xfrm>
          <a:custGeom xmlns:a="http://schemas.openxmlformats.org/drawingml/2006/main">
            <a:pathLst>
              <a:path w="77560" h="73027">
                <a:moveTo>
                  <a:pt x="77560" y="36514"/>
                </a:moveTo>
                <a:lnTo>
                  <a:pt x="0" y="730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54D93"/>
          </a:solidFill>
          <a:ln xmlns:a="http://schemas.openxmlformats.org/drawingml/2006/main" w="0">
            <a:noFill/>
          </a:ln>
        </p:spPr>
      </p:sp>
      <p:sp>
        <p:nvSpPr>
          <p:cNvPr id="62" name="Text Pre-training data&#10;generation">
            <a:extLst xmlns:a="http://schemas.openxmlformats.org/drawingml/2006/main">
              <a:ext uri="{FF2B5EF4-FFF2-40B4-BE49-F238E27FC236}">
                <a16:creationId xmlns:a16="http://schemas.microsoft.com/office/drawing/2014/main" id="{65B88C56-0424-4A10-9D16-A73FB143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9566" y="2397541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Pre-training data</a:t>
            </a:r>
          </a:p>
          <a:p xmlns:a="http://schemas.openxmlformats.org/drawingml/2006/main">
            <a:pPr algn="ctr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generation</a:t>
            </a:r>
          </a:p>
        </p:txBody>
      </p:sp>
      <p:sp>
        <p:nvSpPr>
          <p:cNvPr id="63" name="SE059-route-29">
            <a:extLst xmlns:a="http://schemas.openxmlformats.org/drawingml/2006/main">
              <a:ext uri="{FF2B5EF4-FFF2-40B4-BE49-F238E27FC236}">
                <a16:creationId xmlns:a16="http://schemas.microsoft.com/office/drawing/2014/main" id="{0B4081BA-FD5E-43DD-8808-E9268000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416" y="1368841"/>
            <a:ext cx="238125" cy="457200"/>
          </a:xfrm>
          <a:custGeom xmlns:a="http://schemas.openxmlformats.org/drawingml/2006/main">
            <a:pathLst>
              <a:path w="238125" h="457200">
                <a:moveTo>
                  <a:pt x="0" y="114300"/>
                </a:moveTo>
                <a:lnTo>
                  <a:pt x="114300" y="114300"/>
                </a:lnTo>
                <a:lnTo>
                  <a:pt x="114300" y="0"/>
                </a:lnTo>
                <a:lnTo>
                  <a:pt x="238125" y="228600"/>
                </a:lnTo>
                <a:lnTo>
                  <a:pt x="114300" y="457200"/>
                </a:lnTo>
                <a:lnTo>
                  <a:pt x="114300" y="342900"/>
                </a:lnTo>
                <a:lnTo>
                  <a:pt x="0" y="3429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04040"/>
            </a:solidFill>
          </a:ln>
        </p:spPr>
      </p:sp>
      <p:sp>
        <p:nvSpPr>
          <p:cNvPr id="64" name="SE059-30">
            <a:extLst xmlns:a="http://schemas.openxmlformats.org/drawingml/2006/main">
              <a:ext uri="{FF2B5EF4-FFF2-40B4-BE49-F238E27FC236}">
                <a16:creationId xmlns:a16="http://schemas.microsoft.com/office/drawing/2014/main" id="{3AB2855E-72C1-4DE8-A2B9-AA22CA7D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4641" y="578266"/>
            <a:ext cx="2085975" cy="1857375"/>
          </a:xfrm>
          <a:prstGeom xmlns:a="http://schemas.openxmlformats.org/drawingml/2006/main" prst="roundRect">
            <a:avLst>
              <a:gd name="adj" fmla="val 15897"/>
            </a:avLst>
          </a:prstGeom>
          <a:solidFill xmlns:a="http://schemas.openxmlformats.org/drawingml/2006/main">
            <a:srgbClr val="8FAADC"/>
          </a:solidFill>
          <a:ln xmlns:a="http://schemas.openxmlformats.org/drawingml/2006/main" w="28575">
            <a:solidFill>
              <a:srgbClr val="7F7F7F"/>
            </a:solidFill>
          </a:ln>
        </p:spPr>
      </p:sp>
      <p:sp>
        <p:nvSpPr>
          <p:cNvPr id="65" name="SE059-route-31">
            <a:extLst xmlns:a="http://schemas.openxmlformats.org/drawingml/2006/main">
              <a:ext uri="{FF2B5EF4-FFF2-40B4-BE49-F238E27FC236}">
                <a16:creationId xmlns:a16="http://schemas.microsoft.com/office/drawing/2014/main" id="{83F74178-111B-481F-8BE7-D69632CE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941" y="997366"/>
            <a:ext cx="266700" cy="542925"/>
          </a:xfrm>
          <a:custGeom xmlns:a="http://schemas.openxmlformats.org/drawingml/2006/main">
            <a:pathLst>
              <a:path w="266700" h="542925">
                <a:moveTo>
                  <a:pt x="0" y="542925"/>
                </a:moveTo>
                <a:lnTo>
                  <a:pt x="0" y="0"/>
                </a:ln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95959"/>
            </a:solidFill>
          </a:ln>
        </p:spPr>
      </p:sp>
      <p:sp>
        <p:nvSpPr>
          <p:cNvPr id="66" name="SE059-route-32">
            <a:extLst xmlns:a="http://schemas.openxmlformats.org/drawingml/2006/main">
              <a:ext uri="{FF2B5EF4-FFF2-40B4-BE49-F238E27FC236}">
                <a16:creationId xmlns:a16="http://schemas.microsoft.com/office/drawing/2014/main" id="{3AF2BF1D-3725-4359-A850-0EE42CA2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463" y="956795"/>
            <a:ext cx="86178" cy="81141"/>
          </a:xfrm>
          <a:custGeom xmlns:a="http://schemas.openxmlformats.org/drawingml/2006/main">
            <a:pathLst>
              <a:path w="86178" h="81141">
                <a:moveTo>
                  <a:pt x="86178" y="40571"/>
                </a:moveTo>
                <a:lnTo>
                  <a:pt x="0" y="811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</p:sp>
      <p:sp>
        <p:nvSpPr>
          <p:cNvPr id="67" name="SE059-route-33">
            <a:extLst xmlns:a="http://schemas.openxmlformats.org/drawingml/2006/main">
              <a:ext uri="{FF2B5EF4-FFF2-40B4-BE49-F238E27FC236}">
                <a16:creationId xmlns:a16="http://schemas.microsoft.com/office/drawing/2014/main" id="{02E88484-D6D0-4A78-94FB-DEEF17DF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941" y="1502191"/>
            <a:ext cx="400050" cy="95"/>
          </a:xfrm>
          <a:custGeom xmlns:a="http://schemas.openxmlformats.org/drawingml/2006/main">
            <a:pathLst>
              <a:path w="400050" h="9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95959"/>
            </a:solidFill>
          </a:ln>
        </p:spPr>
      </p:sp>
      <p:sp>
        <p:nvSpPr>
          <p:cNvPr id="68" name="SE059-route-34">
            <a:extLst xmlns:a="http://schemas.openxmlformats.org/drawingml/2006/main">
              <a:ext uri="{FF2B5EF4-FFF2-40B4-BE49-F238E27FC236}">
                <a16:creationId xmlns:a16="http://schemas.microsoft.com/office/drawing/2014/main" id="{A64C5E26-231B-4010-92D5-0B50E8A0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813" y="1461620"/>
            <a:ext cx="86178" cy="81141"/>
          </a:xfrm>
          <a:custGeom xmlns:a="http://schemas.openxmlformats.org/drawingml/2006/main">
            <a:pathLst>
              <a:path w="86178" h="81141">
                <a:moveTo>
                  <a:pt x="86178" y="40571"/>
                </a:moveTo>
                <a:lnTo>
                  <a:pt x="0" y="811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</p:sp>
      <p:sp>
        <p:nvSpPr>
          <p:cNvPr id="69" name="SE059-route-35">
            <a:extLst xmlns:a="http://schemas.openxmlformats.org/drawingml/2006/main">
              <a:ext uri="{FF2B5EF4-FFF2-40B4-BE49-F238E27FC236}">
                <a16:creationId xmlns:a16="http://schemas.microsoft.com/office/drawing/2014/main" id="{6110E5DD-7A9B-4E78-AA73-D2D9DB37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941" y="1530766"/>
            <a:ext cx="371475" cy="542925"/>
          </a:xfrm>
          <a:custGeom xmlns:a="http://schemas.openxmlformats.org/drawingml/2006/main">
            <a:pathLst>
              <a:path w="371475" h="542925">
                <a:moveTo>
                  <a:pt x="0" y="0"/>
                </a:moveTo>
                <a:lnTo>
                  <a:pt x="0" y="542925"/>
                </a:lnTo>
                <a:lnTo>
                  <a:pt x="371475" y="5429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95959"/>
            </a:solidFill>
          </a:ln>
        </p:spPr>
      </p:sp>
      <p:sp>
        <p:nvSpPr>
          <p:cNvPr id="70" name="SE059-route-36">
            <a:extLst xmlns:a="http://schemas.openxmlformats.org/drawingml/2006/main">
              <a:ext uri="{FF2B5EF4-FFF2-40B4-BE49-F238E27FC236}">
                <a16:creationId xmlns:a16="http://schemas.microsoft.com/office/drawing/2014/main" id="{13619FB9-D023-4B00-9367-1F8A149D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238" y="2033120"/>
            <a:ext cx="86178" cy="81141"/>
          </a:xfrm>
          <a:custGeom xmlns:a="http://schemas.openxmlformats.org/drawingml/2006/main">
            <a:pathLst>
              <a:path w="86178" h="81141">
                <a:moveTo>
                  <a:pt x="86178" y="40571"/>
                </a:moveTo>
                <a:lnTo>
                  <a:pt x="0" y="811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</p:sp>
      <p:sp>
        <p:nvSpPr>
          <p:cNvPr id="71" name="SE059-route-37">
            <a:extLst xmlns:a="http://schemas.openxmlformats.org/drawingml/2006/main">
              <a:ext uri="{FF2B5EF4-FFF2-40B4-BE49-F238E27FC236}">
                <a16:creationId xmlns:a16="http://schemas.microsoft.com/office/drawing/2014/main" id="{49113215-5DFD-4B42-B7EA-73705986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4366" y="997366"/>
            <a:ext cx="228600" cy="1066800"/>
          </a:xfrm>
          <a:custGeom xmlns:a="http://schemas.openxmlformats.org/drawingml/2006/main">
            <a:pathLst>
              <a:path w="228600" h="1066800">
                <a:moveTo>
                  <a:pt x="0" y="0"/>
                </a:moveTo>
                <a:lnTo>
                  <a:pt x="228600" y="0"/>
                </a:lnTo>
                <a:lnTo>
                  <a:pt x="228600" y="1066800"/>
                </a:lnTo>
                <a:lnTo>
                  <a:pt x="66675" y="10668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95959"/>
            </a:solidFill>
          </a:ln>
        </p:spPr>
      </p:sp>
      <p:sp>
        <p:nvSpPr>
          <p:cNvPr id="72" name="SE059-route-38">
            <a:extLst xmlns:a="http://schemas.openxmlformats.org/drawingml/2006/main">
              <a:ext uri="{FF2B5EF4-FFF2-40B4-BE49-F238E27FC236}">
                <a16:creationId xmlns:a16="http://schemas.microsoft.com/office/drawing/2014/main" id="{AA57F323-63D9-4FA4-BD8B-A1F12E2A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766" y="1502191"/>
            <a:ext cx="238125" cy="95"/>
          </a:xfrm>
          <a:custGeom xmlns:a="http://schemas.openxmlformats.org/drawingml/2006/main">
            <a:pathLst>
              <a:path w="238125" h="9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95959"/>
            </a:solidFill>
          </a:ln>
        </p:spPr>
      </p:sp>
      <p:sp>
        <p:nvSpPr>
          <p:cNvPr id="73" name="SE059-route-39">
            <a:extLst xmlns:a="http://schemas.openxmlformats.org/drawingml/2006/main">
              <a:ext uri="{FF2B5EF4-FFF2-40B4-BE49-F238E27FC236}">
                <a16:creationId xmlns:a16="http://schemas.microsoft.com/office/drawing/2014/main" id="{E7CF49A8-D69B-48C4-9E37-0DE46B16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713" y="1461620"/>
            <a:ext cx="86178" cy="81141"/>
          </a:xfrm>
          <a:custGeom xmlns:a="http://schemas.openxmlformats.org/drawingml/2006/main">
            <a:pathLst>
              <a:path w="86178" h="81141">
                <a:moveTo>
                  <a:pt x="86178" y="40571"/>
                </a:moveTo>
                <a:lnTo>
                  <a:pt x="0" y="811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</p:sp>
      <p:sp>
        <p:nvSpPr>
          <p:cNvPr id="74" name="SE059-40">
            <a:extLst xmlns:a="http://schemas.openxmlformats.org/drawingml/2006/main">
              <a:ext uri="{FF2B5EF4-FFF2-40B4-BE49-F238E27FC236}">
                <a16:creationId xmlns:a16="http://schemas.microsoft.com/office/drawing/2014/main" id="{DD2A9189-4E28-4D69-AE56-B865E382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4691" y="683041"/>
            <a:ext cx="12096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991"/>
          </a:solidFill>
          <a:ln xmlns:a="http://schemas.openxmlformats.org/drawingml/2006/main" w="38100">
            <a:solidFill>
              <a:srgbClr val="843C0C"/>
            </a:solidFill>
          </a:ln>
        </p:spPr>
      </p:sp>
      <p:sp>
        <p:nvSpPr>
          <p:cNvPr id="75" name="Text Stmt&#10;Generator">
            <a:extLst xmlns:a="http://schemas.openxmlformats.org/drawingml/2006/main">
              <a:ext uri="{FF2B5EF4-FFF2-40B4-BE49-F238E27FC236}">
                <a16:creationId xmlns:a16="http://schemas.microsoft.com/office/drawing/2014/main" id="{001D2CA3-7F74-41B1-AD5B-9B74E37F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3266" y="692566"/>
            <a:ext cx="1152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Stmt</a:t>
            </a:r>
          </a:p>
          <a:p xmlns:a="http://schemas.openxmlformats.org/drawingml/2006/main">
            <a:pPr algn="ctr">
              <a:defRPr sz="19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Generator</a:t>
            </a:r>
          </a:p>
        </p:txBody>
      </p:sp>
      <p:sp>
        <p:nvSpPr>
          <p:cNvPr id="76" name="SE059-41">
            <a:extLst xmlns:a="http://schemas.openxmlformats.org/drawingml/2006/main">
              <a:ext uri="{FF2B5EF4-FFF2-40B4-BE49-F238E27FC236}">
                <a16:creationId xmlns:a16="http://schemas.microsoft.com/office/drawing/2014/main" id="{DFC77499-3E09-492A-896B-20CB72CC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8516" y="1235491"/>
            <a:ext cx="1238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3F3"/>
          </a:solidFill>
          <a:ln xmlns:a="http://schemas.openxmlformats.org/drawingml/2006/main" w="38100">
            <a:solidFill>
              <a:srgbClr val="2F5597"/>
            </a:solidFill>
          </a:ln>
        </p:spPr>
      </p:sp>
      <p:sp>
        <p:nvSpPr>
          <p:cNvPr id="77" name="Text Expr&#10;Generator">
            <a:extLst xmlns:a="http://schemas.openxmlformats.org/drawingml/2006/main">
              <a:ext uri="{FF2B5EF4-FFF2-40B4-BE49-F238E27FC236}">
                <a16:creationId xmlns:a16="http://schemas.microsoft.com/office/drawing/2014/main" id="{283F403D-0765-49EF-9448-9779B69D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6616" y="1235491"/>
            <a:ext cx="1162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Expr</a:t>
            </a:r>
          </a:p>
          <a:p xmlns:a="http://schemas.openxmlformats.org/drawingml/2006/main">
            <a:pPr algn="ctr">
              <a:defRPr sz="19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Generator</a:t>
            </a:r>
          </a:p>
        </p:txBody>
      </p:sp>
      <p:sp>
        <p:nvSpPr>
          <p:cNvPr id="78" name="SE059-42">
            <a:extLst xmlns:a="http://schemas.openxmlformats.org/drawingml/2006/main">
              <a:ext uri="{FF2B5EF4-FFF2-40B4-BE49-F238E27FC236}">
                <a16:creationId xmlns:a16="http://schemas.microsoft.com/office/drawing/2014/main" id="{2432F01F-5AA3-4DBC-8C5B-1F156C1C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1366" y="1787941"/>
            <a:ext cx="12096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38100">
            <a:solidFill>
              <a:srgbClr val="333333"/>
            </a:solidFill>
          </a:ln>
        </p:spPr>
      </p:sp>
      <p:sp>
        <p:nvSpPr>
          <p:cNvPr id="79" name="Text Token&#10;Generator">
            <a:extLst xmlns:a="http://schemas.openxmlformats.org/drawingml/2006/main">
              <a:ext uri="{FF2B5EF4-FFF2-40B4-BE49-F238E27FC236}">
                <a16:creationId xmlns:a16="http://schemas.microsoft.com/office/drawing/2014/main" id="{D3D1B7C9-922C-4C0A-90C8-577A97EE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9466" y="1787941"/>
            <a:ext cx="11334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Token</a:t>
            </a:r>
          </a:p>
          <a:p xmlns:a="http://schemas.openxmlformats.org/drawingml/2006/main">
            <a:pPr algn="ctr">
              <a:defRPr sz="19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Generator</a:t>
            </a:r>
          </a:p>
        </p:txBody>
      </p:sp>
      <p:sp>
        <p:nvSpPr>
          <p:cNvPr id="80" name="Text Mulpor&#10;Pre-training">
            <a:extLst xmlns:a="http://schemas.openxmlformats.org/drawingml/2006/main">
              <a:ext uri="{FF2B5EF4-FFF2-40B4-BE49-F238E27FC236}">
                <a16:creationId xmlns:a16="http://schemas.microsoft.com/office/drawing/2014/main" id="{ED0F8337-0413-497E-B061-CBEAA7E6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6066" y="2445166"/>
            <a:ext cx="2133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Mulpor</a:t>
            </a:r>
          </a:p>
          <a:p xmlns:a="http://schemas.openxmlformats.org/drawingml/2006/main">
            <a:pPr algn="ctr">
              <a:defRPr sz="20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Pre-training</a:t>
            </a:r>
          </a:p>
        </p:txBody>
      </p:sp>
      <p:pic>
        <p:nvPicPr>
          <p:cNvPr id="3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584c89e08433e"/>
          <a:stretch xmlns:a="http://schemas.openxmlformats.org/drawingml/2006/main"/>
        </p:blipFill>
        <p:spPr>
          <a:xfrm xmlns:a="http://schemas.openxmlformats.org/drawingml/2006/main">
            <a:off x="6341116" y="1073566"/>
            <a:ext cx="952500" cy="914400"/>
          </a:xfrm>
          <a:prstGeom xmlns:a="http://schemas.openxmlformats.org/drawingml/2006/main" prst="rect">
            <a:avLst/>
          </a:prstGeom>
        </p:spPr>
      </p:pic>
      <p:sp>
        <p:nvSpPr>
          <p:cNvPr id="82" name="Text Bug-fixing&#10;commits">
            <a:extLst xmlns:a="http://schemas.openxmlformats.org/drawingml/2006/main">
              <a:ext uri="{FF2B5EF4-FFF2-40B4-BE49-F238E27FC236}">
                <a16:creationId xmlns:a16="http://schemas.microsoft.com/office/drawing/2014/main" id="{9E4165CA-03A4-446E-9C8D-DC2141AC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5391" y="1997491"/>
            <a:ext cx="1181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Bug-fixing</a:t>
            </a:r>
          </a:p>
          <a:p xmlns:a="http://schemas.openxmlformats.org/drawingml/2006/main">
            <a:pPr algn="ctr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commits</a:t>
            </a:r>
          </a:p>
        </p:txBody>
      </p:sp>
      <p:sp>
        <p:nvSpPr>
          <p:cNvPr id="83" name="SE059-route-43">
            <a:extLst xmlns:a="http://schemas.openxmlformats.org/drawingml/2006/main">
              <a:ext uri="{FF2B5EF4-FFF2-40B4-BE49-F238E27FC236}">
                <a16:creationId xmlns:a16="http://schemas.microsoft.com/office/drawing/2014/main" id="{6EA6FD36-05DC-4616-9C91-0365C55D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9816" y="1349791"/>
            <a:ext cx="219075" cy="447675"/>
          </a:xfrm>
          <a:custGeom xmlns:a="http://schemas.openxmlformats.org/drawingml/2006/main">
            <a:pathLst>
              <a:path w="219075" h="447675">
                <a:moveTo>
                  <a:pt x="0" y="111919"/>
                </a:moveTo>
                <a:lnTo>
                  <a:pt x="105156" y="111919"/>
                </a:lnTo>
                <a:lnTo>
                  <a:pt x="105156" y="0"/>
                </a:lnTo>
                <a:lnTo>
                  <a:pt x="219075" y="223838"/>
                </a:lnTo>
                <a:lnTo>
                  <a:pt x="105156" y="447675"/>
                </a:lnTo>
                <a:lnTo>
                  <a:pt x="105156" y="335756"/>
                </a:lnTo>
                <a:lnTo>
                  <a:pt x="0" y="3357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04040"/>
            </a:solidFill>
          </a:ln>
        </p:spPr>
      </p:sp>
      <p:pic>
        <p:nvPicPr>
          <p:cNvPr id="3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ccab8ac404982"/>
          <a:stretch xmlns:a="http://schemas.openxmlformats.org/drawingml/2006/main"/>
        </p:blipFill>
        <p:spPr>
          <a:xfrm xmlns:a="http://schemas.openxmlformats.org/drawingml/2006/main">
            <a:off x="7788916" y="511591"/>
            <a:ext cx="923925" cy="885825"/>
          </a:xfrm>
          <a:prstGeom xmlns:a="http://schemas.openxmlformats.org/drawingml/2006/main" prst="rect">
            <a:avLst/>
          </a:prstGeom>
        </p:spPr>
      </p:pic>
      <p:sp>
        <p:nvSpPr>
          <p:cNvPr id="85" name="Text Buggy code">
            <a:extLst xmlns:a="http://schemas.openxmlformats.org/drawingml/2006/main">
              <a:ext uri="{FF2B5EF4-FFF2-40B4-BE49-F238E27FC236}">
                <a16:creationId xmlns:a16="http://schemas.microsoft.com/office/drawing/2014/main" id="{EBC65656-44D1-4159-8523-A0C68542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9366" y="1359316"/>
            <a:ext cx="1381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Buggy code</a:t>
            </a:r>
          </a:p>
        </p:txBody>
      </p:sp>
      <p:pic>
        <p:nvPicPr>
          <p:cNvPr id="3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4b48d5d974da2"/>
          <a:stretch xmlns:a="http://schemas.openxmlformats.org/drawingml/2006/main"/>
        </p:blipFill>
        <p:spPr>
          <a:xfrm xmlns:a="http://schemas.openxmlformats.org/drawingml/2006/main">
            <a:off x="7760341" y="1797466"/>
            <a:ext cx="952500" cy="895350"/>
          </a:xfrm>
          <a:prstGeom xmlns:a="http://schemas.openxmlformats.org/drawingml/2006/main" prst="rect">
            <a:avLst/>
          </a:prstGeom>
        </p:spPr>
      </p:pic>
      <p:sp>
        <p:nvSpPr>
          <p:cNvPr id="87" name="Text Fixed code">
            <a:extLst xmlns:a="http://schemas.openxmlformats.org/drawingml/2006/main">
              <a:ext uri="{FF2B5EF4-FFF2-40B4-BE49-F238E27FC236}">
                <a16:creationId xmlns:a16="http://schemas.microsoft.com/office/drawing/2014/main" id="{E2F012D1-70AB-4C36-A580-C971B406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6041" y="2692816"/>
            <a:ext cx="1190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code</a:t>
            </a:r>
          </a:p>
        </p:txBody>
      </p:sp>
      <p:sp>
        <p:nvSpPr>
          <p:cNvPr id="88" name="SE059-route-44">
            <a:extLst xmlns:a="http://schemas.openxmlformats.org/drawingml/2006/main">
              <a:ext uri="{FF2B5EF4-FFF2-40B4-BE49-F238E27FC236}">
                <a16:creationId xmlns:a16="http://schemas.microsoft.com/office/drawing/2014/main" id="{B923D4D4-C01B-4D01-92A0-5EC48EB9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591" y="1340266"/>
            <a:ext cx="228600" cy="457200"/>
          </a:xfrm>
          <a:custGeom xmlns:a="http://schemas.openxmlformats.org/drawingml/2006/main">
            <a:pathLst>
              <a:path w="228600" h="457200">
                <a:moveTo>
                  <a:pt x="0" y="114300"/>
                </a:moveTo>
                <a:lnTo>
                  <a:pt x="109728" y="114300"/>
                </a:lnTo>
                <a:lnTo>
                  <a:pt x="109728" y="0"/>
                </a:lnTo>
                <a:lnTo>
                  <a:pt x="228600" y="228600"/>
                </a:lnTo>
                <a:lnTo>
                  <a:pt x="109728" y="457200"/>
                </a:lnTo>
                <a:lnTo>
                  <a:pt x="109728" y="342900"/>
                </a:lnTo>
                <a:lnTo>
                  <a:pt x="0" y="3429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04040"/>
            </a:solidFill>
          </a:ln>
        </p:spPr>
      </p:sp>
      <p:sp>
        <p:nvSpPr>
          <p:cNvPr id="89" name="SE059-45">
            <a:extLst xmlns:a="http://schemas.openxmlformats.org/drawingml/2006/main">
              <a:ext uri="{FF2B5EF4-FFF2-40B4-BE49-F238E27FC236}">
                <a16:creationId xmlns:a16="http://schemas.microsoft.com/office/drawing/2014/main" id="{CB007471-C35F-483D-AAD7-81354CE9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3866" y="768766"/>
            <a:ext cx="2876550" cy="1571625"/>
          </a:xfrm>
          <a:prstGeom xmlns:a="http://schemas.openxmlformats.org/drawingml/2006/main" prst="roundRect">
            <a:avLst>
              <a:gd name="adj" fmla="val 13939"/>
            </a:avLst>
          </a:prstGeom>
          <a:solidFill xmlns:a="http://schemas.openxmlformats.org/drawingml/2006/main">
            <a:srgbClr val="C5E0B4"/>
          </a:solidFill>
          <a:ln xmlns:a="http://schemas.openxmlformats.org/drawingml/2006/main" w="28575">
            <a:solidFill>
              <a:srgbClr val="A6A6A6"/>
            </a:solidFill>
          </a:ln>
        </p:spPr>
      </p:sp>
      <p:sp>
        <p:nvSpPr>
          <p:cNvPr id="90" name="Text Buggy line">
            <a:extLst xmlns:a="http://schemas.openxmlformats.org/drawingml/2006/main">
              <a:ext uri="{FF2B5EF4-FFF2-40B4-BE49-F238E27FC236}">
                <a16:creationId xmlns:a16="http://schemas.microsoft.com/office/drawing/2014/main" id="{3D6BA729-2547-454D-80B7-580B8ACA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0541" y="854491"/>
            <a:ext cx="1228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3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953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Buggy line</a:t>
            </a:r>
          </a:p>
        </p:txBody>
      </p:sp>
      <p:sp>
        <p:nvSpPr>
          <p:cNvPr id="91" name="SE059-46">
            <a:extLst xmlns:a="http://schemas.openxmlformats.org/drawingml/2006/main">
              <a:ext uri="{FF2B5EF4-FFF2-40B4-BE49-F238E27FC236}">
                <a16:creationId xmlns:a16="http://schemas.microsoft.com/office/drawing/2014/main" id="{A7D0569B-C38C-4CC3-8144-D21C2716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7366" y="883066"/>
            <a:ext cx="10382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28575">
            <a:solidFill>
              <a:srgbClr val="843C0C"/>
            </a:solidFill>
          </a:ln>
        </p:spPr>
      </p:sp>
      <p:sp>
        <p:nvSpPr>
          <p:cNvPr id="92" name="Text A">
            <a:extLst xmlns:a="http://schemas.openxmlformats.org/drawingml/2006/main">
              <a:ext uri="{FF2B5EF4-FFF2-40B4-BE49-F238E27FC236}">
                <a16:creationId xmlns:a16="http://schemas.microsoft.com/office/drawing/2014/main" id="{EC5D7CD1-8F22-4F8E-AEE5-8A2BA315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3566" y="892591"/>
            <a:ext cx="2016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3" name="Text .">
            <a:extLst xmlns:a="http://schemas.openxmlformats.org/drawingml/2006/main">
              <a:ext uri="{FF2B5EF4-FFF2-40B4-BE49-F238E27FC236}">
                <a16:creationId xmlns:a16="http://schemas.microsoft.com/office/drawing/2014/main" id="{A38456D6-ACBE-466B-8AD0-C68F2897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86128" y="892591"/>
            <a:ext cx="920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4" name="Text B">
            <a:extLst xmlns:a="http://schemas.openxmlformats.org/drawingml/2006/main">
              <a:ext uri="{FF2B5EF4-FFF2-40B4-BE49-F238E27FC236}">
                <a16:creationId xmlns:a16="http://schemas.microsoft.com/office/drawing/2014/main" id="{56612D41-615D-4F0C-825E-0F835583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9153" y="892591"/>
            <a:ext cx="192484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5" name="Text =">
            <a:extLst xmlns:a="http://schemas.openxmlformats.org/drawingml/2006/main">
              <a:ext uri="{FF2B5EF4-FFF2-40B4-BE49-F238E27FC236}">
                <a16:creationId xmlns:a16="http://schemas.microsoft.com/office/drawing/2014/main" id="{09C38110-EC88-4CCC-9557-8242C28A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2588" y="892591"/>
            <a:ext cx="21074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96" name="Text C">
            <a:extLst xmlns:a="http://schemas.openxmlformats.org/drawingml/2006/main">
              <a:ext uri="{FF2B5EF4-FFF2-40B4-BE49-F238E27FC236}">
                <a16:creationId xmlns:a16="http://schemas.microsoft.com/office/drawing/2014/main" id="{275B5870-E941-4361-A3B7-12E3B25F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24278" y="892591"/>
            <a:ext cx="2016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97" name="Text ;">
            <a:extLst xmlns:a="http://schemas.openxmlformats.org/drawingml/2006/main">
              <a:ext uri="{FF2B5EF4-FFF2-40B4-BE49-F238E27FC236}">
                <a16:creationId xmlns:a16="http://schemas.microsoft.com/office/drawing/2014/main" id="{7450C403-1018-42BC-9EDF-546C24AF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6841" y="892591"/>
            <a:ext cx="920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sp>
        <p:nvSpPr>
          <p:cNvPr id="98" name="SE059-route-47">
            <a:extLst xmlns:a="http://schemas.openxmlformats.org/drawingml/2006/main">
              <a:ext uri="{FF2B5EF4-FFF2-40B4-BE49-F238E27FC236}">
                <a16:creationId xmlns:a16="http://schemas.microsoft.com/office/drawing/2014/main" id="{2BF70667-9823-421D-924A-659F7E0A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191" y="1235491"/>
            <a:ext cx="95" cy="838200"/>
          </a:xfrm>
          <a:custGeom xmlns:a="http://schemas.openxmlformats.org/drawingml/2006/main">
            <a:pathLst>
              <a:path w="95" h="838200">
                <a:moveTo>
                  <a:pt x="0" y="0"/>
                </a:moveTo>
                <a:lnTo>
                  <a:pt x="0" y="8382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43C0C"/>
            </a:solidFill>
          </a:ln>
        </p:spPr>
      </p:sp>
      <p:sp>
        <p:nvSpPr>
          <p:cNvPr id="99" name="Text Stmt mask">
            <a:extLst xmlns:a="http://schemas.openxmlformats.org/drawingml/2006/main">
              <a:ext uri="{FF2B5EF4-FFF2-40B4-BE49-F238E27FC236}">
                <a16:creationId xmlns:a16="http://schemas.microsoft.com/office/drawing/2014/main" id="{04B79CB8-BE73-4E7C-9151-7B41DD11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0541" y="1225966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3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953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Stmt mask</a:t>
            </a:r>
          </a:p>
        </p:txBody>
      </p:sp>
      <p:sp>
        <p:nvSpPr>
          <p:cNvPr id="100" name="SE059-route-48">
            <a:extLst xmlns:a="http://schemas.openxmlformats.org/drawingml/2006/main">
              <a:ext uri="{FF2B5EF4-FFF2-40B4-BE49-F238E27FC236}">
                <a16:creationId xmlns:a16="http://schemas.microsoft.com/office/drawing/2014/main" id="{4A4E0537-99F3-4DE1-87E5-7C407586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191" y="1406941"/>
            <a:ext cx="152400" cy="95"/>
          </a:xfrm>
          <a:custGeom xmlns:a="http://schemas.openxmlformats.org/drawingml/2006/main">
            <a:pathLst>
              <a:path w="152400" h="9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43C0C"/>
            </a:solidFill>
          </a:ln>
        </p:spPr>
      </p:sp>
      <p:sp>
        <p:nvSpPr>
          <p:cNvPr id="101" name="SE059-route-49">
            <a:extLst xmlns:a="http://schemas.openxmlformats.org/drawingml/2006/main">
              <a:ext uri="{FF2B5EF4-FFF2-40B4-BE49-F238E27FC236}">
                <a16:creationId xmlns:a16="http://schemas.microsoft.com/office/drawing/2014/main" id="{A670326E-45CD-48AF-89C9-CAA45DE9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031" y="1370427"/>
            <a:ext cx="77560" cy="73027"/>
          </a:xfrm>
          <a:custGeom xmlns:a="http://schemas.openxmlformats.org/drawingml/2006/main">
            <a:pathLst>
              <a:path w="77560" h="73027">
                <a:moveTo>
                  <a:pt x="77560" y="36514"/>
                </a:moveTo>
                <a:lnTo>
                  <a:pt x="0" y="730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43C0C"/>
          </a:solidFill>
          <a:ln xmlns:a="http://schemas.openxmlformats.org/drawingml/2006/main" w="0">
            <a:noFill/>
          </a:ln>
        </p:spPr>
      </p:sp>
      <p:sp>
        <p:nvSpPr>
          <p:cNvPr id="102" name="SE059-50">
            <a:extLst xmlns:a="http://schemas.openxmlformats.org/drawingml/2006/main">
              <a:ext uri="{FF2B5EF4-FFF2-40B4-BE49-F238E27FC236}">
                <a16:creationId xmlns:a16="http://schemas.microsoft.com/office/drawing/2014/main" id="{B0656468-6E60-4207-90EA-43D5D976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3116" y="1235491"/>
            <a:ext cx="1047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28575">
            <a:solidFill>
              <a:srgbClr val="843C0C"/>
            </a:solidFill>
          </a:ln>
        </p:spPr>
      </p:sp>
      <p:sp>
        <p:nvSpPr>
          <p:cNvPr id="103" name="SE059-51">
            <a:extLst xmlns:a="http://schemas.openxmlformats.org/drawingml/2006/main">
              <a:ext uri="{FF2B5EF4-FFF2-40B4-BE49-F238E27FC236}">
                <a16:creationId xmlns:a16="http://schemas.microsoft.com/office/drawing/2014/main" id="{B9F1BFD9-20C8-4027-8CAE-1C8230F5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79791" y="1273591"/>
            <a:ext cx="904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104" name="Text A">
            <a:extLst xmlns:a="http://schemas.openxmlformats.org/drawingml/2006/main">
              <a:ext uri="{FF2B5EF4-FFF2-40B4-BE49-F238E27FC236}">
                <a16:creationId xmlns:a16="http://schemas.microsoft.com/office/drawing/2014/main" id="{E216401F-3C21-4676-A77E-052659A5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9316" y="1245016"/>
            <a:ext cx="203597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5" name="Text .">
            <a:extLst xmlns:a="http://schemas.openxmlformats.org/drawingml/2006/main">
              <a:ext uri="{FF2B5EF4-FFF2-40B4-BE49-F238E27FC236}">
                <a16:creationId xmlns:a16="http://schemas.microsoft.com/office/drawing/2014/main" id="{4FF7EE58-1143-481F-9CC1-B2A10E27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3863" y="1245016"/>
            <a:ext cx="92869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06" name="Text B">
            <a:extLst xmlns:a="http://schemas.openxmlformats.org/drawingml/2006/main">
              <a:ext uri="{FF2B5EF4-FFF2-40B4-BE49-F238E27FC236}">
                <a16:creationId xmlns:a16="http://schemas.microsoft.com/office/drawing/2014/main" id="{9C32F898-FF62-4D8B-A9F0-2801E7E4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7682" y="1245016"/>
            <a:ext cx="19437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7" name="Text =">
            <a:extLst xmlns:a="http://schemas.openxmlformats.org/drawingml/2006/main">
              <a:ext uri="{FF2B5EF4-FFF2-40B4-BE49-F238E27FC236}">
                <a16:creationId xmlns:a16="http://schemas.microsoft.com/office/drawing/2014/main" id="{018156AB-283F-41CF-994A-632C1112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23001" y="1245016"/>
            <a:ext cx="212824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08" name="Text C">
            <a:extLst xmlns:a="http://schemas.openxmlformats.org/drawingml/2006/main">
              <a:ext uri="{FF2B5EF4-FFF2-40B4-BE49-F238E27FC236}">
                <a16:creationId xmlns:a16="http://schemas.microsoft.com/office/drawing/2014/main" id="{2D38699C-233C-4BC8-87B1-9F413E07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16775" y="1245016"/>
            <a:ext cx="203597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9" name="Text ;">
            <a:extLst xmlns:a="http://schemas.openxmlformats.org/drawingml/2006/main">
              <a:ext uri="{FF2B5EF4-FFF2-40B4-BE49-F238E27FC236}">
                <a16:creationId xmlns:a16="http://schemas.microsoft.com/office/drawing/2014/main" id="{D8DDF050-6E42-401A-A218-6DC291B1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01322" y="1245016"/>
            <a:ext cx="92869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sp>
        <p:nvSpPr>
          <p:cNvPr id="110" name="SE059-route-52">
            <a:extLst xmlns:a="http://schemas.openxmlformats.org/drawingml/2006/main">
              <a:ext uri="{FF2B5EF4-FFF2-40B4-BE49-F238E27FC236}">
                <a16:creationId xmlns:a16="http://schemas.microsoft.com/office/drawing/2014/main" id="{19BC3908-DB00-4DD4-B8C5-FC663249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0391" y="1406941"/>
            <a:ext cx="161925" cy="95"/>
          </a:xfrm>
          <a:custGeom xmlns:a="http://schemas.openxmlformats.org/drawingml/2006/main">
            <a:pathLst>
              <a:path w="161925" h="95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43C0C"/>
            </a:solidFill>
          </a:ln>
        </p:spPr>
      </p:sp>
      <p:sp>
        <p:nvSpPr>
          <p:cNvPr id="111" name="SE059-route-53">
            <a:extLst xmlns:a="http://schemas.openxmlformats.org/drawingml/2006/main">
              <a:ext uri="{FF2B5EF4-FFF2-40B4-BE49-F238E27FC236}">
                <a16:creationId xmlns:a16="http://schemas.microsoft.com/office/drawing/2014/main" id="{332B9B75-B069-4F6A-8A20-E103A0A5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4756" y="1370427"/>
            <a:ext cx="77560" cy="73027"/>
          </a:xfrm>
          <a:custGeom xmlns:a="http://schemas.openxmlformats.org/drawingml/2006/main">
            <a:pathLst>
              <a:path w="77560" h="73027">
                <a:moveTo>
                  <a:pt x="77560" y="36514"/>
                </a:moveTo>
                <a:lnTo>
                  <a:pt x="0" y="730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43C0C"/>
          </a:solidFill>
          <a:ln xmlns:a="http://schemas.openxmlformats.org/drawingml/2006/main" w="0">
            <a:noFill/>
          </a:ln>
        </p:spPr>
      </p:sp>
      <p:sp>
        <p:nvSpPr>
          <p:cNvPr id="112" name="Text Expr mask">
            <a:extLst xmlns:a="http://schemas.openxmlformats.org/drawingml/2006/main">
              <a:ext uri="{FF2B5EF4-FFF2-40B4-BE49-F238E27FC236}">
                <a16:creationId xmlns:a16="http://schemas.microsoft.com/office/drawing/2014/main" id="{51915A92-3CD6-4542-8232-4B9CA807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0541" y="1559341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3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953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Expr mask</a:t>
            </a:r>
          </a:p>
        </p:txBody>
      </p:sp>
      <p:sp>
        <p:nvSpPr>
          <p:cNvPr id="113" name="SE059-route-54">
            <a:extLst xmlns:a="http://schemas.openxmlformats.org/drawingml/2006/main">
              <a:ext uri="{FF2B5EF4-FFF2-40B4-BE49-F238E27FC236}">
                <a16:creationId xmlns:a16="http://schemas.microsoft.com/office/drawing/2014/main" id="{3EA83DEC-F26F-4FC3-8BE8-A611DFD6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191" y="1740316"/>
            <a:ext cx="152400" cy="95"/>
          </a:xfrm>
          <a:custGeom xmlns:a="http://schemas.openxmlformats.org/drawingml/2006/main">
            <a:pathLst>
              <a:path w="152400" h="9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43C0C"/>
            </a:solidFill>
          </a:ln>
        </p:spPr>
      </p:sp>
      <p:sp>
        <p:nvSpPr>
          <p:cNvPr id="114" name="SE059-route-55">
            <a:extLst xmlns:a="http://schemas.openxmlformats.org/drawingml/2006/main">
              <a:ext uri="{FF2B5EF4-FFF2-40B4-BE49-F238E27FC236}">
                <a16:creationId xmlns:a16="http://schemas.microsoft.com/office/drawing/2014/main" id="{9E323E72-ABC1-4431-AFE7-44DCE121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031" y="1703802"/>
            <a:ext cx="77560" cy="73027"/>
          </a:xfrm>
          <a:custGeom xmlns:a="http://schemas.openxmlformats.org/drawingml/2006/main">
            <a:pathLst>
              <a:path w="77560" h="73027">
                <a:moveTo>
                  <a:pt x="77560" y="36514"/>
                </a:moveTo>
                <a:lnTo>
                  <a:pt x="0" y="730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43C0C"/>
          </a:solidFill>
          <a:ln xmlns:a="http://schemas.openxmlformats.org/drawingml/2006/main" w="0">
            <a:noFill/>
          </a:ln>
        </p:spPr>
      </p:sp>
      <p:sp>
        <p:nvSpPr>
          <p:cNvPr id="115" name="SE059-56">
            <a:extLst xmlns:a="http://schemas.openxmlformats.org/drawingml/2006/main">
              <a:ext uri="{FF2B5EF4-FFF2-40B4-BE49-F238E27FC236}">
                <a16:creationId xmlns:a16="http://schemas.microsoft.com/office/drawing/2014/main" id="{9B5B57C5-3253-4599-99C4-0A6AB049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3116" y="1568866"/>
            <a:ext cx="1047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28575">
            <a:solidFill>
              <a:srgbClr val="843C0C"/>
            </a:solidFill>
          </a:ln>
        </p:spPr>
      </p:sp>
      <p:sp>
        <p:nvSpPr>
          <p:cNvPr id="116" name="SE059-57">
            <a:extLst xmlns:a="http://schemas.openxmlformats.org/drawingml/2006/main">
              <a:ext uri="{FF2B5EF4-FFF2-40B4-BE49-F238E27FC236}">
                <a16:creationId xmlns:a16="http://schemas.microsoft.com/office/drawing/2014/main" id="{69C0A69B-BA36-49A6-94FE-E376D7D2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79791" y="1606966"/>
            <a:ext cx="45273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117" name="Text A">
            <a:extLst xmlns:a="http://schemas.openxmlformats.org/drawingml/2006/main">
              <a:ext uri="{FF2B5EF4-FFF2-40B4-BE49-F238E27FC236}">
                <a16:creationId xmlns:a16="http://schemas.microsoft.com/office/drawing/2014/main" id="{0527058A-8864-4B42-A4B7-B25016D3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9316" y="1578391"/>
            <a:ext cx="203597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8" name="Text .">
            <a:extLst xmlns:a="http://schemas.openxmlformats.org/drawingml/2006/main">
              <a:ext uri="{FF2B5EF4-FFF2-40B4-BE49-F238E27FC236}">
                <a16:creationId xmlns:a16="http://schemas.microsoft.com/office/drawing/2014/main" id="{1C80F3B8-04E4-4B23-B883-452DCD02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3863" y="1578391"/>
            <a:ext cx="92869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19" name="Text B">
            <a:extLst xmlns:a="http://schemas.openxmlformats.org/drawingml/2006/main">
              <a:ext uri="{FF2B5EF4-FFF2-40B4-BE49-F238E27FC236}">
                <a16:creationId xmlns:a16="http://schemas.microsoft.com/office/drawing/2014/main" id="{6CADD89D-4041-4661-A001-43C29032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7682" y="1578391"/>
            <a:ext cx="19437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0" name="Text =">
            <a:extLst xmlns:a="http://schemas.openxmlformats.org/drawingml/2006/main">
              <a:ext uri="{FF2B5EF4-FFF2-40B4-BE49-F238E27FC236}">
                <a16:creationId xmlns:a16="http://schemas.microsoft.com/office/drawing/2014/main" id="{CCAAA1C9-E6F7-4DB7-AFA9-44E596B2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23001" y="1578391"/>
            <a:ext cx="212824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21" name="Text C">
            <a:extLst xmlns:a="http://schemas.openxmlformats.org/drawingml/2006/main">
              <a:ext uri="{FF2B5EF4-FFF2-40B4-BE49-F238E27FC236}">
                <a16:creationId xmlns:a16="http://schemas.microsoft.com/office/drawing/2014/main" id="{A3099189-4171-4BDE-87A7-8FD3D8B7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16775" y="1578391"/>
            <a:ext cx="203597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2" name="Text ;">
            <a:extLst xmlns:a="http://schemas.openxmlformats.org/drawingml/2006/main">
              <a:ext uri="{FF2B5EF4-FFF2-40B4-BE49-F238E27FC236}">
                <a16:creationId xmlns:a16="http://schemas.microsoft.com/office/drawing/2014/main" id="{50C6959A-45D1-4D14-BB0C-7A096589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01322" y="1578391"/>
            <a:ext cx="92869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sp>
        <p:nvSpPr>
          <p:cNvPr id="123" name="SE059-route-58">
            <a:extLst xmlns:a="http://schemas.openxmlformats.org/drawingml/2006/main">
              <a:ext uri="{FF2B5EF4-FFF2-40B4-BE49-F238E27FC236}">
                <a16:creationId xmlns:a16="http://schemas.microsoft.com/office/drawing/2014/main" id="{EFE0ED7A-466A-4435-BB16-8D8F5D46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0391" y="1740316"/>
            <a:ext cx="161925" cy="95"/>
          </a:xfrm>
          <a:custGeom xmlns:a="http://schemas.openxmlformats.org/drawingml/2006/main">
            <a:pathLst>
              <a:path w="161925" h="95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43C0C"/>
            </a:solidFill>
          </a:ln>
        </p:spPr>
      </p:sp>
      <p:sp>
        <p:nvSpPr>
          <p:cNvPr id="124" name="SE059-route-59">
            <a:extLst xmlns:a="http://schemas.openxmlformats.org/drawingml/2006/main">
              <a:ext uri="{FF2B5EF4-FFF2-40B4-BE49-F238E27FC236}">
                <a16:creationId xmlns:a16="http://schemas.microsoft.com/office/drawing/2014/main" id="{C2B22FD6-9854-462F-B85F-5F2511D4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4756" y="1703802"/>
            <a:ext cx="77560" cy="73027"/>
          </a:xfrm>
          <a:custGeom xmlns:a="http://schemas.openxmlformats.org/drawingml/2006/main">
            <a:pathLst>
              <a:path w="77560" h="73027">
                <a:moveTo>
                  <a:pt x="77560" y="36514"/>
                </a:moveTo>
                <a:lnTo>
                  <a:pt x="0" y="730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43C0C"/>
          </a:solidFill>
          <a:ln xmlns:a="http://schemas.openxmlformats.org/drawingml/2006/main" w="0">
            <a:noFill/>
          </a:ln>
        </p:spPr>
      </p:sp>
      <p:sp>
        <p:nvSpPr>
          <p:cNvPr id="125" name="Text Token mask">
            <a:extLst xmlns:a="http://schemas.openxmlformats.org/drawingml/2006/main">
              <a:ext uri="{FF2B5EF4-FFF2-40B4-BE49-F238E27FC236}">
                <a16:creationId xmlns:a16="http://schemas.microsoft.com/office/drawing/2014/main" id="{CD6ECCFF-9031-45C5-A936-D387535B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0541" y="1892716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3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953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Token mask</a:t>
            </a:r>
          </a:p>
        </p:txBody>
      </p:sp>
      <p:sp>
        <p:nvSpPr>
          <p:cNvPr id="126" name="SE059-route-60">
            <a:extLst xmlns:a="http://schemas.openxmlformats.org/drawingml/2006/main">
              <a:ext uri="{FF2B5EF4-FFF2-40B4-BE49-F238E27FC236}">
                <a16:creationId xmlns:a16="http://schemas.microsoft.com/office/drawing/2014/main" id="{F5DAB907-AB40-413F-8943-69440DCD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191" y="2073691"/>
            <a:ext cx="152400" cy="95"/>
          </a:xfrm>
          <a:custGeom xmlns:a="http://schemas.openxmlformats.org/drawingml/2006/main">
            <a:pathLst>
              <a:path w="152400" h="9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43C0C"/>
            </a:solidFill>
          </a:ln>
        </p:spPr>
      </p:sp>
      <p:sp>
        <p:nvSpPr>
          <p:cNvPr id="127" name="SE059-route-61">
            <a:extLst xmlns:a="http://schemas.openxmlformats.org/drawingml/2006/main">
              <a:ext uri="{FF2B5EF4-FFF2-40B4-BE49-F238E27FC236}">
                <a16:creationId xmlns:a16="http://schemas.microsoft.com/office/drawing/2014/main" id="{C6A96587-78EC-4705-8185-FEFADC12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6031" y="2037177"/>
            <a:ext cx="77560" cy="73027"/>
          </a:xfrm>
          <a:custGeom xmlns:a="http://schemas.openxmlformats.org/drawingml/2006/main">
            <a:pathLst>
              <a:path w="77560" h="73027">
                <a:moveTo>
                  <a:pt x="77560" y="36514"/>
                </a:moveTo>
                <a:lnTo>
                  <a:pt x="0" y="730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43C0C"/>
          </a:solidFill>
          <a:ln xmlns:a="http://schemas.openxmlformats.org/drawingml/2006/main" w="0">
            <a:noFill/>
          </a:ln>
        </p:spPr>
      </p:sp>
      <p:sp>
        <p:nvSpPr>
          <p:cNvPr id="128" name="SE059-62">
            <a:extLst xmlns:a="http://schemas.openxmlformats.org/drawingml/2006/main">
              <a:ext uri="{FF2B5EF4-FFF2-40B4-BE49-F238E27FC236}">
                <a16:creationId xmlns:a16="http://schemas.microsoft.com/office/drawing/2014/main" id="{AA72097D-0EB7-45FD-92FC-57DFD298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3116" y="1902241"/>
            <a:ext cx="1047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28575">
            <a:solidFill>
              <a:srgbClr val="843C0C"/>
            </a:solidFill>
          </a:ln>
        </p:spPr>
      </p:sp>
      <p:sp>
        <p:nvSpPr>
          <p:cNvPr id="129" name="SE059-63">
            <a:extLst xmlns:a="http://schemas.openxmlformats.org/drawingml/2006/main">
              <a:ext uri="{FF2B5EF4-FFF2-40B4-BE49-F238E27FC236}">
                <a16:creationId xmlns:a16="http://schemas.microsoft.com/office/drawing/2014/main" id="{10F25714-AAB6-4539-B3F9-A9532D2B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8157" y="1940341"/>
            <a:ext cx="19437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130" name="Text A">
            <a:extLst xmlns:a="http://schemas.openxmlformats.org/drawingml/2006/main">
              <a:ext uri="{FF2B5EF4-FFF2-40B4-BE49-F238E27FC236}">
                <a16:creationId xmlns:a16="http://schemas.microsoft.com/office/drawing/2014/main" id="{27277BC2-E11C-499D-987C-C59D998D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9316" y="1911766"/>
            <a:ext cx="203597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1" name="Text .">
            <a:extLst xmlns:a="http://schemas.openxmlformats.org/drawingml/2006/main">
              <a:ext uri="{FF2B5EF4-FFF2-40B4-BE49-F238E27FC236}">
                <a16:creationId xmlns:a16="http://schemas.microsoft.com/office/drawing/2014/main" id="{81AD64E7-D8B6-4556-A894-3B60E937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3863" y="1911766"/>
            <a:ext cx="92869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32" name="Text B">
            <a:extLst xmlns:a="http://schemas.openxmlformats.org/drawingml/2006/main">
              <a:ext uri="{FF2B5EF4-FFF2-40B4-BE49-F238E27FC236}">
                <a16:creationId xmlns:a16="http://schemas.microsoft.com/office/drawing/2014/main" id="{5EE2C807-5AA3-4601-ABD5-69A5C2D4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7682" y="1911766"/>
            <a:ext cx="19437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33" name="Text =">
            <a:extLst xmlns:a="http://schemas.openxmlformats.org/drawingml/2006/main">
              <a:ext uri="{FF2B5EF4-FFF2-40B4-BE49-F238E27FC236}">
                <a16:creationId xmlns:a16="http://schemas.microsoft.com/office/drawing/2014/main" id="{A06CE357-0617-43AD-8343-28C699F1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23001" y="1911766"/>
            <a:ext cx="212824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34" name="Text C">
            <a:extLst xmlns:a="http://schemas.openxmlformats.org/drawingml/2006/main">
              <a:ext uri="{FF2B5EF4-FFF2-40B4-BE49-F238E27FC236}">
                <a16:creationId xmlns:a16="http://schemas.microsoft.com/office/drawing/2014/main" id="{E91F26E9-C8AE-4BA2-B912-C5B1D079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16775" y="1911766"/>
            <a:ext cx="203597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5" name="Text ;">
            <a:extLst xmlns:a="http://schemas.openxmlformats.org/drawingml/2006/main">
              <a:ext uri="{FF2B5EF4-FFF2-40B4-BE49-F238E27FC236}">
                <a16:creationId xmlns:a16="http://schemas.microsoft.com/office/drawing/2014/main" id="{0F082369-4E62-44FD-A8CF-88BE08BA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01322" y="1911766"/>
            <a:ext cx="92869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sp>
        <p:nvSpPr>
          <p:cNvPr id="136" name="SE059-route-64">
            <a:extLst xmlns:a="http://schemas.openxmlformats.org/drawingml/2006/main">
              <a:ext uri="{FF2B5EF4-FFF2-40B4-BE49-F238E27FC236}">
                <a16:creationId xmlns:a16="http://schemas.microsoft.com/office/drawing/2014/main" id="{6E919811-1C4E-43E4-A395-AEC89372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0391" y="2073691"/>
            <a:ext cx="161925" cy="95"/>
          </a:xfrm>
          <a:custGeom xmlns:a="http://schemas.openxmlformats.org/drawingml/2006/main">
            <a:pathLst>
              <a:path w="161925" h="95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43C0C"/>
            </a:solidFill>
          </a:ln>
        </p:spPr>
      </p:sp>
      <p:sp>
        <p:nvSpPr>
          <p:cNvPr id="137" name="SE059-route-65">
            <a:extLst xmlns:a="http://schemas.openxmlformats.org/drawingml/2006/main">
              <a:ext uri="{FF2B5EF4-FFF2-40B4-BE49-F238E27FC236}">
                <a16:creationId xmlns:a16="http://schemas.microsoft.com/office/drawing/2014/main" id="{6DA2DE0E-6728-45CE-9EB0-E31FBCDB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4756" y="2037177"/>
            <a:ext cx="77560" cy="73027"/>
          </a:xfrm>
          <a:custGeom xmlns:a="http://schemas.openxmlformats.org/drawingml/2006/main">
            <a:pathLst>
              <a:path w="77560" h="73027">
                <a:moveTo>
                  <a:pt x="77560" y="36514"/>
                </a:moveTo>
                <a:lnTo>
                  <a:pt x="0" y="730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43C0C"/>
          </a:solidFill>
          <a:ln xmlns:a="http://schemas.openxmlformats.org/drawingml/2006/main" w="0">
            <a:noFill/>
          </a:ln>
        </p:spPr>
      </p:sp>
      <p:sp>
        <p:nvSpPr>
          <p:cNvPr id="138" name="Text Fine-tuning data&#10;Generation">
            <a:extLst xmlns:a="http://schemas.openxmlformats.org/drawingml/2006/main">
              <a:ext uri="{FF2B5EF4-FFF2-40B4-BE49-F238E27FC236}">
                <a16:creationId xmlns:a16="http://schemas.microsoft.com/office/drawing/2014/main" id="{D5EE5750-3DF9-439B-AEDB-B81018D1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4816" y="2368966"/>
            <a:ext cx="295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Fine-tuning data</a:t>
            </a:r>
          </a:p>
          <a:p xmlns:a="http://schemas.openxmlformats.org/drawingml/2006/main">
            <a:pPr algn="ctr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Generation</a:t>
            </a:r>
          </a:p>
        </p:txBody>
      </p:sp>
      <p:sp>
        <p:nvSpPr>
          <p:cNvPr id="139" name="SE059-route-66">
            <a:extLst xmlns:a="http://schemas.openxmlformats.org/drawingml/2006/main">
              <a:ext uri="{FF2B5EF4-FFF2-40B4-BE49-F238E27FC236}">
                <a16:creationId xmlns:a16="http://schemas.microsoft.com/office/drawing/2014/main" id="{251ED9B7-35D0-4226-A141-FB7222E6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6141" y="1340266"/>
            <a:ext cx="238125" cy="457200"/>
          </a:xfrm>
          <a:custGeom xmlns:a="http://schemas.openxmlformats.org/drawingml/2006/main">
            <a:pathLst>
              <a:path w="238125" h="457200">
                <a:moveTo>
                  <a:pt x="0" y="114300"/>
                </a:moveTo>
                <a:lnTo>
                  <a:pt x="114300" y="114300"/>
                </a:lnTo>
                <a:lnTo>
                  <a:pt x="114300" y="0"/>
                </a:lnTo>
                <a:lnTo>
                  <a:pt x="238125" y="228600"/>
                </a:lnTo>
                <a:lnTo>
                  <a:pt x="114300" y="457200"/>
                </a:lnTo>
                <a:lnTo>
                  <a:pt x="114300" y="342900"/>
                </a:lnTo>
                <a:lnTo>
                  <a:pt x="0" y="3429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04040"/>
            </a:solidFill>
          </a:ln>
        </p:spPr>
      </p:sp>
      <p:sp>
        <p:nvSpPr>
          <p:cNvPr id="140" name="SE059-67">
            <a:extLst xmlns:a="http://schemas.openxmlformats.org/drawingml/2006/main">
              <a:ext uri="{FF2B5EF4-FFF2-40B4-BE49-F238E27FC236}">
                <a16:creationId xmlns:a16="http://schemas.microsoft.com/office/drawing/2014/main" id="{A94B181B-5CCE-48AA-A1EE-AF66F96B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0466" y="616366"/>
            <a:ext cx="1990725" cy="1876425"/>
          </a:xfrm>
          <a:prstGeom xmlns:a="http://schemas.openxmlformats.org/drawingml/2006/main" prst="roundRect">
            <a:avLst>
              <a:gd name="adj" fmla="val 16244"/>
            </a:avLst>
          </a:prstGeom>
          <a:solidFill xmlns:a="http://schemas.openxmlformats.org/drawingml/2006/main">
            <a:srgbClr val="A9D18E"/>
          </a:solidFill>
          <a:ln xmlns:a="http://schemas.openxmlformats.org/drawingml/2006/main" w="28575">
            <a:solidFill>
              <a:srgbClr val="7F7F7F"/>
            </a:solidFill>
          </a:ln>
        </p:spPr>
      </p:sp>
      <p:sp>
        <p:nvSpPr>
          <p:cNvPr id="141" name="SE059-route-68">
            <a:extLst xmlns:a="http://schemas.openxmlformats.org/drawingml/2006/main">
              <a:ext uri="{FF2B5EF4-FFF2-40B4-BE49-F238E27FC236}">
                <a16:creationId xmlns:a16="http://schemas.microsoft.com/office/drawing/2014/main" id="{8A00A5C1-7B97-40BF-B7CC-E0947C8B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4766" y="1054516"/>
            <a:ext cx="257175" cy="495300"/>
          </a:xfrm>
          <a:custGeom xmlns:a="http://schemas.openxmlformats.org/drawingml/2006/main">
            <a:pathLst>
              <a:path w="257175" h="495300">
                <a:moveTo>
                  <a:pt x="0" y="495300"/>
                </a:moveTo>
                <a:lnTo>
                  <a:pt x="0" y="0"/>
                </a:ln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95959"/>
            </a:solidFill>
          </a:ln>
        </p:spPr>
      </p:sp>
      <p:sp>
        <p:nvSpPr>
          <p:cNvPr id="142" name="SE059-route-69">
            <a:extLst xmlns:a="http://schemas.openxmlformats.org/drawingml/2006/main">
              <a:ext uri="{FF2B5EF4-FFF2-40B4-BE49-F238E27FC236}">
                <a16:creationId xmlns:a16="http://schemas.microsoft.com/office/drawing/2014/main" id="{FB79B6A8-AF83-4384-AA38-B6410A0C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5763" y="1013945"/>
            <a:ext cx="86178" cy="81141"/>
          </a:xfrm>
          <a:custGeom xmlns:a="http://schemas.openxmlformats.org/drawingml/2006/main">
            <a:pathLst>
              <a:path w="86178" h="81141">
                <a:moveTo>
                  <a:pt x="86178" y="40571"/>
                </a:moveTo>
                <a:lnTo>
                  <a:pt x="0" y="811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</p:sp>
      <p:sp>
        <p:nvSpPr>
          <p:cNvPr id="143" name="SE059-route-70">
            <a:extLst xmlns:a="http://schemas.openxmlformats.org/drawingml/2006/main">
              <a:ext uri="{FF2B5EF4-FFF2-40B4-BE49-F238E27FC236}">
                <a16:creationId xmlns:a16="http://schemas.microsoft.com/office/drawing/2014/main" id="{A82A6774-41B6-4C11-98E4-CE9F06BD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4766" y="1549816"/>
            <a:ext cx="409575" cy="95"/>
          </a:xfrm>
          <a:custGeom xmlns:a="http://schemas.openxmlformats.org/drawingml/2006/main">
            <a:pathLst>
              <a:path w="409575" h="9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95959"/>
            </a:solidFill>
          </a:ln>
        </p:spPr>
      </p:sp>
      <p:sp>
        <p:nvSpPr>
          <p:cNvPr id="144" name="SE059-route-71">
            <a:extLst xmlns:a="http://schemas.openxmlformats.org/drawingml/2006/main">
              <a:ext uri="{FF2B5EF4-FFF2-40B4-BE49-F238E27FC236}">
                <a16:creationId xmlns:a16="http://schemas.microsoft.com/office/drawing/2014/main" id="{74852B88-2C71-49D7-BA12-E7F2E46F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8163" y="1509245"/>
            <a:ext cx="86178" cy="81141"/>
          </a:xfrm>
          <a:custGeom xmlns:a="http://schemas.openxmlformats.org/drawingml/2006/main">
            <a:pathLst>
              <a:path w="86178" h="81141">
                <a:moveTo>
                  <a:pt x="86178" y="40571"/>
                </a:moveTo>
                <a:lnTo>
                  <a:pt x="0" y="811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</p:sp>
      <p:sp>
        <p:nvSpPr>
          <p:cNvPr id="145" name="SE059-route-72">
            <a:extLst xmlns:a="http://schemas.openxmlformats.org/drawingml/2006/main">
              <a:ext uri="{FF2B5EF4-FFF2-40B4-BE49-F238E27FC236}">
                <a16:creationId xmlns:a16="http://schemas.microsoft.com/office/drawing/2014/main" id="{AC13FDED-9DBC-4302-BFA9-D0EA1956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4766" y="1540291"/>
            <a:ext cx="323850" cy="581025"/>
          </a:xfrm>
          <a:custGeom xmlns:a="http://schemas.openxmlformats.org/drawingml/2006/main">
            <a:pathLst>
              <a:path w="323850" h="581025">
                <a:moveTo>
                  <a:pt x="0" y="0"/>
                </a:moveTo>
                <a:lnTo>
                  <a:pt x="0" y="581025"/>
                </a:lnTo>
                <a:lnTo>
                  <a:pt x="323850" y="5810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95959"/>
            </a:solidFill>
          </a:ln>
        </p:spPr>
      </p:sp>
      <p:sp>
        <p:nvSpPr>
          <p:cNvPr id="146" name="SE059-route-73">
            <a:extLst xmlns:a="http://schemas.openxmlformats.org/drawingml/2006/main">
              <a:ext uri="{FF2B5EF4-FFF2-40B4-BE49-F238E27FC236}">
                <a16:creationId xmlns:a16="http://schemas.microsoft.com/office/drawing/2014/main" id="{360B9724-317F-4A60-A5EE-805F76FF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2438" y="2080745"/>
            <a:ext cx="86178" cy="81141"/>
          </a:xfrm>
          <a:custGeom xmlns:a="http://schemas.openxmlformats.org/drawingml/2006/main">
            <a:pathLst>
              <a:path w="86178" h="81141">
                <a:moveTo>
                  <a:pt x="86178" y="40571"/>
                </a:moveTo>
                <a:lnTo>
                  <a:pt x="0" y="811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</p:sp>
      <p:sp>
        <p:nvSpPr>
          <p:cNvPr id="147" name="SE059-route-74">
            <a:extLst xmlns:a="http://schemas.openxmlformats.org/drawingml/2006/main">
              <a:ext uri="{FF2B5EF4-FFF2-40B4-BE49-F238E27FC236}">
                <a16:creationId xmlns:a16="http://schemas.microsoft.com/office/drawing/2014/main" id="{E82D3E9D-BA22-45E7-83C4-1DFCDFB3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0666" y="1044991"/>
            <a:ext cx="228600" cy="1085850"/>
          </a:xfrm>
          <a:custGeom xmlns:a="http://schemas.openxmlformats.org/drawingml/2006/main">
            <a:pathLst>
              <a:path w="228600" h="1085850">
                <a:moveTo>
                  <a:pt x="0" y="0"/>
                </a:moveTo>
                <a:lnTo>
                  <a:pt x="228600" y="0"/>
                </a:lnTo>
                <a:lnTo>
                  <a:pt x="228600" y="1085850"/>
                </a:lnTo>
                <a:lnTo>
                  <a:pt x="104775" y="10858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95959"/>
            </a:solidFill>
          </a:ln>
        </p:spPr>
      </p:sp>
      <p:sp>
        <p:nvSpPr>
          <p:cNvPr id="148" name="SE059-route-75">
            <a:extLst xmlns:a="http://schemas.openxmlformats.org/drawingml/2006/main">
              <a:ext uri="{FF2B5EF4-FFF2-40B4-BE49-F238E27FC236}">
                <a16:creationId xmlns:a16="http://schemas.microsoft.com/office/drawing/2014/main" id="{651AF143-9ABB-460D-8330-3CAF2C97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3066" y="1559341"/>
            <a:ext cx="180975" cy="95"/>
          </a:xfrm>
          <a:custGeom xmlns:a="http://schemas.openxmlformats.org/drawingml/2006/main">
            <a:pathLst>
              <a:path w="180975" h="9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95959"/>
            </a:solidFill>
          </a:ln>
        </p:spPr>
      </p:sp>
      <p:sp>
        <p:nvSpPr>
          <p:cNvPr id="149" name="SE059-route-76">
            <a:extLst xmlns:a="http://schemas.openxmlformats.org/drawingml/2006/main">
              <a:ext uri="{FF2B5EF4-FFF2-40B4-BE49-F238E27FC236}">
                <a16:creationId xmlns:a16="http://schemas.microsoft.com/office/drawing/2014/main" id="{551C2F1B-59F9-4378-8B2F-FC0859AA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7863" y="1518770"/>
            <a:ext cx="86178" cy="81141"/>
          </a:xfrm>
          <a:custGeom xmlns:a="http://schemas.openxmlformats.org/drawingml/2006/main">
            <a:pathLst>
              <a:path w="86178" h="81141">
                <a:moveTo>
                  <a:pt x="86178" y="40571"/>
                </a:moveTo>
                <a:lnTo>
                  <a:pt x="0" y="811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</p:sp>
      <p:sp>
        <p:nvSpPr>
          <p:cNvPr id="150" name="SE059-77">
            <a:extLst xmlns:a="http://schemas.openxmlformats.org/drawingml/2006/main">
              <a:ext uri="{FF2B5EF4-FFF2-40B4-BE49-F238E27FC236}">
                <a16:creationId xmlns:a16="http://schemas.microsoft.com/office/drawing/2014/main" id="{373AE7A3-216D-46E8-ADF4-8C78D9EB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1466" y="740191"/>
            <a:ext cx="1219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991"/>
          </a:solidFill>
          <a:ln xmlns:a="http://schemas.openxmlformats.org/drawingml/2006/main" w="38100">
            <a:solidFill>
              <a:srgbClr val="843C0C"/>
            </a:solidFill>
          </a:ln>
        </p:spPr>
      </p:sp>
      <p:sp>
        <p:nvSpPr>
          <p:cNvPr id="151" name="Text Stmt&#10;Generator">
            <a:extLst xmlns:a="http://schemas.openxmlformats.org/drawingml/2006/main">
              <a:ext uri="{FF2B5EF4-FFF2-40B4-BE49-F238E27FC236}">
                <a16:creationId xmlns:a16="http://schemas.microsoft.com/office/drawing/2014/main" id="{AADDA163-CC0D-417D-8FC4-1898F759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89566" y="749716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Stmt</a:t>
            </a:r>
          </a:p>
          <a:p xmlns:a="http://schemas.openxmlformats.org/drawingml/2006/main">
            <a:pPr algn="ctr">
              <a:defRPr sz="19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Generator</a:t>
            </a:r>
          </a:p>
        </p:txBody>
      </p:sp>
      <p:sp>
        <p:nvSpPr>
          <p:cNvPr id="152" name="SE059-78">
            <a:extLst xmlns:a="http://schemas.openxmlformats.org/drawingml/2006/main">
              <a:ext uri="{FF2B5EF4-FFF2-40B4-BE49-F238E27FC236}">
                <a16:creationId xmlns:a16="http://schemas.microsoft.com/office/drawing/2014/main" id="{AEBB358D-0043-4E20-9B46-F8D88027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94341" y="1292641"/>
            <a:ext cx="12287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3F3"/>
          </a:solidFill>
          <a:ln xmlns:a="http://schemas.openxmlformats.org/drawingml/2006/main" w="38100">
            <a:solidFill>
              <a:srgbClr val="2F5597"/>
            </a:solidFill>
          </a:ln>
        </p:spPr>
      </p:sp>
      <p:sp>
        <p:nvSpPr>
          <p:cNvPr id="153" name="Text Expr&#10;Generator">
            <a:extLst xmlns:a="http://schemas.openxmlformats.org/drawingml/2006/main">
              <a:ext uri="{FF2B5EF4-FFF2-40B4-BE49-F238E27FC236}">
                <a16:creationId xmlns:a16="http://schemas.microsoft.com/office/drawing/2014/main" id="{F1F4BEEE-14F4-4FDC-9743-EA7DD50C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32441" y="1292641"/>
            <a:ext cx="1152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Expr</a:t>
            </a:r>
          </a:p>
          <a:p xmlns:a="http://schemas.openxmlformats.org/drawingml/2006/main">
            <a:pPr algn="ctr">
              <a:defRPr sz="19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Generator</a:t>
            </a:r>
          </a:p>
        </p:txBody>
      </p:sp>
      <p:sp>
        <p:nvSpPr>
          <p:cNvPr id="154" name="SE059-79">
            <a:extLst xmlns:a="http://schemas.openxmlformats.org/drawingml/2006/main">
              <a:ext uri="{FF2B5EF4-FFF2-40B4-BE49-F238E27FC236}">
                <a16:creationId xmlns:a16="http://schemas.microsoft.com/office/drawing/2014/main" id="{7F6D4277-4717-42F0-83B1-27ACA14F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18141" y="1845091"/>
            <a:ext cx="12477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38100">
            <a:solidFill>
              <a:srgbClr val="333333"/>
            </a:solidFill>
          </a:ln>
        </p:spPr>
      </p:sp>
      <p:sp>
        <p:nvSpPr>
          <p:cNvPr id="155" name="Text Token&#10;Generator">
            <a:extLst xmlns:a="http://schemas.openxmlformats.org/drawingml/2006/main">
              <a:ext uri="{FF2B5EF4-FFF2-40B4-BE49-F238E27FC236}">
                <a16:creationId xmlns:a16="http://schemas.microsoft.com/office/drawing/2014/main" id="{6739CC3E-C6D9-440E-B030-E283444E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56241" y="1845091"/>
            <a:ext cx="11715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Token</a:t>
            </a:r>
          </a:p>
          <a:p xmlns:a="http://schemas.openxmlformats.org/drawingml/2006/main">
            <a:pPr algn="ctr">
              <a:defRPr sz="19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Generator</a:t>
            </a:r>
          </a:p>
        </p:txBody>
      </p:sp>
      <p:sp>
        <p:nvSpPr>
          <p:cNvPr id="156" name="Text Mulpor&#10;fine-tuning">
            <a:extLst xmlns:a="http://schemas.openxmlformats.org/drawingml/2006/main">
              <a:ext uri="{FF2B5EF4-FFF2-40B4-BE49-F238E27FC236}">
                <a16:creationId xmlns:a16="http://schemas.microsoft.com/office/drawing/2014/main" id="{10075D96-6A48-49A5-91AD-41497D97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51416" y="2492791"/>
            <a:ext cx="2038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Mulpor</a:t>
            </a:r>
          </a:p>
          <a:p xmlns:a="http://schemas.openxmlformats.org/drawingml/2006/main">
            <a:pPr algn="ctr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fine-tuning</a:t>
            </a:r>
          </a:p>
        </p:txBody>
      </p:sp>
      <p:sp>
        <p:nvSpPr>
          <p:cNvPr id="157" name="SE059-route-80">
            <a:extLst xmlns:a="http://schemas.openxmlformats.org/drawingml/2006/main">
              <a:ext uri="{FF2B5EF4-FFF2-40B4-BE49-F238E27FC236}">
                <a16:creationId xmlns:a16="http://schemas.microsoft.com/office/drawing/2014/main" id="{93B1BA63-5B79-4E65-8E8A-BE6C4D78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3591" y="1349791"/>
            <a:ext cx="238125" cy="457200"/>
          </a:xfrm>
          <a:custGeom xmlns:a="http://schemas.openxmlformats.org/drawingml/2006/main">
            <a:pathLst>
              <a:path w="238125" h="457200">
                <a:moveTo>
                  <a:pt x="0" y="114300"/>
                </a:moveTo>
                <a:lnTo>
                  <a:pt x="114300" y="114300"/>
                </a:lnTo>
                <a:lnTo>
                  <a:pt x="114300" y="0"/>
                </a:lnTo>
                <a:lnTo>
                  <a:pt x="238125" y="228600"/>
                </a:lnTo>
                <a:lnTo>
                  <a:pt x="114300" y="457200"/>
                </a:lnTo>
                <a:lnTo>
                  <a:pt x="114300" y="342900"/>
                </a:lnTo>
                <a:lnTo>
                  <a:pt x="0" y="3429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04040"/>
            </a:solidFill>
          </a:ln>
        </p:spPr>
      </p:sp>
      <p:pic>
        <p:nvPicPr>
          <p:cNvPr id="4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3038de46540f1"/>
          <a:stretch xmlns:a="http://schemas.openxmlformats.org/drawingml/2006/main"/>
        </p:blipFill>
        <p:spPr>
          <a:xfrm xmlns:a="http://schemas.openxmlformats.org/drawingml/2006/main">
            <a:off x="14999341" y="968791"/>
            <a:ext cx="1257300" cy="1133475"/>
          </a:xfrm>
          <a:prstGeom xmlns:a="http://schemas.openxmlformats.org/drawingml/2006/main" prst="rect">
            <a:avLst/>
          </a:prstGeom>
        </p:spPr>
      </p:pic>
      <p:sp>
        <p:nvSpPr>
          <p:cNvPr id="159" name="Text Patch&#10;inference">
            <a:extLst xmlns:a="http://schemas.openxmlformats.org/drawingml/2006/main">
              <a:ext uri="{FF2B5EF4-FFF2-40B4-BE49-F238E27FC236}">
                <a16:creationId xmlns:a16="http://schemas.microsoft.com/office/drawing/2014/main" id="{D923647A-407E-4636-BE56-30E437A0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6466" y="2130841"/>
            <a:ext cx="1495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Patch</a:t>
            </a:r>
          </a:p>
          <a:p xmlns:a="http://schemas.openxmlformats.org/drawingml/2006/main">
            <a:pPr algn="ctr">
              <a:defRPr sz="21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160" name="SE059-route-81">
            <a:extLst xmlns:a="http://schemas.openxmlformats.org/drawingml/2006/main">
              <a:ext uri="{FF2B5EF4-FFF2-40B4-BE49-F238E27FC236}">
                <a16:creationId xmlns:a16="http://schemas.microsoft.com/office/drawing/2014/main" id="{126F37FF-C85D-45D8-8949-4DF96693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6166" y="1454566"/>
            <a:ext cx="304800" cy="2609850"/>
          </a:xfrm>
          <a:custGeom xmlns:a="http://schemas.openxmlformats.org/drawingml/2006/main">
            <a:pathLst>
              <a:path w="304800" h="2609850">
                <a:moveTo>
                  <a:pt x="0" y="0"/>
                </a:moveTo>
                <a:lnTo>
                  <a:pt x="304800" y="0"/>
                </a:lnTo>
                <a:lnTo>
                  <a:pt x="304800" y="2609850"/>
                </a:lnTo>
                <a:lnTo>
                  <a:pt x="161925" y="26098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95959"/>
            </a:solidFill>
          </a:ln>
        </p:spPr>
      </p:sp>
      <p:sp>
        <p:nvSpPr>
          <p:cNvPr id="161" name="SE059-route-82">
            <a:extLst xmlns:a="http://schemas.openxmlformats.org/drawingml/2006/main">
              <a:ext uri="{FF2B5EF4-FFF2-40B4-BE49-F238E27FC236}">
                <a16:creationId xmlns:a16="http://schemas.microsoft.com/office/drawing/2014/main" id="{E2B1B943-F08A-41A1-B89A-1A8D00D3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8091" y="4023845"/>
            <a:ext cx="86178" cy="81141"/>
          </a:xfrm>
          <a:custGeom xmlns:a="http://schemas.openxmlformats.org/drawingml/2006/main">
            <a:pathLst>
              <a:path w="86178" h="81141">
                <a:moveTo>
                  <a:pt x="0" y="40571"/>
                </a:moveTo>
                <a:lnTo>
                  <a:pt x="86178" y="0"/>
                </a:lnTo>
                <a:lnTo>
                  <a:pt x="86178" y="81141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</p:sp>
      <p:pic>
        <p:nvPicPr>
          <p:cNvPr id="4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b3f906e824990"/>
          <a:stretch xmlns:a="http://schemas.openxmlformats.org/drawingml/2006/main"/>
        </p:blipFill>
        <p:spPr>
          <a:xfrm xmlns:a="http://schemas.openxmlformats.org/drawingml/2006/main">
            <a:off x="302266" y="3235741"/>
            <a:ext cx="1114425" cy="1123950"/>
          </a:xfrm>
          <a:prstGeom xmlns:a="http://schemas.openxmlformats.org/drawingml/2006/main" prst="rect">
            <a:avLst/>
          </a:prstGeom>
        </p:spPr>
      </p:pic>
      <p:sp>
        <p:nvSpPr>
          <p:cNvPr id="163" name="Text Buggy&#10;Code">
            <a:extLst xmlns:a="http://schemas.openxmlformats.org/drawingml/2006/main">
              <a:ext uri="{FF2B5EF4-FFF2-40B4-BE49-F238E27FC236}">
                <a16:creationId xmlns:a16="http://schemas.microsoft.com/office/drawing/2014/main" id="{93B4C9A1-AC51-4B76-BB54-992A7AC9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741" y="4369216"/>
            <a:ext cx="11334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Buggy</a:t>
            </a:r>
          </a:p>
          <a:p xmlns:a="http://schemas.openxmlformats.org/drawingml/2006/main">
            <a:pPr algn="ctr">
              <a:defRPr sz="20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164" name="SE059-route-83">
            <a:extLst xmlns:a="http://schemas.openxmlformats.org/drawingml/2006/main">
              <a:ext uri="{FF2B5EF4-FFF2-40B4-BE49-F238E27FC236}">
                <a16:creationId xmlns:a16="http://schemas.microsoft.com/office/drawing/2014/main" id="{FBA69AF4-2E92-446F-9FC1-245F25B8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566" y="3569116"/>
            <a:ext cx="457200" cy="476250"/>
          </a:xfrm>
          <a:custGeom xmlns:a="http://schemas.openxmlformats.org/drawingml/2006/main">
            <a:pathLst>
              <a:path w="457200" h="476250">
                <a:moveTo>
                  <a:pt x="0" y="119063"/>
                </a:moveTo>
                <a:lnTo>
                  <a:pt x="219456" y="119063"/>
                </a:lnTo>
                <a:lnTo>
                  <a:pt x="219456" y="0"/>
                </a:lnTo>
                <a:lnTo>
                  <a:pt x="457200" y="238125"/>
                </a:lnTo>
                <a:lnTo>
                  <a:pt x="219456" y="476250"/>
                </a:lnTo>
                <a:lnTo>
                  <a:pt x="219456" y="357188"/>
                </a:lnTo>
                <a:lnTo>
                  <a:pt x="0" y="3571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04040"/>
            </a:solidFill>
          </a:ln>
        </p:spPr>
      </p:sp>
      <p:pic>
        <p:nvPicPr>
          <p:cNvPr id="4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a807e84a541d2"/>
          <a:stretch xmlns:a="http://schemas.openxmlformats.org/drawingml/2006/main"/>
        </p:blipFill>
        <p:spPr>
          <a:xfrm xmlns:a="http://schemas.openxmlformats.org/drawingml/2006/main">
            <a:off x="2045341" y="3245266"/>
            <a:ext cx="1114425" cy="1114425"/>
          </a:xfrm>
          <a:prstGeom xmlns:a="http://schemas.openxmlformats.org/drawingml/2006/main" prst="rect">
            <a:avLst/>
          </a:prstGeom>
        </p:spPr>
      </p:pic>
      <p:sp>
        <p:nvSpPr>
          <p:cNvPr id="166" name="Text Fault&#10;localization">
            <a:extLst xmlns:a="http://schemas.openxmlformats.org/drawingml/2006/main">
              <a:ext uri="{FF2B5EF4-FFF2-40B4-BE49-F238E27FC236}">
                <a16:creationId xmlns:a16="http://schemas.microsoft.com/office/drawing/2014/main" id="{07B86BFF-E495-45CB-AE76-1BA48CD0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166" y="4369216"/>
            <a:ext cx="15906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Fault</a:t>
            </a:r>
          </a:p>
          <a:p xmlns:a="http://schemas.openxmlformats.org/drawingml/2006/main">
            <a:pPr algn="ctr">
              <a:defRPr sz="20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localization</a:t>
            </a:r>
          </a:p>
        </p:txBody>
      </p:sp>
      <p:sp>
        <p:nvSpPr>
          <p:cNvPr id="167" name="SE059-route-84">
            <a:extLst xmlns:a="http://schemas.openxmlformats.org/drawingml/2006/main">
              <a:ext uri="{FF2B5EF4-FFF2-40B4-BE49-F238E27FC236}">
                <a16:creationId xmlns:a16="http://schemas.microsoft.com/office/drawing/2014/main" id="{E1A8048F-7BEE-4DCE-AA2A-50DD7514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016" y="3578641"/>
            <a:ext cx="457200" cy="476250"/>
          </a:xfrm>
          <a:custGeom xmlns:a="http://schemas.openxmlformats.org/drawingml/2006/main">
            <a:pathLst>
              <a:path w="457200" h="476250">
                <a:moveTo>
                  <a:pt x="0" y="119063"/>
                </a:moveTo>
                <a:lnTo>
                  <a:pt x="219456" y="119063"/>
                </a:lnTo>
                <a:lnTo>
                  <a:pt x="219456" y="0"/>
                </a:lnTo>
                <a:lnTo>
                  <a:pt x="457200" y="238125"/>
                </a:lnTo>
                <a:lnTo>
                  <a:pt x="219456" y="476250"/>
                </a:lnTo>
                <a:lnTo>
                  <a:pt x="219456" y="357188"/>
                </a:lnTo>
                <a:lnTo>
                  <a:pt x="0" y="3571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04040"/>
            </a:solidFill>
          </a:ln>
        </p:spPr>
      </p:sp>
      <p:sp>
        <p:nvSpPr>
          <p:cNvPr id="168" name="SE059-85">
            <a:extLst xmlns:a="http://schemas.openxmlformats.org/drawingml/2006/main">
              <a:ext uri="{FF2B5EF4-FFF2-40B4-BE49-F238E27FC236}">
                <a16:creationId xmlns:a16="http://schemas.microsoft.com/office/drawing/2014/main" id="{3E039C41-29A5-4C37-B520-1C106031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0316" y="3197641"/>
            <a:ext cx="3267075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28575">
            <a:solidFill>
              <a:srgbClr val="A6A6A6"/>
            </a:solidFill>
          </a:ln>
        </p:spPr>
      </p:sp>
      <p:sp>
        <p:nvSpPr>
          <p:cNvPr id="169" name="Text Suspicious line">
            <a:extLst xmlns:a="http://schemas.openxmlformats.org/drawingml/2006/main">
              <a:ext uri="{FF2B5EF4-FFF2-40B4-BE49-F238E27FC236}">
                <a16:creationId xmlns:a16="http://schemas.microsoft.com/office/drawing/2014/main" id="{768D67B5-DA56-41E8-BEE7-B06B19F0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4141" y="3207166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83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83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Suspicious line</a:t>
            </a:r>
          </a:p>
        </p:txBody>
      </p:sp>
      <p:sp>
        <p:nvSpPr>
          <p:cNvPr id="170" name="SE059-86">
            <a:extLst xmlns:a="http://schemas.openxmlformats.org/drawingml/2006/main">
              <a:ext uri="{FF2B5EF4-FFF2-40B4-BE49-F238E27FC236}">
                <a16:creationId xmlns:a16="http://schemas.microsoft.com/office/drawing/2014/main" id="{E4A9EDCE-D8DB-4AC5-A84B-5A4A098E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1016" y="3264316"/>
            <a:ext cx="9525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28575">
            <a:solidFill>
              <a:srgbClr val="843C0C"/>
            </a:solidFill>
          </a:ln>
        </p:spPr>
      </p:sp>
      <p:sp>
        <p:nvSpPr>
          <p:cNvPr id="171" name="Text A">
            <a:extLst xmlns:a="http://schemas.openxmlformats.org/drawingml/2006/main">
              <a:ext uri="{FF2B5EF4-FFF2-40B4-BE49-F238E27FC236}">
                <a16:creationId xmlns:a16="http://schemas.microsoft.com/office/drawing/2014/main" id="{1564068B-FE24-46FE-8B24-5BE020A2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7216" y="3273841"/>
            <a:ext cx="183753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2" name="Text .">
            <a:extLst xmlns:a="http://schemas.openxmlformats.org/drawingml/2006/main">
              <a:ext uri="{FF2B5EF4-FFF2-40B4-BE49-F238E27FC236}">
                <a16:creationId xmlns:a16="http://schemas.microsoft.com/office/drawing/2014/main" id="{9A5D5ABC-6F5B-4DAD-8EB1-E692FD6F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1919" y="3273841"/>
            <a:ext cx="8493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73" name="Text B">
            <a:extLst xmlns:a="http://schemas.openxmlformats.org/drawingml/2006/main">
              <a:ext uri="{FF2B5EF4-FFF2-40B4-BE49-F238E27FC236}">
                <a16:creationId xmlns:a16="http://schemas.microsoft.com/office/drawing/2014/main" id="{31E4CF1D-209C-4F02-A72F-6AE7CD6A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7800" y="3273841"/>
            <a:ext cx="175518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4" name="Text =">
            <a:extLst xmlns:a="http://schemas.openxmlformats.org/drawingml/2006/main">
              <a:ext uri="{FF2B5EF4-FFF2-40B4-BE49-F238E27FC236}">
                <a16:creationId xmlns:a16="http://schemas.microsoft.com/office/drawing/2014/main" id="{6C838369-0124-4E40-8B70-B30B6E5B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4268" y="3273841"/>
            <a:ext cx="191988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75" name="Text C">
            <a:extLst xmlns:a="http://schemas.openxmlformats.org/drawingml/2006/main">
              <a:ext uri="{FF2B5EF4-FFF2-40B4-BE49-F238E27FC236}">
                <a16:creationId xmlns:a16="http://schemas.microsoft.com/office/drawing/2014/main" id="{804C86AE-DCFB-439C-99BF-902DF36E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7207" y="3273841"/>
            <a:ext cx="183753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6" name="Text ;">
            <a:extLst xmlns:a="http://schemas.openxmlformats.org/drawingml/2006/main">
              <a:ext uri="{FF2B5EF4-FFF2-40B4-BE49-F238E27FC236}">
                <a16:creationId xmlns:a16="http://schemas.microsoft.com/office/drawing/2014/main" id="{10BA5E85-6F27-4F06-AE26-B844A6FB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1910" y="3273841"/>
            <a:ext cx="84931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sp>
        <p:nvSpPr>
          <p:cNvPr id="177" name="SE059-route-87">
            <a:extLst xmlns:a="http://schemas.openxmlformats.org/drawingml/2006/main">
              <a:ext uri="{FF2B5EF4-FFF2-40B4-BE49-F238E27FC236}">
                <a16:creationId xmlns:a16="http://schemas.microsoft.com/office/drawing/2014/main" id="{4004DBAD-1186-46B6-A3C0-4F50C58A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266" y="3588166"/>
            <a:ext cx="95" cy="800100"/>
          </a:xfrm>
          <a:custGeom xmlns:a="http://schemas.openxmlformats.org/drawingml/2006/main">
            <a:pathLst>
              <a:path w="95" h="800100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43C0C"/>
            </a:solidFill>
          </a:ln>
        </p:spPr>
      </p:sp>
      <p:sp>
        <p:nvSpPr>
          <p:cNvPr id="178" name="Text Stmt mask">
            <a:extLst xmlns:a="http://schemas.openxmlformats.org/drawingml/2006/main">
              <a:ext uri="{FF2B5EF4-FFF2-40B4-BE49-F238E27FC236}">
                <a16:creationId xmlns:a16="http://schemas.microsoft.com/office/drawing/2014/main" id="{8433B2AF-E09B-4879-A795-CA95F67B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3666" y="3569116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83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83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Stmt mask</a:t>
            </a:r>
          </a:p>
        </p:txBody>
      </p:sp>
      <p:sp>
        <p:nvSpPr>
          <p:cNvPr id="179" name="SE059-route-88">
            <a:extLst xmlns:a="http://schemas.openxmlformats.org/drawingml/2006/main">
              <a:ext uri="{FF2B5EF4-FFF2-40B4-BE49-F238E27FC236}">
                <a16:creationId xmlns:a16="http://schemas.microsoft.com/office/drawing/2014/main" id="{CB743ECA-213E-407C-B493-87535CD0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266" y="3740566"/>
            <a:ext cx="142875" cy="95"/>
          </a:xfrm>
          <a:custGeom xmlns:a="http://schemas.openxmlformats.org/drawingml/2006/main">
            <a:pathLst>
              <a:path w="142875" h="9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43C0C"/>
            </a:solidFill>
          </a:ln>
        </p:spPr>
      </p:sp>
      <p:sp>
        <p:nvSpPr>
          <p:cNvPr id="180" name="SE059-route-89">
            <a:extLst xmlns:a="http://schemas.openxmlformats.org/drawingml/2006/main">
              <a:ext uri="{FF2B5EF4-FFF2-40B4-BE49-F238E27FC236}">
                <a16:creationId xmlns:a16="http://schemas.microsoft.com/office/drawing/2014/main" id="{81230135-9462-4203-80C1-0616F1AF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1581" y="3704052"/>
            <a:ext cx="77560" cy="73027"/>
          </a:xfrm>
          <a:custGeom xmlns:a="http://schemas.openxmlformats.org/drawingml/2006/main">
            <a:pathLst>
              <a:path w="77560" h="73027">
                <a:moveTo>
                  <a:pt x="77560" y="36514"/>
                </a:moveTo>
                <a:lnTo>
                  <a:pt x="0" y="730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43C0C"/>
          </a:solidFill>
          <a:ln xmlns:a="http://schemas.openxmlformats.org/drawingml/2006/main" w="0">
            <a:noFill/>
          </a:ln>
        </p:spPr>
      </p:sp>
      <p:sp>
        <p:nvSpPr>
          <p:cNvPr id="181" name="SE059-90">
            <a:extLst xmlns:a="http://schemas.openxmlformats.org/drawingml/2006/main">
              <a:ext uri="{FF2B5EF4-FFF2-40B4-BE49-F238E27FC236}">
                <a16:creationId xmlns:a16="http://schemas.microsoft.com/office/drawing/2014/main" id="{3F9D7FEB-C188-4FA5-8787-1111281C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8666" y="3578641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28575">
            <a:solidFill>
              <a:srgbClr val="843C0C"/>
            </a:solidFill>
          </a:ln>
        </p:spPr>
      </p:sp>
      <p:sp>
        <p:nvSpPr>
          <p:cNvPr id="182" name="SE059-91">
            <a:extLst xmlns:a="http://schemas.openxmlformats.org/drawingml/2006/main">
              <a:ext uri="{FF2B5EF4-FFF2-40B4-BE49-F238E27FC236}">
                <a16:creationId xmlns:a16="http://schemas.microsoft.com/office/drawing/2014/main" id="{5C41B549-AECC-469A-918B-7614B7A5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5341" y="3616741"/>
            <a:ext cx="809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183" name="Text A">
            <a:extLst xmlns:a="http://schemas.openxmlformats.org/drawingml/2006/main">
              <a:ext uri="{FF2B5EF4-FFF2-40B4-BE49-F238E27FC236}">
                <a16:creationId xmlns:a16="http://schemas.microsoft.com/office/drawing/2014/main" id="{1782C8FF-CEBC-45E5-94F0-36EC4B26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4866" y="3588166"/>
            <a:ext cx="18375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84" name="Text .">
            <a:extLst xmlns:a="http://schemas.openxmlformats.org/drawingml/2006/main">
              <a:ext uri="{FF2B5EF4-FFF2-40B4-BE49-F238E27FC236}">
                <a16:creationId xmlns:a16="http://schemas.microsoft.com/office/drawing/2014/main" id="{077FCE3C-06D1-4D79-B7F8-6B897D86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9569" y="3588166"/>
            <a:ext cx="8493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85" name="Text B">
            <a:extLst xmlns:a="http://schemas.openxmlformats.org/drawingml/2006/main">
              <a:ext uri="{FF2B5EF4-FFF2-40B4-BE49-F238E27FC236}">
                <a16:creationId xmlns:a16="http://schemas.microsoft.com/office/drawing/2014/main" id="{12C8315C-50C6-433E-AA14-232B9F8D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5450" y="3588166"/>
            <a:ext cx="17551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6" name="Text =">
            <a:extLst xmlns:a="http://schemas.openxmlformats.org/drawingml/2006/main">
              <a:ext uri="{FF2B5EF4-FFF2-40B4-BE49-F238E27FC236}">
                <a16:creationId xmlns:a16="http://schemas.microsoft.com/office/drawing/2014/main" id="{D5E5C8E7-06CF-4141-99B5-742F2CA6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1918" y="3588166"/>
            <a:ext cx="19198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87" name="Text C">
            <a:extLst xmlns:a="http://schemas.openxmlformats.org/drawingml/2006/main">
              <a:ext uri="{FF2B5EF4-FFF2-40B4-BE49-F238E27FC236}">
                <a16:creationId xmlns:a16="http://schemas.microsoft.com/office/drawing/2014/main" id="{14ED5125-0DCE-405A-A390-D196CC96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4857" y="3588166"/>
            <a:ext cx="18375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8" name="Text ;">
            <a:extLst xmlns:a="http://schemas.openxmlformats.org/drawingml/2006/main">
              <a:ext uri="{FF2B5EF4-FFF2-40B4-BE49-F238E27FC236}">
                <a16:creationId xmlns:a16="http://schemas.microsoft.com/office/drawing/2014/main" id="{E5065DD0-B42E-4872-90F9-CC37D8DB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9560" y="3588166"/>
            <a:ext cx="8493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sp>
        <p:nvSpPr>
          <p:cNvPr id="189" name="SE059-route-92">
            <a:extLst xmlns:a="http://schemas.openxmlformats.org/drawingml/2006/main">
              <a:ext uri="{FF2B5EF4-FFF2-40B4-BE49-F238E27FC236}">
                <a16:creationId xmlns:a16="http://schemas.microsoft.com/office/drawing/2014/main" id="{51D9DCE0-F352-4782-A672-F7FCF7A7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691" y="3740566"/>
            <a:ext cx="152400" cy="95"/>
          </a:xfrm>
          <a:custGeom xmlns:a="http://schemas.openxmlformats.org/drawingml/2006/main">
            <a:pathLst>
              <a:path w="152400" h="9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43C0C"/>
            </a:solidFill>
          </a:ln>
        </p:spPr>
      </p:sp>
      <p:sp>
        <p:nvSpPr>
          <p:cNvPr id="190" name="SE059-route-93">
            <a:extLst xmlns:a="http://schemas.openxmlformats.org/drawingml/2006/main">
              <a:ext uri="{FF2B5EF4-FFF2-40B4-BE49-F238E27FC236}">
                <a16:creationId xmlns:a16="http://schemas.microsoft.com/office/drawing/2014/main" id="{26E91BBD-E34F-4E18-A58D-E52C5211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531" y="3704052"/>
            <a:ext cx="77560" cy="73027"/>
          </a:xfrm>
          <a:custGeom xmlns:a="http://schemas.openxmlformats.org/drawingml/2006/main">
            <a:pathLst>
              <a:path w="77560" h="73027">
                <a:moveTo>
                  <a:pt x="77560" y="36514"/>
                </a:moveTo>
                <a:lnTo>
                  <a:pt x="0" y="730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43C0C"/>
          </a:solidFill>
          <a:ln xmlns:a="http://schemas.openxmlformats.org/drawingml/2006/main" w="0">
            <a:noFill/>
          </a:ln>
        </p:spPr>
      </p:sp>
      <p:sp>
        <p:nvSpPr>
          <p:cNvPr id="191" name="Text Expr mask">
            <a:extLst xmlns:a="http://schemas.openxmlformats.org/drawingml/2006/main">
              <a:ext uri="{FF2B5EF4-FFF2-40B4-BE49-F238E27FC236}">
                <a16:creationId xmlns:a16="http://schemas.microsoft.com/office/drawing/2014/main" id="{865FC6D2-72B3-4F5B-AD02-5000F840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3666" y="3892966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83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83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Expr mask</a:t>
            </a:r>
          </a:p>
        </p:txBody>
      </p:sp>
      <p:sp>
        <p:nvSpPr>
          <p:cNvPr id="192" name="SE059-route-94">
            <a:extLst xmlns:a="http://schemas.openxmlformats.org/drawingml/2006/main">
              <a:ext uri="{FF2B5EF4-FFF2-40B4-BE49-F238E27FC236}">
                <a16:creationId xmlns:a16="http://schemas.microsoft.com/office/drawing/2014/main" id="{E958EF5D-5CD1-4E8F-B96A-0F742596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266" y="4064416"/>
            <a:ext cx="142875" cy="95"/>
          </a:xfrm>
          <a:custGeom xmlns:a="http://schemas.openxmlformats.org/drawingml/2006/main">
            <a:pathLst>
              <a:path w="142875" h="9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43C0C"/>
            </a:solidFill>
          </a:ln>
        </p:spPr>
      </p:sp>
      <p:sp>
        <p:nvSpPr>
          <p:cNvPr id="193" name="SE059-route-95">
            <a:extLst xmlns:a="http://schemas.openxmlformats.org/drawingml/2006/main">
              <a:ext uri="{FF2B5EF4-FFF2-40B4-BE49-F238E27FC236}">
                <a16:creationId xmlns:a16="http://schemas.microsoft.com/office/drawing/2014/main" id="{D70E5322-13EB-4F55-90A9-728415DE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1581" y="4027902"/>
            <a:ext cx="77560" cy="73027"/>
          </a:xfrm>
          <a:custGeom xmlns:a="http://schemas.openxmlformats.org/drawingml/2006/main">
            <a:pathLst>
              <a:path w="77560" h="73027">
                <a:moveTo>
                  <a:pt x="77560" y="36514"/>
                </a:moveTo>
                <a:lnTo>
                  <a:pt x="0" y="730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43C0C"/>
          </a:solidFill>
          <a:ln xmlns:a="http://schemas.openxmlformats.org/drawingml/2006/main" w="0">
            <a:noFill/>
          </a:ln>
        </p:spPr>
      </p:sp>
      <p:sp>
        <p:nvSpPr>
          <p:cNvPr id="194" name="SE059-96">
            <a:extLst xmlns:a="http://schemas.openxmlformats.org/drawingml/2006/main">
              <a:ext uri="{FF2B5EF4-FFF2-40B4-BE49-F238E27FC236}">
                <a16:creationId xmlns:a16="http://schemas.microsoft.com/office/drawing/2014/main" id="{9EA8640E-2ECA-44C3-983F-F0FF161E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8666" y="3902491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28575">
            <a:solidFill>
              <a:srgbClr val="843C0C"/>
            </a:solidFill>
          </a:ln>
        </p:spPr>
      </p:sp>
      <p:sp>
        <p:nvSpPr>
          <p:cNvPr id="195" name="SE059-97">
            <a:extLst xmlns:a="http://schemas.openxmlformats.org/drawingml/2006/main">
              <a:ext uri="{FF2B5EF4-FFF2-40B4-BE49-F238E27FC236}">
                <a16:creationId xmlns:a16="http://schemas.microsoft.com/office/drawing/2014/main" id="{9C0A00B0-ABC4-44DB-B09A-BFDCF2F3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5341" y="3940591"/>
            <a:ext cx="406102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196" name="Text A">
            <a:extLst xmlns:a="http://schemas.openxmlformats.org/drawingml/2006/main">
              <a:ext uri="{FF2B5EF4-FFF2-40B4-BE49-F238E27FC236}">
                <a16:creationId xmlns:a16="http://schemas.microsoft.com/office/drawing/2014/main" id="{DB8A5BDF-C3DE-4C31-A2DE-325B9DF9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4866" y="3912016"/>
            <a:ext cx="18375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97" name="Text .">
            <a:extLst xmlns:a="http://schemas.openxmlformats.org/drawingml/2006/main">
              <a:ext uri="{FF2B5EF4-FFF2-40B4-BE49-F238E27FC236}">
                <a16:creationId xmlns:a16="http://schemas.microsoft.com/office/drawing/2014/main" id="{4BDD87A5-BEA6-4D61-AFBB-190205F1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9569" y="3912016"/>
            <a:ext cx="8493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98" name="Text B">
            <a:extLst xmlns:a="http://schemas.openxmlformats.org/drawingml/2006/main">
              <a:ext uri="{FF2B5EF4-FFF2-40B4-BE49-F238E27FC236}">
                <a16:creationId xmlns:a16="http://schemas.microsoft.com/office/drawing/2014/main" id="{6D381262-503D-4578-9E1A-6F01A9BB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5450" y="3912016"/>
            <a:ext cx="17551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99" name="Text =">
            <a:extLst xmlns:a="http://schemas.openxmlformats.org/drawingml/2006/main">
              <a:ext uri="{FF2B5EF4-FFF2-40B4-BE49-F238E27FC236}">
                <a16:creationId xmlns:a16="http://schemas.microsoft.com/office/drawing/2014/main" id="{975F423B-2CBF-4426-8845-B31F78A1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1918" y="3912016"/>
            <a:ext cx="19198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200" name="Text C">
            <a:extLst xmlns:a="http://schemas.openxmlformats.org/drawingml/2006/main">
              <a:ext uri="{FF2B5EF4-FFF2-40B4-BE49-F238E27FC236}">
                <a16:creationId xmlns:a16="http://schemas.microsoft.com/office/drawing/2014/main" id="{96EDA505-FAFD-4516-B3C4-5C885BCA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4857" y="3912016"/>
            <a:ext cx="18375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01" name="Text ;">
            <a:extLst xmlns:a="http://schemas.openxmlformats.org/drawingml/2006/main">
              <a:ext uri="{FF2B5EF4-FFF2-40B4-BE49-F238E27FC236}">
                <a16:creationId xmlns:a16="http://schemas.microsoft.com/office/drawing/2014/main" id="{BFA943C0-4EA5-48B0-947C-BE97CF65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9560" y="3912016"/>
            <a:ext cx="8493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sp>
        <p:nvSpPr>
          <p:cNvPr id="202" name="SE059-route-98">
            <a:extLst xmlns:a="http://schemas.openxmlformats.org/drawingml/2006/main">
              <a:ext uri="{FF2B5EF4-FFF2-40B4-BE49-F238E27FC236}">
                <a16:creationId xmlns:a16="http://schemas.microsoft.com/office/drawing/2014/main" id="{D5F86FEC-4D84-49C4-A665-548317D2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691" y="4064416"/>
            <a:ext cx="152400" cy="95"/>
          </a:xfrm>
          <a:custGeom xmlns:a="http://schemas.openxmlformats.org/drawingml/2006/main">
            <a:pathLst>
              <a:path w="152400" h="9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43C0C"/>
            </a:solidFill>
          </a:ln>
        </p:spPr>
      </p:sp>
      <p:sp>
        <p:nvSpPr>
          <p:cNvPr id="203" name="SE059-route-99">
            <a:extLst xmlns:a="http://schemas.openxmlformats.org/drawingml/2006/main">
              <a:ext uri="{FF2B5EF4-FFF2-40B4-BE49-F238E27FC236}">
                <a16:creationId xmlns:a16="http://schemas.microsoft.com/office/drawing/2014/main" id="{84ACF7B4-052D-4403-9292-7555A866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531" y="4027902"/>
            <a:ext cx="77560" cy="73027"/>
          </a:xfrm>
          <a:custGeom xmlns:a="http://schemas.openxmlformats.org/drawingml/2006/main">
            <a:pathLst>
              <a:path w="77560" h="73027">
                <a:moveTo>
                  <a:pt x="77560" y="36514"/>
                </a:moveTo>
                <a:lnTo>
                  <a:pt x="0" y="730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43C0C"/>
          </a:solidFill>
          <a:ln xmlns:a="http://schemas.openxmlformats.org/drawingml/2006/main" w="0">
            <a:noFill/>
          </a:ln>
        </p:spPr>
      </p:sp>
      <p:sp>
        <p:nvSpPr>
          <p:cNvPr id="204" name="Text Token mask">
            <a:extLst xmlns:a="http://schemas.openxmlformats.org/drawingml/2006/main">
              <a:ext uri="{FF2B5EF4-FFF2-40B4-BE49-F238E27FC236}">
                <a16:creationId xmlns:a16="http://schemas.microsoft.com/office/drawing/2014/main" id="{E4BD38FE-604D-4C1D-AEA6-0EEDB6D2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3666" y="4216816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83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83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Token mask</a:t>
            </a:r>
          </a:p>
        </p:txBody>
      </p:sp>
      <p:sp>
        <p:nvSpPr>
          <p:cNvPr id="205" name="SE059-route-100">
            <a:extLst xmlns:a="http://schemas.openxmlformats.org/drawingml/2006/main">
              <a:ext uri="{FF2B5EF4-FFF2-40B4-BE49-F238E27FC236}">
                <a16:creationId xmlns:a16="http://schemas.microsoft.com/office/drawing/2014/main" id="{75D9F9B4-F41C-4E4B-AC2C-4455B02C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266" y="4388266"/>
            <a:ext cx="142875" cy="95"/>
          </a:xfrm>
          <a:custGeom xmlns:a="http://schemas.openxmlformats.org/drawingml/2006/main">
            <a:pathLst>
              <a:path w="142875" h="9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43C0C"/>
            </a:solidFill>
          </a:ln>
        </p:spPr>
      </p:sp>
      <p:sp>
        <p:nvSpPr>
          <p:cNvPr id="206" name="SE059-route-101">
            <a:extLst xmlns:a="http://schemas.openxmlformats.org/drawingml/2006/main">
              <a:ext uri="{FF2B5EF4-FFF2-40B4-BE49-F238E27FC236}">
                <a16:creationId xmlns:a16="http://schemas.microsoft.com/office/drawing/2014/main" id="{FDAC5E5E-09FD-4E26-B073-03C26E1D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1581" y="4351752"/>
            <a:ext cx="77560" cy="73027"/>
          </a:xfrm>
          <a:custGeom xmlns:a="http://schemas.openxmlformats.org/drawingml/2006/main">
            <a:pathLst>
              <a:path w="77560" h="73027">
                <a:moveTo>
                  <a:pt x="77560" y="36514"/>
                </a:moveTo>
                <a:lnTo>
                  <a:pt x="0" y="730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43C0C"/>
          </a:solidFill>
          <a:ln xmlns:a="http://schemas.openxmlformats.org/drawingml/2006/main" w="0">
            <a:noFill/>
          </a:ln>
        </p:spPr>
      </p:sp>
      <p:sp>
        <p:nvSpPr>
          <p:cNvPr id="207" name="SE059-102">
            <a:extLst xmlns:a="http://schemas.openxmlformats.org/drawingml/2006/main">
              <a:ext uri="{FF2B5EF4-FFF2-40B4-BE49-F238E27FC236}">
                <a16:creationId xmlns:a16="http://schemas.microsoft.com/office/drawing/2014/main" id="{0EA7D66B-8DBF-4F8E-9227-F75558A6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8666" y="4226341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5D6"/>
          </a:solidFill>
          <a:ln xmlns:a="http://schemas.openxmlformats.org/drawingml/2006/main" w="28575">
            <a:solidFill>
              <a:srgbClr val="843C0C"/>
            </a:solidFill>
          </a:ln>
        </p:spPr>
      </p:sp>
      <p:sp>
        <p:nvSpPr>
          <p:cNvPr id="208" name="SE059-103">
            <a:extLst xmlns:a="http://schemas.openxmlformats.org/drawingml/2006/main">
              <a:ext uri="{FF2B5EF4-FFF2-40B4-BE49-F238E27FC236}">
                <a16:creationId xmlns:a16="http://schemas.microsoft.com/office/drawing/2014/main" id="{699AAF8B-095F-4DB6-8637-8B7B48E9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5925" y="4264441"/>
            <a:ext cx="17551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6E6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209" name="Text A">
            <a:extLst xmlns:a="http://schemas.openxmlformats.org/drawingml/2006/main">
              <a:ext uri="{FF2B5EF4-FFF2-40B4-BE49-F238E27FC236}">
                <a16:creationId xmlns:a16="http://schemas.microsoft.com/office/drawing/2014/main" id="{088D95C8-FF1D-4820-B031-4A0DCE8F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4866" y="4235866"/>
            <a:ext cx="18375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10" name="Text .">
            <a:extLst xmlns:a="http://schemas.openxmlformats.org/drawingml/2006/main">
              <a:ext uri="{FF2B5EF4-FFF2-40B4-BE49-F238E27FC236}">
                <a16:creationId xmlns:a16="http://schemas.microsoft.com/office/drawing/2014/main" id="{4ABBB5FD-20B0-465B-BA48-D16811A8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9569" y="4235866"/>
            <a:ext cx="8493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11" name="Text B">
            <a:extLst xmlns:a="http://schemas.openxmlformats.org/drawingml/2006/main">
              <a:ext uri="{FF2B5EF4-FFF2-40B4-BE49-F238E27FC236}">
                <a16:creationId xmlns:a16="http://schemas.microsoft.com/office/drawing/2014/main" id="{4C102106-9861-4B1B-853E-A6875C7F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5450" y="4235866"/>
            <a:ext cx="17551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BFBFB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12" name="Text =">
            <a:extLst xmlns:a="http://schemas.openxmlformats.org/drawingml/2006/main">
              <a:ext uri="{FF2B5EF4-FFF2-40B4-BE49-F238E27FC236}">
                <a16:creationId xmlns:a16="http://schemas.microsoft.com/office/drawing/2014/main" id="{089238E0-B71C-4F83-B9C0-0F5176DD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1918" y="4235866"/>
            <a:ext cx="19198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213" name="Text C">
            <a:extLst xmlns:a="http://schemas.openxmlformats.org/drawingml/2006/main">
              <a:ext uri="{FF2B5EF4-FFF2-40B4-BE49-F238E27FC236}">
                <a16:creationId xmlns:a16="http://schemas.microsoft.com/office/drawing/2014/main" id="{AADB94A7-41FE-4D73-BCD3-18EFADC9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24857" y="4235866"/>
            <a:ext cx="18375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14" name="Text ;">
            <a:extLst xmlns:a="http://schemas.openxmlformats.org/drawingml/2006/main">
              <a:ext uri="{FF2B5EF4-FFF2-40B4-BE49-F238E27FC236}">
                <a16:creationId xmlns:a16="http://schemas.microsoft.com/office/drawing/2014/main" id="{1471AC57-538D-4737-AC2D-5D5160FF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89560" y="4235866"/>
            <a:ext cx="8493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;</a:t>
            </a:r>
          </a:p>
        </p:txBody>
      </p:sp>
      <p:sp>
        <p:nvSpPr>
          <p:cNvPr id="215" name="SE059-route-104">
            <a:extLst xmlns:a="http://schemas.openxmlformats.org/drawingml/2006/main">
              <a:ext uri="{FF2B5EF4-FFF2-40B4-BE49-F238E27FC236}">
                <a16:creationId xmlns:a16="http://schemas.microsoft.com/office/drawing/2014/main" id="{A910C043-EE46-4196-B6A9-0AFC402E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691" y="4388266"/>
            <a:ext cx="152400" cy="95"/>
          </a:xfrm>
          <a:custGeom xmlns:a="http://schemas.openxmlformats.org/drawingml/2006/main">
            <a:pathLst>
              <a:path w="152400" h="9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43C0C"/>
            </a:solidFill>
          </a:ln>
        </p:spPr>
      </p:sp>
      <p:sp>
        <p:nvSpPr>
          <p:cNvPr id="216" name="SE059-route-105">
            <a:extLst xmlns:a="http://schemas.openxmlformats.org/drawingml/2006/main">
              <a:ext uri="{FF2B5EF4-FFF2-40B4-BE49-F238E27FC236}">
                <a16:creationId xmlns:a16="http://schemas.microsoft.com/office/drawing/2014/main" id="{69C8AE60-6823-42BE-BCB5-95E25C1A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5531" y="4351752"/>
            <a:ext cx="77560" cy="73027"/>
          </a:xfrm>
          <a:custGeom xmlns:a="http://schemas.openxmlformats.org/drawingml/2006/main">
            <a:pathLst>
              <a:path w="77560" h="73027">
                <a:moveTo>
                  <a:pt x="77560" y="36514"/>
                </a:moveTo>
                <a:lnTo>
                  <a:pt x="0" y="730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43C0C"/>
          </a:solidFill>
          <a:ln xmlns:a="http://schemas.openxmlformats.org/drawingml/2006/main" w="0">
            <a:noFill/>
          </a:ln>
        </p:spPr>
      </p:sp>
      <p:sp>
        <p:nvSpPr>
          <p:cNvPr id="217" name="Text Mask generation">
            <a:extLst xmlns:a="http://schemas.openxmlformats.org/drawingml/2006/main">
              <a:ext uri="{FF2B5EF4-FFF2-40B4-BE49-F238E27FC236}">
                <a16:creationId xmlns:a16="http://schemas.microsoft.com/office/drawing/2014/main" id="{4DC19B3A-9543-43EF-9F00-52930FBB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0316" y="4588291"/>
            <a:ext cx="32670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Mask generation</a:t>
            </a:r>
          </a:p>
        </p:txBody>
      </p:sp>
      <p:sp>
        <p:nvSpPr>
          <p:cNvPr id="218" name="SE059-route-106">
            <a:extLst xmlns:a="http://schemas.openxmlformats.org/drawingml/2006/main">
              <a:ext uri="{FF2B5EF4-FFF2-40B4-BE49-F238E27FC236}">
                <a16:creationId xmlns:a16="http://schemas.microsoft.com/office/drawing/2014/main" id="{14C20D6F-A47E-4387-9F79-D42FFA36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741" y="3578641"/>
            <a:ext cx="457200" cy="476250"/>
          </a:xfrm>
          <a:custGeom xmlns:a="http://schemas.openxmlformats.org/drawingml/2006/main">
            <a:pathLst>
              <a:path w="457200" h="476250">
                <a:moveTo>
                  <a:pt x="0" y="119063"/>
                </a:moveTo>
                <a:lnTo>
                  <a:pt x="219456" y="119063"/>
                </a:lnTo>
                <a:lnTo>
                  <a:pt x="219456" y="0"/>
                </a:lnTo>
                <a:lnTo>
                  <a:pt x="457200" y="238125"/>
                </a:lnTo>
                <a:lnTo>
                  <a:pt x="219456" y="476250"/>
                </a:lnTo>
                <a:lnTo>
                  <a:pt x="219456" y="357188"/>
                </a:lnTo>
                <a:lnTo>
                  <a:pt x="0" y="3571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04040"/>
            </a:solidFill>
          </a:ln>
        </p:spPr>
      </p:sp>
      <p:sp>
        <p:nvSpPr>
          <p:cNvPr id="219" name="SE059-107">
            <a:extLst xmlns:a="http://schemas.openxmlformats.org/drawingml/2006/main">
              <a:ext uri="{FF2B5EF4-FFF2-40B4-BE49-F238E27FC236}">
                <a16:creationId xmlns:a16="http://schemas.microsoft.com/office/drawing/2014/main" id="{584B8644-BDB8-4106-A824-F0DDFC54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3191" y="3197641"/>
            <a:ext cx="2514600" cy="14478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D0CECE"/>
          </a:solidFill>
          <a:ln xmlns:a="http://schemas.openxmlformats.org/drawingml/2006/main" w="28575">
            <a:solidFill>
              <a:srgbClr val="404040"/>
            </a:solidFill>
          </a:ln>
        </p:spPr>
      </p:sp>
      <p:sp>
        <p:nvSpPr>
          <p:cNvPr id="220" name="SE059-route-108">
            <a:extLst xmlns:a="http://schemas.openxmlformats.org/drawingml/2006/main">
              <a:ext uri="{FF2B5EF4-FFF2-40B4-BE49-F238E27FC236}">
                <a16:creationId xmlns:a16="http://schemas.microsoft.com/office/drawing/2014/main" id="{4136FDAD-19F9-4C30-A239-8E0B5D9C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866" y="3502441"/>
            <a:ext cx="247650" cy="400050"/>
          </a:xfrm>
          <a:custGeom xmlns:a="http://schemas.openxmlformats.org/drawingml/2006/main">
            <a:pathLst>
              <a:path w="247650" h="400050">
                <a:moveTo>
                  <a:pt x="0" y="400050"/>
                </a:moveTo>
                <a:lnTo>
                  <a:pt x="0" y="0"/>
                </a:ln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95959"/>
            </a:solidFill>
          </a:ln>
        </p:spPr>
      </p:sp>
      <p:sp>
        <p:nvSpPr>
          <p:cNvPr id="221" name="SE059-route-109">
            <a:extLst xmlns:a="http://schemas.openxmlformats.org/drawingml/2006/main">
              <a:ext uri="{FF2B5EF4-FFF2-40B4-BE49-F238E27FC236}">
                <a16:creationId xmlns:a16="http://schemas.microsoft.com/office/drawing/2014/main" id="{AB951510-63F0-48C9-9DC8-56AC5783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338" y="3461870"/>
            <a:ext cx="86178" cy="81141"/>
          </a:xfrm>
          <a:custGeom xmlns:a="http://schemas.openxmlformats.org/drawingml/2006/main">
            <a:pathLst>
              <a:path w="86178" h="81141">
                <a:moveTo>
                  <a:pt x="86178" y="40571"/>
                </a:moveTo>
                <a:lnTo>
                  <a:pt x="0" y="811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</p:sp>
      <p:sp>
        <p:nvSpPr>
          <p:cNvPr id="222" name="SE059-route-110">
            <a:extLst xmlns:a="http://schemas.openxmlformats.org/drawingml/2006/main">
              <a:ext uri="{FF2B5EF4-FFF2-40B4-BE49-F238E27FC236}">
                <a16:creationId xmlns:a16="http://schemas.microsoft.com/office/drawing/2014/main" id="{B5F726EB-BD7D-4D55-83C5-A233E0D7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866" y="3921541"/>
            <a:ext cx="438150" cy="95"/>
          </a:xfrm>
          <a:custGeom xmlns:a="http://schemas.openxmlformats.org/drawingml/2006/main">
            <a:pathLst>
              <a:path w="438150" h="9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95959"/>
            </a:solidFill>
          </a:ln>
        </p:spPr>
      </p:sp>
      <p:sp>
        <p:nvSpPr>
          <p:cNvPr id="223" name="SE059-route-111">
            <a:extLst xmlns:a="http://schemas.openxmlformats.org/drawingml/2006/main">
              <a:ext uri="{FF2B5EF4-FFF2-40B4-BE49-F238E27FC236}">
                <a16:creationId xmlns:a16="http://schemas.microsoft.com/office/drawing/2014/main" id="{11BFCDD1-BD93-4923-BE9A-3916E68E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838" y="3880970"/>
            <a:ext cx="86178" cy="81141"/>
          </a:xfrm>
          <a:custGeom xmlns:a="http://schemas.openxmlformats.org/drawingml/2006/main">
            <a:pathLst>
              <a:path w="86178" h="81141">
                <a:moveTo>
                  <a:pt x="86178" y="40571"/>
                </a:moveTo>
                <a:lnTo>
                  <a:pt x="0" y="811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</p:sp>
      <p:sp>
        <p:nvSpPr>
          <p:cNvPr id="224" name="SE059-route-112">
            <a:extLst xmlns:a="http://schemas.openxmlformats.org/drawingml/2006/main">
              <a:ext uri="{FF2B5EF4-FFF2-40B4-BE49-F238E27FC236}">
                <a16:creationId xmlns:a16="http://schemas.microsoft.com/office/drawing/2014/main" id="{6689D93D-413E-41AC-BFD8-E0622A2A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866" y="3921541"/>
            <a:ext cx="266700" cy="428625"/>
          </a:xfrm>
          <a:custGeom xmlns:a="http://schemas.openxmlformats.org/drawingml/2006/main">
            <a:pathLst>
              <a:path w="266700" h="428625">
                <a:moveTo>
                  <a:pt x="0" y="0"/>
                </a:moveTo>
                <a:lnTo>
                  <a:pt x="0" y="428625"/>
                </a:lnTo>
                <a:lnTo>
                  <a:pt x="26670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95959"/>
            </a:solidFill>
          </a:ln>
        </p:spPr>
      </p:sp>
      <p:sp>
        <p:nvSpPr>
          <p:cNvPr id="225" name="SE059-route-113">
            <a:extLst xmlns:a="http://schemas.openxmlformats.org/drawingml/2006/main">
              <a:ext uri="{FF2B5EF4-FFF2-40B4-BE49-F238E27FC236}">
                <a16:creationId xmlns:a16="http://schemas.microsoft.com/office/drawing/2014/main" id="{229CBB03-702D-40E7-84D1-5C832C99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388" y="4309595"/>
            <a:ext cx="86178" cy="81141"/>
          </a:xfrm>
          <a:custGeom xmlns:a="http://schemas.openxmlformats.org/drawingml/2006/main">
            <a:pathLst>
              <a:path w="86178" h="81141">
                <a:moveTo>
                  <a:pt x="86178" y="40571"/>
                </a:moveTo>
                <a:lnTo>
                  <a:pt x="0" y="811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</p:sp>
      <p:sp>
        <p:nvSpPr>
          <p:cNvPr id="226" name="SE059-route-114">
            <a:extLst xmlns:a="http://schemas.openxmlformats.org/drawingml/2006/main">
              <a:ext uri="{FF2B5EF4-FFF2-40B4-BE49-F238E27FC236}">
                <a16:creationId xmlns:a16="http://schemas.microsoft.com/office/drawing/2014/main" id="{5B82E001-69C4-47EE-AD45-61A16C90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0116" y="3502441"/>
            <a:ext cx="276225" cy="847725"/>
          </a:xfrm>
          <a:custGeom xmlns:a="http://schemas.openxmlformats.org/drawingml/2006/main">
            <a:pathLst>
              <a:path w="276225" h="847725">
                <a:moveTo>
                  <a:pt x="0" y="0"/>
                </a:moveTo>
                <a:lnTo>
                  <a:pt x="276225" y="0"/>
                </a:lnTo>
                <a:lnTo>
                  <a:pt x="276225" y="847725"/>
                </a:lnTo>
                <a:lnTo>
                  <a:pt x="66675" y="8477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95959"/>
            </a:solidFill>
          </a:ln>
        </p:spPr>
      </p:sp>
      <p:sp>
        <p:nvSpPr>
          <p:cNvPr id="227" name="SE059-route-115">
            <a:extLst xmlns:a="http://schemas.openxmlformats.org/drawingml/2006/main">
              <a:ext uri="{FF2B5EF4-FFF2-40B4-BE49-F238E27FC236}">
                <a16:creationId xmlns:a16="http://schemas.microsoft.com/office/drawing/2014/main" id="{2CDF61F8-3B13-4B9D-9B22-8F984FDD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041" y="3912016"/>
            <a:ext cx="257175" cy="95"/>
          </a:xfrm>
          <a:custGeom xmlns:a="http://schemas.openxmlformats.org/drawingml/2006/main">
            <a:pathLst>
              <a:path w="257175" h="9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595959"/>
            </a:solidFill>
          </a:ln>
        </p:spPr>
      </p:sp>
      <p:sp>
        <p:nvSpPr>
          <p:cNvPr id="228" name="SE059-route-116">
            <a:extLst xmlns:a="http://schemas.openxmlformats.org/drawingml/2006/main">
              <a:ext uri="{FF2B5EF4-FFF2-40B4-BE49-F238E27FC236}">
                <a16:creationId xmlns:a16="http://schemas.microsoft.com/office/drawing/2014/main" id="{94C0A9C0-AAC0-421E-9CDE-BC728985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3038" y="3871445"/>
            <a:ext cx="86178" cy="81141"/>
          </a:xfrm>
          <a:custGeom xmlns:a="http://schemas.openxmlformats.org/drawingml/2006/main">
            <a:pathLst>
              <a:path w="86178" h="81141">
                <a:moveTo>
                  <a:pt x="86178" y="40571"/>
                </a:moveTo>
                <a:lnTo>
                  <a:pt x="0" y="811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>
            <a:noFill/>
          </a:ln>
        </p:spPr>
      </p:sp>
      <p:sp>
        <p:nvSpPr>
          <p:cNvPr id="229" name="SE059-117">
            <a:extLst xmlns:a="http://schemas.openxmlformats.org/drawingml/2006/main">
              <a:ext uri="{FF2B5EF4-FFF2-40B4-BE49-F238E27FC236}">
                <a16:creationId xmlns:a16="http://schemas.microsoft.com/office/drawing/2014/main" id="{D2ED3FBE-1238-4FE8-BE2C-6B2F1777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6566" y="3292891"/>
            <a:ext cx="17240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991"/>
          </a:solidFill>
          <a:ln xmlns:a="http://schemas.openxmlformats.org/drawingml/2006/main" w="38100">
            <a:solidFill>
              <a:srgbClr val="843C0C"/>
            </a:solidFill>
          </a:ln>
        </p:spPr>
      </p:sp>
      <p:sp>
        <p:nvSpPr>
          <p:cNvPr id="230" name="Text StmtGenerator">
            <a:extLst xmlns:a="http://schemas.openxmlformats.org/drawingml/2006/main">
              <a:ext uri="{FF2B5EF4-FFF2-40B4-BE49-F238E27FC236}">
                <a16:creationId xmlns:a16="http://schemas.microsoft.com/office/drawing/2014/main" id="{43C79A55-E7BE-4630-B03B-08D2DAFB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5141" y="3292891"/>
            <a:ext cx="1666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StmtGenerator</a:t>
            </a:r>
          </a:p>
        </p:txBody>
      </p:sp>
      <p:sp>
        <p:nvSpPr>
          <p:cNvPr id="231" name="SE059-118">
            <a:extLst xmlns:a="http://schemas.openxmlformats.org/drawingml/2006/main">
              <a:ext uri="{FF2B5EF4-FFF2-40B4-BE49-F238E27FC236}">
                <a16:creationId xmlns:a16="http://schemas.microsoft.com/office/drawing/2014/main" id="{E78D0D0D-3622-47F9-AE02-6D751FA1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7541" y="3721516"/>
            <a:ext cx="1704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3F3"/>
          </a:solidFill>
          <a:ln xmlns:a="http://schemas.openxmlformats.org/drawingml/2006/main" w="38100">
            <a:solidFill>
              <a:srgbClr val="2F5597"/>
            </a:solidFill>
          </a:ln>
        </p:spPr>
      </p:sp>
      <p:sp>
        <p:nvSpPr>
          <p:cNvPr id="232" name="Text ExprGenerator">
            <a:extLst xmlns:a="http://schemas.openxmlformats.org/drawingml/2006/main">
              <a:ext uri="{FF2B5EF4-FFF2-40B4-BE49-F238E27FC236}">
                <a16:creationId xmlns:a16="http://schemas.microsoft.com/office/drawing/2014/main" id="{807647E7-2949-45AF-92A1-68209AC7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6116" y="3721516"/>
            <a:ext cx="1647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ExprGenerator</a:t>
            </a:r>
          </a:p>
        </p:txBody>
      </p:sp>
      <p:sp>
        <p:nvSpPr>
          <p:cNvPr id="233" name="SE059-119">
            <a:extLst xmlns:a="http://schemas.openxmlformats.org/drawingml/2006/main">
              <a:ext uri="{FF2B5EF4-FFF2-40B4-BE49-F238E27FC236}">
                <a16:creationId xmlns:a16="http://schemas.microsoft.com/office/drawing/2014/main" id="{EE603AB2-BA9F-4A36-A95C-538190A9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6091" y="4150141"/>
            <a:ext cx="17907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38100">
            <a:solidFill>
              <a:srgbClr val="333333"/>
            </a:solidFill>
          </a:ln>
        </p:spPr>
      </p:sp>
      <p:sp>
        <p:nvSpPr>
          <p:cNvPr id="234" name="Text TokenGenerator">
            <a:extLst xmlns:a="http://schemas.openxmlformats.org/drawingml/2006/main">
              <a:ext uri="{FF2B5EF4-FFF2-40B4-BE49-F238E27FC236}">
                <a16:creationId xmlns:a16="http://schemas.microsoft.com/office/drawing/2014/main" id="{89FF688A-5CFE-4F31-96C9-D77AA7A2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4666" y="4150141"/>
            <a:ext cx="173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8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8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TokenGenerator</a:t>
            </a:r>
          </a:p>
        </p:txBody>
      </p:sp>
      <p:sp>
        <p:nvSpPr>
          <p:cNvPr id="235" name="Text Fine-tuned Mulpor">
            <a:extLst xmlns:a="http://schemas.openxmlformats.org/drawingml/2006/main">
              <a:ext uri="{FF2B5EF4-FFF2-40B4-BE49-F238E27FC236}">
                <a16:creationId xmlns:a16="http://schemas.microsoft.com/office/drawing/2014/main" id="{DD1F2AD1-E6A0-4EF2-8CC1-CA2176BF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3666" y="4635916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Fine-tuned Mulpor</a:t>
            </a:r>
          </a:p>
        </p:txBody>
      </p:sp>
      <p:sp>
        <p:nvSpPr>
          <p:cNvPr id="236" name="SE059-route-120">
            <a:extLst xmlns:a="http://schemas.openxmlformats.org/drawingml/2006/main">
              <a:ext uri="{FF2B5EF4-FFF2-40B4-BE49-F238E27FC236}">
                <a16:creationId xmlns:a16="http://schemas.microsoft.com/office/drawing/2014/main" id="{27513A5B-3666-4450-8CD5-90E9993E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9716" y="3578641"/>
            <a:ext cx="457200" cy="476250"/>
          </a:xfrm>
          <a:custGeom xmlns:a="http://schemas.openxmlformats.org/drawingml/2006/main">
            <a:pathLst>
              <a:path w="457200" h="476250">
                <a:moveTo>
                  <a:pt x="0" y="119063"/>
                </a:moveTo>
                <a:lnTo>
                  <a:pt x="219456" y="119063"/>
                </a:lnTo>
                <a:lnTo>
                  <a:pt x="219456" y="0"/>
                </a:lnTo>
                <a:lnTo>
                  <a:pt x="457200" y="238125"/>
                </a:lnTo>
                <a:lnTo>
                  <a:pt x="219456" y="476250"/>
                </a:lnTo>
                <a:lnTo>
                  <a:pt x="219456" y="357188"/>
                </a:lnTo>
                <a:lnTo>
                  <a:pt x="0" y="3571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04040"/>
            </a:solidFill>
          </a:ln>
        </p:spPr>
      </p:sp>
      <p:pic>
        <p:nvPicPr>
          <p:cNvPr id="4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ab1b746404b49"/>
          <a:stretch xmlns:a="http://schemas.openxmlformats.org/drawingml/2006/main"/>
        </p:blipFill>
        <p:spPr>
          <a:xfrm xmlns:a="http://schemas.openxmlformats.org/drawingml/2006/main">
            <a:off x="10970266" y="3254791"/>
            <a:ext cx="1114425" cy="1104900"/>
          </a:xfrm>
          <a:prstGeom xmlns:a="http://schemas.openxmlformats.org/drawingml/2006/main" prst="rect">
            <a:avLst/>
          </a:prstGeom>
        </p:spPr>
      </p:pic>
      <p:sp>
        <p:nvSpPr>
          <p:cNvPr id="238" name="Text Beam search">
            <a:extLst xmlns:a="http://schemas.openxmlformats.org/drawingml/2006/main">
              <a:ext uri="{FF2B5EF4-FFF2-40B4-BE49-F238E27FC236}">
                <a16:creationId xmlns:a16="http://schemas.microsoft.com/office/drawing/2014/main" id="{8ADB941D-2E44-456A-AE95-85E5716F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7366" y="4388266"/>
            <a:ext cx="18002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Beam search</a:t>
            </a:r>
          </a:p>
        </p:txBody>
      </p:sp>
      <p:sp>
        <p:nvSpPr>
          <p:cNvPr id="239" name="SE059-route-121">
            <a:extLst xmlns:a="http://schemas.openxmlformats.org/drawingml/2006/main">
              <a:ext uri="{FF2B5EF4-FFF2-40B4-BE49-F238E27FC236}">
                <a16:creationId xmlns:a16="http://schemas.microsoft.com/office/drawing/2014/main" id="{586DC7BF-8507-4098-858A-BA39EC9F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241" y="3578641"/>
            <a:ext cx="457200" cy="476250"/>
          </a:xfrm>
          <a:custGeom xmlns:a="http://schemas.openxmlformats.org/drawingml/2006/main">
            <a:pathLst>
              <a:path w="457200" h="476250">
                <a:moveTo>
                  <a:pt x="0" y="119063"/>
                </a:moveTo>
                <a:lnTo>
                  <a:pt x="219456" y="119063"/>
                </a:lnTo>
                <a:lnTo>
                  <a:pt x="219456" y="0"/>
                </a:lnTo>
                <a:lnTo>
                  <a:pt x="457200" y="238125"/>
                </a:lnTo>
                <a:lnTo>
                  <a:pt x="219456" y="476250"/>
                </a:lnTo>
                <a:lnTo>
                  <a:pt x="219456" y="357188"/>
                </a:lnTo>
                <a:lnTo>
                  <a:pt x="0" y="3571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04040"/>
            </a:solidFill>
          </a:ln>
        </p:spPr>
      </p:sp>
      <p:pic>
        <p:nvPicPr>
          <p:cNvPr id="4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1492cdd274960"/>
          <a:stretch xmlns:a="http://schemas.openxmlformats.org/drawingml/2006/main"/>
        </p:blipFill>
        <p:spPr>
          <a:xfrm xmlns:a="http://schemas.openxmlformats.org/drawingml/2006/main">
            <a:off x="12941941" y="3254791"/>
            <a:ext cx="1123950" cy="1104900"/>
          </a:xfrm>
          <a:prstGeom xmlns:a="http://schemas.openxmlformats.org/drawingml/2006/main" prst="rect">
            <a:avLst/>
          </a:prstGeom>
        </p:spPr>
      </p:pic>
      <p:sp>
        <p:nvSpPr>
          <p:cNvPr id="241" name="Text Patch&#10;re-ranking">
            <a:extLst xmlns:a="http://schemas.openxmlformats.org/drawingml/2006/main">
              <a:ext uri="{FF2B5EF4-FFF2-40B4-BE49-F238E27FC236}">
                <a16:creationId xmlns:a16="http://schemas.microsoft.com/office/drawing/2014/main" id="{AA12B05F-CF15-47CB-91F8-8BEF5B99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5716" y="4369216"/>
            <a:ext cx="169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Patch</a:t>
            </a:r>
          </a:p>
          <a:p xmlns:a="http://schemas.openxmlformats.org/drawingml/2006/main">
            <a:pPr algn="ctr">
              <a:defRPr sz="20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re-ranking</a:t>
            </a:r>
          </a:p>
        </p:txBody>
      </p:sp>
      <p:sp>
        <p:nvSpPr>
          <p:cNvPr id="242" name="SE059-route-122">
            <a:extLst xmlns:a="http://schemas.openxmlformats.org/drawingml/2006/main">
              <a:ext uri="{FF2B5EF4-FFF2-40B4-BE49-F238E27FC236}">
                <a16:creationId xmlns:a16="http://schemas.microsoft.com/office/drawing/2014/main" id="{F80E6847-FA35-45E5-AA7E-DC78E8A0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5916" y="3578641"/>
            <a:ext cx="457200" cy="476250"/>
          </a:xfrm>
          <a:custGeom xmlns:a="http://schemas.openxmlformats.org/drawingml/2006/main">
            <a:pathLst>
              <a:path w="457200" h="476250">
                <a:moveTo>
                  <a:pt x="0" y="119063"/>
                </a:moveTo>
                <a:lnTo>
                  <a:pt x="219456" y="119063"/>
                </a:lnTo>
                <a:lnTo>
                  <a:pt x="219456" y="0"/>
                </a:lnTo>
                <a:lnTo>
                  <a:pt x="457200" y="238125"/>
                </a:lnTo>
                <a:lnTo>
                  <a:pt x="219456" y="476250"/>
                </a:lnTo>
                <a:lnTo>
                  <a:pt x="219456" y="357188"/>
                </a:lnTo>
                <a:lnTo>
                  <a:pt x="0" y="3571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404040"/>
            </a:solidFill>
          </a:ln>
        </p:spPr>
      </p:sp>
      <p:pic>
        <p:nvPicPr>
          <p:cNvPr id="4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3e9679ba646bd"/>
          <a:stretch xmlns:a="http://schemas.openxmlformats.org/drawingml/2006/main"/>
        </p:blipFill>
        <p:spPr>
          <a:xfrm xmlns:a="http://schemas.openxmlformats.org/drawingml/2006/main">
            <a:off x="14999341" y="3254791"/>
            <a:ext cx="1133475" cy="1104900"/>
          </a:xfrm>
          <a:prstGeom xmlns:a="http://schemas.openxmlformats.org/drawingml/2006/main" prst="rect">
            <a:avLst/>
          </a:prstGeom>
        </p:spPr>
      </p:pic>
      <p:sp>
        <p:nvSpPr>
          <p:cNvPr id="244" name="Text Patch&#10;Validation">
            <a:extLst xmlns:a="http://schemas.openxmlformats.org/drawingml/2006/main">
              <a:ext uri="{FF2B5EF4-FFF2-40B4-BE49-F238E27FC236}">
                <a16:creationId xmlns:a16="http://schemas.microsoft.com/office/drawing/2014/main" id="{F5728B48-FC0F-41FF-A5D1-7BA16EA3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18366" y="4369216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Patch</a:t>
            </a:r>
          </a:p>
          <a:p xmlns:a="http://schemas.openxmlformats.org/drawingml/2006/main">
            <a:pPr algn="ctr">
              <a:defRPr sz="209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9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</p:spTree>
    <p:extLst>
      <p:ext uri="{BB962C8B-B14F-4D97-AF65-F5344CB8AC3E}">
        <p14:creationId xmlns:p14="http://schemas.microsoft.com/office/powerpoint/2010/main" val="1795299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2026-09-05T16:28:27.6650000Z</dcterms:created>
  <dcterms:modified xsi:type="dcterms:W3CDTF">2026-09-05T16:28:27.6650000Z</dcterms:modified>
</coreProperties>
</file>